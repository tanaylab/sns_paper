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69813" y="2455321"/>
              <a:ext cx="6570133" cy="2632839"/>
            </a:xfrm>
            <a:custGeom>
              <a:avLst/>
              <a:pathLst>
                <a:path w="6570133" h="2632839">
                  <a:moveTo>
                    <a:pt x="0" y="2632839"/>
                  </a:moveTo>
                  <a:lnTo>
                    <a:pt x="0" y="2570153"/>
                  </a:lnTo>
                  <a:lnTo>
                    <a:pt x="0" y="2507466"/>
                  </a:lnTo>
                  <a:lnTo>
                    <a:pt x="11005" y="2507466"/>
                  </a:lnTo>
                  <a:lnTo>
                    <a:pt x="11005" y="2444779"/>
                  </a:lnTo>
                  <a:lnTo>
                    <a:pt x="11005" y="2382093"/>
                  </a:lnTo>
                  <a:lnTo>
                    <a:pt x="11005" y="2319406"/>
                  </a:lnTo>
                  <a:lnTo>
                    <a:pt x="22010" y="2319406"/>
                  </a:lnTo>
                  <a:lnTo>
                    <a:pt x="22010" y="2256719"/>
                  </a:lnTo>
                  <a:lnTo>
                    <a:pt x="22010" y="2194033"/>
                  </a:lnTo>
                  <a:lnTo>
                    <a:pt x="33015" y="2194033"/>
                  </a:lnTo>
                  <a:lnTo>
                    <a:pt x="33015" y="2131346"/>
                  </a:lnTo>
                  <a:lnTo>
                    <a:pt x="33015" y="2068659"/>
                  </a:lnTo>
                  <a:lnTo>
                    <a:pt x="33015" y="2005973"/>
                  </a:lnTo>
                  <a:lnTo>
                    <a:pt x="44020" y="2005973"/>
                  </a:lnTo>
                  <a:lnTo>
                    <a:pt x="44020" y="1943286"/>
                  </a:lnTo>
                  <a:lnTo>
                    <a:pt x="44020" y="1880599"/>
                  </a:lnTo>
                  <a:lnTo>
                    <a:pt x="44020" y="1817913"/>
                  </a:lnTo>
                  <a:lnTo>
                    <a:pt x="55026" y="1817913"/>
                  </a:lnTo>
                  <a:lnTo>
                    <a:pt x="55026" y="1755226"/>
                  </a:lnTo>
                  <a:lnTo>
                    <a:pt x="55026" y="1692539"/>
                  </a:lnTo>
                  <a:lnTo>
                    <a:pt x="55026" y="1629853"/>
                  </a:lnTo>
                  <a:lnTo>
                    <a:pt x="66031" y="1629853"/>
                  </a:lnTo>
                  <a:lnTo>
                    <a:pt x="66031" y="1567166"/>
                  </a:lnTo>
                  <a:lnTo>
                    <a:pt x="66031" y="1504479"/>
                  </a:lnTo>
                  <a:lnTo>
                    <a:pt x="66031" y="1441793"/>
                  </a:lnTo>
                  <a:lnTo>
                    <a:pt x="77036" y="1441793"/>
                  </a:lnTo>
                  <a:lnTo>
                    <a:pt x="77036" y="1379106"/>
                  </a:lnTo>
                  <a:lnTo>
                    <a:pt x="77036" y="1316419"/>
                  </a:lnTo>
                  <a:lnTo>
                    <a:pt x="88041" y="1316419"/>
                  </a:lnTo>
                  <a:lnTo>
                    <a:pt x="99047" y="1316419"/>
                  </a:lnTo>
                  <a:lnTo>
                    <a:pt x="99047" y="1253733"/>
                  </a:lnTo>
                  <a:lnTo>
                    <a:pt x="110052" y="1253733"/>
                  </a:lnTo>
                  <a:lnTo>
                    <a:pt x="121057" y="1253733"/>
                  </a:lnTo>
                  <a:lnTo>
                    <a:pt x="132062" y="1253733"/>
                  </a:lnTo>
                  <a:lnTo>
                    <a:pt x="143068" y="1253733"/>
                  </a:lnTo>
                  <a:lnTo>
                    <a:pt x="143068" y="1191046"/>
                  </a:lnTo>
                  <a:lnTo>
                    <a:pt x="154073" y="1191046"/>
                  </a:lnTo>
                  <a:lnTo>
                    <a:pt x="165078" y="1191046"/>
                  </a:lnTo>
                  <a:lnTo>
                    <a:pt x="165078" y="1128359"/>
                  </a:lnTo>
                  <a:lnTo>
                    <a:pt x="176083" y="1128359"/>
                  </a:lnTo>
                  <a:lnTo>
                    <a:pt x="187089" y="1128359"/>
                  </a:lnTo>
                  <a:lnTo>
                    <a:pt x="198094" y="1128359"/>
                  </a:lnTo>
                  <a:lnTo>
                    <a:pt x="198094" y="1065673"/>
                  </a:lnTo>
                  <a:lnTo>
                    <a:pt x="209099" y="1065673"/>
                  </a:lnTo>
                  <a:lnTo>
                    <a:pt x="209099" y="1002986"/>
                  </a:lnTo>
                  <a:lnTo>
                    <a:pt x="220104" y="1002986"/>
                  </a:lnTo>
                  <a:lnTo>
                    <a:pt x="231110" y="1002986"/>
                  </a:lnTo>
                  <a:lnTo>
                    <a:pt x="242115" y="1002986"/>
                  </a:lnTo>
                  <a:lnTo>
                    <a:pt x="253120" y="1002986"/>
                  </a:lnTo>
                  <a:lnTo>
                    <a:pt x="264125" y="1002986"/>
                  </a:lnTo>
                  <a:lnTo>
                    <a:pt x="275131" y="1002986"/>
                  </a:lnTo>
                  <a:lnTo>
                    <a:pt x="286136" y="1002986"/>
                  </a:lnTo>
                  <a:lnTo>
                    <a:pt x="297141" y="1002986"/>
                  </a:lnTo>
                  <a:lnTo>
                    <a:pt x="308146" y="1002986"/>
                  </a:lnTo>
                  <a:lnTo>
                    <a:pt x="308146" y="940299"/>
                  </a:lnTo>
                  <a:lnTo>
                    <a:pt x="319152" y="940299"/>
                  </a:lnTo>
                  <a:lnTo>
                    <a:pt x="319152" y="877613"/>
                  </a:lnTo>
                  <a:lnTo>
                    <a:pt x="319152" y="814926"/>
                  </a:lnTo>
                  <a:lnTo>
                    <a:pt x="330157" y="814926"/>
                  </a:lnTo>
                  <a:lnTo>
                    <a:pt x="341162" y="814926"/>
                  </a:lnTo>
                  <a:lnTo>
                    <a:pt x="352167" y="814926"/>
                  </a:lnTo>
                  <a:lnTo>
                    <a:pt x="363173" y="814926"/>
                  </a:lnTo>
                  <a:lnTo>
                    <a:pt x="374178" y="814926"/>
                  </a:lnTo>
                  <a:lnTo>
                    <a:pt x="374178" y="752239"/>
                  </a:lnTo>
                  <a:lnTo>
                    <a:pt x="385183" y="752239"/>
                  </a:lnTo>
                  <a:lnTo>
                    <a:pt x="385183" y="689553"/>
                  </a:lnTo>
                  <a:lnTo>
                    <a:pt x="396188" y="689553"/>
                  </a:lnTo>
                  <a:lnTo>
                    <a:pt x="407194" y="689553"/>
                  </a:lnTo>
                  <a:lnTo>
                    <a:pt x="407194" y="626866"/>
                  </a:lnTo>
                  <a:lnTo>
                    <a:pt x="418199" y="626866"/>
                  </a:lnTo>
                  <a:lnTo>
                    <a:pt x="429204" y="626866"/>
                  </a:lnTo>
                  <a:lnTo>
                    <a:pt x="440209" y="626866"/>
                  </a:lnTo>
                  <a:lnTo>
                    <a:pt x="451215" y="626866"/>
                  </a:lnTo>
                  <a:lnTo>
                    <a:pt x="451215" y="564179"/>
                  </a:lnTo>
                  <a:lnTo>
                    <a:pt x="451215" y="501493"/>
                  </a:lnTo>
                  <a:lnTo>
                    <a:pt x="451215" y="438806"/>
                  </a:lnTo>
                  <a:lnTo>
                    <a:pt x="462220" y="438806"/>
                  </a:lnTo>
                  <a:lnTo>
                    <a:pt x="473225" y="438806"/>
                  </a:lnTo>
                  <a:lnTo>
                    <a:pt x="484230" y="438806"/>
                  </a:lnTo>
                  <a:lnTo>
                    <a:pt x="495236" y="438806"/>
                  </a:lnTo>
                  <a:lnTo>
                    <a:pt x="506241" y="438806"/>
                  </a:lnTo>
                  <a:lnTo>
                    <a:pt x="506241" y="376119"/>
                  </a:lnTo>
                  <a:lnTo>
                    <a:pt x="517246" y="376119"/>
                  </a:lnTo>
                  <a:lnTo>
                    <a:pt x="528251" y="376119"/>
                  </a:lnTo>
                  <a:lnTo>
                    <a:pt x="539257" y="376119"/>
                  </a:lnTo>
                  <a:lnTo>
                    <a:pt x="550262" y="376119"/>
                  </a:lnTo>
                  <a:lnTo>
                    <a:pt x="561267" y="376119"/>
                  </a:lnTo>
                  <a:lnTo>
                    <a:pt x="572272" y="376119"/>
                  </a:lnTo>
                  <a:lnTo>
                    <a:pt x="583278" y="376119"/>
                  </a:lnTo>
                  <a:lnTo>
                    <a:pt x="594283" y="376119"/>
                  </a:lnTo>
                  <a:lnTo>
                    <a:pt x="605288" y="376119"/>
                  </a:lnTo>
                  <a:lnTo>
                    <a:pt x="616293" y="376119"/>
                  </a:lnTo>
                  <a:lnTo>
                    <a:pt x="627299" y="376119"/>
                  </a:lnTo>
                  <a:lnTo>
                    <a:pt x="638304" y="376119"/>
                  </a:lnTo>
                  <a:lnTo>
                    <a:pt x="649309" y="376119"/>
                  </a:lnTo>
                  <a:lnTo>
                    <a:pt x="660314" y="376119"/>
                  </a:lnTo>
                  <a:lnTo>
                    <a:pt x="671320" y="376119"/>
                  </a:lnTo>
                  <a:lnTo>
                    <a:pt x="682325" y="376119"/>
                  </a:lnTo>
                  <a:lnTo>
                    <a:pt x="693330" y="376119"/>
                  </a:lnTo>
                  <a:lnTo>
                    <a:pt x="704335" y="376119"/>
                  </a:lnTo>
                  <a:lnTo>
                    <a:pt x="715341" y="376119"/>
                  </a:lnTo>
                  <a:lnTo>
                    <a:pt x="726346" y="376119"/>
                  </a:lnTo>
                  <a:lnTo>
                    <a:pt x="737351" y="376119"/>
                  </a:lnTo>
                  <a:lnTo>
                    <a:pt x="748356" y="376119"/>
                  </a:lnTo>
                  <a:lnTo>
                    <a:pt x="759362" y="376119"/>
                  </a:lnTo>
                  <a:lnTo>
                    <a:pt x="770367" y="376119"/>
                  </a:lnTo>
                  <a:lnTo>
                    <a:pt x="781372" y="376119"/>
                  </a:lnTo>
                  <a:lnTo>
                    <a:pt x="792377" y="376119"/>
                  </a:lnTo>
                  <a:lnTo>
                    <a:pt x="803383" y="376119"/>
                  </a:lnTo>
                  <a:lnTo>
                    <a:pt x="814388" y="376119"/>
                  </a:lnTo>
                  <a:lnTo>
                    <a:pt x="825393" y="376119"/>
                  </a:lnTo>
                  <a:lnTo>
                    <a:pt x="825393" y="313433"/>
                  </a:lnTo>
                  <a:lnTo>
                    <a:pt x="836398" y="313433"/>
                  </a:lnTo>
                  <a:lnTo>
                    <a:pt x="847404" y="313433"/>
                  </a:lnTo>
                  <a:lnTo>
                    <a:pt x="858409" y="313433"/>
                  </a:lnTo>
                  <a:lnTo>
                    <a:pt x="869414" y="313433"/>
                  </a:lnTo>
                  <a:lnTo>
                    <a:pt x="880419" y="313433"/>
                  </a:lnTo>
                  <a:lnTo>
                    <a:pt x="891425" y="313433"/>
                  </a:lnTo>
                  <a:lnTo>
                    <a:pt x="902430" y="313433"/>
                  </a:lnTo>
                  <a:lnTo>
                    <a:pt x="913435" y="313433"/>
                  </a:lnTo>
                  <a:lnTo>
                    <a:pt x="924440" y="313433"/>
                  </a:lnTo>
                  <a:lnTo>
                    <a:pt x="935446" y="313433"/>
                  </a:lnTo>
                  <a:lnTo>
                    <a:pt x="946451" y="313433"/>
                  </a:lnTo>
                  <a:lnTo>
                    <a:pt x="946451" y="250746"/>
                  </a:lnTo>
                  <a:lnTo>
                    <a:pt x="957456" y="250746"/>
                  </a:lnTo>
                  <a:lnTo>
                    <a:pt x="968461" y="250746"/>
                  </a:lnTo>
                  <a:lnTo>
                    <a:pt x="979467" y="250746"/>
                  </a:lnTo>
                  <a:lnTo>
                    <a:pt x="990472" y="250746"/>
                  </a:lnTo>
                  <a:lnTo>
                    <a:pt x="1001477" y="250746"/>
                  </a:lnTo>
                  <a:lnTo>
                    <a:pt x="1012482" y="250746"/>
                  </a:lnTo>
                  <a:lnTo>
                    <a:pt x="1023488" y="250746"/>
                  </a:lnTo>
                  <a:lnTo>
                    <a:pt x="1034493" y="250746"/>
                  </a:lnTo>
                  <a:lnTo>
                    <a:pt x="1045498" y="250746"/>
                  </a:lnTo>
                  <a:lnTo>
                    <a:pt x="1056503" y="250746"/>
                  </a:lnTo>
                  <a:lnTo>
                    <a:pt x="1067509" y="250746"/>
                  </a:lnTo>
                  <a:lnTo>
                    <a:pt x="1078514" y="250746"/>
                  </a:lnTo>
                  <a:lnTo>
                    <a:pt x="1089519" y="250746"/>
                  </a:lnTo>
                  <a:lnTo>
                    <a:pt x="1100524" y="250746"/>
                  </a:lnTo>
                  <a:lnTo>
                    <a:pt x="1111530" y="250746"/>
                  </a:lnTo>
                  <a:lnTo>
                    <a:pt x="1122535" y="250746"/>
                  </a:lnTo>
                  <a:lnTo>
                    <a:pt x="1133540" y="250746"/>
                  </a:lnTo>
                  <a:lnTo>
                    <a:pt x="1144545" y="250746"/>
                  </a:lnTo>
                  <a:lnTo>
                    <a:pt x="1155551" y="250746"/>
                  </a:lnTo>
                  <a:lnTo>
                    <a:pt x="1166556" y="250746"/>
                  </a:lnTo>
                  <a:lnTo>
                    <a:pt x="1177561" y="250746"/>
                  </a:lnTo>
                  <a:lnTo>
                    <a:pt x="1188566" y="250746"/>
                  </a:lnTo>
                  <a:lnTo>
                    <a:pt x="1199572" y="250746"/>
                  </a:lnTo>
                  <a:lnTo>
                    <a:pt x="1210577" y="250746"/>
                  </a:lnTo>
                  <a:lnTo>
                    <a:pt x="1221582" y="250746"/>
                  </a:lnTo>
                  <a:lnTo>
                    <a:pt x="1232587" y="250746"/>
                  </a:lnTo>
                  <a:lnTo>
                    <a:pt x="1243593" y="250746"/>
                  </a:lnTo>
                  <a:lnTo>
                    <a:pt x="1254598" y="250746"/>
                  </a:lnTo>
                  <a:lnTo>
                    <a:pt x="1265603" y="250746"/>
                  </a:lnTo>
                  <a:lnTo>
                    <a:pt x="1276608" y="250746"/>
                  </a:lnTo>
                  <a:lnTo>
                    <a:pt x="1276608" y="188059"/>
                  </a:lnTo>
                  <a:lnTo>
                    <a:pt x="1287614" y="188059"/>
                  </a:lnTo>
                  <a:lnTo>
                    <a:pt x="1298619" y="188059"/>
                  </a:lnTo>
                  <a:lnTo>
                    <a:pt x="1309624" y="188059"/>
                  </a:lnTo>
                  <a:lnTo>
                    <a:pt x="1320629" y="188059"/>
                  </a:lnTo>
                  <a:lnTo>
                    <a:pt x="1331635" y="188059"/>
                  </a:lnTo>
                  <a:lnTo>
                    <a:pt x="1342640" y="188059"/>
                  </a:lnTo>
                  <a:lnTo>
                    <a:pt x="1353645" y="188059"/>
                  </a:lnTo>
                  <a:lnTo>
                    <a:pt x="1364650" y="188059"/>
                  </a:lnTo>
                  <a:lnTo>
                    <a:pt x="1375656" y="188059"/>
                  </a:lnTo>
                  <a:lnTo>
                    <a:pt x="1386661" y="188059"/>
                  </a:lnTo>
                  <a:lnTo>
                    <a:pt x="1397666" y="188059"/>
                  </a:lnTo>
                  <a:lnTo>
                    <a:pt x="1408671" y="188059"/>
                  </a:lnTo>
                  <a:lnTo>
                    <a:pt x="1419677" y="188059"/>
                  </a:lnTo>
                  <a:lnTo>
                    <a:pt x="1430682" y="188059"/>
                  </a:lnTo>
                  <a:lnTo>
                    <a:pt x="1441687" y="188059"/>
                  </a:lnTo>
                  <a:lnTo>
                    <a:pt x="1452692" y="188059"/>
                  </a:lnTo>
                  <a:lnTo>
                    <a:pt x="1463698" y="188059"/>
                  </a:lnTo>
                  <a:lnTo>
                    <a:pt x="1474703" y="188059"/>
                  </a:lnTo>
                  <a:lnTo>
                    <a:pt x="1485708" y="188059"/>
                  </a:lnTo>
                  <a:lnTo>
                    <a:pt x="1496713" y="188059"/>
                  </a:lnTo>
                  <a:lnTo>
                    <a:pt x="1507719" y="188059"/>
                  </a:lnTo>
                  <a:lnTo>
                    <a:pt x="1518724" y="188059"/>
                  </a:lnTo>
                  <a:lnTo>
                    <a:pt x="1529729" y="188059"/>
                  </a:lnTo>
                  <a:lnTo>
                    <a:pt x="1540734" y="188059"/>
                  </a:lnTo>
                  <a:lnTo>
                    <a:pt x="1540734" y="125373"/>
                  </a:lnTo>
                  <a:lnTo>
                    <a:pt x="1551740" y="125373"/>
                  </a:lnTo>
                  <a:lnTo>
                    <a:pt x="1562745" y="125373"/>
                  </a:lnTo>
                  <a:lnTo>
                    <a:pt x="1573750" y="125373"/>
                  </a:lnTo>
                  <a:lnTo>
                    <a:pt x="1584755" y="125373"/>
                  </a:lnTo>
                  <a:lnTo>
                    <a:pt x="1595761" y="125373"/>
                  </a:lnTo>
                  <a:lnTo>
                    <a:pt x="1606766" y="125373"/>
                  </a:lnTo>
                  <a:lnTo>
                    <a:pt x="1617771" y="125373"/>
                  </a:lnTo>
                  <a:lnTo>
                    <a:pt x="1628776" y="125373"/>
                  </a:lnTo>
                  <a:lnTo>
                    <a:pt x="1639782" y="125373"/>
                  </a:lnTo>
                  <a:lnTo>
                    <a:pt x="1650787" y="125373"/>
                  </a:lnTo>
                  <a:lnTo>
                    <a:pt x="1661792" y="125373"/>
                  </a:lnTo>
                  <a:lnTo>
                    <a:pt x="1672797" y="125373"/>
                  </a:lnTo>
                  <a:lnTo>
                    <a:pt x="1683803" y="125373"/>
                  </a:lnTo>
                  <a:lnTo>
                    <a:pt x="1694808" y="125373"/>
                  </a:lnTo>
                  <a:lnTo>
                    <a:pt x="1705813" y="125373"/>
                  </a:lnTo>
                  <a:lnTo>
                    <a:pt x="1716818" y="125373"/>
                  </a:lnTo>
                  <a:lnTo>
                    <a:pt x="1727824" y="125373"/>
                  </a:lnTo>
                  <a:lnTo>
                    <a:pt x="1738829" y="125373"/>
                  </a:lnTo>
                  <a:lnTo>
                    <a:pt x="1749834" y="125373"/>
                  </a:lnTo>
                  <a:lnTo>
                    <a:pt x="1760839" y="125373"/>
                  </a:lnTo>
                  <a:lnTo>
                    <a:pt x="1771845" y="125373"/>
                  </a:lnTo>
                  <a:lnTo>
                    <a:pt x="1782850" y="125373"/>
                  </a:lnTo>
                  <a:lnTo>
                    <a:pt x="1793855" y="125373"/>
                  </a:lnTo>
                  <a:lnTo>
                    <a:pt x="1804860" y="125373"/>
                  </a:lnTo>
                  <a:lnTo>
                    <a:pt x="1815865" y="125373"/>
                  </a:lnTo>
                  <a:lnTo>
                    <a:pt x="1826871" y="125373"/>
                  </a:lnTo>
                  <a:lnTo>
                    <a:pt x="1837876" y="125373"/>
                  </a:lnTo>
                  <a:lnTo>
                    <a:pt x="1848881" y="125373"/>
                  </a:lnTo>
                  <a:lnTo>
                    <a:pt x="1859886" y="125373"/>
                  </a:lnTo>
                  <a:lnTo>
                    <a:pt x="1870892" y="125373"/>
                  </a:lnTo>
                  <a:lnTo>
                    <a:pt x="1881897" y="125373"/>
                  </a:lnTo>
                  <a:lnTo>
                    <a:pt x="1892902" y="125373"/>
                  </a:lnTo>
                  <a:lnTo>
                    <a:pt x="1903907" y="125373"/>
                  </a:lnTo>
                  <a:lnTo>
                    <a:pt x="1914913" y="125373"/>
                  </a:lnTo>
                  <a:lnTo>
                    <a:pt x="1925918" y="125373"/>
                  </a:lnTo>
                  <a:lnTo>
                    <a:pt x="1936923" y="125373"/>
                  </a:lnTo>
                  <a:lnTo>
                    <a:pt x="1947928" y="125373"/>
                  </a:lnTo>
                  <a:lnTo>
                    <a:pt x="1958934" y="125373"/>
                  </a:lnTo>
                  <a:lnTo>
                    <a:pt x="1969939" y="125373"/>
                  </a:lnTo>
                  <a:lnTo>
                    <a:pt x="1980944" y="125373"/>
                  </a:lnTo>
                  <a:lnTo>
                    <a:pt x="1991949" y="125373"/>
                  </a:lnTo>
                  <a:lnTo>
                    <a:pt x="2002955" y="125373"/>
                  </a:lnTo>
                  <a:lnTo>
                    <a:pt x="2013960" y="125373"/>
                  </a:lnTo>
                  <a:lnTo>
                    <a:pt x="2024965" y="125373"/>
                  </a:lnTo>
                  <a:lnTo>
                    <a:pt x="2035970" y="125373"/>
                  </a:lnTo>
                  <a:lnTo>
                    <a:pt x="2046976" y="125373"/>
                  </a:lnTo>
                  <a:lnTo>
                    <a:pt x="2057981" y="125373"/>
                  </a:lnTo>
                  <a:lnTo>
                    <a:pt x="2068986" y="125373"/>
                  </a:lnTo>
                  <a:lnTo>
                    <a:pt x="2079991" y="125373"/>
                  </a:lnTo>
                  <a:lnTo>
                    <a:pt x="2090997" y="125373"/>
                  </a:lnTo>
                  <a:lnTo>
                    <a:pt x="2102002" y="125373"/>
                  </a:lnTo>
                  <a:lnTo>
                    <a:pt x="2113007" y="125373"/>
                  </a:lnTo>
                  <a:lnTo>
                    <a:pt x="2124012" y="125373"/>
                  </a:lnTo>
                  <a:lnTo>
                    <a:pt x="2135018" y="125373"/>
                  </a:lnTo>
                  <a:lnTo>
                    <a:pt x="2146023" y="125373"/>
                  </a:lnTo>
                  <a:lnTo>
                    <a:pt x="2157028" y="125373"/>
                  </a:lnTo>
                  <a:lnTo>
                    <a:pt x="2168033" y="125373"/>
                  </a:lnTo>
                  <a:lnTo>
                    <a:pt x="2179039" y="125373"/>
                  </a:lnTo>
                  <a:lnTo>
                    <a:pt x="2190044" y="125373"/>
                  </a:lnTo>
                  <a:lnTo>
                    <a:pt x="2201049" y="125373"/>
                  </a:lnTo>
                  <a:lnTo>
                    <a:pt x="2212054" y="125373"/>
                  </a:lnTo>
                  <a:lnTo>
                    <a:pt x="2223060" y="125373"/>
                  </a:lnTo>
                  <a:lnTo>
                    <a:pt x="2234065" y="125373"/>
                  </a:lnTo>
                  <a:lnTo>
                    <a:pt x="2245070" y="125373"/>
                  </a:lnTo>
                  <a:lnTo>
                    <a:pt x="2256075" y="125373"/>
                  </a:lnTo>
                  <a:lnTo>
                    <a:pt x="2267081" y="125373"/>
                  </a:lnTo>
                  <a:lnTo>
                    <a:pt x="2278086" y="125373"/>
                  </a:lnTo>
                  <a:lnTo>
                    <a:pt x="2289091" y="125373"/>
                  </a:lnTo>
                  <a:lnTo>
                    <a:pt x="2300096" y="125373"/>
                  </a:lnTo>
                  <a:lnTo>
                    <a:pt x="2311102" y="125373"/>
                  </a:lnTo>
                  <a:lnTo>
                    <a:pt x="2322107" y="125373"/>
                  </a:lnTo>
                  <a:lnTo>
                    <a:pt x="2333112" y="125373"/>
                  </a:lnTo>
                  <a:lnTo>
                    <a:pt x="2344117" y="125373"/>
                  </a:lnTo>
                  <a:lnTo>
                    <a:pt x="2355123" y="125373"/>
                  </a:lnTo>
                  <a:lnTo>
                    <a:pt x="2366128" y="125373"/>
                  </a:lnTo>
                  <a:lnTo>
                    <a:pt x="2377133" y="125373"/>
                  </a:lnTo>
                  <a:lnTo>
                    <a:pt x="2377133" y="62686"/>
                  </a:lnTo>
                  <a:lnTo>
                    <a:pt x="2388138" y="62686"/>
                  </a:lnTo>
                  <a:lnTo>
                    <a:pt x="2388138" y="0"/>
                  </a:lnTo>
                  <a:lnTo>
                    <a:pt x="2399144" y="0"/>
                  </a:lnTo>
                  <a:lnTo>
                    <a:pt x="2410149" y="0"/>
                  </a:lnTo>
                  <a:lnTo>
                    <a:pt x="2421154" y="0"/>
                  </a:lnTo>
                  <a:lnTo>
                    <a:pt x="2432159" y="0"/>
                  </a:lnTo>
                  <a:lnTo>
                    <a:pt x="2443165" y="0"/>
                  </a:lnTo>
                  <a:lnTo>
                    <a:pt x="2454170" y="0"/>
                  </a:lnTo>
                  <a:lnTo>
                    <a:pt x="2465175" y="0"/>
                  </a:lnTo>
                  <a:lnTo>
                    <a:pt x="2476180" y="0"/>
                  </a:lnTo>
                  <a:lnTo>
                    <a:pt x="2487186" y="0"/>
                  </a:lnTo>
                  <a:lnTo>
                    <a:pt x="2498191" y="0"/>
                  </a:lnTo>
                  <a:lnTo>
                    <a:pt x="2509196" y="0"/>
                  </a:lnTo>
                  <a:lnTo>
                    <a:pt x="2520201" y="0"/>
                  </a:lnTo>
                  <a:lnTo>
                    <a:pt x="2531207" y="0"/>
                  </a:lnTo>
                  <a:lnTo>
                    <a:pt x="2542212" y="0"/>
                  </a:lnTo>
                  <a:lnTo>
                    <a:pt x="2553217" y="0"/>
                  </a:lnTo>
                  <a:lnTo>
                    <a:pt x="2564222" y="0"/>
                  </a:lnTo>
                  <a:lnTo>
                    <a:pt x="2575228" y="0"/>
                  </a:lnTo>
                  <a:lnTo>
                    <a:pt x="2586233" y="0"/>
                  </a:lnTo>
                  <a:lnTo>
                    <a:pt x="2597238" y="0"/>
                  </a:lnTo>
                  <a:lnTo>
                    <a:pt x="2608243" y="0"/>
                  </a:lnTo>
                  <a:lnTo>
                    <a:pt x="2619249" y="0"/>
                  </a:lnTo>
                  <a:lnTo>
                    <a:pt x="2630254" y="0"/>
                  </a:lnTo>
                  <a:lnTo>
                    <a:pt x="2641259" y="0"/>
                  </a:lnTo>
                  <a:lnTo>
                    <a:pt x="2652264" y="0"/>
                  </a:lnTo>
                  <a:lnTo>
                    <a:pt x="2663270" y="0"/>
                  </a:lnTo>
                  <a:lnTo>
                    <a:pt x="2674275" y="0"/>
                  </a:lnTo>
                  <a:lnTo>
                    <a:pt x="2685280" y="0"/>
                  </a:lnTo>
                  <a:lnTo>
                    <a:pt x="2696285" y="0"/>
                  </a:lnTo>
                  <a:lnTo>
                    <a:pt x="2707291" y="0"/>
                  </a:lnTo>
                  <a:lnTo>
                    <a:pt x="2718296" y="0"/>
                  </a:lnTo>
                  <a:lnTo>
                    <a:pt x="2729301" y="0"/>
                  </a:lnTo>
                  <a:lnTo>
                    <a:pt x="2740306" y="0"/>
                  </a:lnTo>
                  <a:lnTo>
                    <a:pt x="2751312" y="0"/>
                  </a:lnTo>
                  <a:lnTo>
                    <a:pt x="2762317" y="0"/>
                  </a:lnTo>
                  <a:lnTo>
                    <a:pt x="2773322" y="0"/>
                  </a:lnTo>
                  <a:lnTo>
                    <a:pt x="2784327" y="0"/>
                  </a:lnTo>
                  <a:lnTo>
                    <a:pt x="2795333" y="0"/>
                  </a:lnTo>
                  <a:lnTo>
                    <a:pt x="2806338" y="0"/>
                  </a:lnTo>
                  <a:lnTo>
                    <a:pt x="2817343" y="0"/>
                  </a:lnTo>
                  <a:lnTo>
                    <a:pt x="2828348" y="0"/>
                  </a:lnTo>
                  <a:lnTo>
                    <a:pt x="2839354" y="0"/>
                  </a:lnTo>
                  <a:lnTo>
                    <a:pt x="2850359" y="0"/>
                  </a:lnTo>
                  <a:lnTo>
                    <a:pt x="2861364" y="0"/>
                  </a:lnTo>
                  <a:lnTo>
                    <a:pt x="2872369" y="0"/>
                  </a:lnTo>
                  <a:lnTo>
                    <a:pt x="2883375" y="0"/>
                  </a:lnTo>
                  <a:lnTo>
                    <a:pt x="2894380" y="0"/>
                  </a:lnTo>
                  <a:lnTo>
                    <a:pt x="2905385" y="0"/>
                  </a:lnTo>
                  <a:lnTo>
                    <a:pt x="2916390" y="0"/>
                  </a:lnTo>
                  <a:lnTo>
                    <a:pt x="2927396" y="0"/>
                  </a:lnTo>
                  <a:lnTo>
                    <a:pt x="2938401" y="0"/>
                  </a:lnTo>
                  <a:lnTo>
                    <a:pt x="2949406" y="0"/>
                  </a:lnTo>
                  <a:lnTo>
                    <a:pt x="2960411" y="0"/>
                  </a:lnTo>
                  <a:lnTo>
                    <a:pt x="2971417" y="0"/>
                  </a:lnTo>
                  <a:lnTo>
                    <a:pt x="2982422" y="0"/>
                  </a:lnTo>
                  <a:lnTo>
                    <a:pt x="2993427" y="0"/>
                  </a:lnTo>
                  <a:lnTo>
                    <a:pt x="3004432" y="0"/>
                  </a:lnTo>
                  <a:lnTo>
                    <a:pt x="3015438" y="0"/>
                  </a:lnTo>
                  <a:lnTo>
                    <a:pt x="3026443" y="0"/>
                  </a:lnTo>
                  <a:lnTo>
                    <a:pt x="3037448" y="0"/>
                  </a:lnTo>
                  <a:lnTo>
                    <a:pt x="3048453" y="0"/>
                  </a:lnTo>
                  <a:lnTo>
                    <a:pt x="3059459" y="0"/>
                  </a:lnTo>
                  <a:lnTo>
                    <a:pt x="3070464" y="0"/>
                  </a:lnTo>
                  <a:lnTo>
                    <a:pt x="3081469" y="0"/>
                  </a:lnTo>
                  <a:lnTo>
                    <a:pt x="3092474" y="0"/>
                  </a:lnTo>
                  <a:lnTo>
                    <a:pt x="3103480" y="0"/>
                  </a:lnTo>
                  <a:lnTo>
                    <a:pt x="3114485" y="0"/>
                  </a:lnTo>
                  <a:lnTo>
                    <a:pt x="3125490" y="0"/>
                  </a:lnTo>
                  <a:lnTo>
                    <a:pt x="3136495" y="0"/>
                  </a:lnTo>
                  <a:lnTo>
                    <a:pt x="3147501" y="0"/>
                  </a:lnTo>
                  <a:lnTo>
                    <a:pt x="3158506" y="0"/>
                  </a:lnTo>
                  <a:lnTo>
                    <a:pt x="3169511" y="0"/>
                  </a:lnTo>
                  <a:lnTo>
                    <a:pt x="3180516" y="0"/>
                  </a:lnTo>
                  <a:lnTo>
                    <a:pt x="3191522" y="0"/>
                  </a:lnTo>
                  <a:lnTo>
                    <a:pt x="3202527" y="0"/>
                  </a:lnTo>
                  <a:lnTo>
                    <a:pt x="3213532" y="0"/>
                  </a:lnTo>
                  <a:lnTo>
                    <a:pt x="3224537" y="0"/>
                  </a:lnTo>
                  <a:lnTo>
                    <a:pt x="3235543" y="0"/>
                  </a:lnTo>
                  <a:lnTo>
                    <a:pt x="3246548" y="0"/>
                  </a:lnTo>
                  <a:lnTo>
                    <a:pt x="3257553" y="0"/>
                  </a:lnTo>
                  <a:lnTo>
                    <a:pt x="3268558" y="0"/>
                  </a:lnTo>
                  <a:lnTo>
                    <a:pt x="3279564" y="0"/>
                  </a:lnTo>
                  <a:lnTo>
                    <a:pt x="3290569" y="0"/>
                  </a:lnTo>
                  <a:lnTo>
                    <a:pt x="3301574" y="0"/>
                  </a:lnTo>
                  <a:lnTo>
                    <a:pt x="3312579" y="0"/>
                  </a:lnTo>
                  <a:lnTo>
                    <a:pt x="3323585" y="0"/>
                  </a:lnTo>
                  <a:lnTo>
                    <a:pt x="3334590" y="0"/>
                  </a:lnTo>
                  <a:lnTo>
                    <a:pt x="3345595" y="0"/>
                  </a:lnTo>
                  <a:lnTo>
                    <a:pt x="3356600" y="0"/>
                  </a:lnTo>
                  <a:lnTo>
                    <a:pt x="3367606" y="0"/>
                  </a:lnTo>
                  <a:lnTo>
                    <a:pt x="3378611" y="0"/>
                  </a:lnTo>
                  <a:lnTo>
                    <a:pt x="3389616" y="0"/>
                  </a:lnTo>
                  <a:lnTo>
                    <a:pt x="3400621" y="0"/>
                  </a:lnTo>
                  <a:lnTo>
                    <a:pt x="3411627" y="0"/>
                  </a:lnTo>
                  <a:lnTo>
                    <a:pt x="3422632" y="0"/>
                  </a:lnTo>
                  <a:lnTo>
                    <a:pt x="3433637" y="0"/>
                  </a:lnTo>
                  <a:lnTo>
                    <a:pt x="3444642" y="0"/>
                  </a:lnTo>
                  <a:lnTo>
                    <a:pt x="3455648" y="0"/>
                  </a:lnTo>
                  <a:lnTo>
                    <a:pt x="3466653" y="0"/>
                  </a:lnTo>
                  <a:lnTo>
                    <a:pt x="3477658" y="0"/>
                  </a:lnTo>
                  <a:lnTo>
                    <a:pt x="3488663" y="0"/>
                  </a:lnTo>
                  <a:lnTo>
                    <a:pt x="3499669" y="0"/>
                  </a:lnTo>
                  <a:lnTo>
                    <a:pt x="3510674" y="0"/>
                  </a:lnTo>
                  <a:lnTo>
                    <a:pt x="3521679" y="0"/>
                  </a:lnTo>
                  <a:lnTo>
                    <a:pt x="3532684" y="0"/>
                  </a:lnTo>
                  <a:lnTo>
                    <a:pt x="3543690" y="0"/>
                  </a:lnTo>
                  <a:lnTo>
                    <a:pt x="3554695" y="0"/>
                  </a:lnTo>
                  <a:lnTo>
                    <a:pt x="3565700" y="0"/>
                  </a:lnTo>
                  <a:lnTo>
                    <a:pt x="3576705" y="0"/>
                  </a:lnTo>
                  <a:lnTo>
                    <a:pt x="3587710" y="0"/>
                  </a:lnTo>
                  <a:lnTo>
                    <a:pt x="3598716" y="0"/>
                  </a:lnTo>
                  <a:lnTo>
                    <a:pt x="3609721" y="0"/>
                  </a:lnTo>
                  <a:lnTo>
                    <a:pt x="3620726" y="0"/>
                  </a:lnTo>
                  <a:lnTo>
                    <a:pt x="3631731" y="0"/>
                  </a:lnTo>
                  <a:lnTo>
                    <a:pt x="3642737" y="0"/>
                  </a:lnTo>
                  <a:lnTo>
                    <a:pt x="3653742" y="0"/>
                  </a:lnTo>
                  <a:lnTo>
                    <a:pt x="3664747" y="0"/>
                  </a:lnTo>
                  <a:lnTo>
                    <a:pt x="3675752" y="0"/>
                  </a:lnTo>
                  <a:lnTo>
                    <a:pt x="3686758" y="0"/>
                  </a:lnTo>
                  <a:lnTo>
                    <a:pt x="3697763" y="0"/>
                  </a:lnTo>
                  <a:lnTo>
                    <a:pt x="3708768" y="0"/>
                  </a:lnTo>
                  <a:lnTo>
                    <a:pt x="3719773" y="0"/>
                  </a:lnTo>
                  <a:lnTo>
                    <a:pt x="3730779" y="0"/>
                  </a:lnTo>
                  <a:lnTo>
                    <a:pt x="3741784" y="0"/>
                  </a:lnTo>
                  <a:lnTo>
                    <a:pt x="3752789" y="0"/>
                  </a:lnTo>
                  <a:lnTo>
                    <a:pt x="3763794" y="0"/>
                  </a:lnTo>
                  <a:lnTo>
                    <a:pt x="3774800" y="0"/>
                  </a:lnTo>
                  <a:lnTo>
                    <a:pt x="3785805" y="0"/>
                  </a:lnTo>
                  <a:lnTo>
                    <a:pt x="3796810" y="0"/>
                  </a:lnTo>
                  <a:lnTo>
                    <a:pt x="3807815" y="0"/>
                  </a:lnTo>
                  <a:lnTo>
                    <a:pt x="3818821" y="0"/>
                  </a:lnTo>
                  <a:lnTo>
                    <a:pt x="3829826" y="0"/>
                  </a:lnTo>
                  <a:lnTo>
                    <a:pt x="3840831" y="0"/>
                  </a:lnTo>
                  <a:lnTo>
                    <a:pt x="3851836" y="0"/>
                  </a:lnTo>
                  <a:lnTo>
                    <a:pt x="3862842" y="0"/>
                  </a:lnTo>
                  <a:lnTo>
                    <a:pt x="3873847" y="0"/>
                  </a:lnTo>
                  <a:lnTo>
                    <a:pt x="3884852" y="0"/>
                  </a:lnTo>
                  <a:lnTo>
                    <a:pt x="3895857" y="0"/>
                  </a:lnTo>
                  <a:lnTo>
                    <a:pt x="3906863" y="0"/>
                  </a:lnTo>
                  <a:lnTo>
                    <a:pt x="3917868" y="0"/>
                  </a:lnTo>
                  <a:lnTo>
                    <a:pt x="3928873" y="0"/>
                  </a:lnTo>
                  <a:lnTo>
                    <a:pt x="3939878" y="0"/>
                  </a:lnTo>
                  <a:lnTo>
                    <a:pt x="3950884" y="0"/>
                  </a:lnTo>
                  <a:lnTo>
                    <a:pt x="3961889" y="0"/>
                  </a:lnTo>
                  <a:lnTo>
                    <a:pt x="3972894" y="0"/>
                  </a:lnTo>
                  <a:lnTo>
                    <a:pt x="3983899" y="0"/>
                  </a:lnTo>
                  <a:lnTo>
                    <a:pt x="3994905" y="0"/>
                  </a:lnTo>
                  <a:lnTo>
                    <a:pt x="4005910" y="0"/>
                  </a:lnTo>
                  <a:lnTo>
                    <a:pt x="4016915" y="0"/>
                  </a:lnTo>
                  <a:lnTo>
                    <a:pt x="4027920" y="0"/>
                  </a:lnTo>
                  <a:lnTo>
                    <a:pt x="4038926" y="0"/>
                  </a:lnTo>
                  <a:lnTo>
                    <a:pt x="4049931" y="0"/>
                  </a:lnTo>
                  <a:lnTo>
                    <a:pt x="4060936" y="0"/>
                  </a:lnTo>
                  <a:lnTo>
                    <a:pt x="4071941" y="0"/>
                  </a:lnTo>
                  <a:lnTo>
                    <a:pt x="4082947" y="0"/>
                  </a:lnTo>
                  <a:lnTo>
                    <a:pt x="4093952" y="0"/>
                  </a:lnTo>
                  <a:lnTo>
                    <a:pt x="4104957" y="0"/>
                  </a:lnTo>
                  <a:lnTo>
                    <a:pt x="4115962" y="0"/>
                  </a:lnTo>
                  <a:lnTo>
                    <a:pt x="4126968" y="0"/>
                  </a:lnTo>
                  <a:lnTo>
                    <a:pt x="4137973" y="0"/>
                  </a:lnTo>
                  <a:lnTo>
                    <a:pt x="4148978" y="0"/>
                  </a:lnTo>
                  <a:lnTo>
                    <a:pt x="4159983" y="0"/>
                  </a:lnTo>
                  <a:lnTo>
                    <a:pt x="4170989" y="0"/>
                  </a:lnTo>
                  <a:lnTo>
                    <a:pt x="4181994" y="0"/>
                  </a:lnTo>
                  <a:lnTo>
                    <a:pt x="4192999" y="0"/>
                  </a:lnTo>
                  <a:lnTo>
                    <a:pt x="4204004" y="0"/>
                  </a:lnTo>
                  <a:lnTo>
                    <a:pt x="4215010" y="0"/>
                  </a:lnTo>
                  <a:lnTo>
                    <a:pt x="4226015" y="0"/>
                  </a:lnTo>
                  <a:lnTo>
                    <a:pt x="4237020" y="0"/>
                  </a:lnTo>
                  <a:lnTo>
                    <a:pt x="4248025" y="0"/>
                  </a:lnTo>
                  <a:lnTo>
                    <a:pt x="4259031" y="0"/>
                  </a:lnTo>
                  <a:lnTo>
                    <a:pt x="4270036" y="0"/>
                  </a:lnTo>
                  <a:lnTo>
                    <a:pt x="4281041" y="0"/>
                  </a:lnTo>
                  <a:lnTo>
                    <a:pt x="4292046" y="0"/>
                  </a:lnTo>
                  <a:lnTo>
                    <a:pt x="4303052" y="0"/>
                  </a:lnTo>
                  <a:lnTo>
                    <a:pt x="4314057" y="0"/>
                  </a:lnTo>
                  <a:lnTo>
                    <a:pt x="4325062" y="0"/>
                  </a:lnTo>
                  <a:lnTo>
                    <a:pt x="4336067" y="0"/>
                  </a:lnTo>
                  <a:lnTo>
                    <a:pt x="4347073" y="0"/>
                  </a:lnTo>
                  <a:lnTo>
                    <a:pt x="4358078" y="0"/>
                  </a:lnTo>
                  <a:lnTo>
                    <a:pt x="4369083" y="0"/>
                  </a:lnTo>
                  <a:lnTo>
                    <a:pt x="4380088" y="0"/>
                  </a:lnTo>
                  <a:lnTo>
                    <a:pt x="4391094" y="0"/>
                  </a:lnTo>
                  <a:lnTo>
                    <a:pt x="4402099" y="0"/>
                  </a:lnTo>
                  <a:lnTo>
                    <a:pt x="4413104" y="0"/>
                  </a:lnTo>
                  <a:lnTo>
                    <a:pt x="4424109" y="0"/>
                  </a:lnTo>
                  <a:lnTo>
                    <a:pt x="4435115" y="0"/>
                  </a:lnTo>
                  <a:lnTo>
                    <a:pt x="4446120" y="0"/>
                  </a:lnTo>
                  <a:lnTo>
                    <a:pt x="4457125" y="0"/>
                  </a:lnTo>
                  <a:lnTo>
                    <a:pt x="4468130" y="0"/>
                  </a:lnTo>
                  <a:lnTo>
                    <a:pt x="4479136" y="0"/>
                  </a:lnTo>
                  <a:lnTo>
                    <a:pt x="4490141" y="0"/>
                  </a:lnTo>
                  <a:lnTo>
                    <a:pt x="4501146" y="0"/>
                  </a:lnTo>
                  <a:lnTo>
                    <a:pt x="4512151" y="0"/>
                  </a:lnTo>
                  <a:lnTo>
                    <a:pt x="4523157" y="0"/>
                  </a:lnTo>
                  <a:lnTo>
                    <a:pt x="4534162" y="0"/>
                  </a:lnTo>
                  <a:lnTo>
                    <a:pt x="4545167" y="0"/>
                  </a:lnTo>
                  <a:lnTo>
                    <a:pt x="4556172" y="0"/>
                  </a:lnTo>
                  <a:lnTo>
                    <a:pt x="4567178" y="0"/>
                  </a:lnTo>
                  <a:lnTo>
                    <a:pt x="4578183" y="0"/>
                  </a:lnTo>
                  <a:lnTo>
                    <a:pt x="4589188" y="0"/>
                  </a:lnTo>
                  <a:lnTo>
                    <a:pt x="4600193" y="0"/>
                  </a:lnTo>
                  <a:lnTo>
                    <a:pt x="4611199" y="0"/>
                  </a:lnTo>
                  <a:lnTo>
                    <a:pt x="4622204" y="0"/>
                  </a:lnTo>
                  <a:lnTo>
                    <a:pt x="4633209" y="0"/>
                  </a:lnTo>
                  <a:lnTo>
                    <a:pt x="4644214" y="0"/>
                  </a:lnTo>
                  <a:lnTo>
                    <a:pt x="4655220" y="0"/>
                  </a:lnTo>
                  <a:lnTo>
                    <a:pt x="4666225" y="0"/>
                  </a:lnTo>
                  <a:lnTo>
                    <a:pt x="4677230" y="0"/>
                  </a:lnTo>
                  <a:lnTo>
                    <a:pt x="4688235" y="0"/>
                  </a:lnTo>
                  <a:lnTo>
                    <a:pt x="4699241" y="0"/>
                  </a:lnTo>
                  <a:lnTo>
                    <a:pt x="4710246" y="0"/>
                  </a:lnTo>
                  <a:lnTo>
                    <a:pt x="4721251" y="0"/>
                  </a:lnTo>
                  <a:lnTo>
                    <a:pt x="4732256" y="0"/>
                  </a:lnTo>
                  <a:lnTo>
                    <a:pt x="4743262" y="0"/>
                  </a:lnTo>
                  <a:lnTo>
                    <a:pt x="4754267" y="0"/>
                  </a:lnTo>
                  <a:lnTo>
                    <a:pt x="4765272" y="0"/>
                  </a:lnTo>
                  <a:lnTo>
                    <a:pt x="4776277" y="0"/>
                  </a:lnTo>
                  <a:lnTo>
                    <a:pt x="4787283" y="0"/>
                  </a:lnTo>
                  <a:lnTo>
                    <a:pt x="4798288" y="0"/>
                  </a:lnTo>
                  <a:lnTo>
                    <a:pt x="4809293" y="0"/>
                  </a:lnTo>
                  <a:lnTo>
                    <a:pt x="4820298" y="0"/>
                  </a:lnTo>
                  <a:lnTo>
                    <a:pt x="4831304" y="0"/>
                  </a:lnTo>
                  <a:lnTo>
                    <a:pt x="4842309" y="0"/>
                  </a:lnTo>
                  <a:lnTo>
                    <a:pt x="4853314" y="0"/>
                  </a:lnTo>
                  <a:lnTo>
                    <a:pt x="4864319" y="0"/>
                  </a:lnTo>
                  <a:lnTo>
                    <a:pt x="4875325" y="0"/>
                  </a:lnTo>
                  <a:lnTo>
                    <a:pt x="4886330" y="0"/>
                  </a:lnTo>
                  <a:lnTo>
                    <a:pt x="4897335" y="0"/>
                  </a:lnTo>
                  <a:lnTo>
                    <a:pt x="4908340" y="0"/>
                  </a:lnTo>
                  <a:lnTo>
                    <a:pt x="4919346" y="0"/>
                  </a:lnTo>
                  <a:lnTo>
                    <a:pt x="4930351" y="0"/>
                  </a:lnTo>
                  <a:lnTo>
                    <a:pt x="4941356" y="0"/>
                  </a:lnTo>
                  <a:lnTo>
                    <a:pt x="4952361" y="0"/>
                  </a:lnTo>
                  <a:lnTo>
                    <a:pt x="4963367" y="0"/>
                  </a:lnTo>
                  <a:lnTo>
                    <a:pt x="4974372" y="0"/>
                  </a:lnTo>
                  <a:lnTo>
                    <a:pt x="4985377" y="0"/>
                  </a:lnTo>
                  <a:lnTo>
                    <a:pt x="4996382" y="0"/>
                  </a:lnTo>
                  <a:lnTo>
                    <a:pt x="5007388" y="0"/>
                  </a:lnTo>
                  <a:lnTo>
                    <a:pt x="5018393" y="0"/>
                  </a:lnTo>
                  <a:lnTo>
                    <a:pt x="5029398" y="0"/>
                  </a:lnTo>
                  <a:lnTo>
                    <a:pt x="5040403" y="0"/>
                  </a:lnTo>
                  <a:lnTo>
                    <a:pt x="5051409" y="0"/>
                  </a:lnTo>
                  <a:lnTo>
                    <a:pt x="5062414" y="0"/>
                  </a:lnTo>
                  <a:lnTo>
                    <a:pt x="5073419" y="0"/>
                  </a:lnTo>
                  <a:lnTo>
                    <a:pt x="5084424" y="0"/>
                  </a:lnTo>
                  <a:lnTo>
                    <a:pt x="5095430" y="0"/>
                  </a:lnTo>
                  <a:lnTo>
                    <a:pt x="5106435" y="0"/>
                  </a:lnTo>
                  <a:lnTo>
                    <a:pt x="5117440" y="0"/>
                  </a:lnTo>
                  <a:lnTo>
                    <a:pt x="5128445" y="0"/>
                  </a:lnTo>
                  <a:lnTo>
                    <a:pt x="5139451" y="0"/>
                  </a:lnTo>
                  <a:lnTo>
                    <a:pt x="5150456" y="0"/>
                  </a:lnTo>
                  <a:lnTo>
                    <a:pt x="5161461" y="0"/>
                  </a:lnTo>
                  <a:lnTo>
                    <a:pt x="5172466" y="0"/>
                  </a:lnTo>
                  <a:lnTo>
                    <a:pt x="5183472" y="0"/>
                  </a:lnTo>
                  <a:lnTo>
                    <a:pt x="5194477" y="0"/>
                  </a:lnTo>
                  <a:lnTo>
                    <a:pt x="5205482" y="0"/>
                  </a:lnTo>
                  <a:lnTo>
                    <a:pt x="5216487" y="0"/>
                  </a:lnTo>
                  <a:lnTo>
                    <a:pt x="5227493" y="0"/>
                  </a:lnTo>
                  <a:lnTo>
                    <a:pt x="5238498" y="0"/>
                  </a:lnTo>
                  <a:lnTo>
                    <a:pt x="5249503" y="0"/>
                  </a:lnTo>
                  <a:lnTo>
                    <a:pt x="5260508" y="0"/>
                  </a:lnTo>
                  <a:lnTo>
                    <a:pt x="5271514" y="0"/>
                  </a:lnTo>
                  <a:lnTo>
                    <a:pt x="5282519" y="0"/>
                  </a:lnTo>
                  <a:lnTo>
                    <a:pt x="5293524" y="0"/>
                  </a:lnTo>
                  <a:lnTo>
                    <a:pt x="5304529" y="0"/>
                  </a:lnTo>
                  <a:lnTo>
                    <a:pt x="5315535" y="0"/>
                  </a:lnTo>
                  <a:lnTo>
                    <a:pt x="5326540" y="0"/>
                  </a:lnTo>
                  <a:lnTo>
                    <a:pt x="5337545" y="0"/>
                  </a:lnTo>
                  <a:lnTo>
                    <a:pt x="5348550" y="0"/>
                  </a:lnTo>
                  <a:lnTo>
                    <a:pt x="5359556" y="0"/>
                  </a:lnTo>
                  <a:lnTo>
                    <a:pt x="5370561" y="0"/>
                  </a:lnTo>
                  <a:lnTo>
                    <a:pt x="5381566" y="0"/>
                  </a:lnTo>
                  <a:lnTo>
                    <a:pt x="5392571" y="0"/>
                  </a:lnTo>
                  <a:lnTo>
                    <a:pt x="5403576" y="0"/>
                  </a:lnTo>
                  <a:lnTo>
                    <a:pt x="5414582" y="0"/>
                  </a:lnTo>
                  <a:lnTo>
                    <a:pt x="5425587" y="0"/>
                  </a:lnTo>
                  <a:lnTo>
                    <a:pt x="5436592" y="0"/>
                  </a:lnTo>
                  <a:lnTo>
                    <a:pt x="5447597" y="0"/>
                  </a:lnTo>
                  <a:lnTo>
                    <a:pt x="5458603" y="0"/>
                  </a:lnTo>
                  <a:lnTo>
                    <a:pt x="5469608" y="0"/>
                  </a:lnTo>
                  <a:lnTo>
                    <a:pt x="5480613" y="0"/>
                  </a:lnTo>
                  <a:lnTo>
                    <a:pt x="5491618" y="0"/>
                  </a:lnTo>
                  <a:lnTo>
                    <a:pt x="5502624" y="0"/>
                  </a:lnTo>
                  <a:lnTo>
                    <a:pt x="5513629" y="0"/>
                  </a:lnTo>
                  <a:lnTo>
                    <a:pt x="5524634" y="0"/>
                  </a:lnTo>
                  <a:lnTo>
                    <a:pt x="5535639" y="0"/>
                  </a:lnTo>
                  <a:lnTo>
                    <a:pt x="5546645" y="0"/>
                  </a:lnTo>
                  <a:lnTo>
                    <a:pt x="5557650" y="0"/>
                  </a:lnTo>
                  <a:lnTo>
                    <a:pt x="5568655" y="0"/>
                  </a:lnTo>
                  <a:lnTo>
                    <a:pt x="5579660" y="0"/>
                  </a:lnTo>
                  <a:lnTo>
                    <a:pt x="5590666" y="0"/>
                  </a:lnTo>
                  <a:lnTo>
                    <a:pt x="5601671" y="0"/>
                  </a:lnTo>
                  <a:lnTo>
                    <a:pt x="5612676" y="0"/>
                  </a:lnTo>
                  <a:lnTo>
                    <a:pt x="5623681" y="0"/>
                  </a:lnTo>
                  <a:lnTo>
                    <a:pt x="5634687" y="0"/>
                  </a:lnTo>
                  <a:lnTo>
                    <a:pt x="5645692" y="0"/>
                  </a:lnTo>
                  <a:lnTo>
                    <a:pt x="5656697" y="0"/>
                  </a:lnTo>
                  <a:lnTo>
                    <a:pt x="5667702" y="0"/>
                  </a:lnTo>
                  <a:lnTo>
                    <a:pt x="5678708" y="0"/>
                  </a:lnTo>
                  <a:lnTo>
                    <a:pt x="5689713" y="0"/>
                  </a:lnTo>
                  <a:lnTo>
                    <a:pt x="5700718" y="0"/>
                  </a:lnTo>
                  <a:lnTo>
                    <a:pt x="5711723" y="0"/>
                  </a:lnTo>
                  <a:lnTo>
                    <a:pt x="5722729" y="0"/>
                  </a:lnTo>
                  <a:lnTo>
                    <a:pt x="5733734" y="0"/>
                  </a:lnTo>
                  <a:lnTo>
                    <a:pt x="5744739" y="0"/>
                  </a:lnTo>
                  <a:lnTo>
                    <a:pt x="5755744" y="0"/>
                  </a:lnTo>
                  <a:lnTo>
                    <a:pt x="5766750" y="0"/>
                  </a:lnTo>
                  <a:lnTo>
                    <a:pt x="5777755" y="0"/>
                  </a:lnTo>
                  <a:lnTo>
                    <a:pt x="5788760" y="0"/>
                  </a:lnTo>
                  <a:lnTo>
                    <a:pt x="5799765" y="0"/>
                  </a:lnTo>
                  <a:lnTo>
                    <a:pt x="5810771" y="0"/>
                  </a:lnTo>
                  <a:lnTo>
                    <a:pt x="5821776" y="0"/>
                  </a:lnTo>
                  <a:lnTo>
                    <a:pt x="5832781" y="0"/>
                  </a:lnTo>
                  <a:lnTo>
                    <a:pt x="5843786" y="0"/>
                  </a:lnTo>
                  <a:lnTo>
                    <a:pt x="5854792" y="0"/>
                  </a:lnTo>
                  <a:lnTo>
                    <a:pt x="5865797" y="0"/>
                  </a:lnTo>
                  <a:lnTo>
                    <a:pt x="5876802" y="0"/>
                  </a:lnTo>
                  <a:lnTo>
                    <a:pt x="5887807" y="0"/>
                  </a:lnTo>
                  <a:lnTo>
                    <a:pt x="5898813" y="0"/>
                  </a:lnTo>
                  <a:lnTo>
                    <a:pt x="5909818" y="0"/>
                  </a:lnTo>
                  <a:lnTo>
                    <a:pt x="5920823" y="0"/>
                  </a:lnTo>
                  <a:lnTo>
                    <a:pt x="5931828" y="0"/>
                  </a:lnTo>
                  <a:lnTo>
                    <a:pt x="5942834" y="0"/>
                  </a:lnTo>
                  <a:lnTo>
                    <a:pt x="5953839" y="0"/>
                  </a:lnTo>
                  <a:lnTo>
                    <a:pt x="5964844" y="0"/>
                  </a:lnTo>
                  <a:lnTo>
                    <a:pt x="5975849" y="0"/>
                  </a:lnTo>
                  <a:lnTo>
                    <a:pt x="5986855" y="0"/>
                  </a:lnTo>
                  <a:lnTo>
                    <a:pt x="5997860" y="0"/>
                  </a:lnTo>
                  <a:lnTo>
                    <a:pt x="6008865" y="0"/>
                  </a:lnTo>
                  <a:lnTo>
                    <a:pt x="6019870" y="0"/>
                  </a:lnTo>
                  <a:lnTo>
                    <a:pt x="6030876" y="0"/>
                  </a:lnTo>
                  <a:lnTo>
                    <a:pt x="6041881" y="0"/>
                  </a:lnTo>
                  <a:lnTo>
                    <a:pt x="6052886" y="0"/>
                  </a:lnTo>
                  <a:lnTo>
                    <a:pt x="6063891" y="0"/>
                  </a:lnTo>
                  <a:lnTo>
                    <a:pt x="6074897" y="0"/>
                  </a:lnTo>
                  <a:lnTo>
                    <a:pt x="6085902" y="0"/>
                  </a:lnTo>
                  <a:lnTo>
                    <a:pt x="6096907" y="0"/>
                  </a:lnTo>
                  <a:lnTo>
                    <a:pt x="6107912" y="0"/>
                  </a:lnTo>
                  <a:lnTo>
                    <a:pt x="6118918" y="0"/>
                  </a:lnTo>
                  <a:lnTo>
                    <a:pt x="6129923" y="0"/>
                  </a:lnTo>
                  <a:lnTo>
                    <a:pt x="6140928" y="0"/>
                  </a:lnTo>
                  <a:lnTo>
                    <a:pt x="6151933" y="0"/>
                  </a:lnTo>
                  <a:lnTo>
                    <a:pt x="6162939" y="0"/>
                  </a:lnTo>
                  <a:lnTo>
                    <a:pt x="6173944" y="0"/>
                  </a:lnTo>
                  <a:lnTo>
                    <a:pt x="6184949" y="0"/>
                  </a:lnTo>
                  <a:lnTo>
                    <a:pt x="6195954" y="0"/>
                  </a:lnTo>
                  <a:lnTo>
                    <a:pt x="6206960" y="0"/>
                  </a:lnTo>
                  <a:lnTo>
                    <a:pt x="6217965" y="0"/>
                  </a:lnTo>
                  <a:lnTo>
                    <a:pt x="6228970" y="0"/>
                  </a:lnTo>
                  <a:lnTo>
                    <a:pt x="6239975" y="0"/>
                  </a:lnTo>
                  <a:lnTo>
                    <a:pt x="6250981" y="0"/>
                  </a:lnTo>
                  <a:lnTo>
                    <a:pt x="6261986" y="0"/>
                  </a:lnTo>
                  <a:lnTo>
                    <a:pt x="6272991" y="0"/>
                  </a:lnTo>
                  <a:lnTo>
                    <a:pt x="6283996" y="0"/>
                  </a:lnTo>
                  <a:lnTo>
                    <a:pt x="6295002" y="0"/>
                  </a:lnTo>
                  <a:lnTo>
                    <a:pt x="6306007" y="0"/>
                  </a:lnTo>
                  <a:lnTo>
                    <a:pt x="6317012" y="0"/>
                  </a:lnTo>
                  <a:lnTo>
                    <a:pt x="6328017" y="0"/>
                  </a:lnTo>
                  <a:lnTo>
                    <a:pt x="6339023" y="0"/>
                  </a:lnTo>
                  <a:lnTo>
                    <a:pt x="6350028" y="0"/>
                  </a:lnTo>
                  <a:lnTo>
                    <a:pt x="6361033" y="0"/>
                  </a:lnTo>
                  <a:lnTo>
                    <a:pt x="6372038" y="0"/>
                  </a:lnTo>
                  <a:lnTo>
                    <a:pt x="6383044" y="0"/>
                  </a:lnTo>
                  <a:lnTo>
                    <a:pt x="6394049" y="0"/>
                  </a:lnTo>
                  <a:lnTo>
                    <a:pt x="6405054" y="0"/>
                  </a:lnTo>
                  <a:lnTo>
                    <a:pt x="6416059" y="0"/>
                  </a:lnTo>
                  <a:lnTo>
                    <a:pt x="6427065" y="0"/>
                  </a:lnTo>
                  <a:lnTo>
                    <a:pt x="6438070" y="0"/>
                  </a:lnTo>
                  <a:lnTo>
                    <a:pt x="6449075" y="0"/>
                  </a:lnTo>
                  <a:lnTo>
                    <a:pt x="6460080" y="0"/>
                  </a:lnTo>
                  <a:lnTo>
                    <a:pt x="6471086" y="0"/>
                  </a:lnTo>
                  <a:lnTo>
                    <a:pt x="6482091" y="0"/>
                  </a:lnTo>
                  <a:lnTo>
                    <a:pt x="6493096" y="0"/>
                  </a:lnTo>
                  <a:lnTo>
                    <a:pt x="6504101" y="0"/>
                  </a:lnTo>
                  <a:lnTo>
                    <a:pt x="6515107" y="0"/>
                  </a:lnTo>
                  <a:lnTo>
                    <a:pt x="6526112" y="0"/>
                  </a:lnTo>
                  <a:lnTo>
                    <a:pt x="6537117" y="0"/>
                  </a:lnTo>
                  <a:lnTo>
                    <a:pt x="6548122" y="0"/>
                  </a:lnTo>
                  <a:lnTo>
                    <a:pt x="6559128" y="0"/>
                  </a:lnTo>
                  <a:lnTo>
                    <a:pt x="6570133" y="0"/>
                  </a:lnTo>
                </a:path>
              </a:pathLst>
            </a:custGeom>
            <a:ln w="19050" cap="rnd">
              <a:solidFill>
                <a:srgbClr val="D600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69813" y="5193474"/>
              <a:ext cx="6570133" cy="0"/>
            </a:xfrm>
            <a:custGeom>
              <a:avLst/>
              <a:pathLst>
                <a:path w="6570133" h="0">
                  <a:moveTo>
                    <a:pt x="0" y="0"/>
                  </a:move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698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78383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09786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541189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672591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80399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134863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2662656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976683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29071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604736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918763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19" name="pl18"/>
            <p:cNvSpPr/>
            <p:nvPr/>
          </p:nvSpPr>
          <p:spPr>
            <a:xfrm>
              <a:off x="1207008" y="2455321"/>
              <a:ext cx="0" cy="2695526"/>
            </a:xfrm>
            <a:custGeom>
              <a:avLst/>
              <a:pathLst>
                <a:path w="0" h="2695526">
                  <a:moveTo>
                    <a:pt x="0" y="269552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515084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15567" y="461174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407263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115567" y="353353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115567" y="299442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 rot="-5400000">
              <a:off x="808735" y="5093214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27" name="tx26"/>
            <p:cNvSpPr/>
            <p:nvPr/>
          </p:nvSpPr>
          <p:spPr>
            <a:xfrm rot="-5400000">
              <a:off x="808735" y="4554109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28" name="tx27"/>
            <p:cNvSpPr/>
            <p:nvPr/>
          </p:nvSpPr>
          <p:spPr>
            <a:xfrm rot="-5400000">
              <a:off x="808735" y="4015003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808735" y="3475898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808735" y="2936793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31" name="tx30"/>
            <p:cNvSpPr/>
            <p:nvPr/>
          </p:nvSpPr>
          <p:spPr>
            <a:xfrm rot="-5400000">
              <a:off x="808735" y="239768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32" name="pg31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884887" y="1884780"/>
              <a:ext cx="7739985" cy="156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auc nearK4 =  0.947,auc nearK27 = 0.918, nearK27 n = 1121, n1 = 104, n0 = 1017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679759" y="5772630"/>
              <a:ext cx="150241" cy="1157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fn</a:t>
              </a:r>
            </a:p>
          </p:txBody>
        </p:sp>
        <p:sp>
          <p:nvSpPr>
            <p:cNvPr id="35" name="tx34"/>
            <p:cNvSpPr/>
            <p:nvPr/>
          </p:nvSpPr>
          <p:spPr>
            <a:xfrm rot="-5400000">
              <a:off x="474191" y="3702387"/>
              <a:ext cx="156492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tp</a:t>
              </a:r>
            </a:p>
          </p:txBody>
        </p:sp>
        <p:sp>
          <p:nvSpPr>
            <p:cNvPr id="36" name="pl35"/>
            <p:cNvSpPr/>
            <p:nvPr/>
          </p:nvSpPr>
          <p:spPr>
            <a:xfrm>
              <a:off x="1469813" y="2455321"/>
              <a:ext cx="6570133" cy="2692876"/>
            </a:xfrm>
            <a:custGeom>
              <a:avLst/>
              <a:pathLst>
                <a:path w="6570133" h="2692876">
                  <a:moveTo>
                    <a:pt x="0" y="2692876"/>
                  </a:moveTo>
                  <a:lnTo>
                    <a:pt x="0" y="2690225"/>
                  </a:lnTo>
                  <a:lnTo>
                    <a:pt x="0" y="2687575"/>
                  </a:lnTo>
                  <a:lnTo>
                    <a:pt x="0" y="2684924"/>
                  </a:lnTo>
                  <a:lnTo>
                    <a:pt x="0" y="2682274"/>
                  </a:lnTo>
                  <a:lnTo>
                    <a:pt x="0" y="2679623"/>
                  </a:lnTo>
                  <a:lnTo>
                    <a:pt x="0" y="2676973"/>
                  </a:lnTo>
                  <a:lnTo>
                    <a:pt x="0" y="2674322"/>
                  </a:lnTo>
                  <a:lnTo>
                    <a:pt x="0" y="2671672"/>
                  </a:lnTo>
                  <a:lnTo>
                    <a:pt x="0" y="2669021"/>
                  </a:lnTo>
                  <a:lnTo>
                    <a:pt x="0" y="2666371"/>
                  </a:lnTo>
                  <a:lnTo>
                    <a:pt x="0" y="2663720"/>
                  </a:lnTo>
                  <a:lnTo>
                    <a:pt x="0" y="2661070"/>
                  </a:lnTo>
                  <a:lnTo>
                    <a:pt x="0" y="2658419"/>
                  </a:lnTo>
                  <a:lnTo>
                    <a:pt x="0" y="2655769"/>
                  </a:lnTo>
                  <a:lnTo>
                    <a:pt x="0" y="2653118"/>
                  </a:lnTo>
                  <a:lnTo>
                    <a:pt x="0" y="2650468"/>
                  </a:lnTo>
                  <a:lnTo>
                    <a:pt x="0" y="2647818"/>
                  </a:lnTo>
                  <a:lnTo>
                    <a:pt x="0" y="2645167"/>
                  </a:lnTo>
                  <a:lnTo>
                    <a:pt x="0" y="2642517"/>
                  </a:lnTo>
                  <a:lnTo>
                    <a:pt x="0" y="2639866"/>
                  </a:lnTo>
                  <a:lnTo>
                    <a:pt x="0" y="2637216"/>
                  </a:lnTo>
                  <a:lnTo>
                    <a:pt x="0" y="2634565"/>
                  </a:lnTo>
                  <a:lnTo>
                    <a:pt x="0" y="2631915"/>
                  </a:lnTo>
                  <a:lnTo>
                    <a:pt x="0" y="2629264"/>
                  </a:lnTo>
                  <a:lnTo>
                    <a:pt x="0" y="2626614"/>
                  </a:lnTo>
                  <a:lnTo>
                    <a:pt x="0" y="2623963"/>
                  </a:lnTo>
                  <a:lnTo>
                    <a:pt x="0" y="2621313"/>
                  </a:lnTo>
                  <a:lnTo>
                    <a:pt x="0" y="2618662"/>
                  </a:lnTo>
                  <a:lnTo>
                    <a:pt x="0" y="2616012"/>
                  </a:lnTo>
                  <a:lnTo>
                    <a:pt x="0" y="2613361"/>
                  </a:lnTo>
                  <a:lnTo>
                    <a:pt x="0" y="2610711"/>
                  </a:lnTo>
                  <a:lnTo>
                    <a:pt x="0" y="2608061"/>
                  </a:lnTo>
                  <a:lnTo>
                    <a:pt x="0" y="2605410"/>
                  </a:lnTo>
                  <a:lnTo>
                    <a:pt x="0" y="2602760"/>
                  </a:lnTo>
                  <a:lnTo>
                    <a:pt x="0" y="2600109"/>
                  </a:lnTo>
                  <a:lnTo>
                    <a:pt x="0" y="2597459"/>
                  </a:lnTo>
                  <a:lnTo>
                    <a:pt x="0" y="2594808"/>
                  </a:lnTo>
                  <a:lnTo>
                    <a:pt x="0" y="2592158"/>
                  </a:lnTo>
                  <a:lnTo>
                    <a:pt x="0" y="2589507"/>
                  </a:lnTo>
                  <a:lnTo>
                    <a:pt x="0" y="2586857"/>
                  </a:lnTo>
                  <a:lnTo>
                    <a:pt x="0" y="2584206"/>
                  </a:lnTo>
                  <a:lnTo>
                    <a:pt x="0" y="2581556"/>
                  </a:lnTo>
                  <a:lnTo>
                    <a:pt x="0" y="2578905"/>
                  </a:lnTo>
                  <a:lnTo>
                    <a:pt x="0" y="2576255"/>
                  </a:lnTo>
                  <a:lnTo>
                    <a:pt x="0" y="2573604"/>
                  </a:lnTo>
                  <a:lnTo>
                    <a:pt x="0" y="2570954"/>
                  </a:lnTo>
                  <a:lnTo>
                    <a:pt x="0" y="2568303"/>
                  </a:lnTo>
                  <a:lnTo>
                    <a:pt x="0" y="2565653"/>
                  </a:lnTo>
                  <a:lnTo>
                    <a:pt x="0" y="2563003"/>
                  </a:lnTo>
                  <a:lnTo>
                    <a:pt x="0" y="2560352"/>
                  </a:lnTo>
                  <a:lnTo>
                    <a:pt x="0" y="2557702"/>
                  </a:lnTo>
                  <a:lnTo>
                    <a:pt x="0" y="2555051"/>
                  </a:lnTo>
                  <a:lnTo>
                    <a:pt x="0" y="2552401"/>
                  </a:lnTo>
                  <a:lnTo>
                    <a:pt x="0" y="2549750"/>
                  </a:lnTo>
                  <a:lnTo>
                    <a:pt x="0" y="2547100"/>
                  </a:lnTo>
                  <a:lnTo>
                    <a:pt x="0" y="2544449"/>
                  </a:lnTo>
                  <a:lnTo>
                    <a:pt x="0" y="2541799"/>
                  </a:lnTo>
                  <a:lnTo>
                    <a:pt x="0" y="2539148"/>
                  </a:lnTo>
                  <a:lnTo>
                    <a:pt x="0" y="2536498"/>
                  </a:lnTo>
                  <a:lnTo>
                    <a:pt x="0" y="2533847"/>
                  </a:lnTo>
                  <a:lnTo>
                    <a:pt x="0" y="2531197"/>
                  </a:lnTo>
                  <a:lnTo>
                    <a:pt x="0" y="2528546"/>
                  </a:lnTo>
                  <a:lnTo>
                    <a:pt x="0" y="2525896"/>
                  </a:lnTo>
                  <a:lnTo>
                    <a:pt x="0" y="2523246"/>
                  </a:lnTo>
                  <a:lnTo>
                    <a:pt x="0" y="2520595"/>
                  </a:lnTo>
                  <a:lnTo>
                    <a:pt x="0" y="2517945"/>
                  </a:lnTo>
                  <a:lnTo>
                    <a:pt x="0" y="2515294"/>
                  </a:lnTo>
                  <a:lnTo>
                    <a:pt x="0" y="2512644"/>
                  </a:lnTo>
                  <a:lnTo>
                    <a:pt x="0" y="2509993"/>
                  </a:lnTo>
                  <a:lnTo>
                    <a:pt x="0" y="2507343"/>
                  </a:lnTo>
                  <a:lnTo>
                    <a:pt x="0" y="2504692"/>
                  </a:lnTo>
                  <a:lnTo>
                    <a:pt x="0" y="2502042"/>
                  </a:lnTo>
                  <a:lnTo>
                    <a:pt x="0" y="2499391"/>
                  </a:lnTo>
                  <a:lnTo>
                    <a:pt x="0" y="2496741"/>
                  </a:lnTo>
                  <a:lnTo>
                    <a:pt x="0" y="2494090"/>
                  </a:lnTo>
                  <a:lnTo>
                    <a:pt x="0" y="2491440"/>
                  </a:lnTo>
                  <a:lnTo>
                    <a:pt x="0" y="2488789"/>
                  </a:lnTo>
                  <a:lnTo>
                    <a:pt x="0" y="2486139"/>
                  </a:lnTo>
                  <a:lnTo>
                    <a:pt x="0" y="2483488"/>
                  </a:lnTo>
                  <a:lnTo>
                    <a:pt x="0" y="2480838"/>
                  </a:lnTo>
                  <a:lnTo>
                    <a:pt x="0" y="2478188"/>
                  </a:lnTo>
                  <a:lnTo>
                    <a:pt x="0" y="2475537"/>
                  </a:lnTo>
                  <a:lnTo>
                    <a:pt x="0" y="2472887"/>
                  </a:lnTo>
                  <a:lnTo>
                    <a:pt x="0" y="2470236"/>
                  </a:lnTo>
                  <a:lnTo>
                    <a:pt x="0" y="2467586"/>
                  </a:lnTo>
                  <a:lnTo>
                    <a:pt x="0" y="2464935"/>
                  </a:lnTo>
                  <a:lnTo>
                    <a:pt x="0" y="2462285"/>
                  </a:lnTo>
                  <a:lnTo>
                    <a:pt x="0" y="2459634"/>
                  </a:lnTo>
                  <a:lnTo>
                    <a:pt x="0" y="2456984"/>
                  </a:lnTo>
                  <a:lnTo>
                    <a:pt x="0" y="2454333"/>
                  </a:lnTo>
                  <a:lnTo>
                    <a:pt x="0" y="2451683"/>
                  </a:lnTo>
                  <a:lnTo>
                    <a:pt x="0" y="2449032"/>
                  </a:lnTo>
                  <a:lnTo>
                    <a:pt x="0" y="2446382"/>
                  </a:lnTo>
                  <a:lnTo>
                    <a:pt x="0" y="2443731"/>
                  </a:lnTo>
                  <a:lnTo>
                    <a:pt x="0" y="2441081"/>
                  </a:lnTo>
                  <a:lnTo>
                    <a:pt x="0" y="2438431"/>
                  </a:lnTo>
                  <a:lnTo>
                    <a:pt x="0" y="2435780"/>
                  </a:lnTo>
                  <a:lnTo>
                    <a:pt x="0" y="2433130"/>
                  </a:lnTo>
                  <a:lnTo>
                    <a:pt x="0" y="2430479"/>
                  </a:lnTo>
                  <a:lnTo>
                    <a:pt x="0" y="2427829"/>
                  </a:lnTo>
                  <a:lnTo>
                    <a:pt x="0" y="2425178"/>
                  </a:lnTo>
                  <a:lnTo>
                    <a:pt x="0" y="2422528"/>
                  </a:lnTo>
                  <a:lnTo>
                    <a:pt x="0" y="2419877"/>
                  </a:lnTo>
                  <a:lnTo>
                    <a:pt x="0" y="2417227"/>
                  </a:lnTo>
                  <a:lnTo>
                    <a:pt x="0" y="2414576"/>
                  </a:lnTo>
                  <a:lnTo>
                    <a:pt x="0" y="2411926"/>
                  </a:lnTo>
                  <a:lnTo>
                    <a:pt x="0" y="2409275"/>
                  </a:lnTo>
                  <a:lnTo>
                    <a:pt x="0" y="2406625"/>
                  </a:lnTo>
                  <a:lnTo>
                    <a:pt x="0" y="2403974"/>
                  </a:lnTo>
                  <a:lnTo>
                    <a:pt x="0" y="2401324"/>
                  </a:lnTo>
                  <a:lnTo>
                    <a:pt x="0" y="2398674"/>
                  </a:lnTo>
                  <a:lnTo>
                    <a:pt x="0" y="2396023"/>
                  </a:lnTo>
                  <a:lnTo>
                    <a:pt x="0" y="2393373"/>
                  </a:lnTo>
                  <a:lnTo>
                    <a:pt x="0" y="2390722"/>
                  </a:lnTo>
                  <a:lnTo>
                    <a:pt x="0" y="2388072"/>
                  </a:lnTo>
                  <a:lnTo>
                    <a:pt x="0" y="2385421"/>
                  </a:lnTo>
                  <a:lnTo>
                    <a:pt x="0" y="2382771"/>
                  </a:lnTo>
                  <a:lnTo>
                    <a:pt x="0" y="2380120"/>
                  </a:lnTo>
                  <a:lnTo>
                    <a:pt x="0" y="2377470"/>
                  </a:lnTo>
                  <a:lnTo>
                    <a:pt x="0" y="2374819"/>
                  </a:lnTo>
                  <a:lnTo>
                    <a:pt x="0" y="2372169"/>
                  </a:lnTo>
                  <a:lnTo>
                    <a:pt x="0" y="2369518"/>
                  </a:lnTo>
                  <a:lnTo>
                    <a:pt x="0" y="2366868"/>
                  </a:lnTo>
                  <a:lnTo>
                    <a:pt x="0" y="2364217"/>
                  </a:lnTo>
                  <a:lnTo>
                    <a:pt x="0" y="2361567"/>
                  </a:lnTo>
                  <a:lnTo>
                    <a:pt x="0" y="2358916"/>
                  </a:lnTo>
                  <a:lnTo>
                    <a:pt x="0" y="2356266"/>
                  </a:lnTo>
                  <a:lnTo>
                    <a:pt x="0" y="2353616"/>
                  </a:lnTo>
                  <a:lnTo>
                    <a:pt x="0" y="2350965"/>
                  </a:lnTo>
                  <a:lnTo>
                    <a:pt x="0" y="2348315"/>
                  </a:lnTo>
                  <a:lnTo>
                    <a:pt x="0" y="2345664"/>
                  </a:lnTo>
                  <a:lnTo>
                    <a:pt x="0" y="2343014"/>
                  </a:lnTo>
                  <a:lnTo>
                    <a:pt x="0" y="2340363"/>
                  </a:lnTo>
                  <a:lnTo>
                    <a:pt x="0" y="2337713"/>
                  </a:lnTo>
                  <a:lnTo>
                    <a:pt x="0" y="2335062"/>
                  </a:lnTo>
                  <a:lnTo>
                    <a:pt x="0" y="2332412"/>
                  </a:lnTo>
                  <a:lnTo>
                    <a:pt x="0" y="2329761"/>
                  </a:lnTo>
                  <a:lnTo>
                    <a:pt x="0" y="2327111"/>
                  </a:lnTo>
                  <a:lnTo>
                    <a:pt x="0" y="2324460"/>
                  </a:lnTo>
                  <a:lnTo>
                    <a:pt x="0" y="2321810"/>
                  </a:lnTo>
                  <a:lnTo>
                    <a:pt x="0" y="2319159"/>
                  </a:lnTo>
                  <a:lnTo>
                    <a:pt x="0" y="2316509"/>
                  </a:lnTo>
                  <a:lnTo>
                    <a:pt x="0" y="2313859"/>
                  </a:lnTo>
                  <a:lnTo>
                    <a:pt x="0" y="2311208"/>
                  </a:lnTo>
                  <a:lnTo>
                    <a:pt x="0" y="2308558"/>
                  </a:lnTo>
                  <a:lnTo>
                    <a:pt x="0" y="2305907"/>
                  </a:lnTo>
                  <a:lnTo>
                    <a:pt x="0" y="2303257"/>
                  </a:lnTo>
                  <a:lnTo>
                    <a:pt x="0" y="2300606"/>
                  </a:lnTo>
                  <a:lnTo>
                    <a:pt x="0" y="2297956"/>
                  </a:lnTo>
                  <a:lnTo>
                    <a:pt x="0" y="2295305"/>
                  </a:lnTo>
                  <a:lnTo>
                    <a:pt x="0" y="2292655"/>
                  </a:lnTo>
                  <a:lnTo>
                    <a:pt x="0" y="2290004"/>
                  </a:lnTo>
                  <a:lnTo>
                    <a:pt x="0" y="2287354"/>
                  </a:lnTo>
                  <a:lnTo>
                    <a:pt x="0" y="2284703"/>
                  </a:lnTo>
                  <a:lnTo>
                    <a:pt x="0" y="2282053"/>
                  </a:lnTo>
                  <a:lnTo>
                    <a:pt x="0" y="2279402"/>
                  </a:lnTo>
                  <a:lnTo>
                    <a:pt x="0" y="2276752"/>
                  </a:lnTo>
                  <a:lnTo>
                    <a:pt x="0" y="2274101"/>
                  </a:lnTo>
                  <a:lnTo>
                    <a:pt x="0" y="2271451"/>
                  </a:lnTo>
                  <a:lnTo>
                    <a:pt x="0" y="2268801"/>
                  </a:lnTo>
                  <a:lnTo>
                    <a:pt x="0" y="2266150"/>
                  </a:lnTo>
                  <a:lnTo>
                    <a:pt x="0" y="2263500"/>
                  </a:lnTo>
                  <a:lnTo>
                    <a:pt x="0" y="2260849"/>
                  </a:lnTo>
                  <a:lnTo>
                    <a:pt x="0" y="2258199"/>
                  </a:lnTo>
                  <a:lnTo>
                    <a:pt x="0" y="2255548"/>
                  </a:lnTo>
                  <a:lnTo>
                    <a:pt x="0" y="2252898"/>
                  </a:lnTo>
                  <a:lnTo>
                    <a:pt x="0" y="2250247"/>
                  </a:lnTo>
                  <a:lnTo>
                    <a:pt x="0" y="2247597"/>
                  </a:lnTo>
                  <a:lnTo>
                    <a:pt x="0" y="2244946"/>
                  </a:lnTo>
                  <a:lnTo>
                    <a:pt x="0" y="2242296"/>
                  </a:lnTo>
                  <a:lnTo>
                    <a:pt x="0" y="2239645"/>
                  </a:lnTo>
                  <a:lnTo>
                    <a:pt x="0" y="2236995"/>
                  </a:lnTo>
                  <a:lnTo>
                    <a:pt x="0" y="2234344"/>
                  </a:lnTo>
                  <a:lnTo>
                    <a:pt x="0" y="2231694"/>
                  </a:lnTo>
                  <a:lnTo>
                    <a:pt x="0" y="2229044"/>
                  </a:lnTo>
                  <a:lnTo>
                    <a:pt x="0" y="2226393"/>
                  </a:lnTo>
                  <a:lnTo>
                    <a:pt x="0" y="2223743"/>
                  </a:lnTo>
                  <a:lnTo>
                    <a:pt x="0" y="2221092"/>
                  </a:lnTo>
                  <a:lnTo>
                    <a:pt x="0" y="2218442"/>
                  </a:lnTo>
                  <a:lnTo>
                    <a:pt x="0" y="2215791"/>
                  </a:lnTo>
                  <a:lnTo>
                    <a:pt x="0" y="2213141"/>
                  </a:lnTo>
                  <a:lnTo>
                    <a:pt x="0" y="2210490"/>
                  </a:lnTo>
                  <a:lnTo>
                    <a:pt x="0" y="2207840"/>
                  </a:lnTo>
                  <a:lnTo>
                    <a:pt x="0" y="2205189"/>
                  </a:lnTo>
                  <a:lnTo>
                    <a:pt x="0" y="2202539"/>
                  </a:lnTo>
                  <a:lnTo>
                    <a:pt x="0" y="2199888"/>
                  </a:lnTo>
                  <a:lnTo>
                    <a:pt x="0" y="2197238"/>
                  </a:lnTo>
                  <a:lnTo>
                    <a:pt x="0" y="2194587"/>
                  </a:lnTo>
                  <a:lnTo>
                    <a:pt x="0" y="2191937"/>
                  </a:lnTo>
                  <a:lnTo>
                    <a:pt x="0" y="2189286"/>
                  </a:lnTo>
                  <a:lnTo>
                    <a:pt x="0" y="2186636"/>
                  </a:lnTo>
                  <a:lnTo>
                    <a:pt x="0" y="2183986"/>
                  </a:lnTo>
                  <a:lnTo>
                    <a:pt x="0" y="2181335"/>
                  </a:lnTo>
                  <a:lnTo>
                    <a:pt x="0" y="2178685"/>
                  </a:lnTo>
                  <a:lnTo>
                    <a:pt x="0" y="2176034"/>
                  </a:lnTo>
                  <a:lnTo>
                    <a:pt x="0" y="2173384"/>
                  </a:lnTo>
                  <a:lnTo>
                    <a:pt x="0" y="2170733"/>
                  </a:lnTo>
                  <a:lnTo>
                    <a:pt x="0" y="2168083"/>
                  </a:lnTo>
                  <a:lnTo>
                    <a:pt x="0" y="2165432"/>
                  </a:lnTo>
                  <a:lnTo>
                    <a:pt x="0" y="2162782"/>
                  </a:lnTo>
                  <a:lnTo>
                    <a:pt x="0" y="2160131"/>
                  </a:lnTo>
                  <a:lnTo>
                    <a:pt x="0" y="2157481"/>
                  </a:lnTo>
                  <a:lnTo>
                    <a:pt x="0" y="2154830"/>
                  </a:lnTo>
                  <a:lnTo>
                    <a:pt x="0" y="2152180"/>
                  </a:lnTo>
                  <a:lnTo>
                    <a:pt x="0" y="2149529"/>
                  </a:lnTo>
                  <a:lnTo>
                    <a:pt x="0" y="2146879"/>
                  </a:lnTo>
                  <a:lnTo>
                    <a:pt x="0" y="2144229"/>
                  </a:lnTo>
                  <a:lnTo>
                    <a:pt x="0" y="2141578"/>
                  </a:lnTo>
                  <a:lnTo>
                    <a:pt x="0" y="2138928"/>
                  </a:lnTo>
                  <a:lnTo>
                    <a:pt x="0" y="2136277"/>
                  </a:lnTo>
                  <a:lnTo>
                    <a:pt x="0" y="2133627"/>
                  </a:lnTo>
                  <a:lnTo>
                    <a:pt x="0" y="2130976"/>
                  </a:lnTo>
                  <a:lnTo>
                    <a:pt x="0" y="2128326"/>
                  </a:lnTo>
                  <a:lnTo>
                    <a:pt x="0" y="2125675"/>
                  </a:lnTo>
                  <a:lnTo>
                    <a:pt x="0" y="2123025"/>
                  </a:lnTo>
                  <a:lnTo>
                    <a:pt x="0" y="2120374"/>
                  </a:lnTo>
                  <a:lnTo>
                    <a:pt x="0" y="2117724"/>
                  </a:lnTo>
                  <a:lnTo>
                    <a:pt x="0" y="2115073"/>
                  </a:lnTo>
                  <a:lnTo>
                    <a:pt x="0" y="2112423"/>
                  </a:lnTo>
                  <a:lnTo>
                    <a:pt x="0" y="2109772"/>
                  </a:lnTo>
                  <a:lnTo>
                    <a:pt x="0" y="2107122"/>
                  </a:lnTo>
                  <a:lnTo>
                    <a:pt x="0" y="2104471"/>
                  </a:lnTo>
                  <a:lnTo>
                    <a:pt x="0" y="2101821"/>
                  </a:lnTo>
                  <a:lnTo>
                    <a:pt x="0" y="2099171"/>
                  </a:lnTo>
                  <a:lnTo>
                    <a:pt x="0" y="2096520"/>
                  </a:lnTo>
                  <a:lnTo>
                    <a:pt x="0" y="2093870"/>
                  </a:lnTo>
                  <a:lnTo>
                    <a:pt x="0" y="2091219"/>
                  </a:lnTo>
                  <a:lnTo>
                    <a:pt x="0" y="2088569"/>
                  </a:lnTo>
                  <a:lnTo>
                    <a:pt x="0" y="2085918"/>
                  </a:lnTo>
                  <a:lnTo>
                    <a:pt x="0" y="2083268"/>
                  </a:lnTo>
                  <a:lnTo>
                    <a:pt x="0" y="2080617"/>
                  </a:lnTo>
                  <a:lnTo>
                    <a:pt x="0" y="2077967"/>
                  </a:lnTo>
                  <a:lnTo>
                    <a:pt x="0" y="2075316"/>
                  </a:lnTo>
                  <a:lnTo>
                    <a:pt x="0" y="2072666"/>
                  </a:lnTo>
                  <a:lnTo>
                    <a:pt x="0" y="2070015"/>
                  </a:lnTo>
                  <a:lnTo>
                    <a:pt x="0" y="2067365"/>
                  </a:lnTo>
                  <a:lnTo>
                    <a:pt x="0" y="2064714"/>
                  </a:lnTo>
                  <a:lnTo>
                    <a:pt x="0" y="2062064"/>
                  </a:lnTo>
                  <a:lnTo>
                    <a:pt x="0" y="2059414"/>
                  </a:lnTo>
                  <a:lnTo>
                    <a:pt x="0" y="2056763"/>
                  </a:lnTo>
                  <a:lnTo>
                    <a:pt x="0" y="2054113"/>
                  </a:lnTo>
                  <a:lnTo>
                    <a:pt x="0" y="2051462"/>
                  </a:lnTo>
                  <a:lnTo>
                    <a:pt x="0" y="2048812"/>
                  </a:lnTo>
                  <a:lnTo>
                    <a:pt x="0" y="2046161"/>
                  </a:lnTo>
                  <a:lnTo>
                    <a:pt x="0" y="2043511"/>
                  </a:lnTo>
                  <a:lnTo>
                    <a:pt x="0" y="2040860"/>
                  </a:lnTo>
                  <a:lnTo>
                    <a:pt x="0" y="2038210"/>
                  </a:lnTo>
                  <a:lnTo>
                    <a:pt x="0" y="2035559"/>
                  </a:lnTo>
                  <a:lnTo>
                    <a:pt x="0" y="2032909"/>
                  </a:lnTo>
                  <a:lnTo>
                    <a:pt x="0" y="2030258"/>
                  </a:lnTo>
                  <a:lnTo>
                    <a:pt x="0" y="2027608"/>
                  </a:lnTo>
                  <a:lnTo>
                    <a:pt x="0" y="2024957"/>
                  </a:lnTo>
                  <a:lnTo>
                    <a:pt x="0" y="2022307"/>
                  </a:lnTo>
                  <a:lnTo>
                    <a:pt x="0" y="2019657"/>
                  </a:lnTo>
                  <a:lnTo>
                    <a:pt x="63174" y="2019657"/>
                  </a:lnTo>
                  <a:lnTo>
                    <a:pt x="63174" y="2017006"/>
                  </a:lnTo>
                  <a:lnTo>
                    <a:pt x="63174" y="2014356"/>
                  </a:lnTo>
                  <a:lnTo>
                    <a:pt x="63174" y="2011705"/>
                  </a:lnTo>
                  <a:lnTo>
                    <a:pt x="63174" y="2009055"/>
                  </a:lnTo>
                  <a:lnTo>
                    <a:pt x="63174" y="2006404"/>
                  </a:lnTo>
                  <a:lnTo>
                    <a:pt x="63174" y="2003754"/>
                  </a:lnTo>
                  <a:lnTo>
                    <a:pt x="63174" y="2001103"/>
                  </a:lnTo>
                  <a:lnTo>
                    <a:pt x="63174" y="1998453"/>
                  </a:lnTo>
                  <a:lnTo>
                    <a:pt x="63174" y="1995802"/>
                  </a:lnTo>
                  <a:lnTo>
                    <a:pt x="63174" y="1993152"/>
                  </a:lnTo>
                  <a:lnTo>
                    <a:pt x="63174" y="1990501"/>
                  </a:lnTo>
                  <a:lnTo>
                    <a:pt x="63174" y="1987851"/>
                  </a:lnTo>
                  <a:lnTo>
                    <a:pt x="63174" y="1985200"/>
                  </a:lnTo>
                  <a:lnTo>
                    <a:pt x="63174" y="1982550"/>
                  </a:lnTo>
                  <a:lnTo>
                    <a:pt x="63174" y="1979899"/>
                  </a:lnTo>
                  <a:lnTo>
                    <a:pt x="63174" y="1977249"/>
                  </a:lnTo>
                  <a:lnTo>
                    <a:pt x="63174" y="1974599"/>
                  </a:lnTo>
                  <a:lnTo>
                    <a:pt x="63174" y="1971948"/>
                  </a:lnTo>
                  <a:lnTo>
                    <a:pt x="63174" y="1969298"/>
                  </a:lnTo>
                  <a:lnTo>
                    <a:pt x="63174" y="1966647"/>
                  </a:lnTo>
                  <a:lnTo>
                    <a:pt x="63174" y="1963997"/>
                  </a:lnTo>
                  <a:lnTo>
                    <a:pt x="63174" y="1961346"/>
                  </a:lnTo>
                  <a:lnTo>
                    <a:pt x="63174" y="1958696"/>
                  </a:lnTo>
                  <a:lnTo>
                    <a:pt x="63174" y="1956045"/>
                  </a:lnTo>
                  <a:lnTo>
                    <a:pt x="63174" y="1953395"/>
                  </a:lnTo>
                  <a:lnTo>
                    <a:pt x="63174" y="1950744"/>
                  </a:lnTo>
                  <a:lnTo>
                    <a:pt x="63174" y="1948094"/>
                  </a:lnTo>
                  <a:lnTo>
                    <a:pt x="63174" y="1945443"/>
                  </a:lnTo>
                  <a:lnTo>
                    <a:pt x="63174" y="1942793"/>
                  </a:lnTo>
                  <a:lnTo>
                    <a:pt x="63174" y="1940142"/>
                  </a:lnTo>
                  <a:lnTo>
                    <a:pt x="63174" y="1937492"/>
                  </a:lnTo>
                  <a:lnTo>
                    <a:pt x="63174" y="1934842"/>
                  </a:lnTo>
                  <a:lnTo>
                    <a:pt x="63174" y="1932191"/>
                  </a:lnTo>
                  <a:lnTo>
                    <a:pt x="63174" y="1929541"/>
                  </a:lnTo>
                  <a:lnTo>
                    <a:pt x="63174" y="1926890"/>
                  </a:lnTo>
                  <a:lnTo>
                    <a:pt x="63174" y="1924240"/>
                  </a:lnTo>
                  <a:lnTo>
                    <a:pt x="63174" y="1921589"/>
                  </a:lnTo>
                  <a:lnTo>
                    <a:pt x="63174" y="1918939"/>
                  </a:lnTo>
                  <a:lnTo>
                    <a:pt x="63174" y="1916288"/>
                  </a:lnTo>
                  <a:lnTo>
                    <a:pt x="63174" y="1913638"/>
                  </a:lnTo>
                  <a:lnTo>
                    <a:pt x="63174" y="1910987"/>
                  </a:lnTo>
                  <a:lnTo>
                    <a:pt x="63174" y="1908337"/>
                  </a:lnTo>
                  <a:lnTo>
                    <a:pt x="63174" y="1905686"/>
                  </a:lnTo>
                  <a:lnTo>
                    <a:pt x="63174" y="1903036"/>
                  </a:lnTo>
                  <a:lnTo>
                    <a:pt x="63174" y="1900385"/>
                  </a:lnTo>
                  <a:lnTo>
                    <a:pt x="63174" y="1897735"/>
                  </a:lnTo>
                  <a:lnTo>
                    <a:pt x="63174" y="1895084"/>
                  </a:lnTo>
                  <a:lnTo>
                    <a:pt x="63174" y="1892434"/>
                  </a:lnTo>
                  <a:lnTo>
                    <a:pt x="63174" y="1889784"/>
                  </a:lnTo>
                  <a:lnTo>
                    <a:pt x="63174" y="1887133"/>
                  </a:lnTo>
                  <a:lnTo>
                    <a:pt x="63174" y="1884483"/>
                  </a:lnTo>
                  <a:lnTo>
                    <a:pt x="63174" y="1881832"/>
                  </a:lnTo>
                  <a:lnTo>
                    <a:pt x="63174" y="1879182"/>
                  </a:lnTo>
                  <a:lnTo>
                    <a:pt x="63174" y="1876531"/>
                  </a:lnTo>
                  <a:lnTo>
                    <a:pt x="63174" y="1873881"/>
                  </a:lnTo>
                  <a:lnTo>
                    <a:pt x="63174" y="1871230"/>
                  </a:lnTo>
                  <a:lnTo>
                    <a:pt x="63174" y="1868580"/>
                  </a:lnTo>
                  <a:lnTo>
                    <a:pt x="63174" y="1865929"/>
                  </a:lnTo>
                  <a:lnTo>
                    <a:pt x="63174" y="1863279"/>
                  </a:lnTo>
                  <a:lnTo>
                    <a:pt x="63174" y="1860628"/>
                  </a:lnTo>
                  <a:lnTo>
                    <a:pt x="63174" y="1857978"/>
                  </a:lnTo>
                  <a:lnTo>
                    <a:pt x="63174" y="1855327"/>
                  </a:lnTo>
                  <a:lnTo>
                    <a:pt x="63174" y="1852677"/>
                  </a:lnTo>
                  <a:lnTo>
                    <a:pt x="63174" y="1850027"/>
                  </a:lnTo>
                  <a:lnTo>
                    <a:pt x="63174" y="1847376"/>
                  </a:lnTo>
                  <a:lnTo>
                    <a:pt x="63174" y="1844726"/>
                  </a:lnTo>
                  <a:lnTo>
                    <a:pt x="63174" y="1842075"/>
                  </a:lnTo>
                  <a:lnTo>
                    <a:pt x="63174" y="1839425"/>
                  </a:lnTo>
                  <a:lnTo>
                    <a:pt x="63174" y="1836774"/>
                  </a:lnTo>
                  <a:lnTo>
                    <a:pt x="63174" y="1834124"/>
                  </a:lnTo>
                  <a:lnTo>
                    <a:pt x="63174" y="1831473"/>
                  </a:lnTo>
                  <a:lnTo>
                    <a:pt x="63174" y="1828823"/>
                  </a:lnTo>
                  <a:lnTo>
                    <a:pt x="63174" y="1826172"/>
                  </a:lnTo>
                  <a:lnTo>
                    <a:pt x="63174" y="1823522"/>
                  </a:lnTo>
                  <a:lnTo>
                    <a:pt x="63174" y="1820871"/>
                  </a:lnTo>
                  <a:lnTo>
                    <a:pt x="63174" y="1818221"/>
                  </a:lnTo>
                  <a:lnTo>
                    <a:pt x="63174" y="1815570"/>
                  </a:lnTo>
                  <a:lnTo>
                    <a:pt x="63174" y="1812920"/>
                  </a:lnTo>
                  <a:lnTo>
                    <a:pt x="63174" y="1810269"/>
                  </a:lnTo>
                  <a:lnTo>
                    <a:pt x="63174" y="1807619"/>
                  </a:lnTo>
                  <a:lnTo>
                    <a:pt x="63174" y="1804969"/>
                  </a:lnTo>
                  <a:lnTo>
                    <a:pt x="63174" y="1802318"/>
                  </a:lnTo>
                  <a:lnTo>
                    <a:pt x="63174" y="1799668"/>
                  </a:lnTo>
                  <a:lnTo>
                    <a:pt x="63174" y="1797017"/>
                  </a:lnTo>
                  <a:lnTo>
                    <a:pt x="63174" y="1794367"/>
                  </a:lnTo>
                  <a:lnTo>
                    <a:pt x="63174" y="1791716"/>
                  </a:lnTo>
                  <a:lnTo>
                    <a:pt x="63174" y="1789066"/>
                  </a:lnTo>
                  <a:lnTo>
                    <a:pt x="63174" y="1786415"/>
                  </a:lnTo>
                  <a:lnTo>
                    <a:pt x="63174" y="1783765"/>
                  </a:lnTo>
                  <a:lnTo>
                    <a:pt x="63174" y="1781114"/>
                  </a:lnTo>
                  <a:lnTo>
                    <a:pt x="63174" y="1778464"/>
                  </a:lnTo>
                  <a:lnTo>
                    <a:pt x="63174" y="1775813"/>
                  </a:lnTo>
                  <a:lnTo>
                    <a:pt x="63174" y="1773163"/>
                  </a:lnTo>
                  <a:lnTo>
                    <a:pt x="63174" y="1770512"/>
                  </a:lnTo>
                  <a:lnTo>
                    <a:pt x="63174" y="1767862"/>
                  </a:lnTo>
                  <a:lnTo>
                    <a:pt x="63174" y="1765212"/>
                  </a:lnTo>
                  <a:lnTo>
                    <a:pt x="63174" y="1762561"/>
                  </a:lnTo>
                  <a:lnTo>
                    <a:pt x="63174" y="1759911"/>
                  </a:lnTo>
                  <a:lnTo>
                    <a:pt x="63174" y="1757260"/>
                  </a:lnTo>
                  <a:lnTo>
                    <a:pt x="63174" y="1754610"/>
                  </a:lnTo>
                  <a:lnTo>
                    <a:pt x="63174" y="1751959"/>
                  </a:lnTo>
                  <a:lnTo>
                    <a:pt x="63174" y="1749309"/>
                  </a:lnTo>
                  <a:lnTo>
                    <a:pt x="63174" y="1746658"/>
                  </a:lnTo>
                  <a:lnTo>
                    <a:pt x="63174" y="1744008"/>
                  </a:lnTo>
                  <a:lnTo>
                    <a:pt x="63174" y="1741357"/>
                  </a:lnTo>
                  <a:lnTo>
                    <a:pt x="63174" y="1738707"/>
                  </a:lnTo>
                  <a:lnTo>
                    <a:pt x="63174" y="1736056"/>
                  </a:lnTo>
                  <a:lnTo>
                    <a:pt x="63174" y="1733406"/>
                  </a:lnTo>
                  <a:lnTo>
                    <a:pt x="63174" y="1730755"/>
                  </a:lnTo>
                  <a:lnTo>
                    <a:pt x="63174" y="1728105"/>
                  </a:lnTo>
                  <a:lnTo>
                    <a:pt x="63174" y="1725455"/>
                  </a:lnTo>
                  <a:lnTo>
                    <a:pt x="63174" y="1722804"/>
                  </a:lnTo>
                  <a:lnTo>
                    <a:pt x="63174" y="1720154"/>
                  </a:lnTo>
                  <a:lnTo>
                    <a:pt x="63174" y="1717503"/>
                  </a:lnTo>
                  <a:lnTo>
                    <a:pt x="63174" y="1714853"/>
                  </a:lnTo>
                  <a:lnTo>
                    <a:pt x="63174" y="1712202"/>
                  </a:lnTo>
                  <a:lnTo>
                    <a:pt x="63174" y="1709552"/>
                  </a:lnTo>
                  <a:lnTo>
                    <a:pt x="63174" y="1706901"/>
                  </a:lnTo>
                  <a:lnTo>
                    <a:pt x="63174" y="1704251"/>
                  </a:lnTo>
                  <a:lnTo>
                    <a:pt x="63174" y="1701600"/>
                  </a:lnTo>
                  <a:lnTo>
                    <a:pt x="63174" y="1698950"/>
                  </a:lnTo>
                  <a:lnTo>
                    <a:pt x="63174" y="1696299"/>
                  </a:lnTo>
                  <a:lnTo>
                    <a:pt x="63174" y="1693649"/>
                  </a:lnTo>
                  <a:lnTo>
                    <a:pt x="63174" y="1690998"/>
                  </a:lnTo>
                  <a:lnTo>
                    <a:pt x="63174" y="1688348"/>
                  </a:lnTo>
                  <a:lnTo>
                    <a:pt x="63174" y="1685697"/>
                  </a:lnTo>
                  <a:lnTo>
                    <a:pt x="63174" y="1683047"/>
                  </a:lnTo>
                  <a:lnTo>
                    <a:pt x="63174" y="1680397"/>
                  </a:lnTo>
                  <a:lnTo>
                    <a:pt x="63174" y="1677746"/>
                  </a:lnTo>
                  <a:lnTo>
                    <a:pt x="63174" y="1675096"/>
                  </a:lnTo>
                  <a:lnTo>
                    <a:pt x="63174" y="1672445"/>
                  </a:lnTo>
                  <a:lnTo>
                    <a:pt x="63174" y="1669795"/>
                  </a:lnTo>
                  <a:lnTo>
                    <a:pt x="63174" y="1667144"/>
                  </a:lnTo>
                  <a:lnTo>
                    <a:pt x="63174" y="1664494"/>
                  </a:lnTo>
                  <a:lnTo>
                    <a:pt x="63174" y="1661843"/>
                  </a:lnTo>
                  <a:lnTo>
                    <a:pt x="63174" y="1659193"/>
                  </a:lnTo>
                  <a:lnTo>
                    <a:pt x="63174" y="1656542"/>
                  </a:lnTo>
                  <a:lnTo>
                    <a:pt x="63174" y="1653892"/>
                  </a:lnTo>
                  <a:lnTo>
                    <a:pt x="63174" y="1651241"/>
                  </a:lnTo>
                  <a:lnTo>
                    <a:pt x="63174" y="1648591"/>
                  </a:lnTo>
                  <a:lnTo>
                    <a:pt x="63174" y="1645940"/>
                  </a:lnTo>
                  <a:lnTo>
                    <a:pt x="63174" y="1643290"/>
                  </a:lnTo>
                  <a:lnTo>
                    <a:pt x="63174" y="1640640"/>
                  </a:lnTo>
                  <a:lnTo>
                    <a:pt x="63174" y="1637989"/>
                  </a:lnTo>
                  <a:lnTo>
                    <a:pt x="63174" y="1635339"/>
                  </a:lnTo>
                  <a:lnTo>
                    <a:pt x="63174" y="1632688"/>
                  </a:lnTo>
                  <a:lnTo>
                    <a:pt x="63174" y="1630038"/>
                  </a:lnTo>
                  <a:lnTo>
                    <a:pt x="63174" y="1627387"/>
                  </a:lnTo>
                  <a:lnTo>
                    <a:pt x="63174" y="1624737"/>
                  </a:lnTo>
                  <a:lnTo>
                    <a:pt x="63174" y="1622086"/>
                  </a:lnTo>
                  <a:lnTo>
                    <a:pt x="63174" y="1619436"/>
                  </a:lnTo>
                  <a:lnTo>
                    <a:pt x="63174" y="1616785"/>
                  </a:lnTo>
                  <a:lnTo>
                    <a:pt x="63174" y="1614135"/>
                  </a:lnTo>
                  <a:lnTo>
                    <a:pt x="63174" y="1611484"/>
                  </a:lnTo>
                  <a:lnTo>
                    <a:pt x="63174" y="1608834"/>
                  </a:lnTo>
                  <a:lnTo>
                    <a:pt x="63174" y="1606183"/>
                  </a:lnTo>
                  <a:lnTo>
                    <a:pt x="63174" y="1603533"/>
                  </a:lnTo>
                  <a:lnTo>
                    <a:pt x="63174" y="1600882"/>
                  </a:lnTo>
                  <a:lnTo>
                    <a:pt x="63174" y="1598232"/>
                  </a:lnTo>
                  <a:lnTo>
                    <a:pt x="63174" y="1595582"/>
                  </a:lnTo>
                  <a:lnTo>
                    <a:pt x="63174" y="1592931"/>
                  </a:lnTo>
                  <a:lnTo>
                    <a:pt x="63174" y="1590281"/>
                  </a:lnTo>
                  <a:lnTo>
                    <a:pt x="63174" y="1587630"/>
                  </a:lnTo>
                  <a:lnTo>
                    <a:pt x="63174" y="1584980"/>
                  </a:lnTo>
                  <a:lnTo>
                    <a:pt x="63174" y="1582329"/>
                  </a:lnTo>
                  <a:lnTo>
                    <a:pt x="63174" y="1579679"/>
                  </a:lnTo>
                  <a:lnTo>
                    <a:pt x="63174" y="1577028"/>
                  </a:lnTo>
                  <a:lnTo>
                    <a:pt x="63174" y="1574378"/>
                  </a:lnTo>
                  <a:lnTo>
                    <a:pt x="63174" y="1571727"/>
                  </a:lnTo>
                  <a:lnTo>
                    <a:pt x="63174" y="1569077"/>
                  </a:lnTo>
                  <a:lnTo>
                    <a:pt x="63174" y="1566426"/>
                  </a:lnTo>
                  <a:lnTo>
                    <a:pt x="63174" y="1563776"/>
                  </a:lnTo>
                  <a:lnTo>
                    <a:pt x="63174" y="1561125"/>
                  </a:lnTo>
                  <a:lnTo>
                    <a:pt x="63174" y="1558475"/>
                  </a:lnTo>
                  <a:lnTo>
                    <a:pt x="63174" y="1555825"/>
                  </a:lnTo>
                  <a:lnTo>
                    <a:pt x="63174" y="1553174"/>
                  </a:lnTo>
                  <a:lnTo>
                    <a:pt x="63174" y="1550524"/>
                  </a:lnTo>
                  <a:lnTo>
                    <a:pt x="63174" y="1547873"/>
                  </a:lnTo>
                  <a:lnTo>
                    <a:pt x="63174" y="1545223"/>
                  </a:lnTo>
                  <a:lnTo>
                    <a:pt x="63174" y="1542572"/>
                  </a:lnTo>
                  <a:lnTo>
                    <a:pt x="63174" y="1539922"/>
                  </a:lnTo>
                  <a:lnTo>
                    <a:pt x="63174" y="1537271"/>
                  </a:lnTo>
                  <a:lnTo>
                    <a:pt x="63174" y="1534621"/>
                  </a:lnTo>
                  <a:lnTo>
                    <a:pt x="63174" y="1531970"/>
                  </a:lnTo>
                  <a:lnTo>
                    <a:pt x="63174" y="1529320"/>
                  </a:lnTo>
                  <a:lnTo>
                    <a:pt x="63174" y="1526669"/>
                  </a:lnTo>
                  <a:lnTo>
                    <a:pt x="63174" y="1524019"/>
                  </a:lnTo>
                  <a:lnTo>
                    <a:pt x="63174" y="1521368"/>
                  </a:lnTo>
                  <a:lnTo>
                    <a:pt x="63174" y="1518718"/>
                  </a:lnTo>
                  <a:lnTo>
                    <a:pt x="63174" y="1516067"/>
                  </a:lnTo>
                  <a:lnTo>
                    <a:pt x="63174" y="1513417"/>
                  </a:lnTo>
                  <a:lnTo>
                    <a:pt x="63174" y="1510767"/>
                  </a:lnTo>
                  <a:lnTo>
                    <a:pt x="63174" y="1508116"/>
                  </a:lnTo>
                  <a:lnTo>
                    <a:pt x="63174" y="1505466"/>
                  </a:lnTo>
                  <a:lnTo>
                    <a:pt x="63174" y="1502815"/>
                  </a:lnTo>
                  <a:lnTo>
                    <a:pt x="63174" y="1500165"/>
                  </a:lnTo>
                  <a:lnTo>
                    <a:pt x="63174" y="1497514"/>
                  </a:lnTo>
                  <a:lnTo>
                    <a:pt x="63174" y="1494864"/>
                  </a:lnTo>
                  <a:lnTo>
                    <a:pt x="63174" y="1492213"/>
                  </a:lnTo>
                  <a:lnTo>
                    <a:pt x="63174" y="1489563"/>
                  </a:lnTo>
                  <a:lnTo>
                    <a:pt x="63174" y="1486912"/>
                  </a:lnTo>
                  <a:lnTo>
                    <a:pt x="63174" y="1484262"/>
                  </a:lnTo>
                  <a:lnTo>
                    <a:pt x="63174" y="1481611"/>
                  </a:lnTo>
                  <a:lnTo>
                    <a:pt x="126348" y="1481611"/>
                  </a:lnTo>
                  <a:lnTo>
                    <a:pt x="126348" y="1478961"/>
                  </a:lnTo>
                  <a:lnTo>
                    <a:pt x="126348" y="1476310"/>
                  </a:lnTo>
                  <a:lnTo>
                    <a:pt x="126348" y="1473660"/>
                  </a:lnTo>
                  <a:lnTo>
                    <a:pt x="126348" y="1471010"/>
                  </a:lnTo>
                  <a:lnTo>
                    <a:pt x="126348" y="1468359"/>
                  </a:lnTo>
                  <a:lnTo>
                    <a:pt x="126348" y="1465709"/>
                  </a:lnTo>
                  <a:lnTo>
                    <a:pt x="126348" y="1463058"/>
                  </a:lnTo>
                  <a:lnTo>
                    <a:pt x="126348" y="1460408"/>
                  </a:lnTo>
                  <a:lnTo>
                    <a:pt x="126348" y="1457757"/>
                  </a:lnTo>
                  <a:lnTo>
                    <a:pt x="126348" y="1455107"/>
                  </a:lnTo>
                  <a:lnTo>
                    <a:pt x="126348" y="1452456"/>
                  </a:lnTo>
                  <a:lnTo>
                    <a:pt x="126348" y="1449806"/>
                  </a:lnTo>
                  <a:lnTo>
                    <a:pt x="126348" y="1447155"/>
                  </a:lnTo>
                  <a:lnTo>
                    <a:pt x="126348" y="1444505"/>
                  </a:lnTo>
                  <a:lnTo>
                    <a:pt x="126348" y="1441854"/>
                  </a:lnTo>
                  <a:lnTo>
                    <a:pt x="126348" y="1439204"/>
                  </a:lnTo>
                  <a:lnTo>
                    <a:pt x="126348" y="1436553"/>
                  </a:lnTo>
                  <a:lnTo>
                    <a:pt x="126348" y="1433903"/>
                  </a:lnTo>
                  <a:lnTo>
                    <a:pt x="126348" y="1431252"/>
                  </a:lnTo>
                  <a:lnTo>
                    <a:pt x="126348" y="1428602"/>
                  </a:lnTo>
                  <a:lnTo>
                    <a:pt x="126348" y="1425952"/>
                  </a:lnTo>
                  <a:lnTo>
                    <a:pt x="126348" y="1423301"/>
                  </a:lnTo>
                  <a:lnTo>
                    <a:pt x="126348" y="1420651"/>
                  </a:lnTo>
                  <a:lnTo>
                    <a:pt x="126348" y="1418000"/>
                  </a:lnTo>
                  <a:lnTo>
                    <a:pt x="126348" y="1415350"/>
                  </a:lnTo>
                  <a:lnTo>
                    <a:pt x="126348" y="1412699"/>
                  </a:lnTo>
                  <a:lnTo>
                    <a:pt x="126348" y="1410049"/>
                  </a:lnTo>
                  <a:lnTo>
                    <a:pt x="126348" y="1407398"/>
                  </a:lnTo>
                  <a:lnTo>
                    <a:pt x="126348" y="1404748"/>
                  </a:lnTo>
                  <a:lnTo>
                    <a:pt x="126348" y="1402097"/>
                  </a:lnTo>
                  <a:lnTo>
                    <a:pt x="126348" y="1399447"/>
                  </a:lnTo>
                  <a:lnTo>
                    <a:pt x="126348" y="1396796"/>
                  </a:lnTo>
                  <a:lnTo>
                    <a:pt x="126348" y="1394146"/>
                  </a:lnTo>
                  <a:lnTo>
                    <a:pt x="126348" y="1391495"/>
                  </a:lnTo>
                  <a:lnTo>
                    <a:pt x="126348" y="1388845"/>
                  </a:lnTo>
                  <a:lnTo>
                    <a:pt x="126348" y="1386195"/>
                  </a:lnTo>
                  <a:lnTo>
                    <a:pt x="126348" y="1383544"/>
                  </a:lnTo>
                  <a:lnTo>
                    <a:pt x="126348" y="1380894"/>
                  </a:lnTo>
                  <a:lnTo>
                    <a:pt x="126348" y="1378243"/>
                  </a:lnTo>
                  <a:lnTo>
                    <a:pt x="126348" y="1375593"/>
                  </a:lnTo>
                  <a:lnTo>
                    <a:pt x="126348" y="1372942"/>
                  </a:lnTo>
                  <a:lnTo>
                    <a:pt x="126348" y="1370292"/>
                  </a:lnTo>
                  <a:lnTo>
                    <a:pt x="126348" y="1367641"/>
                  </a:lnTo>
                  <a:lnTo>
                    <a:pt x="126348" y="1364991"/>
                  </a:lnTo>
                  <a:lnTo>
                    <a:pt x="126348" y="1362340"/>
                  </a:lnTo>
                  <a:lnTo>
                    <a:pt x="126348" y="1359690"/>
                  </a:lnTo>
                  <a:lnTo>
                    <a:pt x="126348" y="1357039"/>
                  </a:lnTo>
                  <a:lnTo>
                    <a:pt x="126348" y="1354389"/>
                  </a:lnTo>
                  <a:lnTo>
                    <a:pt x="126348" y="1351738"/>
                  </a:lnTo>
                  <a:lnTo>
                    <a:pt x="126348" y="1349088"/>
                  </a:lnTo>
                  <a:lnTo>
                    <a:pt x="126348" y="1346438"/>
                  </a:lnTo>
                  <a:lnTo>
                    <a:pt x="126348" y="1343787"/>
                  </a:lnTo>
                  <a:lnTo>
                    <a:pt x="126348" y="1341137"/>
                  </a:lnTo>
                  <a:lnTo>
                    <a:pt x="126348" y="1338486"/>
                  </a:lnTo>
                  <a:lnTo>
                    <a:pt x="126348" y="1335836"/>
                  </a:lnTo>
                  <a:lnTo>
                    <a:pt x="126348" y="1333185"/>
                  </a:lnTo>
                  <a:lnTo>
                    <a:pt x="126348" y="1330535"/>
                  </a:lnTo>
                  <a:lnTo>
                    <a:pt x="126348" y="1327884"/>
                  </a:lnTo>
                  <a:lnTo>
                    <a:pt x="126348" y="1325234"/>
                  </a:lnTo>
                  <a:lnTo>
                    <a:pt x="126348" y="1322583"/>
                  </a:lnTo>
                  <a:lnTo>
                    <a:pt x="126348" y="1319933"/>
                  </a:lnTo>
                  <a:lnTo>
                    <a:pt x="126348" y="1317282"/>
                  </a:lnTo>
                  <a:lnTo>
                    <a:pt x="126348" y="1314632"/>
                  </a:lnTo>
                  <a:lnTo>
                    <a:pt x="126348" y="1311981"/>
                  </a:lnTo>
                  <a:lnTo>
                    <a:pt x="126348" y="1309331"/>
                  </a:lnTo>
                  <a:lnTo>
                    <a:pt x="126348" y="1306680"/>
                  </a:lnTo>
                  <a:lnTo>
                    <a:pt x="126348" y="1304030"/>
                  </a:lnTo>
                  <a:lnTo>
                    <a:pt x="126348" y="1301380"/>
                  </a:lnTo>
                  <a:lnTo>
                    <a:pt x="126348" y="1298729"/>
                  </a:lnTo>
                  <a:lnTo>
                    <a:pt x="126348" y="1296079"/>
                  </a:lnTo>
                  <a:lnTo>
                    <a:pt x="126348" y="1293428"/>
                  </a:lnTo>
                  <a:lnTo>
                    <a:pt x="126348" y="1290778"/>
                  </a:lnTo>
                  <a:lnTo>
                    <a:pt x="126348" y="1288127"/>
                  </a:lnTo>
                  <a:lnTo>
                    <a:pt x="126348" y="1285477"/>
                  </a:lnTo>
                  <a:lnTo>
                    <a:pt x="126348" y="1282826"/>
                  </a:lnTo>
                  <a:lnTo>
                    <a:pt x="126348" y="1280176"/>
                  </a:lnTo>
                  <a:lnTo>
                    <a:pt x="126348" y="1277525"/>
                  </a:lnTo>
                  <a:lnTo>
                    <a:pt x="126348" y="1274875"/>
                  </a:lnTo>
                  <a:lnTo>
                    <a:pt x="126348" y="1272224"/>
                  </a:lnTo>
                  <a:lnTo>
                    <a:pt x="126348" y="1269574"/>
                  </a:lnTo>
                  <a:lnTo>
                    <a:pt x="126348" y="1266923"/>
                  </a:lnTo>
                  <a:lnTo>
                    <a:pt x="126348" y="1264273"/>
                  </a:lnTo>
                  <a:lnTo>
                    <a:pt x="126348" y="1261623"/>
                  </a:lnTo>
                  <a:lnTo>
                    <a:pt x="126348" y="1258972"/>
                  </a:lnTo>
                  <a:lnTo>
                    <a:pt x="126348" y="1256322"/>
                  </a:lnTo>
                  <a:lnTo>
                    <a:pt x="126348" y="1253671"/>
                  </a:lnTo>
                  <a:lnTo>
                    <a:pt x="126348" y="1251021"/>
                  </a:lnTo>
                  <a:lnTo>
                    <a:pt x="126348" y="1248370"/>
                  </a:lnTo>
                  <a:lnTo>
                    <a:pt x="126348" y="1245720"/>
                  </a:lnTo>
                  <a:lnTo>
                    <a:pt x="126348" y="1243069"/>
                  </a:lnTo>
                  <a:lnTo>
                    <a:pt x="126348" y="1240419"/>
                  </a:lnTo>
                  <a:lnTo>
                    <a:pt x="126348" y="1237768"/>
                  </a:lnTo>
                  <a:lnTo>
                    <a:pt x="126348" y="1235118"/>
                  </a:lnTo>
                  <a:lnTo>
                    <a:pt x="126348" y="1232467"/>
                  </a:lnTo>
                  <a:lnTo>
                    <a:pt x="126348" y="1229817"/>
                  </a:lnTo>
                  <a:lnTo>
                    <a:pt x="126348" y="1227166"/>
                  </a:lnTo>
                  <a:lnTo>
                    <a:pt x="126348" y="1224516"/>
                  </a:lnTo>
                  <a:lnTo>
                    <a:pt x="126348" y="1221865"/>
                  </a:lnTo>
                  <a:lnTo>
                    <a:pt x="126348" y="1219215"/>
                  </a:lnTo>
                  <a:lnTo>
                    <a:pt x="126348" y="1216565"/>
                  </a:lnTo>
                  <a:lnTo>
                    <a:pt x="126348" y="1213914"/>
                  </a:lnTo>
                  <a:lnTo>
                    <a:pt x="126348" y="1211264"/>
                  </a:lnTo>
                  <a:lnTo>
                    <a:pt x="126348" y="1208613"/>
                  </a:lnTo>
                  <a:lnTo>
                    <a:pt x="126348" y="1205963"/>
                  </a:lnTo>
                  <a:lnTo>
                    <a:pt x="126348" y="1203312"/>
                  </a:lnTo>
                  <a:lnTo>
                    <a:pt x="126348" y="1200662"/>
                  </a:lnTo>
                  <a:lnTo>
                    <a:pt x="126348" y="1198011"/>
                  </a:lnTo>
                  <a:lnTo>
                    <a:pt x="126348" y="1195361"/>
                  </a:lnTo>
                  <a:lnTo>
                    <a:pt x="126348" y="1192710"/>
                  </a:lnTo>
                  <a:lnTo>
                    <a:pt x="126348" y="1190060"/>
                  </a:lnTo>
                  <a:lnTo>
                    <a:pt x="126348" y="1187409"/>
                  </a:lnTo>
                  <a:lnTo>
                    <a:pt x="126348" y="1184759"/>
                  </a:lnTo>
                  <a:lnTo>
                    <a:pt x="126348" y="1182108"/>
                  </a:lnTo>
                  <a:lnTo>
                    <a:pt x="126348" y="1179458"/>
                  </a:lnTo>
                  <a:lnTo>
                    <a:pt x="126348" y="1176808"/>
                  </a:lnTo>
                  <a:lnTo>
                    <a:pt x="126348" y="1174157"/>
                  </a:lnTo>
                  <a:lnTo>
                    <a:pt x="126348" y="1171507"/>
                  </a:lnTo>
                  <a:lnTo>
                    <a:pt x="126348" y="1168856"/>
                  </a:lnTo>
                  <a:lnTo>
                    <a:pt x="126348" y="1166206"/>
                  </a:lnTo>
                  <a:lnTo>
                    <a:pt x="126348" y="1163555"/>
                  </a:lnTo>
                  <a:lnTo>
                    <a:pt x="126348" y="1160905"/>
                  </a:lnTo>
                  <a:lnTo>
                    <a:pt x="126348" y="1158254"/>
                  </a:lnTo>
                  <a:lnTo>
                    <a:pt x="126348" y="1155604"/>
                  </a:lnTo>
                  <a:lnTo>
                    <a:pt x="126348" y="1152953"/>
                  </a:lnTo>
                  <a:lnTo>
                    <a:pt x="126348" y="1150303"/>
                  </a:lnTo>
                  <a:lnTo>
                    <a:pt x="126348" y="1147652"/>
                  </a:lnTo>
                  <a:lnTo>
                    <a:pt x="126348" y="1145002"/>
                  </a:lnTo>
                  <a:lnTo>
                    <a:pt x="126348" y="1142351"/>
                  </a:lnTo>
                  <a:lnTo>
                    <a:pt x="126348" y="1139701"/>
                  </a:lnTo>
                  <a:lnTo>
                    <a:pt x="126348" y="1137050"/>
                  </a:lnTo>
                  <a:lnTo>
                    <a:pt x="126348" y="1134400"/>
                  </a:lnTo>
                  <a:lnTo>
                    <a:pt x="126348" y="1131750"/>
                  </a:lnTo>
                  <a:lnTo>
                    <a:pt x="126348" y="1129099"/>
                  </a:lnTo>
                  <a:lnTo>
                    <a:pt x="126348" y="1126449"/>
                  </a:lnTo>
                  <a:lnTo>
                    <a:pt x="126348" y="1123798"/>
                  </a:lnTo>
                  <a:lnTo>
                    <a:pt x="126348" y="1121148"/>
                  </a:lnTo>
                  <a:lnTo>
                    <a:pt x="126348" y="1118497"/>
                  </a:lnTo>
                  <a:lnTo>
                    <a:pt x="126348" y="1115847"/>
                  </a:lnTo>
                  <a:lnTo>
                    <a:pt x="126348" y="1113196"/>
                  </a:lnTo>
                  <a:lnTo>
                    <a:pt x="126348" y="1110546"/>
                  </a:lnTo>
                  <a:lnTo>
                    <a:pt x="126348" y="1107895"/>
                  </a:lnTo>
                  <a:lnTo>
                    <a:pt x="126348" y="1105245"/>
                  </a:lnTo>
                  <a:lnTo>
                    <a:pt x="126348" y="1102594"/>
                  </a:lnTo>
                  <a:lnTo>
                    <a:pt x="126348" y="1099944"/>
                  </a:lnTo>
                  <a:lnTo>
                    <a:pt x="126348" y="1097293"/>
                  </a:lnTo>
                  <a:lnTo>
                    <a:pt x="126348" y="1094643"/>
                  </a:lnTo>
                  <a:lnTo>
                    <a:pt x="126348" y="1091993"/>
                  </a:lnTo>
                  <a:lnTo>
                    <a:pt x="126348" y="1089342"/>
                  </a:lnTo>
                  <a:lnTo>
                    <a:pt x="126348" y="1086692"/>
                  </a:lnTo>
                  <a:lnTo>
                    <a:pt x="126348" y="1084041"/>
                  </a:lnTo>
                  <a:lnTo>
                    <a:pt x="126348" y="1081391"/>
                  </a:lnTo>
                  <a:lnTo>
                    <a:pt x="126348" y="1078740"/>
                  </a:lnTo>
                  <a:lnTo>
                    <a:pt x="126348" y="1076090"/>
                  </a:lnTo>
                  <a:lnTo>
                    <a:pt x="126348" y="1073439"/>
                  </a:lnTo>
                  <a:lnTo>
                    <a:pt x="126348" y="1070789"/>
                  </a:lnTo>
                  <a:lnTo>
                    <a:pt x="126348" y="1068138"/>
                  </a:lnTo>
                  <a:lnTo>
                    <a:pt x="126348" y="1065488"/>
                  </a:lnTo>
                  <a:lnTo>
                    <a:pt x="126348" y="1062837"/>
                  </a:lnTo>
                  <a:lnTo>
                    <a:pt x="126348" y="1060187"/>
                  </a:lnTo>
                  <a:lnTo>
                    <a:pt x="126348" y="1057536"/>
                  </a:lnTo>
                  <a:lnTo>
                    <a:pt x="126348" y="1054886"/>
                  </a:lnTo>
                  <a:lnTo>
                    <a:pt x="126348" y="1052235"/>
                  </a:lnTo>
                  <a:lnTo>
                    <a:pt x="126348" y="1049585"/>
                  </a:lnTo>
                  <a:lnTo>
                    <a:pt x="126348" y="1046935"/>
                  </a:lnTo>
                  <a:lnTo>
                    <a:pt x="126348" y="1044284"/>
                  </a:lnTo>
                  <a:lnTo>
                    <a:pt x="126348" y="1041634"/>
                  </a:lnTo>
                  <a:lnTo>
                    <a:pt x="126348" y="1038983"/>
                  </a:lnTo>
                  <a:lnTo>
                    <a:pt x="126348" y="1036333"/>
                  </a:lnTo>
                  <a:lnTo>
                    <a:pt x="126348" y="1033682"/>
                  </a:lnTo>
                  <a:lnTo>
                    <a:pt x="126348" y="1031032"/>
                  </a:lnTo>
                  <a:lnTo>
                    <a:pt x="126348" y="1028381"/>
                  </a:lnTo>
                  <a:lnTo>
                    <a:pt x="126348" y="1025731"/>
                  </a:lnTo>
                  <a:lnTo>
                    <a:pt x="126348" y="1023080"/>
                  </a:lnTo>
                  <a:lnTo>
                    <a:pt x="126348" y="1020430"/>
                  </a:lnTo>
                  <a:lnTo>
                    <a:pt x="126348" y="1017779"/>
                  </a:lnTo>
                  <a:lnTo>
                    <a:pt x="126348" y="1015129"/>
                  </a:lnTo>
                  <a:lnTo>
                    <a:pt x="126348" y="1012478"/>
                  </a:lnTo>
                  <a:lnTo>
                    <a:pt x="126348" y="1009828"/>
                  </a:lnTo>
                  <a:lnTo>
                    <a:pt x="126348" y="1007178"/>
                  </a:lnTo>
                  <a:lnTo>
                    <a:pt x="126348" y="1004527"/>
                  </a:lnTo>
                  <a:lnTo>
                    <a:pt x="126348" y="1001877"/>
                  </a:lnTo>
                  <a:lnTo>
                    <a:pt x="126348" y="999226"/>
                  </a:lnTo>
                  <a:lnTo>
                    <a:pt x="189523" y="999226"/>
                  </a:lnTo>
                  <a:lnTo>
                    <a:pt x="189523" y="996576"/>
                  </a:lnTo>
                  <a:lnTo>
                    <a:pt x="189523" y="993925"/>
                  </a:lnTo>
                  <a:lnTo>
                    <a:pt x="189523" y="991275"/>
                  </a:lnTo>
                  <a:lnTo>
                    <a:pt x="189523" y="988624"/>
                  </a:lnTo>
                  <a:lnTo>
                    <a:pt x="189523" y="985974"/>
                  </a:lnTo>
                  <a:lnTo>
                    <a:pt x="189523" y="983323"/>
                  </a:lnTo>
                  <a:lnTo>
                    <a:pt x="189523" y="980673"/>
                  </a:lnTo>
                  <a:lnTo>
                    <a:pt x="189523" y="978022"/>
                  </a:lnTo>
                  <a:lnTo>
                    <a:pt x="189523" y="975372"/>
                  </a:lnTo>
                  <a:lnTo>
                    <a:pt x="189523" y="972721"/>
                  </a:lnTo>
                  <a:lnTo>
                    <a:pt x="189523" y="970071"/>
                  </a:lnTo>
                  <a:lnTo>
                    <a:pt x="189523" y="967421"/>
                  </a:lnTo>
                  <a:lnTo>
                    <a:pt x="189523" y="964770"/>
                  </a:lnTo>
                  <a:lnTo>
                    <a:pt x="189523" y="962120"/>
                  </a:lnTo>
                  <a:lnTo>
                    <a:pt x="189523" y="959469"/>
                  </a:lnTo>
                  <a:lnTo>
                    <a:pt x="189523" y="956819"/>
                  </a:lnTo>
                  <a:lnTo>
                    <a:pt x="189523" y="954168"/>
                  </a:lnTo>
                  <a:lnTo>
                    <a:pt x="189523" y="951518"/>
                  </a:lnTo>
                  <a:lnTo>
                    <a:pt x="189523" y="948867"/>
                  </a:lnTo>
                  <a:lnTo>
                    <a:pt x="189523" y="946217"/>
                  </a:lnTo>
                  <a:lnTo>
                    <a:pt x="189523" y="943566"/>
                  </a:lnTo>
                  <a:lnTo>
                    <a:pt x="189523" y="940916"/>
                  </a:lnTo>
                  <a:lnTo>
                    <a:pt x="189523" y="938265"/>
                  </a:lnTo>
                  <a:lnTo>
                    <a:pt x="189523" y="935615"/>
                  </a:lnTo>
                  <a:lnTo>
                    <a:pt x="189523" y="932964"/>
                  </a:lnTo>
                  <a:lnTo>
                    <a:pt x="189523" y="930314"/>
                  </a:lnTo>
                  <a:lnTo>
                    <a:pt x="189523" y="927663"/>
                  </a:lnTo>
                  <a:lnTo>
                    <a:pt x="189523" y="925013"/>
                  </a:lnTo>
                  <a:lnTo>
                    <a:pt x="189523" y="922363"/>
                  </a:lnTo>
                  <a:lnTo>
                    <a:pt x="189523" y="919712"/>
                  </a:lnTo>
                  <a:lnTo>
                    <a:pt x="189523" y="917062"/>
                  </a:lnTo>
                  <a:lnTo>
                    <a:pt x="189523" y="914411"/>
                  </a:lnTo>
                  <a:lnTo>
                    <a:pt x="189523" y="911761"/>
                  </a:lnTo>
                  <a:lnTo>
                    <a:pt x="189523" y="909110"/>
                  </a:lnTo>
                  <a:lnTo>
                    <a:pt x="189523" y="906460"/>
                  </a:lnTo>
                  <a:lnTo>
                    <a:pt x="189523" y="903809"/>
                  </a:lnTo>
                  <a:lnTo>
                    <a:pt x="189523" y="901159"/>
                  </a:lnTo>
                  <a:lnTo>
                    <a:pt x="189523" y="898508"/>
                  </a:lnTo>
                  <a:lnTo>
                    <a:pt x="189523" y="895858"/>
                  </a:lnTo>
                  <a:lnTo>
                    <a:pt x="252697" y="895858"/>
                  </a:lnTo>
                  <a:lnTo>
                    <a:pt x="252697" y="893207"/>
                  </a:lnTo>
                  <a:lnTo>
                    <a:pt x="252697" y="890557"/>
                  </a:lnTo>
                  <a:lnTo>
                    <a:pt x="252697" y="887906"/>
                  </a:lnTo>
                  <a:lnTo>
                    <a:pt x="252697" y="885256"/>
                  </a:lnTo>
                  <a:lnTo>
                    <a:pt x="252697" y="882606"/>
                  </a:lnTo>
                  <a:lnTo>
                    <a:pt x="315871" y="882606"/>
                  </a:lnTo>
                  <a:lnTo>
                    <a:pt x="315871" y="879955"/>
                  </a:lnTo>
                  <a:lnTo>
                    <a:pt x="315871" y="877305"/>
                  </a:lnTo>
                  <a:lnTo>
                    <a:pt x="315871" y="874654"/>
                  </a:lnTo>
                  <a:lnTo>
                    <a:pt x="315871" y="872004"/>
                  </a:lnTo>
                  <a:lnTo>
                    <a:pt x="379046" y="872004"/>
                  </a:lnTo>
                  <a:lnTo>
                    <a:pt x="379046" y="869353"/>
                  </a:lnTo>
                  <a:lnTo>
                    <a:pt x="379046" y="866703"/>
                  </a:lnTo>
                  <a:lnTo>
                    <a:pt x="379046" y="864052"/>
                  </a:lnTo>
                  <a:lnTo>
                    <a:pt x="379046" y="861402"/>
                  </a:lnTo>
                  <a:lnTo>
                    <a:pt x="379046" y="858751"/>
                  </a:lnTo>
                  <a:lnTo>
                    <a:pt x="379046" y="856101"/>
                  </a:lnTo>
                  <a:lnTo>
                    <a:pt x="379046" y="853450"/>
                  </a:lnTo>
                  <a:lnTo>
                    <a:pt x="379046" y="850800"/>
                  </a:lnTo>
                  <a:lnTo>
                    <a:pt x="379046" y="848149"/>
                  </a:lnTo>
                  <a:lnTo>
                    <a:pt x="379046" y="845499"/>
                  </a:lnTo>
                  <a:lnTo>
                    <a:pt x="379046" y="842848"/>
                  </a:lnTo>
                  <a:lnTo>
                    <a:pt x="379046" y="840198"/>
                  </a:lnTo>
                  <a:lnTo>
                    <a:pt x="379046" y="837548"/>
                  </a:lnTo>
                  <a:lnTo>
                    <a:pt x="379046" y="834897"/>
                  </a:lnTo>
                  <a:lnTo>
                    <a:pt x="379046" y="832247"/>
                  </a:lnTo>
                  <a:lnTo>
                    <a:pt x="379046" y="829596"/>
                  </a:lnTo>
                  <a:lnTo>
                    <a:pt x="379046" y="826946"/>
                  </a:lnTo>
                  <a:lnTo>
                    <a:pt x="379046" y="824295"/>
                  </a:lnTo>
                  <a:lnTo>
                    <a:pt x="379046" y="821645"/>
                  </a:lnTo>
                  <a:lnTo>
                    <a:pt x="379046" y="818994"/>
                  </a:lnTo>
                  <a:lnTo>
                    <a:pt x="442220" y="818994"/>
                  </a:lnTo>
                  <a:lnTo>
                    <a:pt x="442220" y="816344"/>
                  </a:lnTo>
                  <a:lnTo>
                    <a:pt x="442220" y="813693"/>
                  </a:lnTo>
                  <a:lnTo>
                    <a:pt x="442220" y="811043"/>
                  </a:lnTo>
                  <a:lnTo>
                    <a:pt x="442220" y="808392"/>
                  </a:lnTo>
                  <a:lnTo>
                    <a:pt x="442220" y="805742"/>
                  </a:lnTo>
                  <a:lnTo>
                    <a:pt x="442220" y="803091"/>
                  </a:lnTo>
                  <a:lnTo>
                    <a:pt x="442220" y="800441"/>
                  </a:lnTo>
                  <a:lnTo>
                    <a:pt x="442220" y="797791"/>
                  </a:lnTo>
                  <a:lnTo>
                    <a:pt x="442220" y="795140"/>
                  </a:lnTo>
                  <a:lnTo>
                    <a:pt x="442220" y="792490"/>
                  </a:lnTo>
                  <a:lnTo>
                    <a:pt x="442220" y="789839"/>
                  </a:lnTo>
                  <a:lnTo>
                    <a:pt x="442220" y="787189"/>
                  </a:lnTo>
                  <a:lnTo>
                    <a:pt x="442220" y="784538"/>
                  </a:lnTo>
                  <a:lnTo>
                    <a:pt x="442220" y="781888"/>
                  </a:lnTo>
                  <a:lnTo>
                    <a:pt x="442220" y="779237"/>
                  </a:lnTo>
                  <a:lnTo>
                    <a:pt x="505394" y="779237"/>
                  </a:lnTo>
                  <a:lnTo>
                    <a:pt x="505394" y="776587"/>
                  </a:lnTo>
                  <a:lnTo>
                    <a:pt x="505394" y="773936"/>
                  </a:lnTo>
                  <a:lnTo>
                    <a:pt x="505394" y="771286"/>
                  </a:lnTo>
                  <a:lnTo>
                    <a:pt x="505394" y="768635"/>
                  </a:lnTo>
                  <a:lnTo>
                    <a:pt x="505394" y="765985"/>
                  </a:lnTo>
                  <a:lnTo>
                    <a:pt x="505394" y="763334"/>
                  </a:lnTo>
                  <a:lnTo>
                    <a:pt x="505394" y="760684"/>
                  </a:lnTo>
                  <a:lnTo>
                    <a:pt x="505394" y="758033"/>
                  </a:lnTo>
                  <a:lnTo>
                    <a:pt x="505394" y="755383"/>
                  </a:lnTo>
                  <a:lnTo>
                    <a:pt x="505394" y="752733"/>
                  </a:lnTo>
                  <a:lnTo>
                    <a:pt x="568569" y="752733"/>
                  </a:lnTo>
                  <a:lnTo>
                    <a:pt x="568569" y="750082"/>
                  </a:lnTo>
                  <a:lnTo>
                    <a:pt x="568569" y="747432"/>
                  </a:lnTo>
                  <a:lnTo>
                    <a:pt x="568569" y="744781"/>
                  </a:lnTo>
                  <a:lnTo>
                    <a:pt x="568569" y="742131"/>
                  </a:lnTo>
                  <a:lnTo>
                    <a:pt x="631743" y="742131"/>
                  </a:lnTo>
                  <a:lnTo>
                    <a:pt x="631743" y="739480"/>
                  </a:lnTo>
                  <a:lnTo>
                    <a:pt x="631743" y="736830"/>
                  </a:lnTo>
                  <a:lnTo>
                    <a:pt x="631743" y="734179"/>
                  </a:lnTo>
                  <a:lnTo>
                    <a:pt x="631743" y="731529"/>
                  </a:lnTo>
                  <a:lnTo>
                    <a:pt x="631743" y="728878"/>
                  </a:lnTo>
                  <a:lnTo>
                    <a:pt x="631743" y="726228"/>
                  </a:lnTo>
                  <a:lnTo>
                    <a:pt x="631743" y="723577"/>
                  </a:lnTo>
                  <a:lnTo>
                    <a:pt x="631743" y="720927"/>
                  </a:lnTo>
                  <a:lnTo>
                    <a:pt x="631743" y="718276"/>
                  </a:lnTo>
                  <a:lnTo>
                    <a:pt x="694917" y="718276"/>
                  </a:lnTo>
                  <a:lnTo>
                    <a:pt x="694917" y="715626"/>
                  </a:lnTo>
                  <a:lnTo>
                    <a:pt x="694917" y="712976"/>
                  </a:lnTo>
                  <a:lnTo>
                    <a:pt x="694917" y="710325"/>
                  </a:lnTo>
                  <a:lnTo>
                    <a:pt x="694917" y="707675"/>
                  </a:lnTo>
                  <a:lnTo>
                    <a:pt x="694917" y="705024"/>
                  </a:lnTo>
                  <a:lnTo>
                    <a:pt x="694917" y="702374"/>
                  </a:lnTo>
                  <a:lnTo>
                    <a:pt x="694917" y="699723"/>
                  </a:lnTo>
                  <a:lnTo>
                    <a:pt x="694917" y="697073"/>
                  </a:lnTo>
                  <a:lnTo>
                    <a:pt x="694917" y="694422"/>
                  </a:lnTo>
                  <a:lnTo>
                    <a:pt x="694917" y="691772"/>
                  </a:lnTo>
                  <a:lnTo>
                    <a:pt x="694917" y="689121"/>
                  </a:lnTo>
                  <a:lnTo>
                    <a:pt x="758092" y="689121"/>
                  </a:lnTo>
                  <a:lnTo>
                    <a:pt x="758092" y="686471"/>
                  </a:lnTo>
                  <a:lnTo>
                    <a:pt x="758092" y="683820"/>
                  </a:lnTo>
                  <a:lnTo>
                    <a:pt x="758092" y="681170"/>
                  </a:lnTo>
                  <a:lnTo>
                    <a:pt x="758092" y="678519"/>
                  </a:lnTo>
                  <a:lnTo>
                    <a:pt x="758092" y="675869"/>
                  </a:lnTo>
                  <a:lnTo>
                    <a:pt x="758092" y="673219"/>
                  </a:lnTo>
                  <a:lnTo>
                    <a:pt x="758092" y="670568"/>
                  </a:lnTo>
                  <a:lnTo>
                    <a:pt x="758092" y="667918"/>
                  </a:lnTo>
                  <a:lnTo>
                    <a:pt x="758092" y="665267"/>
                  </a:lnTo>
                  <a:lnTo>
                    <a:pt x="758092" y="662617"/>
                  </a:lnTo>
                  <a:lnTo>
                    <a:pt x="758092" y="659966"/>
                  </a:lnTo>
                  <a:lnTo>
                    <a:pt x="758092" y="657316"/>
                  </a:lnTo>
                  <a:lnTo>
                    <a:pt x="758092" y="654665"/>
                  </a:lnTo>
                  <a:lnTo>
                    <a:pt x="758092" y="652015"/>
                  </a:lnTo>
                  <a:lnTo>
                    <a:pt x="758092" y="649364"/>
                  </a:lnTo>
                  <a:lnTo>
                    <a:pt x="821266" y="649364"/>
                  </a:lnTo>
                  <a:lnTo>
                    <a:pt x="821266" y="646714"/>
                  </a:lnTo>
                  <a:lnTo>
                    <a:pt x="821266" y="644063"/>
                  </a:lnTo>
                  <a:lnTo>
                    <a:pt x="821266" y="641413"/>
                  </a:lnTo>
                  <a:lnTo>
                    <a:pt x="821266" y="638762"/>
                  </a:lnTo>
                  <a:lnTo>
                    <a:pt x="884441" y="638762"/>
                  </a:lnTo>
                  <a:lnTo>
                    <a:pt x="884441" y="636112"/>
                  </a:lnTo>
                  <a:lnTo>
                    <a:pt x="884441" y="633461"/>
                  </a:lnTo>
                  <a:lnTo>
                    <a:pt x="884441" y="630811"/>
                  </a:lnTo>
                  <a:lnTo>
                    <a:pt x="884441" y="628161"/>
                  </a:lnTo>
                  <a:lnTo>
                    <a:pt x="884441" y="625510"/>
                  </a:lnTo>
                  <a:lnTo>
                    <a:pt x="884441" y="622860"/>
                  </a:lnTo>
                  <a:lnTo>
                    <a:pt x="884441" y="620209"/>
                  </a:lnTo>
                  <a:lnTo>
                    <a:pt x="884441" y="617559"/>
                  </a:lnTo>
                  <a:lnTo>
                    <a:pt x="884441" y="614908"/>
                  </a:lnTo>
                  <a:lnTo>
                    <a:pt x="884441" y="612258"/>
                  </a:lnTo>
                  <a:lnTo>
                    <a:pt x="884441" y="609607"/>
                  </a:lnTo>
                  <a:lnTo>
                    <a:pt x="884441" y="606957"/>
                  </a:lnTo>
                  <a:lnTo>
                    <a:pt x="884441" y="604306"/>
                  </a:lnTo>
                  <a:lnTo>
                    <a:pt x="884441" y="601656"/>
                  </a:lnTo>
                  <a:lnTo>
                    <a:pt x="884441" y="599005"/>
                  </a:lnTo>
                  <a:lnTo>
                    <a:pt x="884441" y="596355"/>
                  </a:lnTo>
                  <a:lnTo>
                    <a:pt x="884441" y="593704"/>
                  </a:lnTo>
                  <a:lnTo>
                    <a:pt x="884441" y="591054"/>
                  </a:lnTo>
                  <a:lnTo>
                    <a:pt x="947615" y="591054"/>
                  </a:lnTo>
                  <a:lnTo>
                    <a:pt x="947615" y="588404"/>
                  </a:lnTo>
                  <a:lnTo>
                    <a:pt x="947615" y="585753"/>
                  </a:lnTo>
                  <a:lnTo>
                    <a:pt x="947615" y="583103"/>
                  </a:lnTo>
                  <a:lnTo>
                    <a:pt x="1010789" y="583103"/>
                  </a:lnTo>
                  <a:lnTo>
                    <a:pt x="1010789" y="580452"/>
                  </a:lnTo>
                  <a:lnTo>
                    <a:pt x="1010789" y="577802"/>
                  </a:lnTo>
                  <a:lnTo>
                    <a:pt x="1010789" y="575151"/>
                  </a:lnTo>
                  <a:lnTo>
                    <a:pt x="1010789" y="572501"/>
                  </a:lnTo>
                  <a:lnTo>
                    <a:pt x="1010789" y="569850"/>
                  </a:lnTo>
                  <a:lnTo>
                    <a:pt x="1010789" y="567200"/>
                  </a:lnTo>
                  <a:lnTo>
                    <a:pt x="1010789" y="564549"/>
                  </a:lnTo>
                  <a:lnTo>
                    <a:pt x="1010789" y="561899"/>
                  </a:lnTo>
                  <a:lnTo>
                    <a:pt x="1010789" y="559248"/>
                  </a:lnTo>
                  <a:lnTo>
                    <a:pt x="1010789" y="556598"/>
                  </a:lnTo>
                  <a:lnTo>
                    <a:pt x="1010789" y="553947"/>
                  </a:lnTo>
                  <a:lnTo>
                    <a:pt x="1010789" y="551297"/>
                  </a:lnTo>
                  <a:lnTo>
                    <a:pt x="1010789" y="548646"/>
                  </a:lnTo>
                  <a:lnTo>
                    <a:pt x="1010789" y="545996"/>
                  </a:lnTo>
                  <a:lnTo>
                    <a:pt x="1010789" y="543346"/>
                  </a:lnTo>
                  <a:lnTo>
                    <a:pt x="1010789" y="540695"/>
                  </a:lnTo>
                  <a:lnTo>
                    <a:pt x="1010789" y="538045"/>
                  </a:lnTo>
                  <a:lnTo>
                    <a:pt x="1010789" y="535394"/>
                  </a:lnTo>
                  <a:lnTo>
                    <a:pt x="1010789" y="532744"/>
                  </a:lnTo>
                  <a:lnTo>
                    <a:pt x="1010789" y="530093"/>
                  </a:lnTo>
                  <a:lnTo>
                    <a:pt x="1010789" y="527443"/>
                  </a:lnTo>
                  <a:lnTo>
                    <a:pt x="1010789" y="524792"/>
                  </a:lnTo>
                  <a:lnTo>
                    <a:pt x="1010789" y="522142"/>
                  </a:lnTo>
                  <a:lnTo>
                    <a:pt x="1010789" y="519491"/>
                  </a:lnTo>
                  <a:lnTo>
                    <a:pt x="1010789" y="516841"/>
                  </a:lnTo>
                  <a:lnTo>
                    <a:pt x="1010789" y="514190"/>
                  </a:lnTo>
                  <a:lnTo>
                    <a:pt x="1073964" y="514190"/>
                  </a:lnTo>
                  <a:lnTo>
                    <a:pt x="1137138" y="514190"/>
                  </a:lnTo>
                  <a:lnTo>
                    <a:pt x="1137138" y="511540"/>
                  </a:lnTo>
                  <a:lnTo>
                    <a:pt x="1200312" y="511540"/>
                  </a:lnTo>
                  <a:lnTo>
                    <a:pt x="1200312" y="508889"/>
                  </a:lnTo>
                  <a:lnTo>
                    <a:pt x="1200312" y="506239"/>
                  </a:lnTo>
                  <a:lnTo>
                    <a:pt x="1200312" y="503589"/>
                  </a:lnTo>
                  <a:lnTo>
                    <a:pt x="1263487" y="503589"/>
                  </a:lnTo>
                  <a:lnTo>
                    <a:pt x="1263487" y="500938"/>
                  </a:lnTo>
                  <a:lnTo>
                    <a:pt x="1263487" y="498288"/>
                  </a:lnTo>
                  <a:lnTo>
                    <a:pt x="1263487" y="495637"/>
                  </a:lnTo>
                  <a:lnTo>
                    <a:pt x="1263487" y="492987"/>
                  </a:lnTo>
                  <a:lnTo>
                    <a:pt x="1263487" y="490336"/>
                  </a:lnTo>
                  <a:lnTo>
                    <a:pt x="1263487" y="487686"/>
                  </a:lnTo>
                  <a:lnTo>
                    <a:pt x="1263487" y="485035"/>
                  </a:lnTo>
                  <a:lnTo>
                    <a:pt x="1263487" y="482385"/>
                  </a:lnTo>
                  <a:lnTo>
                    <a:pt x="1326661" y="482385"/>
                  </a:lnTo>
                  <a:lnTo>
                    <a:pt x="1326661" y="479734"/>
                  </a:lnTo>
                  <a:lnTo>
                    <a:pt x="1326661" y="477084"/>
                  </a:lnTo>
                  <a:lnTo>
                    <a:pt x="1326661" y="474433"/>
                  </a:lnTo>
                  <a:lnTo>
                    <a:pt x="1326661" y="471783"/>
                  </a:lnTo>
                  <a:lnTo>
                    <a:pt x="1326661" y="469132"/>
                  </a:lnTo>
                  <a:lnTo>
                    <a:pt x="1326661" y="466482"/>
                  </a:lnTo>
                  <a:lnTo>
                    <a:pt x="1326661" y="463831"/>
                  </a:lnTo>
                  <a:lnTo>
                    <a:pt x="1326661" y="461181"/>
                  </a:lnTo>
                  <a:lnTo>
                    <a:pt x="1326661" y="458531"/>
                  </a:lnTo>
                  <a:lnTo>
                    <a:pt x="1326661" y="455880"/>
                  </a:lnTo>
                  <a:lnTo>
                    <a:pt x="1326661" y="453230"/>
                  </a:lnTo>
                  <a:lnTo>
                    <a:pt x="1326661" y="450579"/>
                  </a:lnTo>
                  <a:lnTo>
                    <a:pt x="1326661" y="447929"/>
                  </a:lnTo>
                  <a:lnTo>
                    <a:pt x="1326661" y="445278"/>
                  </a:lnTo>
                  <a:lnTo>
                    <a:pt x="1326661" y="442628"/>
                  </a:lnTo>
                  <a:lnTo>
                    <a:pt x="1326661" y="439977"/>
                  </a:lnTo>
                  <a:lnTo>
                    <a:pt x="1326661" y="437327"/>
                  </a:lnTo>
                  <a:lnTo>
                    <a:pt x="1389835" y="437327"/>
                  </a:lnTo>
                  <a:lnTo>
                    <a:pt x="1389835" y="434676"/>
                  </a:lnTo>
                  <a:lnTo>
                    <a:pt x="1389835" y="432026"/>
                  </a:lnTo>
                  <a:lnTo>
                    <a:pt x="1453010" y="432026"/>
                  </a:lnTo>
                  <a:lnTo>
                    <a:pt x="1453010" y="429375"/>
                  </a:lnTo>
                  <a:lnTo>
                    <a:pt x="1453010" y="426725"/>
                  </a:lnTo>
                  <a:lnTo>
                    <a:pt x="1453010" y="424074"/>
                  </a:lnTo>
                  <a:lnTo>
                    <a:pt x="1453010" y="421424"/>
                  </a:lnTo>
                  <a:lnTo>
                    <a:pt x="1453010" y="418774"/>
                  </a:lnTo>
                  <a:lnTo>
                    <a:pt x="1453010" y="416123"/>
                  </a:lnTo>
                  <a:lnTo>
                    <a:pt x="1516184" y="416123"/>
                  </a:lnTo>
                  <a:lnTo>
                    <a:pt x="1516184" y="413473"/>
                  </a:lnTo>
                  <a:lnTo>
                    <a:pt x="1516184" y="410822"/>
                  </a:lnTo>
                  <a:lnTo>
                    <a:pt x="1516184" y="408172"/>
                  </a:lnTo>
                  <a:lnTo>
                    <a:pt x="1516184" y="405521"/>
                  </a:lnTo>
                  <a:lnTo>
                    <a:pt x="1579358" y="405521"/>
                  </a:lnTo>
                  <a:lnTo>
                    <a:pt x="1579358" y="402871"/>
                  </a:lnTo>
                  <a:lnTo>
                    <a:pt x="1579358" y="400220"/>
                  </a:lnTo>
                  <a:lnTo>
                    <a:pt x="1579358" y="397570"/>
                  </a:lnTo>
                  <a:lnTo>
                    <a:pt x="1642533" y="397570"/>
                  </a:lnTo>
                  <a:lnTo>
                    <a:pt x="1642533" y="394919"/>
                  </a:lnTo>
                  <a:lnTo>
                    <a:pt x="1642533" y="392269"/>
                  </a:lnTo>
                  <a:lnTo>
                    <a:pt x="1642533" y="389618"/>
                  </a:lnTo>
                  <a:lnTo>
                    <a:pt x="1642533" y="386968"/>
                  </a:lnTo>
                  <a:lnTo>
                    <a:pt x="1642533" y="384317"/>
                  </a:lnTo>
                  <a:lnTo>
                    <a:pt x="1642533" y="381667"/>
                  </a:lnTo>
                  <a:lnTo>
                    <a:pt x="1642533" y="379016"/>
                  </a:lnTo>
                  <a:lnTo>
                    <a:pt x="1642533" y="376366"/>
                  </a:lnTo>
                  <a:lnTo>
                    <a:pt x="1642533" y="373716"/>
                  </a:lnTo>
                  <a:lnTo>
                    <a:pt x="1705707" y="373716"/>
                  </a:lnTo>
                  <a:lnTo>
                    <a:pt x="1705707" y="371065"/>
                  </a:lnTo>
                  <a:lnTo>
                    <a:pt x="1705707" y="368415"/>
                  </a:lnTo>
                  <a:lnTo>
                    <a:pt x="1705707" y="365764"/>
                  </a:lnTo>
                  <a:lnTo>
                    <a:pt x="1705707" y="363114"/>
                  </a:lnTo>
                  <a:lnTo>
                    <a:pt x="1768882" y="363114"/>
                  </a:lnTo>
                  <a:lnTo>
                    <a:pt x="1768882" y="360463"/>
                  </a:lnTo>
                  <a:lnTo>
                    <a:pt x="1768882" y="357813"/>
                  </a:lnTo>
                  <a:lnTo>
                    <a:pt x="1768882" y="355162"/>
                  </a:lnTo>
                  <a:lnTo>
                    <a:pt x="1768882" y="352512"/>
                  </a:lnTo>
                  <a:lnTo>
                    <a:pt x="1768882" y="349861"/>
                  </a:lnTo>
                  <a:lnTo>
                    <a:pt x="1768882" y="347211"/>
                  </a:lnTo>
                  <a:lnTo>
                    <a:pt x="1768882" y="344560"/>
                  </a:lnTo>
                  <a:lnTo>
                    <a:pt x="1768882" y="341910"/>
                  </a:lnTo>
                  <a:lnTo>
                    <a:pt x="1768882" y="339259"/>
                  </a:lnTo>
                  <a:lnTo>
                    <a:pt x="1768882" y="336609"/>
                  </a:lnTo>
                  <a:lnTo>
                    <a:pt x="1768882" y="333959"/>
                  </a:lnTo>
                  <a:lnTo>
                    <a:pt x="1768882" y="331308"/>
                  </a:lnTo>
                  <a:lnTo>
                    <a:pt x="1832056" y="331308"/>
                  </a:lnTo>
                  <a:lnTo>
                    <a:pt x="1832056" y="328658"/>
                  </a:lnTo>
                  <a:lnTo>
                    <a:pt x="1832056" y="326007"/>
                  </a:lnTo>
                  <a:lnTo>
                    <a:pt x="1832056" y="323357"/>
                  </a:lnTo>
                  <a:lnTo>
                    <a:pt x="1832056" y="320706"/>
                  </a:lnTo>
                  <a:lnTo>
                    <a:pt x="1832056" y="318056"/>
                  </a:lnTo>
                  <a:lnTo>
                    <a:pt x="1832056" y="315405"/>
                  </a:lnTo>
                  <a:lnTo>
                    <a:pt x="1832056" y="312755"/>
                  </a:lnTo>
                  <a:lnTo>
                    <a:pt x="1832056" y="310104"/>
                  </a:lnTo>
                  <a:lnTo>
                    <a:pt x="1832056" y="307454"/>
                  </a:lnTo>
                  <a:lnTo>
                    <a:pt x="1832056" y="304803"/>
                  </a:lnTo>
                  <a:lnTo>
                    <a:pt x="1832056" y="302153"/>
                  </a:lnTo>
                  <a:lnTo>
                    <a:pt x="1895230" y="302153"/>
                  </a:lnTo>
                  <a:lnTo>
                    <a:pt x="1895230" y="299502"/>
                  </a:lnTo>
                  <a:lnTo>
                    <a:pt x="1895230" y="296852"/>
                  </a:lnTo>
                  <a:lnTo>
                    <a:pt x="1895230" y="294202"/>
                  </a:lnTo>
                  <a:lnTo>
                    <a:pt x="1895230" y="291551"/>
                  </a:lnTo>
                  <a:lnTo>
                    <a:pt x="1895230" y="288901"/>
                  </a:lnTo>
                  <a:lnTo>
                    <a:pt x="1895230" y="286250"/>
                  </a:lnTo>
                  <a:lnTo>
                    <a:pt x="1895230" y="283600"/>
                  </a:lnTo>
                  <a:lnTo>
                    <a:pt x="1895230" y="280949"/>
                  </a:lnTo>
                  <a:lnTo>
                    <a:pt x="1895230" y="278299"/>
                  </a:lnTo>
                  <a:lnTo>
                    <a:pt x="1895230" y="275648"/>
                  </a:lnTo>
                  <a:lnTo>
                    <a:pt x="1895230" y="272998"/>
                  </a:lnTo>
                  <a:lnTo>
                    <a:pt x="1895230" y="270347"/>
                  </a:lnTo>
                  <a:lnTo>
                    <a:pt x="1895230" y="267697"/>
                  </a:lnTo>
                  <a:lnTo>
                    <a:pt x="1895230" y="265046"/>
                  </a:lnTo>
                  <a:lnTo>
                    <a:pt x="1895230" y="262396"/>
                  </a:lnTo>
                  <a:lnTo>
                    <a:pt x="1895230" y="259745"/>
                  </a:lnTo>
                  <a:lnTo>
                    <a:pt x="1895230" y="257095"/>
                  </a:lnTo>
                  <a:lnTo>
                    <a:pt x="1895230" y="254444"/>
                  </a:lnTo>
                  <a:lnTo>
                    <a:pt x="1895230" y="251794"/>
                  </a:lnTo>
                  <a:lnTo>
                    <a:pt x="1895230" y="249144"/>
                  </a:lnTo>
                  <a:lnTo>
                    <a:pt x="1895230" y="246493"/>
                  </a:lnTo>
                  <a:lnTo>
                    <a:pt x="1958405" y="246493"/>
                  </a:lnTo>
                  <a:lnTo>
                    <a:pt x="1958405" y="243843"/>
                  </a:lnTo>
                  <a:lnTo>
                    <a:pt x="1958405" y="241192"/>
                  </a:lnTo>
                  <a:lnTo>
                    <a:pt x="1958405" y="238542"/>
                  </a:lnTo>
                  <a:lnTo>
                    <a:pt x="2021579" y="238542"/>
                  </a:lnTo>
                  <a:lnTo>
                    <a:pt x="2021579" y="235891"/>
                  </a:lnTo>
                  <a:lnTo>
                    <a:pt x="2021579" y="233241"/>
                  </a:lnTo>
                  <a:lnTo>
                    <a:pt x="2021579" y="230590"/>
                  </a:lnTo>
                  <a:lnTo>
                    <a:pt x="2084753" y="230590"/>
                  </a:lnTo>
                  <a:lnTo>
                    <a:pt x="2084753" y="227940"/>
                  </a:lnTo>
                  <a:lnTo>
                    <a:pt x="2084753" y="225289"/>
                  </a:lnTo>
                  <a:lnTo>
                    <a:pt x="2084753" y="222639"/>
                  </a:lnTo>
                  <a:lnTo>
                    <a:pt x="2084753" y="219988"/>
                  </a:lnTo>
                  <a:lnTo>
                    <a:pt x="2084753" y="217338"/>
                  </a:lnTo>
                  <a:lnTo>
                    <a:pt x="2084753" y="214687"/>
                  </a:lnTo>
                  <a:lnTo>
                    <a:pt x="2084753" y="212037"/>
                  </a:lnTo>
                  <a:lnTo>
                    <a:pt x="2084753" y="209387"/>
                  </a:lnTo>
                  <a:lnTo>
                    <a:pt x="2084753" y="206736"/>
                  </a:lnTo>
                  <a:lnTo>
                    <a:pt x="2084753" y="204086"/>
                  </a:lnTo>
                  <a:lnTo>
                    <a:pt x="2084753" y="201435"/>
                  </a:lnTo>
                  <a:lnTo>
                    <a:pt x="2084753" y="198785"/>
                  </a:lnTo>
                  <a:lnTo>
                    <a:pt x="2084753" y="196134"/>
                  </a:lnTo>
                  <a:lnTo>
                    <a:pt x="2084753" y="193484"/>
                  </a:lnTo>
                  <a:lnTo>
                    <a:pt x="2147928" y="193484"/>
                  </a:lnTo>
                  <a:lnTo>
                    <a:pt x="2211102" y="193484"/>
                  </a:lnTo>
                  <a:lnTo>
                    <a:pt x="2211102" y="190833"/>
                  </a:lnTo>
                  <a:lnTo>
                    <a:pt x="2274276" y="190833"/>
                  </a:lnTo>
                  <a:lnTo>
                    <a:pt x="2274276" y="188183"/>
                  </a:lnTo>
                  <a:lnTo>
                    <a:pt x="2274276" y="185532"/>
                  </a:lnTo>
                  <a:lnTo>
                    <a:pt x="2274276" y="182882"/>
                  </a:lnTo>
                  <a:lnTo>
                    <a:pt x="2274276" y="180231"/>
                  </a:lnTo>
                  <a:lnTo>
                    <a:pt x="2274276" y="177581"/>
                  </a:lnTo>
                  <a:lnTo>
                    <a:pt x="2337451" y="177581"/>
                  </a:lnTo>
                  <a:lnTo>
                    <a:pt x="2337451" y="174930"/>
                  </a:lnTo>
                  <a:lnTo>
                    <a:pt x="2337451" y="172280"/>
                  </a:lnTo>
                  <a:lnTo>
                    <a:pt x="2337451" y="169629"/>
                  </a:lnTo>
                  <a:lnTo>
                    <a:pt x="2337451" y="166979"/>
                  </a:lnTo>
                  <a:lnTo>
                    <a:pt x="2337451" y="164329"/>
                  </a:lnTo>
                  <a:lnTo>
                    <a:pt x="2400625" y="164329"/>
                  </a:lnTo>
                  <a:lnTo>
                    <a:pt x="2400625" y="161678"/>
                  </a:lnTo>
                  <a:lnTo>
                    <a:pt x="2400625" y="159028"/>
                  </a:lnTo>
                  <a:lnTo>
                    <a:pt x="2400625" y="156377"/>
                  </a:lnTo>
                  <a:lnTo>
                    <a:pt x="2400625" y="153727"/>
                  </a:lnTo>
                  <a:lnTo>
                    <a:pt x="2463799" y="153727"/>
                  </a:lnTo>
                  <a:lnTo>
                    <a:pt x="2463799" y="151076"/>
                  </a:lnTo>
                  <a:lnTo>
                    <a:pt x="2463799" y="148426"/>
                  </a:lnTo>
                  <a:lnTo>
                    <a:pt x="2463799" y="145775"/>
                  </a:lnTo>
                  <a:lnTo>
                    <a:pt x="2463799" y="143125"/>
                  </a:lnTo>
                  <a:lnTo>
                    <a:pt x="2463799" y="140474"/>
                  </a:lnTo>
                  <a:lnTo>
                    <a:pt x="2463799" y="137824"/>
                  </a:lnTo>
                  <a:lnTo>
                    <a:pt x="2463799" y="135173"/>
                  </a:lnTo>
                  <a:lnTo>
                    <a:pt x="2463799" y="132523"/>
                  </a:lnTo>
                  <a:lnTo>
                    <a:pt x="2463799" y="129872"/>
                  </a:lnTo>
                  <a:lnTo>
                    <a:pt x="2463799" y="127222"/>
                  </a:lnTo>
                  <a:lnTo>
                    <a:pt x="2463799" y="124572"/>
                  </a:lnTo>
                  <a:lnTo>
                    <a:pt x="2463799" y="121921"/>
                  </a:lnTo>
                  <a:lnTo>
                    <a:pt x="2463799" y="119271"/>
                  </a:lnTo>
                  <a:lnTo>
                    <a:pt x="2463799" y="116620"/>
                  </a:lnTo>
                  <a:lnTo>
                    <a:pt x="2463799" y="113970"/>
                  </a:lnTo>
                  <a:lnTo>
                    <a:pt x="2463799" y="111319"/>
                  </a:lnTo>
                  <a:lnTo>
                    <a:pt x="2463799" y="108669"/>
                  </a:lnTo>
                  <a:lnTo>
                    <a:pt x="2463799" y="106018"/>
                  </a:lnTo>
                  <a:lnTo>
                    <a:pt x="2463799" y="103368"/>
                  </a:lnTo>
                  <a:lnTo>
                    <a:pt x="2463799" y="100717"/>
                  </a:lnTo>
                  <a:lnTo>
                    <a:pt x="2463799" y="98067"/>
                  </a:lnTo>
                  <a:lnTo>
                    <a:pt x="2463799" y="95416"/>
                  </a:lnTo>
                  <a:lnTo>
                    <a:pt x="2463799" y="92766"/>
                  </a:lnTo>
                  <a:lnTo>
                    <a:pt x="2526974" y="92766"/>
                  </a:lnTo>
                  <a:lnTo>
                    <a:pt x="2590148" y="92766"/>
                  </a:lnTo>
                  <a:lnTo>
                    <a:pt x="2590148" y="90115"/>
                  </a:lnTo>
                  <a:lnTo>
                    <a:pt x="2590148" y="87465"/>
                  </a:lnTo>
                  <a:lnTo>
                    <a:pt x="2590148" y="84814"/>
                  </a:lnTo>
                  <a:lnTo>
                    <a:pt x="2590148" y="82164"/>
                  </a:lnTo>
                  <a:lnTo>
                    <a:pt x="2590148" y="79514"/>
                  </a:lnTo>
                  <a:lnTo>
                    <a:pt x="2653323" y="79514"/>
                  </a:lnTo>
                  <a:lnTo>
                    <a:pt x="2653323" y="76863"/>
                  </a:lnTo>
                  <a:lnTo>
                    <a:pt x="2653323" y="74213"/>
                  </a:lnTo>
                  <a:lnTo>
                    <a:pt x="2653323" y="71562"/>
                  </a:lnTo>
                  <a:lnTo>
                    <a:pt x="2716497" y="71562"/>
                  </a:lnTo>
                  <a:lnTo>
                    <a:pt x="2779671" y="71562"/>
                  </a:lnTo>
                  <a:lnTo>
                    <a:pt x="2842846" y="71562"/>
                  </a:lnTo>
                  <a:lnTo>
                    <a:pt x="2906020" y="71562"/>
                  </a:lnTo>
                  <a:lnTo>
                    <a:pt x="2969194" y="71562"/>
                  </a:lnTo>
                  <a:lnTo>
                    <a:pt x="2969194" y="68912"/>
                  </a:lnTo>
                  <a:lnTo>
                    <a:pt x="2969194" y="66261"/>
                  </a:lnTo>
                  <a:lnTo>
                    <a:pt x="2969194" y="63611"/>
                  </a:lnTo>
                  <a:lnTo>
                    <a:pt x="2969194" y="60960"/>
                  </a:lnTo>
                  <a:lnTo>
                    <a:pt x="3032369" y="60960"/>
                  </a:lnTo>
                  <a:lnTo>
                    <a:pt x="3032369" y="58310"/>
                  </a:lnTo>
                  <a:lnTo>
                    <a:pt x="3032369" y="55659"/>
                  </a:lnTo>
                  <a:lnTo>
                    <a:pt x="3032369" y="53009"/>
                  </a:lnTo>
                  <a:lnTo>
                    <a:pt x="3032369" y="50358"/>
                  </a:lnTo>
                  <a:lnTo>
                    <a:pt x="3032369" y="47708"/>
                  </a:lnTo>
                  <a:lnTo>
                    <a:pt x="3032369" y="45057"/>
                  </a:lnTo>
                  <a:lnTo>
                    <a:pt x="3032369" y="42407"/>
                  </a:lnTo>
                  <a:lnTo>
                    <a:pt x="3095543" y="42407"/>
                  </a:lnTo>
                  <a:lnTo>
                    <a:pt x="3095543" y="39757"/>
                  </a:lnTo>
                  <a:lnTo>
                    <a:pt x="3158717" y="39757"/>
                  </a:lnTo>
                  <a:lnTo>
                    <a:pt x="3221892" y="39757"/>
                  </a:lnTo>
                  <a:lnTo>
                    <a:pt x="3285066" y="39757"/>
                  </a:lnTo>
                  <a:lnTo>
                    <a:pt x="3285066" y="37106"/>
                  </a:lnTo>
                  <a:lnTo>
                    <a:pt x="3285066" y="34456"/>
                  </a:lnTo>
                  <a:lnTo>
                    <a:pt x="3285066" y="31805"/>
                  </a:lnTo>
                  <a:lnTo>
                    <a:pt x="3348241" y="31805"/>
                  </a:lnTo>
                  <a:lnTo>
                    <a:pt x="3411415" y="31805"/>
                  </a:lnTo>
                  <a:lnTo>
                    <a:pt x="3474589" y="31805"/>
                  </a:lnTo>
                  <a:lnTo>
                    <a:pt x="3474589" y="29155"/>
                  </a:lnTo>
                  <a:lnTo>
                    <a:pt x="3474589" y="26504"/>
                  </a:lnTo>
                  <a:lnTo>
                    <a:pt x="3537764" y="26504"/>
                  </a:lnTo>
                  <a:lnTo>
                    <a:pt x="3537764" y="23854"/>
                  </a:lnTo>
                  <a:lnTo>
                    <a:pt x="3600938" y="23854"/>
                  </a:lnTo>
                  <a:lnTo>
                    <a:pt x="3664112" y="23854"/>
                  </a:lnTo>
                  <a:lnTo>
                    <a:pt x="3727287" y="23854"/>
                  </a:lnTo>
                  <a:lnTo>
                    <a:pt x="3727287" y="21203"/>
                  </a:lnTo>
                  <a:lnTo>
                    <a:pt x="3790461" y="21203"/>
                  </a:lnTo>
                  <a:lnTo>
                    <a:pt x="3790461" y="18553"/>
                  </a:lnTo>
                  <a:lnTo>
                    <a:pt x="3853635" y="18553"/>
                  </a:lnTo>
                  <a:lnTo>
                    <a:pt x="3916810" y="18553"/>
                  </a:lnTo>
                  <a:lnTo>
                    <a:pt x="3979984" y="18553"/>
                  </a:lnTo>
                  <a:lnTo>
                    <a:pt x="4043158" y="18553"/>
                  </a:lnTo>
                  <a:lnTo>
                    <a:pt x="4043158" y="15902"/>
                  </a:lnTo>
                  <a:lnTo>
                    <a:pt x="4043158" y="13252"/>
                  </a:lnTo>
                  <a:lnTo>
                    <a:pt x="4043158" y="10601"/>
                  </a:lnTo>
                  <a:lnTo>
                    <a:pt x="4106333" y="10601"/>
                  </a:lnTo>
                  <a:lnTo>
                    <a:pt x="4169507" y="10601"/>
                  </a:lnTo>
                  <a:lnTo>
                    <a:pt x="4169507" y="7951"/>
                  </a:lnTo>
                  <a:lnTo>
                    <a:pt x="4169507" y="5300"/>
                  </a:lnTo>
                  <a:lnTo>
                    <a:pt x="4232682" y="5300"/>
                  </a:lnTo>
                  <a:lnTo>
                    <a:pt x="4295856" y="5300"/>
                  </a:lnTo>
                  <a:lnTo>
                    <a:pt x="4295856" y="2650"/>
                  </a:lnTo>
                  <a:lnTo>
                    <a:pt x="4359030" y="2650"/>
                  </a:lnTo>
                  <a:lnTo>
                    <a:pt x="4422205" y="2650"/>
                  </a:lnTo>
                  <a:lnTo>
                    <a:pt x="4485379" y="2650"/>
                  </a:lnTo>
                  <a:lnTo>
                    <a:pt x="4548553" y="2650"/>
                  </a:lnTo>
                  <a:lnTo>
                    <a:pt x="4611728" y="2650"/>
                  </a:lnTo>
                  <a:lnTo>
                    <a:pt x="4674902" y="2650"/>
                  </a:lnTo>
                  <a:lnTo>
                    <a:pt x="4738076" y="2650"/>
                  </a:lnTo>
                  <a:lnTo>
                    <a:pt x="4801251" y="2650"/>
                  </a:lnTo>
                  <a:lnTo>
                    <a:pt x="4864425" y="2650"/>
                  </a:lnTo>
                  <a:lnTo>
                    <a:pt x="4927600" y="2650"/>
                  </a:lnTo>
                  <a:lnTo>
                    <a:pt x="4990774" y="2650"/>
                  </a:lnTo>
                  <a:lnTo>
                    <a:pt x="5053948" y="2650"/>
                  </a:lnTo>
                  <a:lnTo>
                    <a:pt x="5117123" y="2650"/>
                  </a:lnTo>
                  <a:lnTo>
                    <a:pt x="5117123" y="0"/>
                  </a:lnTo>
                  <a:lnTo>
                    <a:pt x="5180297" y="0"/>
                  </a:lnTo>
                  <a:lnTo>
                    <a:pt x="5243471" y="0"/>
                  </a:lnTo>
                  <a:lnTo>
                    <a:pt x="5306646" y="0"/>
                  </a:lnTo>
                  <a:lnTo>
                    <a:pt x="5369820" y="0"/>
                  </a:lnTo>
                  <a:lnTo>
                    <a:pt x="5432994" y="0"/>
                  </a:lnTo>
                  <a:lnTo>
                    <a:pt x="5496169" y="0"/>
                  </a:lnTo>
                  <a:lnTo>
                    <a:pt x="5559343" y="0"/>
                  </a:lnTo>
                  <a:lnTo>
                    <a:pt x="5622517" y="0"/>
                  </a:lnTo>
                  <a:lnTo>
                    <a:pt x="5685692" y="0"/>
                  </a:lnTo>
                  <a:lnTo>
                    <a:pt x="5748866" y="0"/>
                  </a:lnTo>
                  <a:lnTo>
                    <a:pt x="5812041" y="0"/>
                  </a:lnTo>
                  <a:lnTo>
                    <a:pt x="5875215" y="0"/>
                  </a:lnTo>
                  <a:lnTo>
                    <a:pt x="5938389" y="0"/>
                  </a:lnTo>
                  <a:lnTo>
                    <a:pt x="6001564" y="0"/>
                  </a:lnTo>
                  <a:lnTo>
                    <a:pt x="6064738" y="0"/>
                  </a:lnTo>
                  <a:lnTo>
                    <a:pt x="6127912" y="0"/>
                  </a:lnTo>
                  <a:lnTo>
                    <a:pt x="6191087" y="0"/>
                  </a:lnTo>
                  <a:lnTo>
                    <a:pt x="6254261" y="0"/>
                  </a:lnTo>
                  <a:lnTo>
                    <a:pt x="6317435" y="0"/>
                  </a:lnTo>
                  <a:lnTo>
                    <a:pt x="6380610" y="0"/>
                  </a:lnTo>
                  <a:lnTo>
                    <a:pt x="6443784" y="0"/>
                  </a:lnTo>
                  <a:lnTo>
                    <a:pt x="6506958" y="0"/>
                  </a:lnTo>
                  <a:lnTo>
                    <a:pt x="6570133" y="0"/>
                  </a:lnTo>
                </a:path>
              </a:pathLst>
            </a:custGeom>
            <a:ln w="19050" cap="rnd">
              <a:solidFill>
                <a:srgbClr val="66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365913" y="2350008"/>
              <a:ext cx="6930726" cy="2843466"/>
            </a:xfrm>
            <a:custGeom>
              <a:avLst/>
              <a:pathLst>
                <a:path w="6930726" h="2843466">
                  <a:moveTo>
                    <a:pt x="0" y="2843466"/>
                  </a:moveTo>
                  <a:lnTo>
                    <a:pt x="6930726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2026-03-10T12:01:29Z</dcterms:modified>
  <cp:category/>
</cp:coreProperties>
</file>