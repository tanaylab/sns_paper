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39333" y="3712824"/>
              <a:ext cx="132553" cy="150357"/>
            </a:xfrm>
            <a:custGeom>
              <a:avLst/>
              <a:pathLst>
                <a:path w="132553" h="150357">
                  <a:moveTo>
                    <a:pt x="0" y="0"/>
                  </a:moveTo>
                  <a:lnTo>
                    <a:pt x="313" y="9553"/>
                  </a:lnTo>
                  <a:lnTo>
                    <a:pt x="2402" y="16770"/>
                  </a:lnTo>
                  <a:lnTo>
                    <a:pt x="4491" y="23936"/>
                  </a:lnTo>
                  <a:lnTo>
                    <a:pt x="6580" y="29502"/>
                  </a:lnTo>
                  <a:lnTo>
                    <a:pt x="8669" y="35068"/>
                  </a:lnTo>
                  <a:lnTo>
                    <a:pt x="10758" y="40534"/>
                  </a:lnTo>
                  <a:lnTo>
                    <a:pt x="12847" y="45329"/>
                  </a:lnTo>
                  <a:lnTo>
                    <a:pt x="14936" y="46952"/>
                  </a:lnTo>
                  <a:lnTo>
                    <a:pt x="17025" y="45181"/>
                  </a:lnTo>
                  <a:lnTo>
                    <a:pt x="19114" y="41810"/>
                  </a:lnTo>
                  <a:lnTo>
                    <a:pt x="21203" y="39248"/>
                  </a:lnTo>
                  <a:lnTo>
                    <a:pt x="23292" y="38256"/>
                  </a:lnTo>
                  <a:lnTo>
                    <a:pt x="25381" y="37920"/>
                  </a:lnTo>
                  <a:lnTo>
                    <a:pt x="27470" y="40205"/>
                  </a:lnTo>
                  <a:lnTo>
                    <a:pt x="29559" y="43146"/>
                  </a:lnTo>
                  <a:lnTo>
                    <a:pt x="31648" y="45109"/>
                  </a:lnTo>
                  <a:lnTo>
                    <a:pt x="33737" y="47479"/>
                  </a:lnTo>
                  <a:lnTo>
                    <a:pt x="35826" y="50033"/>
                  </a:lnTo>
                  <a:lnTo>
                    <a:pt x="37916" y="53188"/>
                  </a:lnTo>
                  <a:lnTo>
                    <a:pt x="40005" y="55742"/>
                  </a:lnTo>
                  <a:lnTo>
                    <a:pt x="42094" y="58296"/>
                  </a:lnTo>
                  <a:lnTo>
                    <a:pt x="44183" y="61451"/>
                  </a:lnTo>
                  <a:lnTo>
                    <a:pt x="46272" y="64813"/>
                  </a:lnTo>
                  <a:lnTo>
                    <a:pt x="48361" y="69804"/>
                  </a:lnTo>
                  <a:lnTo>
                    <a:pt x="50450" y="74981"/>
                  </a:lnTo>
                  <a:lnTo>
                    <a:pt x="52539" y="80157"/>
                  </a:lnTo>
                  <a:lnTo>
                    <a:pt x="54628" y="85512"/>
                  </a:lnTo>
                  <a:lnTo>
                    <a:pt x="56717" y="89552"/>
                  </a:lnTo>
                  <a:lnTo>
                    <a:pt x="58806" y="90449"/>
                  </a:lnTo>
                  <a:lnTo>
                    <a:pt x="60895" y="89178"/>
                  </a:lnTo>
                  <a:lnTo>
                    <a:pt x="62984" y="87959"/>
                  </a:lnTo>
                  <a:lnTo>
                    <a:pt x="65073" y="86484"/>
                  </a:lnTo>
                  <a:lnTo>
                    <a:pt x="67162" y="85009"/>
                  </a:lnTo>
                  <a:lnTo>
                    <a:pt x="69251" y="84165"/>
                  </a:lnTo>
                  <a:lnTo>
                    <a:pt x="71340" y="83321"/>
                  </a:lnTo>
                  <a:lnTo>
                    <a:pt x="73429" y="82478"/>
                  </a:lnTo>
                  <a:lnTo>
                    <a:pt x="75518" y="81003"/>
                  </a:lnTo>
                  <a:lnTo>
                    <a:pt x="77607" y="81003"/>
                  </a:lnTo>
                  <a:lnTo>
                    <a:pt x="79696" y="81481"/>
                  </a:lnTo>
                  <a:lnTo>
                    <a:pt x="81785" y="81481"/>
                  </a:lnTo>
                  <a:lnTo>
                    <a:pt x="83874" y="82112"/>
                  </a:lnTo>
                  <a:lnTo>
                    <a:pt x="85963" y="82112"/>
                  </a:lnTo>
                  <a:lnTo>
                    <a:pt x="88052" y="82112"/>
                  </a:lnTo>
                  <a:lnTo>
                    <a:pt x="90141" y="82743"/>
                  </a:lnTo>
                  <a:lnTo>
                    <a:pt x="92230" y="82743"/>
                  </a:lnTo>
                  <a:lnTo>
                    <a:pt x="94319" y="82744"/>
                  </a:lnTo>
                  <a:lnTo>
                    <a:pt x="96409" y="85124"/>
                  </a:lnTo>
                  <a:lnTo>
                    <a:pt x="98498" y="88978"/>
                  </a:lnTo>
                  <a:lnTo>
                    <a:pt x="100587" y="91599"/>
                  </a:lnTo>
                  <a:lnTo>
                    <a:pt x="102676" y="94721"/>
                  </a:lnTo>
                  <a:lnTo>
                    <a:pt x="104765" y="97343"/>
                  </a:lnTo>
                  <a:lnTo>
                    <a:pt x="106854" y="101124"/>
                  </a:lnTo>
                  <a:lnTo>
                    <a:pt x="108943" y="104246"/>
                  </a:lnTo>
                  <a:lnTo>
                    <a:pt x="111032" y="106868"/>
                  </a:lnTo>
                  <a:lnTo>
                    <a:pt x="113121" y="109989"/>
                  </a:lnTo>
                  <a:lnTo>
                    <a:pt x="115210" y="112611"/>
                  </a:lnTo>
                  <a:lnTo>
                    <a:pt x="117299" y="115833"/>
                  </a:lnTo>
                  <a:lnTo>
                    <a:pt x="119388" y="119055"/>
                  </a:lnTo>
                  <a:lnTo>
                    <a:pt x="121477" y="123256"/>
                  </a:lnTo>
                  <a:lnTo>
                    <a:pt x="123566" y="129880"/>
                  </a:lnTo>
                  <a:lnTo>
                    <a:pt x="125655" y="135873"/>
                  </a:lnTo>
                  <a:lnTo>
                    <a:pt x="127744" y="141056"/>
                  </a:lnTo>
                  <a:lnTo>
                    <a:pt x="129833" y="144909"/>
                  </a:lnTo>
                  <a:lnTo>
                    <a:pt x="131922" y="149005"/>
                  </a:lnTo>
                  <a:lnTo>
                    <a:pt x="132553" y="15035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649759" y="3493946"/>
              <a:ext cx="341204" cy="369234"/>
            </a:xfrm>
            <a:custGeom>
              <a:avLst/>
              <a:pathLst>
                <a:path w="341204" h="369234">
                  <a:moveTo>
                    <a:pt x="0" y="369234"/>
                  </a:moveTo>
                  <a:lnTo>
                    <a:pt x="880" y="366800"/>
                  </a:lnTo>
                  <a:lnTo>
                    <a:pt x="2969" y="360148"/>
                  </a:lnTo>
                  <a:lnTo>
                    <a:pt x="5058" y="354155"/>
                  </a:lnTo>
                  <a:lnTo>
                    <a:pt x="7147" y="348163"/>
                  </a:lnTo>
                  <a:lnTo>
                    <a:pt x="9236" y="341538"/>
                  </a:lnTo>
                  <a:lnTo>
                    <a:pt x="11325" y="336045"/>
                  </a:lnTo>
                  <a:lnTo>
                    <a:pt x="13414" y="330553"/>
                  </a:lnTo>
                  <a:lnTo>
                    <a:pt x="15503" y="325060"/>
                  </a:lnTo>
                  <a:lnTo>
                    <a:pt x="17592" y="319667"/>
                  </a:lnTo>
                  <a:lnTo>
                    <a:pt x="19681" y="313674"/>
                  </a:lnTo>
                  <a:lnTo>
                    <a:pt x="21770" y="307682"/>
                  </a:lnTo>
                  <a:lnTo>
                    <a:pt x="23859" y="301058"/>
                  </a:lnTo>
                  <a:lnTo>
                    <a:pt x="25948" y="294456"/>
                  </a:lnTo>
                  <a:lnTo>
                    <a:pt x="28037" y="289762"/>
                  </a:lnTo>
                  <a:lnTo>
                    <a:pt x="30126" y="286031"/>
                  </a:lnTo>
                  <a:lnTo>
                    <a:pt x="32215" y="285119"/>
                  </a:lnTo>
                  <a:lnTo>
                    <a:pt x="34304" y="284487"/>
                  </a:lnTo>
                  <a:lnTo>
                    <a:pt x="36393" y="283856"/>
                  </a:lnTo>
                  <a:lnTo>
                    <a:pt x="38482" y="283856"/>
                  </a:lnTo>
                  <a:lnTo>
                    <a:pt x="40571" y="283856"/>
                  </a:lnTo>
                  <a:lnTo>
                    <a:pt x="42660" y="283856"/>
                  </a:lnTo>
                  <a:lnTo>
                    <a:pt x="44749" y="282747"/>
                  </a:lnTo>
                  <a:lnTo>
                    <a:pt x="46838" y="281038"/>
                  </a:lnTo>
                  <a:lnTo>
                    <a:pt x="48927" y="279187"/>
                  </a:lnTo>
                  <a:lnTo>
                    <a:pt x="51016" y="278344"/>
                  </a:lnTo>
                  <a:lnTo>
                    <a:pt x="53105" y="277501"/>
                  </a:lnTo>
                  <a:lnTo>
                    <a:pt x="55195" y="276025"/>
                  </a:lnTo>
                  <a:lnTo>
                    <a:pt x="57284" y="274550"/>
                  </a:lnTo>
                  <a:lnTo>
                    <a:pt x="59373" y="273075"/>
                  </a:lnTo>
                  <a:lnTo>
                    <a:pt x="61462" y="272246"/>
                  </a:lnTo>
                  <a:lnTo>
                    <a:pt x="63551" y="273438"/>
                  </a:lnTo>
                  <a:lnTo>
                    <a:pt x="65640" y="275733"/>
                  </a:lnTo>
                  <a:lnTo>
                    <a:pt x="67729" y="278029"/>
                  </a:lnTo>
                  <a:lnTo>
                    <a:pt x="69818" y="280325"/>
                  </a:lnTo>
                  <a:lnTo>
                    <a:pt x="71907" y="282306"/>
                  </a:lnTo>
                  <a:lnTo>
                    <a:pt x="73996" y="283687"/>
                  </a:lnTo>
                  <a:lnTo>
                    <a:pt x="76085" y="285068"/>
                  </a:lnTo>
                  <a:lnTo>
                    <a:pt x="78174" y="287049"/>
                  </a:lnTo>
                  <a:lnTo>
                    <a:pt x="80263" y="289030"/>
                  </a:lnTo>
                  <a:lnTo>
                    <a:pt x="82352" y="290442"/>
                  </a:lnTo>
                  <a:lnTo>
                    <a:pt x="84441" y="291823"/>
                  </a:lnTo>
                  <a:lnTo>
                    <a:pt x="86530" y="294118"/>
                  </a:lnTo>
                  <a:lnTo>
                    <a:pt x="88619" y="296414"/>
                  </a:lnTo>
                  <a:lnTo>
                    <a:pt x="90708" y="299710"/>
                  </a:lnTo>
                  <a:lnTo>
                    <a:pt x="92797" y="301679"/>
                  </a:lnTo>
                  <a:lnTo>
                    <a:pt x="94886" y="301179"/>
                  </a:lnTo>
                  <a:lnTo>
                    <a:pt x="96975" y="298950"/>
                  </a:lnTo>
                  <a:lnTo>
                    <a:pt x="99064" y="296721"/>
                  </a:lnTo>
                  <a:lnTo>
                    <a:pt x="101153" y="294647"/>
                  </a:lnTo>
                  <a:lnTo>
                    <a:pt x="103242" y="294575"/>
                  </a:lnTo>
                  <a:lnTo>
                    <a:pt x="105331" y="295122"/>
                  </a:lnTo>
                  <a:lnTo>
                    <a:pt x="107420" y="298326"/>
                  </a:lnTo>
                  <a:lnTo>
                    <a:pt x="109509" y="301743"/>
                  </a:lnTo>
                  <a:lnTo>
                    <a:pt x="111599" y="305161"/>
                  </a:lnTo>
                  <a:lnTo>
                    <a:pt x="113688" y="308579"/>
                  </a:lnTo>
                  <a:lnTo>
                    <a:pt x="115777" y="312253"/>
                  </a:lnTo>
                  <a:lnTo>
                    <a:pt x="117866" y="314917"/>
                  </a:lnTo>
                  <a:lnTo>
                    <a:pt x="119955" y="317581"/>
                  </a:lnTo>
                  <a:lnTo>
                    <a:pt x="122044" y="319876"/>
                  </a:lnTo>
                  <a:lnTo>
                    <a:pt x="124133" y="321572"/>
                  </a:lnTo>
                  <a:lnTo>
                    <a:pt x="126222" y="324236"/>
                  </a:lnTo>
                  <a:lnTo>
                    <a:pt x="128311" y="326900"/>
                  </a:lnTo>
                  <a:lnTo>
                    <a:pt x="130400" y="330195"/>
                  </a:lnTo>
                  <a:lnTo>
                    <a:pt x="132489" y="333285"/>
                  </a:lnTo>
                  <a:lnTo>
                    <a:pt x="134578" y="335382"/>
                  </a:lnTo>
                  <a:lnTo>
                    <a:pt x="136667" y="337263"/>
                  </a:lnTo>
                  <a:lnTo>
                    <a:pt x="138756" y="336700"/>
                  </a:lnTo>
                  <a:lnTo>
                    <a:pt x="140845" y="335856"/>
                  </a:lnTo>
                  <a:lnTo>
                    <a:pt x="142934" y="335857"/>
                  </a:lnTo>
                  <a:lnTo>
                    <a:pt x="145023" y="335857"/>
                  </a:lnTo>
                  <a:lnTo>
                    <a:pt x="147112" y="335857"/>
                  </a:lnTo>
                  <a:lnTo>
                    <a:pt x="149201" y="335857"/>
                  </a:lnTo>
                  <a:lnTo>
                    <a:pt x="151290" y="336335"/>
                  </a:lnTo>
                  <a:lnTo>
                    <a:pt x="153379" y="336812"/>
                  </a:lnTo>
                  <a:lnTo>
                    <a:pt x="155468" y="338031"/>
                  </a:lnTo>
                  <a:lnTo>
                    <a:pt x="157557" y="339506"/>
                  </a:lnTo>
                  <a:lnTo>
                    <a:pt x="159646" y="341581"/>
                  </a:lnTo>
                  <a:lnTo>
                    <a:pt x="161735" y="343656"/>
                  </a:lnTo>
                  <a:lnTo>
                    <a:pt x="163824" y="345731"/>
                  </a:lnTo>
                  <a:lnTo>
                    <a:pt x="165913" y="347206"/>
                  </a:lnTo>
                  <a:lnTo>
                    <a:pt x="168002" y="348425"/>
                  </a:lnTo>
                  <a:lnTo>
                    <a:pt x="170092" y="347401"/>
                  </a:lnTo>
                  <a:lnTo>
                    <a:pt x="172181" y="346745"/>
                  </a:lnTo>
                  <a:lnTo>
                    <a:pt x="174270" y="345611"/>
                  </a:lnTo>
                  <a:lnTo>
                    <a:pt x="176359" y="343763"/>
                  </a:lnTo>
                  <a:lnTo>
                    <a:pt x="178448" y="340673"/>
                  </a:lnTo>
                  <a:lnTo>
                    <a:pt x="180537" y="335409"/>
                  </a:lnTo>
                  <a:lnTo>
                    <a:pt x="182626" y="329001"/>
                  </a:lnTo>
                  <a:lnTo>
                    <a:pt x="184715" y="321363"/>
                  </a:lnTo>
                  <a:lnTo>
                    <a:pt x="186804" y="313335"/>
                  </a:lnTo>
                  <a:lnTo>
                    <a:pt x="188893" y="303552"/>
                  </a:lnTo>
                  <a:lnTo>
                    <a:pt x="190982" y="292446"/>
                  </a:lnTo>
                  <a:lnTo>
                    <a:pt x="193071" y="279861"/>
                  </a:lnTo>
                  <a:lnTo>
                    <a:pt x="195160" y="267458"/>
                  </a:lnTo>
                  <a:lnTo>
                    <a:pt x="197249" y="254108"/>
                  </a:lnTo>
                  <a:lnTo>
                    <a:pt x="199338" y="239277"/>
                  </a:lnTo>
                  <a:lnTo>
                    <a:pt x="201427" y="224243"/>
                  </a:lnTo>
                  <a:lnTo>
                    <a:pt x="203516" y="209413"/>
                  </a:lnTo>
                  <a:lnTo>
                    <a:pt x="205605" y="194582"/>
                  </a:lnTo>
                  <a:lnTo>
                    <a:pt x="207694" y="179708"/>
                  </a:lnTo>
                  <a:lnTo>
                    <a:pt x="209783" y="166141"/>
                  </a:lnTo>
                  <a:lnTo>
                    <a:pt x="211872" y="153821"/>
                  </a:lnTo>
                  <a:lnTo>
                    <a:pt x="213961" y="142398"/>
                  </a:lnTo>
                  <a:lnTo>
                    <a:pt x="216050" y="131707"/>
                  </a:lnTo>
                  <a:lnTo>
                    <a:pt x="218139" y="121398"/>
                  </a:lnTo>
                  <a:lnTo>
                    <a:pt x="220228" y="112709"/>
                  </a:lnTo>
                  <a:lnTo>
                    <a:pt x="222317" y="104397"/>
                  </a:lnTo>
                  <a:lnTo>
                    <a:pt x="224406" y="97974"/>
                  </a:lnTo>
                  <a:lnTo>
                    <a:pt x="226496" y="91832"/>
                  </a:lnTo>
                  <a:lnTo>
                    <a:pt x="228585" y="85872"/>
                  </a:lnTo>
                  <a:lnTo>
                    <a:pt x="230674" y="80970"/>
                  </a:lnTo>
                  <a:lnTo>
                    <a:pt x="232763" y="76515"/>
                  </a:lnTo>
                  <a:lnTo>
                    <a:pt x="234852" y="72001"/>
                  </a:lnTo>
                  <a:lnTo>
                    <a:pt x="236941" y="67487"/>
                  </a:lnTo>
                  <a:lnTo>
                    <a:pt x="239030" y="63656"/>
                  </a:lnTo>
                  <a:lnTo>
                    <a:pt x="241119" y="59131"/>
                  </a:lnTo>
                  <a:lnTo>
                    <a:pt x="243208" y="53860"/>
                  </a:lnTo>
                  <a:lnTo>
                    <a:pt x="245297" y="48213"/>
                  </a:lnTo>
                  <a:lnTo>
                    <a:pt x="247386" y="42566"/>
                  </a:lnTo>
                  <a:lnTo>
                    <a:pt x="249475" y="36454"/>
                  </a:lnTo>
                  <a:lnTo>
                    <a:pt x="251564" y="30718"/>
                  </a:lnTo>
                  <a:lnTo>
                    <a:pt x="253653" y="24982"/>
                  </a:lnTo>
                  <a:lnTo>
                    <a:pt x="255742" y="19245"/>
                  </a:lnTo>
                  <a:lnTo>
                    <a:pt x="257831" y="13134"/>
                  </a:lnTo>
                  <a:lnTo>
                    <a:pt x="259920" y="8463"/>
                  </a:lnTo>
                  <a:lnTo>
                    <a:pt x="262009" y="6390"/>
                  </a:lnTo>
                  <a:lnTo>
                    <a:pt x="264098" y="5280"/>
                  </a:lnTo>
                  <a:lnTo>
                    <a:pt x="266187" y="3571"/>
                  </a:lnTo>
                  <a:lnTo>
                    <a:pt x="268276" y="2340"/>
                  </a:lnTo>
                  <a:lnTo>
                    <a:pt x="270365" y="631"/>
                  </a:lnTo>
                  <a:lnTo>
                    <a:pt x="272454" y="0"/>
                  </a:lnTo>
                  <a:lnTo>
                    <a:pt x="274543" y="631"/>
                  </a:lnTo>
                  <a:lnTo>
                    <a:pt x="276632" y="3884"/>
                  </a:lnTo>
                  <a:lnTo>
                    <a:pt x="278721" y="7137"/>
                  </a:lnTo>
                  <a:lnTo>
                    <a:pt x="280810" y="11468"/>
                  </a:lnTo>
                  <a:lnTo>
                    <a:pt x="282899" y="16513"/>
                  </a:lnTo>
                  <a:lnTo>
                    <a:pt x="284989" y="23614"/>
                  </a:lnTo>
                  <a:lnTo>
                    <a:pt x="287078" y="32890"/>
                  </a:lnTo>
                  <a:lnTo>
                    <a:pt x="289167" y="43310"/>
                  </a:lnTo>
                  <a:lnTo>
                    <a:pt x="291256" y="54959"/>
                  </a:lnTo>
                  <a:lnTo>
                    <a:pt x="293345" y="66500"/>
                  </a:lnTo>
                  <a:lnTo>
                    <a:pt x="295434" y="80363"/>
                  </a:lnTo>
                  <a:lnTo>
                    <a:pt x="297523" y="95481"/>
                  </a:lnTo>
                  <a:lnTo>
                    <a:pt x="299612" y="111263"/>
                  </a:lnTo>
                  <a:lnTo>
                    <a:pt x="301701" y="128022"/>
                  </a:lnTo>
                  <a:lnTo>
                    <a:pt x="303790" y="145361"/>
                  </a:lnTo>
                  <a:lnTo>
                    <a:pt x="305879" y="164179"/>
                  </a:lnTo>
                  <a:lnTo>
                    <a:pt x="307968" y="183798"/>
                  </a:lnTo>
                  <a:lnTo>
                    <a:pt x="310057" y="200940"/>
                  </a:lnTo>
                  <a:lnTo>
                    <a:pt x="312146" y="216291"/>
                  </a:lnTo>
                  <a:lnTo>
                    <a:pt x="314235" y="230260"/>
                  </a:lnTo>
                  <a:lnTo>
                    <a:pt x="316324" y="243594"/>
                  </a:lnTo>
                  <a:lnTo>
                    <a:pt x="318413" y="255681"/>
                  </a:lnTo>
                  <a:lnTo>
                    <a:pt x="320502" y="266871"/>
                  </a:lnTo>
                  <a:lnTo>
                    <a:pt x="322591" y="278110"/>
                  </a:lnTo>
                  <a:lnTo>
                    <a:pt x="324680" y="289856"/>
                  </a:lnTo>
                  <a:lnTo>
                    <a:pt x="326769" y="299790"/>
                  </a:lnTo>
                  <a:lnTo>
                    <a:pt x="328858" y="309455"/>
                  </a:lnTo>
                  <a:lnTo>
                    <a:pt x="330947" y="320030"/>
                  </a:lnTo>
                  <a:lnTo>
                    <a:pt x="333036" y="329414"/>
                  </a:lnTo>
                  <a:lnTo>
                    <a:pt x="335125" y="338989"/>
                  </a:lnTo>
                  <a:lnTo>
                    <a:pt x="337214" y="348200"/>
                  </a:lnTo>
                  <a:lnTo>
                    <a:pt x="339303" y="358538"/>
                  </a:lnTo>
                  <a:lnTo>
                    <a:pt x="341204" y="36923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30692" y="3595648"/>
              <a:ext cx="695080" cy="267533"/>
            </a:xfrm>
            <a:custGeom>
              <a:avLst/>
              <a:pathLst>
                <a:path w="695080" h="267533">
                  <a:moveTo>
                    <a:pt x="0" y="267533"/>
                  </a:moveTo>
                  <a:lnTo>
                    <a:pt x="425" y="265628"/>
                  </a:lnTo>
                  <a:lnTo>
                    <a:pt x="2514" y="256172"/>
                  </a:lnTo>
                  <a:lnTo>
                    <a:pt x="4603" y="244929"/>
                  </a:lnTo>
                  <a:lnTo>
                    <a:pt x="6692" y="235766"/>
                  </a:lnTo>
                  <a:lnTo>
                    <a:pt x="8781" y="229291"/>
                  </a:lnTo>
                  <a:lnTo>
                    <a:pt x="10870" y="222817"/>
                  </a:lnTo>
                  <a:lnTo>
                    <a:pt x="12959" y="218394"/>
                  </a:lnTo>
                  <a:lnTo>
                    <a:pt x="15048" y="215800"/>
                  </a:lnTo>
                  <a:lnTo>
                    <a:pt x="17137" y="212363"/>
                  </a:lnTo>
                  <a:lnTo>
                    <a:pt x="19226" y="209299"/>
                  </a:lnTo>
                  <a:lnTo>
                    <a:pt x="21315" y="205483"/>
                  </a:lnTo>
                  <a:lnTo>
                    <a:pt x="23404" y="203699"/>
                  </a:lnTo>
                  <a:lnTo>
                    <a:pt x="25493" y="203128"/>
                  </a:lnTo>
                  <a:lnTo>
                    <a:pt x="27582" y="200415"/>
                  </a:lnTo>
                  <a:lnTo>
                    <a:pt x="29671" y="197272"/>
                  </a:lnTo>
                  <a:lnTo>
                    <a:pt x="31760" y="195513"/>
                  </a:lnTo>
                  <a:lnTo>
                    <a:pt x="33849" y="193214"/>
                  </a:lnTo>
                  <a:lnTo>
                    <a:pt x="35938" y="192974"/>
                  </a:lnTo>
                  <a:lnTo>
                    <a:pt x="38027" y="192010"/>
                  </a:lnTo>
                  <a:lnTo>
                    <a:pt x="40117" y="189425"/>
                  </a:lnTo>
                  <a:lnTo>
                    <a:pt x="42206" y="185000"/>
                  </a:lnTo>
                  <a:lnTo>
                    <a:pt x="44295" y="177541"/>
                  </a:lnTo>
                  <a:lnTo>
                    <a:pt x="46384" y="169020"/>
                  </a:lnTo>
                  <a:lnTo>
                    <a:pt x="48473" y="159769"/>
                  </a:lnTo>
                  <a:lnTo>
                    <a:pt x="50562" y="150518"/>
                  </a:lnTo>
                  <a:lnTo>
                    <a:pt x="52651" y="140215"/>
                  </a:lnTo>
                  <a:lnTo>
                    <a:pt x="54740" y="131843"/>
                  </a:lnTo>
                  <a:lnTo>
                    <a:pt x="56829" y="121707"/>
                  </a:lnTo>
                  <a:lnTo>
                    <a:pt x="58918" y="111488"/>
                  </a:lnTo>
                  <a:lnTo>
                    <a:pt x="61007" y="101606"/>
                  </a:lnTo>
                  <a:lnTo>
                    <a:pt x="63096" y="91245"/>
                  </a:lnTo>
                  <a:lnTo>
                    <a:pt x="65185" y="82311"/>
                  </a:lnTo>
                  <a:lnTo>
                    <a:pt x="67274" y="73854"/>
                  </a:lnTo>
                  <a:lnTo>
                    <a:pt x="69363" y="65579"/>
                  </a:lnTo>
                  <a:lnTo>
                    <a:pt x="71452" y="57304"/>
                  </a:lnTo>
                  <a:lnTo>
                    <a:pt x="73541" y="50047"/>
                  </a:lnTo>
                  <a:lnTo>
                    <a:pt x="75630" y="45755"/>
                  </a:lnTo>
                  <a:lnTo>
                    <a:pt x="77719" y="41962"/>
                  </a:lnTo>
                  <a:lnTo>
                    <a:pt x="79808" y="39887"/>
                  </a:lnTo>
                  <a:lnTo>
                    <a:pt x="81897" y="38412"/>
                  </a:lnTo>
                  <a:lnTo>
                    <a:pt x="83986" y="38568"/>
                  </a:lnTo>
                  <a:lnTo>
                    <a:pt x="86075" y="37300"/>
                  </a:lnTo>
                  <a:lnTo>
                    <a:pt x="88164" y="34544"/>
                  </a:lnTo>
                  <a:lnTo>
                    <a:pt x="90253" y="33372"/>
                  </a:lnTo>
                  <a:lnTo>
                    <a:pt x="92342" y="31601"/>
                  </a:lnTo>
                  <a:lnTo>
                    <a:pt x="94431" y="30489"/>
                  </a:lnTo>
                  <a:lnTo>
                    <a:pt x="96520" y="29377"/>
                  </a:lnTo>
                  <a:lnTo>
                    <a:pt x="98610" y="28266"/>
                  </a:lnTo>
                  <a:lnTo>
                    <a:pt x="100699" y="28164"/>
                  </a:lnTo>
                  <a:lnTo>
                    <a:pt x="102788" y="28292"/>
                  </a:lnTo>
                  <a:lnTo>
                    <a:pt x="104877" y="28420"/>
                  </a:lnTo>
                  <a:lnTo>
                    <a:pt x="106966" y="28902"/>
                  </a:lnTo>
                  <a:lnTo>
                    <a:pt x="109055" y="30689"/>
                  </a:lnTo>
                  <a:lnTo>
                    <a:pt x="111144" y="33833"/>
                  </a:lnTo>
                  <a:lnTo>
                    <a:pt x="113233" y="37649"/>
                  </a:lnTo>
                  <a:lnTo>
                    <a:pt x="115322" y="40792"/>
                  </a:lnTo>
                  <a:lnTo>
                    <a:pt x="117411" y="43289"/>
                  </a:lnTo>
                  <a:lnTo>
                    <a:pt x="119500" y="47951"/>
                  </a:lnTo>
                  <a:lnTo>
                    <a:pt x="121589" y="52612"/>
                  </a:lnTo>
                  <a:lnTo>
                    <a:pt x="123678" y="58118"/>
                  </a:lnTo>
                  <a:lnTo>
                    <a:pt x="125767" y="62598"/>
                  </a:lnTo>
                  <a:lnTo>
                    <a:pt x="127856" y="66100"/>
                  </a:lnTo>
                  <a:lnTo>
                    <a:pt x="129945" y="68971"/>
                  </a:lnTo>
                  <a:lnTo>
                    <a:pt x="132034" y="71032"/>
                  </a:lnTo>
                  <a:lnTo>
                    <a:pt x="134123" y="75364"/>
                  </a:lnTo>
                  <a:lnTo>
                    <a:pt x="136212" y="81488"/>
                  </a:lnTo>
                  <a:lnTo>
                    <a:pt x="138301" y="86381"/>
                  </a:lnTo>
                  <a:lnTo>
                    <a:pt x="140390" y="90428"/>
                  </a:lnTo>
                  <a:lnTo>
                    <a:pt x="142479" y="92418"/>
                  </a:lnTo>
                  <a:lnTo>
                    <a:pt x="144568" y="93331"/>
                  </a:lnTo>
                  <a:lnTo>
                    <a:pt x="146657" y="94722"/>
                  </a:lnTo>
                  <a:lnTo>
                    <a:pt x="148746" y="97952"/>
                  </a:lnTo>
                  <a:lnTo>
                    <a:pt x="150835" y="104217"/>
                  </a:lnTo>
                  <a:lnTo>
                    <a:pt x="152924" y="110763"/>
                  </a:lnTo>
                  <a:lnTo>
                    <a:pt x="155014" y="118820"/>
                  </a:lnTo>
                  <a:lnTo>
                    <a:pt x="157103" y="126876"/>
                  </a:lnTo>
                  <a:lnTo>
                    <a:pt x="159192" y="136196"/>
                  </a:lnTo>
                  <a:lnTo>
                    <a:pt x="161281" y="145515"/>
                  </a:lnTo>
                  <a:lnTo>
                    <a:pt x="163370" y="154456"/>
                  </a:lnTo>
                  <a:lnTo>
                    <a:pt x="165459" y="163481"/>
                  </a:lnTo>
                  <a:lnTo>
                    <a:pt x="167548" y="171691"/>
                  </a:lnTo>
                  <a:lnTo>
                    <a:pt x="169637" y="180014"/>
                  </a:lnTo>
                  <a:lnTo>
                    <a:pt x="171726" y="188335"/>
                  </a:lnTo>
                  <a:lnTo>
                    <a:pt x="173815" y="196180"/>
                  </a:lnTo>
                  <a:lnTo>
                    <a:pt x="175904" y="204502"/>
                  </a:lnTo>
                  <a:lnTo>
                    <a:pt x="177993" y="212448"/>
                  </a:lnTo>
                  <a:lnTo>
                    <a:pt x="180082" y="219877"/>
                  </a:lnTo>
                  <a:lnTo>
                    <a:pt x="182171" y="226773"/>
                  </a:lnTo>
                  <a:lnTo>
                    <a:pt x="184260" y="233007"/>
                  </a:lnTo>
                  <a:lnTo>
                    <a:pt x="186349" y="237525"/>
                  </a:lnTo>
                  <a:lnTo>
                    <a:pt x="188438" y="242042"/>
                  </a:lnTo>
                  <a:lnTo>
                    <a:pt x="190527" y="245338"/>
                  </a:lnTo>
                  <a:lnTo>
                    <a:pt x="192616" y="248486"/>
                  </a:lnTo>
                  <a:lnTo>
                    <a:pt x="194705" y="252646"/>
                  </a:lnTo>
                  <a:lnTo>
                    <a:pt x="196794" y="254588"/>
                  </a:lnTo>
                  <a:lnTo>
                    <a:pt x="198883" y="256531"/>
                  </a:lnTo>
                  <a:lnTo>
                    <a:pt x="200972" y="257814"/>
                  </a:lnTo>
                  <a:lnTo>
                    <a:pt x="203061" y="259472"/>
                  </a:lnTo>
                  <a:lnTo>
                    <a:pt x="205150" y="261131"/>
                  </a:lnTo>
                  <a:lnTo>
                    <a:pt x="207239" y="262414"/>
                  </a:lnTo>
                  <a:lnTo>
                    <a:pt x="209328" y="264729"/>
                  </a:lnTo>
                  <a:lnTo>
                    <a:pt x="211417" y="267043"/>
                  </a:lnTo>
                  <a:lnTo>
                    <a:pt x="213507" y="266827"/>
                  </a:lnTo>
                  <a:lnTo>
                    <a:pt x="215596" y="266306"/>
                  </a:lnTo>
                  <a:lnTo>
                    <a:pt x="217685" y="266458"/>
                  </a:lnTo>
                  <a:lnTo>
                    <a:pt x="219774" y="265937"/>
                  </a:lnTo>
                  <a:lnTo>
                    <a:pt x="221863" y="266089"/>
                  </a:lnTo>
                  <a:lnTo>
                    <a:pt x="223952" y="266887"/>
                  </a:lnTo>
                  <a:lnTo>
                    <a:pt x="226041" y="265900"/>
                  </a:lnTo>
                  <a:lnTo>
                    <a:pt x="228130" y="264912"/>
                  </a:lnTo>
                  <a:lnTo>
                    <a:pt x="230219" y="263924"/>
                  </a:lnTo>
                  <a:lnTo>
                    <a:pt x="232308" y="263596"/>
                  </a:lnTo>
                  <a:lnTo>
                    <a:pt x="234397" y="263389"/>
                  </a:lnTo>
                  <a:lnTo>
                    <a:pt x="236486" y="263182"/>
                  </a:lnTo>
                  <a:lnTo>
                    <a:pt x="238575" y="263353"/>
                  </a:lnTo>
                  <a:lnTo>
                    <a:pt x="240664" y="262264"/>
                  </a:lnTo>
                  <a:lnTo>
                    <a:pt x="242753" y="260189"/>
                  </a:lnTo>
                  <a:lnTo>
                    <a:pt x="244842" y="258714"/>
                  </a:lnTo>
                  <a:lnTo>
                    <a:pt x="246931" y="257871"/>
                  </a:lnTo>
                  <a:lnTo>
                    <a:pt x="249020" y="257027"/>
                  </a:lnTo>
                  <a:lnTo>
                    <a:pt x="251109" y="256662"/>
                  </a:lnTo>
                  <a:lnTo>
                    <a:pt x="253198" y="255818"/>
                  </a:lnTo>
                  <a:lnTo>
                    <a:pt x="255287" y="254599"/>
                  </a:lnTo>
                  <a:lnTo>
                    <a:pt x="257376" y="253002"/>
                  </a:lnTo>
                  <a:lnTo>
                    <a:pt x="259465" y="251404"/>
                  </a:lnTo>
                  <a:lnTo>
                    <a:pt x="261554" y="249807"/>
                  </a:lnTo>
                  <a:lnTo>
                    <a:pt x="263643" y="248209"/>
                  </a:lnTo>
                  <a:lnTo>
                    <a:pt x="265732" y="245980"/>
                  </a:lnTo>
                  <a:lnTo>
                    <a:pt x="267821" y="244130"/>
                  </a:lnTo>
                  <a:lnTo>
                    <a:pt x="269911" y="242533"/>
                  </a:lnTo>
                  <a:lnTo>
                    <a:pt x="272000" y="240935"/>
                  </a:lnTo>
                  <a:lnTo>
                    <a:pt x="274089" y="239447"/>
                  </a:lnTo>
                  <a:lnTo>
                    <a:pt x="276178" y="238325"/>
                  </a:lnTo>
                  <a:lnTo>
                    <a:pt x="278267" y="236889"/>
                  </a:lnTo>
                  <a:lnTo>
                    <a:pt x="280356" y="235452"/>
                  </a:lnTo>
                  <a:lnTo>
                    <a:pt x="282445" y="234015"/>
                  </a:lnTo>
                  <a:lnTo>
                    <a:pt x="284534" y="232954"/>
                  </a:lnTo>
                  <a:lnTo>
                    <a:pt x="286623" y="231893"/>
                  </a:lnTo>
                  <a:lnTo>
                    <a:pt x="288712" y="230771"/>
                  </a:lnTo>
                  <a:lnTo>
                    <a:pt x="290801" y="230024"/>
                  </a:lnTo>
                  <a:lnTo>
                    <a:pt x="292890" y="229646"/>
                  </a:lnTo>
                  <a:lnTo>
                    <a:pt x="294979" y="227139"/>
                  </a:lnTo>
                  <a:lnTo>
                    <a:pt x="297068" y="222246"/>
                  </a:lnTo>
                  <a:lnTo>
                    <a:pt x="299157" y="216606"/>
                  </a:lnTo>
                  <a:lnTo>
                    <a:pt x="301246" y="210967"/>
                  </a:lnTo>
                  <a:lnTo>
                    <a:pt x="303335" y="205695"/>
                  </a:lnTo>
                  <a:lnTo>
                    <a:pt x="305424" y="200803"/>
                  </a:lnTo>
                  <a:lnTo>
                    <a:pt x="307513" y="195910"/>
                  </a:lnTo>
                  <a:lnTo>
                    <a:pt x="309602" y="191017"/>
                  </a:lnTo>
                  <a:lnTo>
                    <a:pt x="311691" y="186490"/>
                  </a:lnTo>
                  <a:lnTo>
                    <a:pt x="313780" y="182339"/>
                  </a:lnTo>
                  <a:lnTo>
                    <a:pt x="315869" y="177156"/>
                  </a:lnTo>
                  <a:lnTo>
                    <a:pt x="317958" y="171479"/>
                  </a:lnTo>
                  <a:lnTo>
                    <a:pt x="320047" y="165332"/>
                  </a:lnTo>
                  <a:lnTo>
                    <a:pt x="322136" y="157763"/>
                  </a:lnTo>
                  <a:lnTo>
                    <a:pt x="324225" y="149829"/>
                  </a:lnTo>
                  <a:lnTo>
                    <a:pt x="326314" y="143313"/>
                  </a:lnTo>
                  <a:lnTo>
                    <a:pt x="328404" y="139174"/>
                  </a:lnTo>
                  <a:lnTo>
                    <a:pt x="330493" y="135035"/>
                  </a:lnTo>
                  <a:lnTo>
                    <a:pt x="332582" y="130517"/>
                  </a:lnTo>
                  <a:lnTo>
                    <a:pt x="334671" y="126366"/>
                  </a:lnTo>
                  <a:lnTo>
                    <a:pt x="336760" y="122692"/>
                  </a:lnTo>
                  <a:lnTo>
                    <a:pt x="338849" y="119019"/>
                  </a:lnTo>
                  <a:lnTo>
                    <a:pt x="340938" y="115723"/>
                  </a:lnTo>
                  <a:lnTo>
                    <a:pt x="343027" y="110904"/>
                  </a:lnTo>
                  <a:lnTo>
                    <a:pt x="345116" y="105227"/>
                  </a:lnTo>
                  <a:lnTo>
                    <a:pt x="347205" y="100522"/>
                  </a:lnTo>
                  <a:lnTo>
                    <a:pt x="349294" y="97104"/>
                  </a:lnTo>
                  <a:lnTo>
                    <a:pt x="351383" y="94559"/>
                  </a:lnTo>
                  <a:lnTo>
                    <a:pt x="353472" y="92726"/>
                  </a:lnTo>
                  <a:lnTo>
                    <a:pt x="355561" y="90408"/>
                  </a:lnTo>
                  <a:lnTo>
                    <a:pt x="357650" y="88090"/>
                  </a:lnTo>
                  <a:lnTo>
                    <a:pt x="359739" y="85772"/>
                  </a:lnTo>
                  <a:lnTo>
                    <a:pt x="361828" y="82965"/>
                  </a:lnTo>
                  <a:lnTo>
                    <a:pt x="363917" y="80056"/>
                  </a:lnTo>
                  <a:lnTo>
                    <a:pt x="366006" y="76489"/>
                  </a:lnTo>
                  <a:lnTo>
                    <a:pt x="368095" y="72422"/>
                  </a:lnTo>
                  <a:lnTo>
                    <a:pt x="370184" y="68355"/>
                  </a:lnTo>
                  <a:lnTo>
                    <a:pt x="372273" y="64194"/>
                  </a:lnTo>
                  <a:lnTo>
                    <a:pt x="374362" y="58682"/>
                  </a:lnTo>
                  <a:lnTo>
                    <a:pt x="376451" y="54615"/>
                  </a:lnTo>
                  <a:lnTo>
                    <a:pt x="378540" y="49862"/>
                  </a:lnTo>
                  <a:lnTo>
                    <a:pt x="380629" y="44370"/>
                  </a:lnTo>
                  <a:lnTo>
                    <a:pt x="382718" y="39379"/>
                  </a:lnTo>
                  <a:lnTo>
                    <a:pt x="384808" y="34565"/>
                  </a:lnTo>
                  <a:lnTo>
                    <a:pt x="386897" y="30581"/>
                  </a:lnTo>
                  <a:lnTo>
                    <a:pt x="388986" y="26597"/>
                  </a:lnTo>
                  <a:lnTo>
                    <a:pt x="391075" y="21981"/>
                  </a:lnTo>
                  <a:lnTo>
                    <a:pt x="393164" y="18640"/>
                  </a:lnTo>
                  <a:lnTo>
                    <a:pt x="395253" y="13710"/>
                  </a:lnTo>
                  <a:lnTo>
                    <a:pt x="397342" y="8779"/>
                  </a:lnTo>
                  <a:lnTo>
                    <a:pt x="399431" y="3480"/>
                  </a:lnTo>
                  <a:lnTo>
                    <a:pt x="401520" y="310"/>
                  </a:lnTo>
                  <a:lnTo>
                    <a:pt x="403609" y="0"/>
                  </a:lnTo>
                  <a:lnTo>
                    <a:pt x="405698" y="1964"/>
                  </a:lnTo>
                  <a:lnTo>
                    <a:pt x="407787" y="3930"/>
                  </a:lnTo>
                  <a:lnTo>
                    <a:pt x="409876" y="6125"/>
                  </a:lnTo>
                  <a:lnTo>
                    <a:pt x="411965" y="8772"/>
                  </a:lnTo>
                  <a:lnTo>
                    <a:pt x="414054" y="10664"/>
                  </a:lnTo>
                  <a:lnTo>
                    <a:pt x="416143" y="12181"/>
                  </a:lnTo>
                  <a:lnTo>
                    <a:pt x="418232" y="13332"/>
                  </a:lnTo>
                  <a:lnTo>
                    <a:pt x="420321" y="15237"/>
                  </a:lnTo>
                  <a:lnTo>
                    <a:pt x="422410" y="18174"/>
                  </a:lnTo>
                  <a:lnTo>
                    <a:pt x="424499" y="21473"/>
                  </a:lnTo>
                  <a:lnTo>
                    <a:pt x="426588" y="27989"/>
                  </a:lnTo>
                  <a:lnTo>
                    <a:pt x="428677" y="35557"/>
                  </a:lnTo>
                  <a:lnTo>
                    <a:pt x="430766" y="43870"/>
                  </a:lnTo>
                  <a:lnTo>
                    <a:pt x="432855" y="50764"/>
                  </a:lnTo>
                  <a:lnTo>
                    <a:pt x="434944" y="54903"/>
                  </a:lnTo>
                  <a:lnTo>
                    <a:pt x="437033" y="59421"/>
                  </a:lnTo>
                  <a:lnTo>
                    <a:pt x="439122" y="64313"/>
                  </a:lnTo>
                  <a:lnTo>
                    <a:pt x="441211" y="69206"/>
                  </a:lnTo>
                  <a:lnTo>
                    <a:pt x="443301" y="73621"/>
                  </a:lnTo>
                  <a:lnTo>
                    <a:pt x="445390" y="78036"/>
                  </a:lnTo>
                  <a:lnTo>
                    <a:pt x="447479" y="82452"/>
                  </a:lnTo>
                  <a:lnTo>
                    <a:pt x="449568" y="88868"/>
                  </a:lnTo>
                  <a:lnTo>
                    <a:pt x="451657" y="95287"/>
                  </a:lnTo>
                  <a:lnTo>
                    <a:pt x="453746" y="101211"/>
                  </a:lnTo>
                  <a:lnTo>
                    <a:pt x="455835" y="105053"/>
                  </a:lnTo>
                  <a:lnTo>
                    <a:pt x="457924" y="106452"/>
                  </a:lnTo>
                  <a:lnTo>
                    <a:pt x="460013" y="107138"/>
                  </a:lnTo>
                  <a:lnTo>
                    <a:pt x="462102" y="108309"/>
                  </a:lnTo>
                  <a:lnTo>
                    <a:pt x="464191" y="109480"/>
                  </a:lnTo>
                  <a:lnTo>
                    <a:pt x="466280" y="111251"/>
                  </a:lnTo>
                  <a:lnTo>
                    <a:pt x="468369" y="113887"/>
                  </a:lnTo>
                  <a:lnTo>
                    <a:pt x="470458" y="117002"/>
                  </a:lnTo>
                  <a:lnTo>
                    <a:pt x="472547" y="120314"/>
                  </a:lnTo>
                  <a:lnTo>
                    <a:pt x="474636" y="123477"/>
                  </a:lnTo>
                  <a:lnTo>
                    <a:pt x="476725" y="125213"/>
                  </a:lnTo>
                  <a:lnTo>
                    <a:pt x="478814" y="126467"/>
                  </a:lnTo>
                  <a:lnTo>
                    <a:pt x="480903" y="128692"/>
                  </a:lnTo>
                  <a:lnTo>
                    <a:pt x="482992" y="129851"/>
                  </a:lnTo>
                  <a:lnTo>
                    <a:pt x="485081" y="131696"/>
                  </a:lnTo>
                  <a:lnTo>
                    <a:pt x="487170" y="134933"/>
                  </a:lnTo>
                  <a:lnTo>
                    <a:pt x="489259" y="138729"/>
                  </a:lnTo>
                  <a:lnTo>
                    <a:pt x="491348" y="142661"/>
                  </a:lnTo>
                  <a:lnTo>
                    <a:pt x="493437" y="144734"/>
                  </a:lnTo>
                  <a:lnTo>
                    <a:pt x="495526" y="145834"/>
                  </a:lnTo>
                  <a:lnTo>
                    <a:pt x="497615" y="147284"/>
                  </a:lnTo>
                  <a:lnTo>
                    <a:pt x="499705" y="145948"/>
                  </a:lnTo>
                  <a:lnTo>
                    <a:pt x="501794" y="145888"/>
                  </a:lnTo>
                  <a:lnTo>
                    <a:pt x="503883" y="145962"/>
                  </a:lnTo>
                  <a:lnTo>
                    <a:pt x="505972" y="146593"/>
                  </a:lnTo>
                  <a:lnTo>
                    <a:pt x="508061" y="148602"/>
                  </a:lnTo>
                  <a:lnTo>
                    <a:pt x="510150" y="151142"/>
                  </a:lnTo>
                  <a:lnTo>
                    <a:pt x="512239" y="151774"/>
                  </a:lnTo>
                  <a:lnTo>
                    <a:pt x="514328" y="152405"/>
                  </a:lnTo>
                  <a:lnTo>
                    <a:pt x="516417" y="152439"/>
                  </a:lnTo>
                  <a:lnTo>
                    <a:pt x="518506" y="151012"/>
                  </a:lnTo>
                  <a:lnTo>
                    <a:pt x="520595" y="150970"/>
                  </a:lnTo>
                  <a:lnTo>
                    <a:pt x="522684" y="150927"/>
                  </a:lnTo>
                  <a:lnTo>
                    <a:pt x="524773" y="152582"/>
                  </a:lnTo>
                  <a:lnTo>
                    <a:pt x="526862" y="155158"/>
                  </a:lnTo>
                  <a:lnTo>
                    <a:pt x="528951" y="157601"/>
                  </a:lnTo>
                  <a:lnTo>
                    <a:pt x="531040" y="161828"/>
                  </a:lnTo>
                  <a:lnTo>
                    <a:pt x="533129" y="164057"/>
                  </a:lnTo>
                  <a:lnTo>
                    <a:pt x="535218" y="166744"/>
                  </a:lnTo>
                  <a:lnTo>
                    <a:pt x="537307" y="166572"/>
                  </a:lnTo>
                  <a:lnTo>
                    <a:pt x="539396" y="166401"/>
                  </a:lnTo>
                  <a:lnTo>
                    <a:pt x="541485" y="166608"/>
                  </a:lnTo>
                  <a:lnTo>
                    <a:pt x="543574" y="166436"/>
                  </a:lnTo>
                  <a:lnTo>
                    <a:pt x="545663" y="165890"/>
                  </a:lnTo>
                  <a:lnTo>
                    <a:pt x="547752" y="164977"/>
                  </a:lnTo>
                  <a:lnTo>
                    <a:pt x="549841" y="164064"/>
                  </a:lnTo>
                  <a:lnTo>
                    <a:pt x="551930" y="161641"/>
                  </a:lnTo>
                  <a:lnTo>
                    <a:pt x="554019" y="157857"/>
                  </a:lnTo>
                  <a:lnTo>
                    <a:pt x="556108" y="153596"/>
                  </a:lnTo>
                  <a:lnTo>
                    <a:pt x="558198" y="149181"/>
                  </a:lnTo>
                  <a:lnTo>
                    <a:pt x="560287" y="144288"/>
                  </a:lnTo>
                  <a:lnTo>
                    <a:pt x="562376" y="139816"/>
                  </a:lnTo>
                  <a:lnTo>
                    <a:pt x="564465" y="136913"/>
                  </a:lnTo>
                  <a:lnTo>
                    <a:pt x="566554" y="133639"/>
                  </a:lnTo>
                  <a:lnTo>
                    <a:pt x="568643" y="132164"/>
                  </a:lnTo>
                  <a:lnTo>
                    <a:pt x="570732" y="130689"/>
                  </a:lnTo>
                  <a:lnTo>
                    <a:pt x="572821" y="127860"/>
                  </a:lnTo>
                  <a:lnTo>
                    <a:pt x="574910" y="125031"/>
                  </a:lnTo>
                  <a:lnTo>
                    <a:pt x="576999" y="122203"/>
                  </a:lnTo>
                  <a:lnTo>
                    <a:pt x="579088" y="119467"/>
                  </a:lnTo>
                  <a:lnTo>
                    <a:pt x="581177" y="117383"/>
                  </a:lnTo>
                  <a:lnTo>
                    <a:pt x="583266" y="118750"/>
                  </a:lnTo>
                  <a:lnTo>
                    <a:pt x="585355" y="121658"/>
                  </a:lnTo>
                  <a:lnTo>
                    <a:pt x="587444" y="124566"/>
                  </a:lnTo>
                  <a:lnTo>
                    <a:pt x="589533" y="127106"/>
                  </a:lnTo>
                  <a:lnTo>
                    <a:pt x="591622" y="129646"/>
                  </a:lnTo>
                  <a:lnTo>
                    <a:pt x="593711" y="131900"/>
                  </a:lnTo>
                  <a:lnTo>
                    <a:pt x="595800" y="133465"/>
                  </a:lnTo>
                  <a:lnTo>
                    <a:pt x="597889" y="135028"/>
                  </a:lnTo>
                  <a:lnTo>
                    <a:pt x="599978" y="137623"/>
                  </a:lnTo>
                  <a:lnTo>
                    <a:pt x="602067" y="141191"/>
                  </a:lnTo>
                  <a:lnTo>
                    <a:pt x="604156" y="144671"/>
                  </a:lnTo>
                  <a:lnTo>
                    <a:pt x="606245" y="150030"/>
                  </a:lnTo>
                  <a:lnTo>
                    <a:pt x="608334" y="155768"/>
                  </a:lnTo>
                  <a:lnTo>
                    <a:pt x="610423" y="161371"/>
                  </a:lnTo>
                  <a:lnTo>
                    <a:pt x="612512" y="166416"/>
                  </a:lnTo>
                  <a:lnTo>
                    <a:pt x="614602" y="169706"/>
                  </a:lnTo>
                  <a:lnTo>
                    <a:pt x="616691" y="172370"/>
                  </a:lnTo>
                  <a:lnTo>
                    <a:pt x="618780" y="175034"/>
                  </a:lnTo>
                  <a:lnTo>
                    <a:pt x="620869" y="177698"/>
                  </a:lnTo>
                  <a:lnTo>
                    <a:pt x="622958" y="180362"/>
                  </a:lnTo>
                  <a:lnTo>
                    <a:pt x="625047" y="183657"/>
                  </a:lnTo>
                  <a:lnTo>
                    <a:pt x="627136" y="185953"/>
                  </a:lnTo>
                  <a:lnTo>
                    <a:pt x="629225" y="188617"/>
                  </a:lnTo>
                  <a:lnTo>
                    <a:pt x="631314" y="189962"/>
                  </a:lnTo>
                  <a:lnTo>
                    <a:pt x="633403" y="190008"/>
                  </a:lnTo>
                  <a:lnTo>
                    <a:pt x="635492" y="190187"/>
                  </a:lnTo>
                  <a:lnTo>
                    <a:pt x="637581" y="188337"/>
                  </a:lnTo>
                  <a:lnTo>
                    <a:pt x="639670" y="186862"/>
                  </a:lnTo>
                  <a:lnTo>
                    <a:pt x="641759" y="184928"/>
                  </a:lnTo>
                  <a:lnTo>
                    <a:pt x="643848" y="186318"/>
                  </a:lnTo>
                  <a:lnTo>
                    <a:pt x="645937" y="187709"/>
                  </a:lnTo>
                  <a:lnTo>
                    <a:pt x="648026" y="189099"/>
                  </a:lnTo>
                  <a:lnTo>
                    <a:pt x="650115" y="191121"/>
                  </a:lnTo>
                  <a:lnTo>
                    <a:pt x="652204" y="193143"/>
                  </a:lnTo>
                  <a:lnTo>
                    <a:pt x="654293" y="195164"/>
                  </a:lnTo>
                  <a:lnTo>
                    <a:pt x="656382" y="196158"/>
                  </a:lnTo>
                  <a:lnTo>
                    <a:pt x="658471" y="198827"/>
                  </a:lnTo>
                  <a:lnTo>
                    <a:pt x="660560" y="202198"/>
                  </a:lnTo>
                  <a:lnTo>
                    <a:pt x="662649" y="205569"/>
                  </a:lnTo>
                  <a:lnTo>
                    <a:pt x="664738" y="209071"/>
                  </a:lnTo>
                  <a:lnTo>
                    <a:pt x="666827" y="212574"/>
                  </a:lnTo>
                  <a:lnTo>
                    <a:pt x="668916" y="216577"/>
                  </a:lnTo>
                  <a:lnTo>
                    <a:pt x="671005" y="219020"/>
                  </a:lnTo>
                  <a:lnTo>
                    <a:pt x="673095" y="221781"/>
                  </a:lnTo>
                  <a:lnTo>
                    <a:pt x="675184" y="222744"/>
                  </a:lnTo>
                  <a:lnTo>
                    <a:pt x="677273" y="224460"/>
                  </a:lnTo>
                  <a:lnTo>
                    <a:pt x="679362" y="226930"/>
                  </a:lnTo>
                  <a:lnTo>
                    <a:pt x="681451" y="229400"/>
                  </a:lnTo>
                  <a:lnTo>
                    <a:pt x="683540" y="233324"/>
                  </a:lnTo>
                  <a:lnTo>
                    <a:pt x="685629" y="238505"/>
                  </a:lnTo>
                  <a:lnTo>
                    <a:pt x="687718" y="246417"/>
                  </a:lnTo>
                  <a:lnTo>
                    <a:pt x="689807" y="252783"/>
                  </a:lnTo>
                  <a:lnTo>
                    <a:pt x="691896" y="258185"/>
                  </a:lnTo>
                  <a:lnTo>
                    <a:pt x="693985" y="264555"/>
                  </a:lnTo>
                  <a:lnTo>
                    <a:pt x="695080" y="26753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874436" y="3477167"/>
              <a:ext cx="701777" cy="386014"/>
            </a:xfrm>
            <a:custGeom>
              <a:avLst/>
              <a:pathLst>
                <a:path w="701777" h="386014">
                  <a:moveTo>
                    <a:pt x="0" y="386014"/>
                  </a:moveTo>
                  <a:lnTo>
                    <a:pt x="378" y="383982"/>
                  </a:lnTo>
                  <a:lnTo>
                    <a:pt x="2467" y="372146"/>
                  </a:lnTo>
                  <a:lnTo>
                    <a:pt x="4556" y="360311"/>
                  </a:lnTo>
                  <a:lnTo>
                    <a:pt x="6645" y="348504"/>
                  </a:lnTo>
                  <a:lnTo>
                    <a:pt x="8734" y="335825"/>
                  </a:lnTo>
                  <a:lnTo>
                    <a:pt x="10823" y="322029"/>
                  </a:lnTo>
                  <a:lnTo>
                    <a:pt x="12912" y="307545"/>
                  </a:lnTo>
                  <a:lnTo>
                    <a:pt x="15001" y="294592"/>
                  </a:lnTo>
                  <a:lnTo>
                    <a:pt x="17090" y="280782"/>
                  </a:lnTo>
                  <a:lnTo>
                    <a:pt x="19179" y="268868"/>
                  </a:lnTo>
                  <a:lnTo>
                    <a:pt x="21268" y="257984"/>
                  </a:lnTo>
                  <a:lnTo>
                    <a:pt x="23357" y="249827"/>
                  </a:lnTo>
                  <a:lnTo>
                    <a:pt x="25446" y="241431"/>
                  </a:lnTo>
                  <a:lnTo>
                    <a:pt x="27535" y="234512"/>
                  </a:lnTo>
                  <a:lnTo>
                    <a:pt x="29624" y="226224"/>
                  </a:lnTo>
                  <a:lnTo>
                    <a:pt x="31713" y="217437"/>
                  </a:lnTo>
                  <a:lnTo>
                    <a:pt x="33802" y="210210"/>
                  </a:lnTo>
                  <a:lnTo>
                    <a:pt x="35891" y="202403"/>
                  </a:lnTo>
                  <a:lnTo>
                    <a:pt x="37980" y="194597"/>
                  </a:lnTo>
                  <a:lnTo>
                    <a:pt x="40069" y="187658"/>
                  </a:lnTo>
                  <a:lnTo>
                    <a:pt x="42158" y="182417"/>
                  </a:lnTo>
                  <a:lnTo>
                    <a:pt x="44248" y="177271"/>
                  </a:lnTo>
                  <a:lnTo>
                    <a:pt x="46337" y="170671"/>
                  </a:lnTo>
                  <a:lnTo>
                    <a:pt x="48426" y="163180"/>
                  </a:lnTo>
                  <a:lnTo>
                    <a:pt x="50515" y="152482"/>
                  </a:lnTo>
                  <a:lnTo>
                    <a:pt x="52604" y="142376"/>
                  </a:lnTo>
                  <a:lnTo>
                    <a:pt x="54693" y="132955"/>
                  </a:lnTo>
                  <a:lnTo>
                    <a:pt x="56782" y="123962"/>
                  </a:lnTo>
                  <a:lnTo>
                    <a:pt x="58871" y="116397"/>
                  </a:lnTo>
                  <a:lnTo>
                    <a:pt x="60960" y="111593"/>
                  </a:lnTo>
                  <a:lnTo>
                    <a:pt x="63049" y="106411"/>
                  </a:lnTo>
                  <a:lnTo>
                    <a:pt x="65138" y="100244"/>
                  </a:lnTo>
                  <a:lnTo>
                    <a:pt x="67227" y="92791"/>
                  </a:lnTo>
                  <a:lnTo>
                    <a:pt x="69316" y="85337"/>
                  </a:lnTo>
                  <a:lnTo>
                    <a:pt x="71405" y="77884"/>
                  </a:lnTo>
                  <a:lnTo>
                    <a:pt x="73494" y="70482"/>
                  </a:lnTo>
                  <a:lnTo>
                    <a:pt x="75583" y="64948"/>
                  </a:lnTo>
                  <a:lnTo>
                    <a:pt x="77672" y="61401"/>
                  </a:lnTo>
                  <a:lnTo>
                    <a:pt x="79761" y="57853"/>
                  </a:lnTo>
                  <a:lnTo>
                    <a:pt x="81850" y="56348"/>
                  </a:lnTo>
                  <a:lnTo>
                    <a:pt x="83939" y="55360"/>
                  </a:lnTo>
                  <a:lnTo>
                    <a:pt x="86028" y="53592"/>
                  </a:lnTo>
                  <a:lnTo>
                    <a:pt x="88117" y="50953"/>
                  </a:lnTo>
                  <a:lnTo>
                    <a:pt x="90206" y="48467"/>
                  </a:lnTo>
                  <a:lnTo>
                    <a:pt x="92295" y="42987"/>
                  </a:lnTo>
                  <a:lnTo>
                    <a:pt x="94384" y="38949"/>
                  </a:lnTo>
                  <a:lnTo>
                    <a:pt x="96473" y="37719"/>
                  </a:lnTo>
                  <a:lnTo>
                    <a:pt x="98562" y="39845"/>
                  </a:lnTo>
                  <a:lnTo>
                    <a:pt x="100651" y="42481"/>
                  </a:lnTo>
                  <a:lnTo>
                    <a:pt x="102741" y="46822"/>
                  </a:lnTo>
                  <a:lnTo>
                    <a:pt x="104830" y="52555"/>
                  </a:lnTo>
                  <a:lnTo>
                    <a:pt x="106919" y="57252"/>
                  </a:lnTo>
                  <a:lnTo>
                    <a:pt x="109008" y="62189"/>
                  </a:lnTo>
                  <a:lnTo>
                    <a:pt x="111097" y="67695"/>
                  </a:lnTo>
                  <a:lnTo>
                    <a:pt x="113186" y="72329"/>
                  </a:lnTo>
                  <a:lnTo>
                    <a:pt x="115275" y="78518"/>
                  </a:lnTo>
                  <a:lnTo>
                    <a:pt x="117364" y="87643"/>
                  </a:lnTo>
                  <a:lnTo>
                    <a:pt x="119453" y="97655"/>
                  </a:lnTo>
                  <a:lnTo>
                    <a:pt x="121542" y="107527"/>
                  </a:lnTo>
                  <a:lnTo>
                    <a:pt x="123631" y="119488"/>
                  </a:lnTo>
                  <a:lnTo>
                    <a:pt x="125720" y="130580"/>
                  </a:lnTo>
                  <a:lnTo>
                    <a:pt x="127809" y="140476"/>
                  </a:lnTo>
                  <a:lnTo>
                    <a:pt x="129898" y="148305"/>
                  </a:lnTo>
                  <a:lnTo>
                    <a:pt x="131987" y="157113"/>
                  </a:lnTo>
                  <a:lnTo>
                    <a:pt x="134076" y="164945"/>
                  </a:lnTo>
                  <a:lnTo>
                    <a:pt x="136165" y="174145"/>
                  </a:lnTo>
                  <a:lnTo>
                    <a:pt x="138254" y="183345"/>
                  </a:lnTo>
                  <a:lnTo>
                    <a:pt x="140343" y="193022"/>
                  </a:lnTo>
                  <a:lnTo>
                    <a:pt x="142432" y="202854"/>
                  </a:lnTo>
                  <a:lnTo>
                    <a:pt x="144521" y="212685"/>
                  </a:lnTo>
                  <a:lnTo>
                    <a:pt x="146610" y="220895"/>
                  </a:lnTo>
                  <a:lnTo>
                    <a:pt x="148699" y="227408"/>
                  </a:lnTo>
                  <a:lnTo>
                    <a:pt x="150788" y="233826"/>
                  </a:lnTo>
                  <a:lnTo>
                    <a:pt x="152877" y="240722"/>
                  </a:lnTo>
                  <a:lnTo>
                    <a:pt x="154966" y="247618"/>
                  </a:lnTo>
                  <a:lnTo>
                    <a:pt x="157055" y="254992"/>
                  </a:lnTo>
                  <a:lnTo>
                    <a:pt x="159144" y="259922"/>
                  </a:lnTo>
                  <a:lnTo>
                    <a:pt x="161234" y="263549"/>
                  </a:lnTo>
                  <a:lnTo>
                    <a:pt x="163323" y="265147"/>
                  </a:lnTo>
                  <a:lnTo>
                    <a:pt x="165412" y="266376"/>
                  </a:lnTo>
                  <a:lnTo>
                    <a:pt x="167501" y="264973"/>
                  </a:lnTo>
                  <a:lnTo>
                    <a:pt x="169590" y="263949"/>
                  </a:lnTo>
                  <a:lnTo>
                    <a:pt x="171679" y="262447"/>
                  </a:lnTo>
                  <a:lnTo>
                    <a:pt x="173768" y="259885"/>
                  </a:lnTo>
                  <a:lnTo>
                    <a:pt x="175857" y="256112"/>
                  </a:lnTo>
                  <a:lnTo>
                    <a:pt x="177946" y="251598"/>
                  </a:lnTo>
                  <a:lnTo>
                    <a:pt x="180035" y="247073"/>
                  </a:lnTo>
                  <a:lnTo>
                    <a:pt x="182124" y="242548"/>
                  </a:lnTo>
                  <a:lnTo>
                    <a:pt x="184213" y="237340"/>
                  </a:lnTo>
                  <a:lnTo>
                    <a:pt x="186302" y="232133"/>
                  </a:lnTo>
                  <a:lnTo>
                    <a:pt x="188391" y="227240"/>
                  </a:lnTo>
                  <a:lnTo>
                    <a:pt x="190480" y="224022"/>
                  </a:lnTo>
                  <a:lnTo>
                    <a:pt x="192569" y="223150"/>
                  </a:lnTo>
                  <a:lnTo>
                    <a:pt x="194658" y="223150"/>
                  </a:lnTo>
                  <a:lnTo>
                    <a:pt x="196747" y="224436"/>
                  </a:lnTo>
                  <a:lnTo>
                    <a:pt x="198836" y="227277"/>
                  </a:lnTo>
                  <a:lnTo>
                    <a:pt x="200925" y="230118"/>
                  </a:lnTo>
                  <a:lnTo>
                    <a:pt x="203014" y="232958"/>
                  </a:lnTo>
                  <a:lnTo>
                    <a:pt x="205103" y="236929"/>
                  </a:lnTo>
                  <a:lnTo>
                    <a:pt x="207192" y="242705"/>
                  </a:lnTo>
                  <a:lnTo>
                    <a:pt x="209281" y="248851"/>
                  </a:lnTo>
                  <a:lnTo>
                    <a:pt x="211370" y="255374"/>
                  </a:lnTo>
                  <a:lnTo>
                    <a:pt x="213459" y="261898"/>
                  </a:lnTo>
                  <a:lnTo>
                    <a:pt x="215548" y="268422"/>
                  </a:lnTo>
                  <a:lnTo>
                    <a:pt x="217638" y="274376"/>
                  </a:lnTo>
                  <a:lnTo>
                    <a:pt x="219727" y="280330"/>
                  </a:lnTo>
                  <a:lnTo>
                    <a:pt x="221816" y="285602"/>
                  </a:lnTo>
                  <a:lnTo>
                    <a:pt x="223905" y="289428"/>
                  </a:lnTo>
                  <a:lnTo>
                    <a:pt x="225994" y="292425"/>
                  </a:lnTo>
                  <a:lnTo>
                    <a:pt x="228083" y="294030"/>
                  </a:lnTo>
                  <a:lnTo>
                    <a:pt x="230172" y="294772"/>
                  </a:lnTo>
                  <a:lnTo>
                    <a:pt x="232261" y="294245"/>
                  </a:lnTo>
                  <a:lnTo>
                    <a:pt x="234350" y="291203"/>
                  </a:lnTo>
                  <a:lnTo>
                    <a:pt x="236439" y="288760"/>
                  </a:lnTo>
                  <a:lnTo>
                    <a:pt x="238528" y="285576"/>
                  </a:lnTo>
                  <a:lnTo>
                    <a:pt x="240617" y="282392"/>
                  </a:lnTo>
                  <a:lnTo>
                    <a:pt x="242706" y="278609"/>
                  </a:lnTo>
                  <a:lnTo>
                    <a:pt x="244795" y="275425"/>
                  </a:lnTo>
                  <a:lnTo>
                    <a:pt x="246884" y="269950"/>
                  </a:lnTo>
                  <a:lnTo>
                    <a:pt x="248973" y="262635"/>
                  </a:lnTo>
                  <a:lnTo>
                    <a:pt x="251062" y="254534"/>
                  </a:lnTo>
                  <a:lnTo>
                    <a:pt x="253151" y="245934"/>
                  </a:lnTo>
                  <a:lnTo>
                    <a:pt x="255240" y="237334"/>
                  </a:lnTo>
                  <a:lnTo>
                    <a:pt x="257329" y="228735"/>
                  </a:lnTo>
                  <a:lnTo>
                    <a:pt x="259418" y="220157"/>
                  </a:lnTo>
                  <a:lnTo>
                    <a:pt x="261507" y="211080"/>
                  </a:lnTo>
                  <a:lnTo>
                    <a:pt x="263596" y="202854"/>
                  </a:lnTo>
                  <a:lnTo>
                    <a:pt x="265685" y="197330"/>
                  </a:lnTo>
                  <a:lnTo>
                    <a:pt x="267774" y="191947"/>
                  </a:lnTo>
                  <a:lnTo>
                    <a:pt x="269863" y="186828"/>
                  </a:lnTo>
                  <a:lnTo>
                    <a:pt x="271952" y="181710"/>
                  </a:lnTo>
                  <a:lnTo>
                    <a:pt x="274041" y="176959"/>
                  </a:lnTo>
                  <a:lnTo>
                    <a:pt x="276131" y="171841"/>
                  </a:lnTo>
                  <a:lnTo>
                    <a:pt x="278220" y="168993"/>
                  </a:lnTo>
                  <a:lnTo>
                    <a:pt x="280309" y="170179"/>
                  </a:lnTo>
                  <a:lnTo>
                    <a:pt x="282398" y="174331"/>
                  </a:lnTo>
                  <a:lnTo>
                    <a:pt x="284487" y="179224"/>
                  </a:lnTo>
                  <a:lnTo>
                    <a:pt x="286576" y="184496"/>
                  </a:lnTo>
                  <a:lnTo>
                    <a:pt x="288665" y="189388"/>
                  </a:lnTo>
                  <a:lnTo>
                    <a:pt x="290754" y="194596"/>
                  </a:lnTo>
                  <a:lnTo>
                    <a:pt x="292843" y="199804"/>
                  </a:lnTo>
                  <a:lnTo>
                    <a:pt x="294932" y="205379"/>
                  </a:lnTo>
                  <a:lnTo>
                    <a:pt x="297021" y="209280"/>
                  </a:lnTo>
                  <a:lnTo>
                    <a:pt x="299110" y="212585"/>
                  </a:lnTo>
                  <a:lnTo>
                    <a:pt x="301199" y="215890"/>
                  </a:lnTo>
                  <a:lnTo>
                    <a:pt x="303288" y="219194"/>
                  </a:lnTo>
                  <a:lnTo>
                    <a:pt x="305377" y="222131"/>
                  </a:lnTo>
                  <a:lnTo>
                    <a:pt x="307466" y="225435"/>
                  </a:lnTo>
                  <a:lnTo>
                    <a:pt x="309555" y="228740"/>
                  </a:lnTo>
                  <a:lnTo>
                    <a:pt x="311644" y="231292"/>
                  </a:lnTo>
                  <a:lnTo>
                    <a:pt x="313733" y="232039"/>
                  </a:lnTo>
                  <a:lnTo>
                    <a:pt x="315822" y="232793"/>
                  </a:lnTo>
                  <a:lnTo>
                    <a:pt x="317911" y="230915"/>
                  </a:lnTo>
                  <a:lnTo>
                    <a:pt x="320000" y="228668"/>
                  </a:lnTo>
                  <a:lnTo>
                    <a:pt x="322089" y="226422"/>
                  </a:lnTo>
                  <a:lnTo>
                    <a:pt x="324178" y="224176"/>
                  </a:lnTo>
                  <a:lnTo>
                    <a:pt x="326267" y="221554"/>
                  </a:lnTo>
                  <a:lnTo>
                    <a:pt x="328356" y="219674"/>
                  </a:lnTo>
                  <a:lnTo>
                    <a:pt x="330445" y="217418"/>
                  </a:lnTo>
                  <a:lnTo>
                    <a:pt x="332535" y="215162"/>
                  </a:lnTo>
                  <a:lnTo>
                    <a:pt x="334624" y="212906"/>
                  </a:lnTo>
                  <a:lnTo>
                    <a:pt x="336713" y="210285"/>
                  </a:lnTo>
                  <a:lnTo>
                    <a:pt x="338802" y="208931"/>
                  </a:lnTo>
                  <a:lnTo>
                    <a:pt x="340891" y="209486"/>
                  </a:lnTo>
                  <a:lnTo>
                    <a:pt x="342980" y="207036"/>
                  </a:lnTo>
                  <a:lnTo>
                    <a:pt x="345069" y="203159"/>
                  </a:lnTo>
                  <a:lnTo>
                    <a:pt x="347158" y="198327"/>
                  </a:lnTo>
                  <a:lnTo>
                    <a:pt x="349247" y="195782"/>
                  </a:lnTo>
                  <a:lnTo>
                    <a:pt x="351336" y="191045"/>
                  </a:lnTo>
                  <a:lnTo>
                    <a:pt x="353425" y="188026"/>
                  </a:lnTo>
                  <a:lnTo>
                    <a:pt x="355514" y="187704"/>
                  </a:lnTo>
                  <a:lnTo>
                    <a:pt x="357603" y="188908"/>
                  </a:lnTo>
                  <a:lnTo>
                    <a:pt x="359692" y="189871"/>
                  </a:lnTo>
                  <a:lnTo>
                    <a:pt x="361781" y="191209"/>
                  </a:lnTo>
                  <a:lnTo>
                    <a:pt x="363870" y="192547"/>
                  </a:lnTo>
                  <a:lnTo>
                    <a:pt x="365959" y="193751"/>
                  </a:lnTo>
                  <a:lnTo>
                    <a:pt x="368048" y="195361"/>
                  </a:lnTo>
                  <a:lnTo>
                    <a:pt x="370137" y="193306"/>
                  </a:lnTo>
                  <a:lnTo>
                    <a:pt x="372226" y="187220"/>
                  </a:lnTo>
                  <a:lnTo>
                    <a:pt x="374315" y="181961"/>
                  </a:lnTo>
                  <a:lnTo>
                    <a:pt x="376404" y="178090"/>
                  </a:lnTo>
                  <a:lnTo>
                    <a:pt x="378493" y="174677"/>
                  </a:lnTo>
                  <a:lnTo>
                    <a:pt x="380582" y="170898"/>
                  </a:lnTo>
                  <a:lnTo>
                    <a:pt x="382671" y="169022"/>
                  </a:lnTo>
                  <a:lnTo>
                    <a:pt x="384760" y="165438"/>
                  </a:lnTo>
                  <a:lnTo>
                    <a:pt x="386849" y="158049"/>
                  </a:lnTo>
                  <a:lnTo>
                    <a:pt x="388938" y="146850"/>
                  </a:lnTo>
                  <a:lnTo>
                    <a:pt x="391028" y="135436"/>
                  </a:lnTo>
                  <a:lnTo>
                    <a:pt x="393117" y="123647"/>
                  </a:lnTo>
                  <a:lnTo>
                    <a:pt x="395206" y="112236"/>
                  </a:lnTo>
                  <a:lnTo>
                    <a:pt x="397295" y="100816"/>
                  </a:lnTo>
                  <a:lnTo>
                    <a:pt x="399384" y="89466"/>
                  </a:lnTo>
                  <a:lnTo>
                    <a:pt x="401473" y="79867"/>
                  </a:lnTo>
                  <a:lnTo>
                    <a:pt x="403562" y="74024"/>
                  </a:lnTo>
                  <a:lnTo>
                    <a:pt x="405651" y="69885"/>
                  </a:lnTo>
                  <a:lnTo>
                    <a:pt x="407740" y="66589"/>
                  </a:lnTo>
                  <a:lnTo>
                    <a:pt x="409829" y="61577"/>
                  </a:lnTo>
                  <a:lnTo>
                    <a:pt x="411918" y="56646"/>
                  </a:lnTo>
                  <a:lnTo>
                    <a:pt x="414007" y="51348"/>
                  </a:lnTo>
                  <a:lnTo>
                    <a:pt x="416096" y="46050"/>
                  </a:lnTo>
                  <a:lnTo>
                    <a:pt x="418185" y="40867"/>
                  </a:lnTo>
                  <a:lnTo>
                    <a:pt x="420274" y="38260"/>
                  </a:lnTo>
                  <a:lnTo>
                    <a:pt x="422363" y="36004"/>
                  </a:lnTo>
                  <a:lnTo>
                    <a:pt x="424452" y="35306"/>
                  </a:lnTo>
                  <a:lnTo>
                    <a:pt x="426541" y="33878"/>
                  </a:lnTo>
                  <a:lnTo>
                    <a:pt x="428630" y="33083"/>
                  </a:lnTo>
                  <a:lnTo>
                    <a:pt x="430719" y="32075"/>
                  </a:lnTo>
                  <a:lnTo>
                    <a:pt x="432808" y="29651"/>
                  </a:lnTo>
                  <a:lnTo>
                    <a:pt x="434897" y="26486"/>
                  </a:lnTo>
                  <a:lnTo>
                    <a:pt x="436986" y="23321"/>
                  </a:lnTo>
                  <a:lnTo>
                    <a:pt x="439075" y="20156"/>
                  </a:lnTo>
                  <a:lnTo>
                    <a:pt x="441164" y="17665"/>
                  </a:lnTo>
                  <a:lnTo>
                    <a:pt x="443253" y="12793"/>
                  </a:lnTo>
                  <a:lnTo>
                    <a:pt x="445342" y="8436"/>
                  </a:lnTo>
                  <a:lnTo>
                    <a:pt x="447432" y="4686"/>
                  </a:lnTo>
                  <a:lnTo>
                    <a:pt x="449521" y="3342"/>
                  </a:lnTo>
                  <a:lnTo>
                    <a:pt x="451610" y="2823"/>
                  </a:lnTo>
                  <a:lnTo>
                    <a:pt x="453699" y="3260"/>
                  </a:lnTo>
                  <a:lnTo>
                    <a:pt x="455788" y="2882"/>
                  </a:lnTo>
                  <a:lnTo>
                    <a:pt x="457877" y="4385"/>
                  </a:lnTo>
                  <a:lnTo>
                    <a:pt x="459966" y="5982"/>
                  </a:lnTo>
                  <a:lnTo>
                    <a:pt x="462055" y="7013"/>
                  </a:lnTo>
                  <a:lnTo>
                    <a:pt x="464144" y="6304"/>
                  </a:lnTo>
                  <a:lnTo>
                    <a:pt x="466233" y="5253"/>
                  </a:lnTo>
                  <a:lnTo>
                    <a:pt x="468322" y="3827"/>
                  </a:lnTo>
                  <a:lnTo>
                    <a:pt x="470411" y="1660"/>
                  </a:lnTo>
                  <a:lnTo>
                    <a:pt x="472500" y="0"/>
                  </a:lnTo>
                  <a:lnTo>
                    <a:pt x="474589" y="871"/>
                  </a:lnTo>
                  <a:lnTo>
                    <a:pt x="476678" y="3040"/>
                  </a:lnTo>
                  <a:lnTo>
                    <a:pt x="478767" y="7530"/>
                  </a:lnTo>
                  <a:lnTo>
                    <a:pt x="480856" y="9540"/>
                  </a:lnTo>
                  <a:lnTo>
                    <a:pt x="482945" y="9244"/>
                  </a:lnTo>
                  <a:lnTo>
                    <a:pt x="485034" y="8490"/>
                  </a:lnTo>
                  <a:lnTo>
                    <a:pt x="487123" y="7736"/>
                  </a:lnTo>
                  <a:lnTo>
                    <a:pt x="489212" y="5824"/>
                  </a:lnTo>
                  <a:lnTo>
                    <a:pt x="491301" y="3828"/>
                  </a:lnTo>
                  <a:lnTo>
                    <a:pt x="493390" y="2974"/>
                  </a:lnTo>
                  <a:lnTo>
                    <a:pt x="495479" y="6628"/>
                  </a:lnTo>
                  <a:lnTo>
                    <a:pt x="497568" y="11146"/>
                  </a:lnTo>
                  <a:lnTo>
                    <a:pt x="499657" y="16039"/>
                  </a:lnTo>
                  <a:lnTo>
                    <a:pt x="501746" y="20932"/>
                  </a:lnTo>
                  <a:lnTo>
                    <a:pt x="503835" y="26203"/>
                  </a:lnTo>
                  <a:lnTo>
                    <a:pt x="505925" y="32144"/>
                  </a:lnTo>
                  <a:lnTo>
                    <a:pt x="508014" y="37184"/>
                  </a:lnTo>
                  <a:lnTo>
                    <a:pt x="510103" y="38888"/>
                  </a:lnTo>
                  <a:lnTo>
                    <a:pt x="512192" y="41652"/>
                  </a:lnTo>
                  <a:lnTo>
                    <a:pt x="514281" y="45701"/>
                  </a:lnTo>
                  <a:lnTo>
                    <a:pt x="516370" y="51468"/>
                  </a:lnTo>
                  <a:lnTo>
                    <a:pt x="518459" y="57145"/>
                  </a:lnTo>
                  <a:lnTo>
                    <a:pt x="520548" y="62444"/>
                  </a:lnTo>
                  <a:lnTo>
                    <a:pt x="522637" y="67742"/>
                  </a:lnTo>
                  <a:lnTo>
                    <a:pt x="524726" y="72924"/>
                  </a:lnTo>
                  <a:lnTo>
                    <a:pt x="526815" y="75531"/>
                  </a:lnTo>
                  <a:lnTo>
                    <a:pt x="528904" y="77412"/>
                  </a:lnTo>
                  <a:lnTo>
                    <a:pt x="530993" y="79988"/>
                  </a:lnTo>
                  <a:lnTo>
                    <a:pt x="533082" y="84403"/>
                  </a:lnTo>
                  <a:lnTo>
                    <a:pt x="535171" y="88187"/>
                  </a:lnTo>
                  <a:lnTo>
                    <a:pt x="537260" y="91440"/>
                  </a:lnTo>
                  <a:lnTo>
                    <a:pt x="539349" y="96486"/>
                  </a:lnTo>
                  <a:lnTo>
                    <a:pt x="541438" y="101531"/>
                  </a:lnTo>
                  <a:lnTo>
                    <a:pt x="543527" y="106577"/>
                  </a:lnTo>
                  <a:lnTo>
                    <a:pt x="545616" y="111623"/>
                  </a:lnTo>
                  <a:lnTo>
                    <a:pt x="547705" y="116369"/>
                  </a:lnTo>
                  <a:lnTo>
                    <a:pt x="549794" y="123496"/>
                  </a:lnTo>
                  <a:lnTo>
                    <a:pt x="551883" y="130475"/>
                  </a:lnTo>
                  <a:lnTo>
                    <a:pt x="553972" y="137932"/>
                  </a:lnTo>
                  <a:lnTo>
                    <a:pt x="556061" y="144911"/>
                  </a:lnTo>
                  <a:lnTo>
                    <a:pt x="558150" y="152124"/>
                  </a:lnTo>
                  <a:lnTo>
                    <a:pt x="560239" y="159337"/>
                  </a:lnTo>
                  <a:lnTo>
                    <a:pt x="562329" y="165678"/>
                  </a:lnTo>
                  <a:lnTo>
                    <a:pt x="564418" y="170976"/>
                  </a:lnTo>
                  <a:lnTo>
                    <a:pt x="566507" y="176275"/>
                  </a:lnTo>
                  <a:lnTo>
                    <a:pt x="568596" y="181762"/>
                  </a:lnTo>
                  <a:lnTo>
                    <a:pt x="570685" y="188246"/>
                  </a:lnTo>
                  <a:lnTo>
                    <a:pt x="572774" y="195814"/>
                  </a:lnTo>
                  <a:lnTo>
                    <a:pt x="574863" y="201005"/>
                  </a:lnTo>
                  <a:lnTo>
                    <a:pt x="576952" y="207072"/>
                  </a:lnTo>
                  <a:lnTo>
                    <a:pt x="579041" y="211887"/>
                  </a:lnTo>
                  <a:lnTo>
                    <a:pt x="581130" y="214264"/>
                  </a:lnTo>
                  <a:lnTo>
                    <a:pt x="583219" y="217788"/>
                  </a:lnTo>
                  <a:lnTo>
                    <a:pt x="585308" y="221380"/>
                  </a:lnTo>
                  <a:lnTo>
                    <a:pt x="587397" y="227100"/>
                  </a:lnTo>
                  <a:lnTo>
                    <a:pt x="589486" y="234105"/>
                  </a:lnTo>
                  <a:lnTo>
                    <a:pt x="591575" y="240164"/>
                  </a:lnTo>
                  <a:lnTo>
                    <a:pt x="593664" y="245212"/>
                  </a:lnTo>
                  <a:lnTo>
                    <a:pt x="595753" y="249881"/>
                  </a:lnTo>
                  <a:lnTo>
                    <a:pt x="597842" y="254551"/>
                  </a:lnTo>
                  <a:lnTo>
                    <a:pt x="599931" y="258908"/>
                  </a:lnTo>
                  <a:lnTo>
                    <a:pt x="602020" y="261182"/>
                  </a:lnTo>
                  <a:lnTo>
                    <a:pt x="604109" y="262807"/>
                  </a:lnTo>
                  <a:lnTo>
                    <a:pt x="606198" y="266461"/>
                  </a:lnTo>
                  <a:lnTo>
                    <a:pt x="608287" y="269989"/>
                  </a:lnTo>
                  <a:lnTo>
                    <a:pt x="610376" y="273885"/>
                  </a:lnTo>
                  <a:lnTo>
                    <a:pt x="612465" y="277040"/>
                  </a:lnTo>
                  <a:lnTo>
                    <a:pt x="614554" y="278976"/>
                  </a:lnTo>
                  <a:lnTo>
                    <a:pt x="616643" y="280494"/>
                  </a:lnTo>
                  <a:lnTo>
                    <a:pt x="618732" y="279625"/>
                  </a:lnTo>
                  <a:lnTo>
                    <a:pt x="620822" y="276628"/>
                  </a:lnTo>
                  <a:lnTo>
                    <a:pt x="622911" y="275007"/>
                  </a:lnTo>
                  <a:lnTo>
                    <a:pt x="625000" y="275749"/>
                  </a:lnTo>
                  <a:lnTo>
                    <a:pt x="627089" y="277346"/>
                  </a:lnTo>
                  <a:lnTo>
                    <a:pt x="629178" y="278943"/>
                  </a:lnTo>
                  <a:lnTo>
                    <a:pt x="631267" y="280162"/>
                  </a:lnTo>
                  <a:lnTo>
                    <a:pt x="633356" y="282013"/>
                  </a:lnTo>
                  <a:lnTo>
                    <a:pt x="635445" y="283863"/>
                  </a:lnTo>
                  <a:lnTo>
                    <a:pt x="637534" y="285714"/>
                  </a:lnTo>
                  <a:lnTo>
                    <a:pt x="639623" y="287423"/>
                  </a:lnTo>
                  <a:lnTo>
                    <a:pt x="641712" y="288531"/>
                  </a:lnTo>
                  <a:lnTo>
                    <a:pt x="643801" y="291482"/>
                  </a:lnTo>
                  <a:lnTo>
                    <a:pt x="645890" y="294432"/>
                  </a:lnTo>
                  <a:lnTo>
                    <a:pt x="647979" y="298042"/>
                  </a:lnTo>
                  <a:lnTo>
                    <a:pt x="650068" y="300992"/>
                  </a:lnTo>
                  <a:lnTo>
                    <a:pt x="652157" y="304602"/>
                  </a:lnTo>
                  <a:lnTo>
                    <a:pt x="654246" y="307836"/>
                  </a:lnTo>
                  <a:lnTo>
                    <a:pt x="656335" y="310412"/>
                  </a:lnTo>
                  <a:lnTo>
                    <a:pt x="658424" y="312621"/>
                  </a:lnTo>
                  <a:lnTo>
                    <a:pt x="660513" y="314352"/>
                  </a:lnTo>
                  <a:lnTo>
                    <a:pt x="662602" y="316561"/>
                  </a:lnTo>
                  <a:lnTo>
                    <a:pt x="664691" y="318636"/>
                  </a:lnTo>
                  <a:lnTo>
                    <a:pt x="666780" y="320111"/>
                  </a:lnTo>
                  <a:lnTo>
                    <a:pt x="668869" y="322186"/>
                  </a:lnTo>
                  <a:lnTo>
                    <a:pt x="670958" y="325015"/>
                  </a:lnTo>
                  <a:lnTo>
                    <a:pt x="673047" y="327844"/>
                  </a:lnTo>
                  <a:lnTo>
                    <a:pt x="675136" y="330073"/>
                  </a:lnTo>
                  <a:lnTo>
                    <a:pt x="677226" y="332301"/>
                  </a:lnTo>
                  <a:lnTo>
                    <a:pt x="679315" y="334530"/>
                  </a:lnTo>
                  <a:lnTo>
                    <a:pt x="681404" y="339136"/>
                  </a:lnTo>
                  <a:lnTo>
                    <a:pt x="683493" y="343608"/>
                  </a:lnTo>
                  <a:lnTo>
                    <a:pt x="685582" y="347827"/>
                  </a:lnTo>
                  <a:lnTo>
                    <a:pt x="687671" y="352047"/>
                  </a:lnTo>
                  <a:lnTo>
                    <a:pt x="689760" y="356634"/>
                  </a:lnTo>
                  <a:lnTo>
                    <a:pt x="691849" y="361536"/>
                  </a:lnTo>
                  <a:lnTo>
                    <a:pt x="693938" y="365961"/>
                  </a:lnTo>
                  <a:lnTo>
                    <a:pt x="696027" y="370385"/>
                  </a:lnTo>
                  <a:lnTo>
                    <a:pt x="698116" y="375754"/>
                  </a:lnTo>
                  <a:lnTo>
                    <a:pt x="700205" y="381769"/>
                  </a:lnTo>
                  <a:lnTo>
                    <a:pt x="701777" y="38601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30501" y="2036227"/>
              <a:ext cx="3316787" cy="1826954"/>
            </a:xfrm>
            <a:custGeom>
              <a:avLst/>
              <a:pathLst>
                <a:path w="3316787" h="1826954">
                  <a:moveTo>
                    <a:pt x="0" y="1826954"/>
                  </a:moveTo>
                  <a:lnTo>
                    <a:pt x="817" y="1823066"/>
                  </a:lnTo>
                  <a:lnTo>
                    <a:pt x="2906" y="1813399"/>
                  </a:lnTo>
                  <a:lnTo>
                    <a:pt x="4995" y="1804079"/>
                  </a:lnTo>
                  <a:lnTo>
                    <a:pt x="7084" y="1797500"/>
                  </a:lnTo>
                  <a:lnTo>
                    <a:pt x="9173" y="1792189"/>
                  </a:lnTo>
                  <a:lnTo>
                    <a:pt x="11262" y="1785740"/>
                  </a:lnTo>
                  <a:lnTo>
                    <a:pt x="13351" y="1777607"/>
                  </a:lnTo>
                  <a:lnTo>
                    <a:pt x="15441" y="1769009"/>
                  </a:lnTo>
                  <a:lnTo>
                    <a:pt x="17530" y="1763644"/>
                  </a:lnTo>
                  <a:lnTo>
                    <a:pt x="19619" y="1757756"/>
                  </a:lnTo>
                  <a:lnTo>
                    <a:pt x="21708" y="1752032"/>
                  </a:lnTo>
                  <a:lnTo>
                    <a:pt x="23797" y="1746307"/>
                  </a:lnTo>
                  <a:lnTo>
                    <a:pt x="25886" y="1741986"/>
                  </a:lnTo>
                  <a:lnTo>
                    <a:pt x="27975" y="1739401"/>
                  </a:lnTo>
                  <a:lnTo>
                    <a:pt x="30064" y="1738532"/>
                  </a:lnTo>
                  <a:lnTo>
                    <a:pt x="32153" y="1737056"/>
                  </a:lnTo>
                  <a:lnTo>
                    <a:pt x="34242" y="1736193"/>
                  </a:lnTo>
                  <a:lnTo>
                    <a:pt x="36331" y="1732995"/>
                  </a:lnTo>
                  <a:lnTo>
                    <a:pt x="38420" y="1730937"/>
                  </a:lnTo>
                  <a:lnTo>
                    <a:pt x="40509" y="1727722"/>
                  </a:lnTo>
                  <a:lnTo>
                    <a:pt x="42598" y="1724918"/>
                  </a:lnTo>
                  <a:lnTo>
                    <a:pt x="44687" y="1722529"/>
                  </a:lnTo>
                  <a:lnTo>
                    <a:pt x="46776" y="1720140"/>
                  </a:lnTo>
                  <a:lnTo>
                    <a:pt x="48865" y="1716998"/>
                  </a:lnTo>
                  <a:lnTo>
                    <a:pt x="50954" y="1714106"/>
                  </a:lnTo>
                  <a:lnTo>
                    <a:pt x="53043" y="1713585"/>
                  </a:lnTo>
                  <a:lnTo>
                    <a:pt x="55132" y="1713064"/>
                  </a:lnTo>
                  <a:lnTo>
                    <a:pt x="57221" y="1713969"/>
                  </a:lnTo>
                  <a:lnTo>
                    <a:pt x="59310" y="1714069"/>
                  </a:lnTo>
                  <a:lnTo>
                    <a:pt x="61399" y="1713386"/>
                  </a:lnTo>
                  <a:lnTo>
                    <a:pt x="63488" y="1714674"/>
                  </a:lnTo>
                  <a:lnTo>
                    <a:pt x="65577" y="1716715"/>
                  </a:lnTo>
                  <a:lnTo>
                    <a:pt x="67666" y="1719573"/>
                  </a:lnTo>
                  <a:lnTo>
                    <a:pt x="69755" y="1720324"/>
                  </a:lnTo>
                  <a:lnTo>
                    <a:pt x="71845" y="1719209"/>
                  </a:lnTo>
                  <a:lnTo>
                    <a:pt x="73934" y="1720727"/>
                  </a:lnTo>
                  <a:lnTo>
                    <a:pt x="76023" y="1721879"/>
                  </a:lnTo>
                  <a:lnTo>
                    <a:pt x="78112" y="1723030"/>
                  </a:lnTo>
                  <a:lnTo>
                    <a:pt x="80201" y="1724181"/>
                  </a:lnTo>
                  <a:lnTo>
                    <a:pt x="82290" y="1725587"/>
                  </a:lnTo>
                  <a:lnTo>
                    <a:pt x="84379" y="1726697"/>
                  </a:lnTo>
                  <a:lnTo>
                    <a:pt x="86468" y="1728465"/>
                  </a:lnTo>
                  <a:lnTo>
                    <a:pt x="88557" y="1730987"/>
                  </a:lnTo>
                  <a:lnTo>
                    <a:pt x="90646" y="1734202"/>
                  </a:lnTo>
                  <a:lnTo>
                    <a:pt x="92735" y="1737074"/>
                  </a:lnTo>
                  <a:lnTo>
                    <a:pt x="94824" y="1739453"/>
                  </a:lnTo>
                  <a:lnTo>
                    <a:pt x="96913" y="1742136"/>
                  </a:lnTo>
                  <a:lnTo>
                    <a:pt x="99002" y="1743229"/>
                  </a:lnTo>
                  <a:lnTo>
                    <a:pt x="101091" y="1746035"/>
                  </a:lnTo>
                  <a:lnTo>
                    <a:pt x="103180" y="1749390"/>
                  </a:lnTo>
                  <a:lnTo>
                    <a:pt x="105269" y="1750880"/>
                  </a:lnTo>
                  <a:lnTo>
                    <a:pt x="107358" y="1751926"/>
                  </a:lnTo>
                  <a:lnTo>
                    <a:pt x="109447" y="1754495"/>
                  </a:lnTo>
                  <a:lnTo>
                    <a:pt x="111536" y="1755393"/>
                  </a:lnTo>
                  <a:lnTo>
                    <a:pt x="113625" y="1754868"/>
                  </a:lnTo>
                  <a:lnTo>
                    <a:pt x="115714" y="1753829"/>
                  </a:lnTo>
                  <a:lnTo>
                    <a:pt x="117803" y="1752193"/>
                  </a:lnTo>
                  <a:lnTo>
                    <a:pt x="119892" y="1749439"/>
                  </a:lnTo>
                  <a:lnTo>
                    <a:pt x="121981" y="1746213"/>
                  </a:lnTo>
                  <a:lnTo>
                    <a:pt x="124070" y="1741956"/>
                  </a:lnTo>
                  <a:lnTo>
                    <a:pt x="126159" y="1737564"/>
                  </a:lnTo>
                  <a:lnTo>
                    <a:pt x="128248" y="1733313"/>
                  </a:lnTo>
                  <a:lnTo>
                    <a:pt x="130338" y="1728918"/>
                  </a:lnTo>
                  <a:lnTo>
                    <a:pt x="132427" y="1723502"/>
                  </a:lnTo>
                  <a:lnTo>
                    <a:pt x="134516" y="1718086"/>
                  </a:lnTo>
                  <a:lnTo>
                    <a:pt x="136605" y="1712116"/>
                  </a:lnTo>
                  <a:lnTo>
                    <a:pt x="138694" y="1707258"/>
                  </a:lnTo>
                  <a:lnTo>
                    <a:pt x="140783" y="1700141"/>
                  </a:lnTo>
                  <a:lnTo>
                    <a:pt x="142872" y="1692263"/>
                  </a:lnTo>
                  <a:lnTo>
                    <a:pt x="144961" y="1683640"/>
                  </a:lnTo>
                  <a:lnTo>
                    <a:pt x="147050" y="1672034"/>
                  </a:lnTo>
                  <a:lnTo>
                    <a:pt x="149139" y="1660002"/>
                  </a:lnTo>
                  <a:lnTo>
                    <a:pt x="151228" y="1647039"/>
                  </a:lnTo>
                  <a:lnTo>
                    <a:pt x="153317" y="1633465"/>
                  </a:lnTo>
                  <a:lnTo>
                    <a:pt x="155406" y="1620158"/>
                  </a:lnTo>
                  <a:lnTo>
                    <a:pt x="157495" y="1605652"/>
                  </a:lnTo>
                  <a:lnTo>
                    <a:pt x="159584" y="1587109"/>
                  </a:lnTo>
                  <a:lnTo>
                    <a:pt x="161673" y="1568424"/>
                  </a:lnTo>
                  <a:lnTo>
                    <a:pt x="163762" y="1548976"/>
                  </a:lnTo>
                  <a:lnTo>
                    <a:pt x="165851" y="1528874"/>
                  </a:lnTo>
                  <a:lnTo>
                    <a:pt x="167940" y="1509138"/>
                  </a:lnTo>
                  <a:lnTo>
                    <a:pt x="170029" y="1488184"/>
                  </a:lnTo>
                  <a:lnTo>
                    <a:pt x="172118" y="1467115"/>
                  </a:lnTo>
                  <a:lnTo>
                    <a:pt x="174207" y="1447953"/>
                  </a:lnTo>
                  <a:lnTo>
                    <a:pt x="176296" y="1429700"/>
                  </a:lnTo>
                  <a:lnTo>
                    <a:pt x="178385" y="1413710"/>
                  </a:lnTo>
                  <a:lnTo>
                    <a:pt x="180474" y="1396964"/>
                  </a:lnTo>
                  <a:lnTo>
                    <a:pt x="182563" y="1380731"/>
                  </a:lnTo>
                  <a:lnTo>
                    <a:pt x="184652" y="1365151"/>
                  </a:lnTo>
                  <a:lnTo>
                    <a:pt x="186741" y="1349048"/>
                  </a:lnTo>
                  <a:lnTo>
                    <a:pt x="188831" y="1334622"/>
                  </a:lnTo>
                  <a:lnTo>
                    <a:pt x="190920" y="1323372"/>
                  </a:lnTo>
                  <a:lnTo>
                    <a:pt x="193009" y="1311815"/>
                  </a:lnTo>
                  <a:lnTo>
                    <a:pt x="195098" y="1301375"/>
                  </a:lnTo>
                  <a:lnTo>
                    <a:pt x="197187" y="1292166"/>
                  </a:lnTo>
                  <a:lnTo>
                    <a:pt x="199276" y="1282479"/>
                  </a:lnTo>
                  <a:lnTo>
                    <a:pt x="201365" y="1272538"/>
                  </a:lnTo>
                  <a:lnTo>
                    <a:pt x="203454" y="1261123"/>
                  </a:lnTo>
                  <a:lnTo>
                    <a:pt x="205543" y="1248509"/>
                  </a:lnTo>
                  <a:lnTo>
                    <a:pt x="207632" y="1235565"/>
                  </a:lnTo>
                  <a:lnTo>
                    <a:pt x="209721" y="1220751"/>
                  </a:lnTo>
                  <a:lnTo>
                    <a:pt x="211810" y="1206045"/>
                  </a:lnTo>
                  <a:lnTo>
                    <a:pt x="213899" y="1194574"/>
                  </a:lnTo>
                  <a:lnTo>
                    <a:pt x="215988" y="1182847"/>
                  </a:lnTo>
                  <a:lnTo>
                    <a:pt x="218077" y="1172550"/>
                  </a:lnTo>
                  <a:lnTo>
                    <a:pt x="220166" y="1161316"/>
                  </a:lnTo>
                  <a:lnTo>
                    <a:pt x="222255" y="1149629"/>
                  </a:lnTo>
                  <a:lnTo>
                    <a:pt x="224344" y="1137864"/>
                  </a:lnTo>
                  <a:lnTo>
                    <a:pt x="226433" y="1126810"/>
                  </a:lnTo>
                  <a:lnTo>
                    <a:pt x="228522" y="1114726"/>
                  </a:lnTo>
                  <a:lnTo>
                    <a:pt x="230611" y="1101929"/>
                  </a:lnTo>
                  <a:lnTo>
                    <a:pt x="232700" y="1089157"/>
                  </a:lnTo>
                  <a:lnTo>
                    <a:pt x="234789" y="1077928"/>
                  </a:lnTo>
                  <a:lnTo>
                    <a:pt x="236878" y="1067973"/>
                  </a:lnTo>
                  <a:lnTo>
                    <a:pt x="238967" y="1057344"/>
                  </a:lnTo>
                  <a:lnTo>
                    <a:pt x="241056" y="1047688"/>
                  </a:lnTo>
                  <a:lnTo>
                    <a:pt x="243145" y="1038315"/>
                  </a:lnTo>
                  <a:lnTo>
                    <a:pt x="245235" y="1026392"/>
                  </a:lnTo>
                  <a:lnTo>
                    <a:pt x="247324" y="1016303"/>
                  </a:lnTo>
                  <a:lnTo>
                    <a:pt x="249413" y="1007487"/>
                  </a:lnTo>
                  <a:lnTo>
                    <a:pt x="251502" y="1000720"/>
                  </a:lnTo>
                  <a:lnTo>
                    <a:pt x="253591" y="998427"/>
                  </a:lnTo>
                  <a:lnTo>
                    <a:pt x="255680" y="998610"/>
                  </a:lnTo>
                  <a:lnTo>
                    <a:pt x="257769" y="999173"/>
                  </a:lnTo>
                  <a:lnTo>
                    <a:pt x="259858" y="1000648"/>
                  </a:lnTo>
                  <a:lnTo>
                    <a:pt x="261947" y="1003564"/>
                  </a:lnTo>
                  <a:lnTo>
                    <a:pt x="264036" y="1007087"/>
                  </a:lnTo>
                  <a:lnTo>
                    <a:pt x="266125" y="1013086"/>
                  </a:lnTo>
                  <a:lnTo>
                    <a:pt x="268214" y="1019203"/>
                  </a:lnTo>
                  <a:lnTo>
                    <a:pt x="270303" y="1027099"/>
                  </a:lnTo>
                  <a:lnTo>
                    <a:pt x="272392" y="1036210"/>
                  </a:lnTo>
                  <a:lnTo>
                    <a:pt x="274481" y="1047487"/>
                  </a:lnTo>
                  <a:lnTo>
                    <a:pt x="276570" y="1058998"/>
                  </a:lnTo>
                  <a:lnTo>
                    <a:pt x="278659" y="1069757"/>
                  </a:lnTo>
                  <a:lnTo>
                    <a:pt x="280748" y="1077691"/>
                  </a:lnTo>
                  <a:lnTo>
                    <a:pt x="282837" y="1082794"/>
                  </a:lnTo>
                  <a:lnTo>
                    <a:pt x="284926" y="1085634"/>
                  </a:lnTo>
                  <a:lnTo>
                    <a:pt x="287015" y="1088752"/>
                  </a:lnTo>
                  <a:lnTo>
                    <a:pt x="289104" y="1092446"/>
                  </a:lnTo>
                  <a:lnTo>
                    <a:pt x="291193" y="1096609"/>
                  </a:lnTo>
                  <a:lnTo>
                    <a:pt x="293282" y="1102127"/>
                  </a:lnTo>
                  <a:lnTo>
                    <a:pt x="295371" y="1109336"/>
                  </a:lnTo>
                  <a:lnTo>
                    <a:pt x="297460" y="1114102"/>
                  </a:lnTo>
                  <a:lnTo>
                    <a:pt x="299549" y="1116896"/>
                  </a:lnTo>
                  <a:lnTo>
                    <a:pt x="301638" y="1117648"/>
                  </a:lnTo>
                  <a:lnTo>
                    <a:pt x="303728" y="1116805"/>
                  </a:lnTo>
                  <a:lnTo>
                    <a:pt x="305817" y="1115317"/>
                  </a:lnTo>
                  <a:lnTo>
                    <a:pt x="307906" y="1115317"/>
                  </a:lnTo>
                  <a:lnTo>
                    <a:pt x="309995" y="1118102"/>
                  </a:lnTo>
                  <a:lnTo>
                    <a:pt x="312084" y="1124868"/>
                  </a:lnTo>
                  <a:lnTo>
                    <a:pt x="314173" y="1134669"/>
                  </a:lnTo>
                  <a:lnTo>
                    <a:pt x="316262" y="1146719"/>
                  </a:lnTo>
                  <a:lnTo>
                    <a:pt x="318351" y="1158768"/>
                  </a:lnTo>
                  <a:lnTo>
                    <a:pt x="320440" y="1169478"/>
                  </a:lnTo>
                  <a:lnTo>
                    <a:pt x="322529" y="1180714"/>
                  </a:lnTo>
                  <a:lnTo>
                    <a:pt x="324618" y="1192192"/>
                  </a:lnTo>
                  <a:lnTo>
                    <a:pt x="326707" y="1204333"/>
                  </a:lnTo>
                  <a:lnTo>
                    <a:pt x="328796" y="1216976"/>
                  </a:lnTo>
                  <a:lnTo>
                    <a:pt x="330885" y="1233294"/>
                  </a:lnTo>
                  <a:lnTo>
                    <a:pt x="332974" y="1250302"/>
                  </a:lnTo>
                  <a:lnTo>
                    <a:pt x="335063" y="1268340"/>
                  </a:lnTo>
                  <a:lnTo>
                    <a:pt x="337152" y="1287090"/>
                  </a:lnTo>
                  <a:lnTo>
                    <a:pt x="339241" y="1306475"/>
                  </a:lnTo>
                  <a:lnTo>
                    <a:pt x="341330" y="1325653"/>
                  </a:lnTo>
                  <a:lnTo>
                    <a:pt x="343419" y="1343388"/>
                  </a:lnTo>
                  <a:lnTo>
                    <a:pt x="345508" y="1361413"/>
                  </a:lnTo>
                  <a:lnTo>
                    <a:pt x="347597" y="1377896"/>
                  </a:lnTo>
                  <a:lnTo>
                    <a:pt x="349686" y="1394650"/>
                  </a:lnTo>
                  <a:lnTo>
                    <a:pt x="351775" y="1412411"/>
                  </a:lnTo>
                  <a:lnTo>
                    <a:pt x="353864" y="1428758"/>
                  </a:lnTo>
                  <a:lnTo>
                    <a:pt x="355953" y="1442717"/>
                  </a:lnTo>
                  <a:lnTo>
                    <a:pt x="358042" y="1455256"/>
                  </a:lnTo>
                  <a:lnTo>
                    <a:pt x="360132" y="1466306"/>
                  </a:lnTo>
                  <a:lnTo>
                    <a:pt x="362221" y="1476667"/>
                  </a:lnTo>
                  <a:lnTo>
                    <a:pt x="364310" y="1488313"/>
                  </a:lnTo>
                  <a:lnTo>
                    <a:pt x="366399" y="1497766"/>
                  </a:lnTo>
                  <a:lnTo>
                    <a:pt x="368488" y="1506639"/>
                  </a:lnTo>
                  <a:lnTo>
                    <a:pt x="370577" y="1512933"/>
                  </a:lnTo>
                  <a:lnTo>
                    <a:pt x="372666" y="1516286"/>
                  </a:lnTo>
                  <a:lnTo>
                    <a:pt x="374755" y="1519057"/>
                  </a:lnTo>
                  <a:lnTo>
                    <a:pt x="376844" y="1519941"/>
                  </a:lnTo>
                  <a:lnTo>
                    <a:pt x="378933" y="1518295"/>
                  </a:lnTo>
                  <a:lnTo>
                    <a:pt x="381022" y="1513562"/>
                  </a:lnTo>
                  <a:lnTo>
                    <a:pt x="383111" y="1507332"/>
                  </a:lnTo>
                  <a:lnTo>
                    <a:pt x="385200" y="1500083"/>
                  </a:lnTo>
                  <a:lnTo>
                    <a:pt x="387289" y="1494170"/>
                  </a:lnTo>
                  <a:lnTo>
                    <a:pt x="389378" y="1490196"/>
                  </a:lnTo>
                  <a:lnTo>
                    <a:pt x="391467" y="1483873"/>
                  </a:lnTo>
                  <a:lnTo>
                    <a:pt x="393556" y="1477793"/>
                  </a:lnTo>
                  <a:lnTo>
                    <a:pt x="395645" y="1468657"/>
                  </a:lnTo>
                  <a:lnTo>
                    <a:pt x="397734" y="1457562"/>
                  </a:lnTo>
                  <a:lnTo>
                    <a:pt x="399823" y="1444900"/>
                  </a:lnTo>
                  <a:lnTo>
                    <a:pt x="401912" y="1430045"/>
                  </a:lnTo>
                  <a:lnTo>
                    <a:pt x="404001" y="1413862"/>
                  </a:lnTo>
                  <a:lnTo>
                    <a:pt x="406090" y="1399197"/>
                  </a:lnTo>
                  <a:lnTo>
                    <a:pt x="408179" y="1385274"/>
                  </a:lnTo>
                  <a:lnTo>
                    <a:pt x="410268" y="1371068"/>
                  </a:lnTo>
                  <a:lnTo>
                    <a:pt x="412357" y="1357656"/>
                  </a:lnTo>
                  <a:lnTo>
                    <a:pt x="414446" y="1344328"/>
                  </a:lnTo>
                  <a:lnTo>
                    <a:pt x="416535" y="1331385"/>
                  </a:lnTo>
                  <a:lnTo>
                    <a:pt x="418625" y="1315435"/>
                  </a:lnTo>
                  <a:lnTo>
                    <a:pt x="420714" y="1297572"/>
                  </a:lnTo>
                  <a:lnTo>
                    <a:pt x="422803" y="1280518"/>
                  </a:lnTo>
                  <a:lnTo>
                    <a:pt x="424892" y="1263646"/>
                  </a:lnTo>
                  <a:lnTo>
                    <a:pt x="426981" y="1247808"/>
                  </a:lnTo>
                  <a:lnTo>
                    <a:pt x="429070" y="1232838"/>
                  </a:lnTo>
                  <a:lnTo>
                    <a:pt x="431159" y="1217346"/>
                  </a:lnTo>
                  <a:lnTo>
                    <a:pt x="433248" y="1201958"/>
                  </a:lnTo>
                  <a:lnTo>
                    <a:pt x="435337" y="1186998"/>
                  </a:lnTo>
                  <a:lnTo>
                    <a:pt x="437426" y="1169534"/>
                  </a:lnTo>
                  <a:lnTo>
                    <a:pt x="439515" y="1151947"/>
                  </a:lnTo>
                  <a:lnTo>
                    <a:pt x="441604" y="1135490"/>
                  </a:lnTo>
                  <a:lnTo>
                    <a:pt x="443693" y="1117839"/>
                  </a:lnTo>
                  <a:lnTo>
                    <a:pt x="445782" y="1097152"/>
                  </a:lnTo>
                  <a:lnTo>
                    <a:pt x="447871" y="1075364"/>
                  </a:lnTo>
                  <a:lnTo>
                    <a:pt x="449960" y="1053372"/>
                  </a:lnTo>
                  <a:lnTo>
                    <a:pt x="452049" y="1029759"/>
                  </a:lnTo>
                  <a:lnTo>
                    <a:pt x="454138" y="1005092"/>
                  </a:lnTo>
                  <a:lnTo>
                    <a:pt x="456227" y="980373"/>
                  </a:lnTo>
                  <a:lnTo>
                    <a:pt x="458316" y="955254"/>
                  </a:lnTo>
                  <a:lnTo>
                    <a:pt x="460405" y="931234"/>
                  </a:lnTo>
                  <a:lnTo>
                    <a:pt x="462494" y="908745"/>
                  </a:lnTo>
                  <a:lnTo>
                    <a:pt x="464583" y="887265"/>
                  </a:lnTo>
                  <a:lnTo>
                    <a:pt x="466672" y="866579"/>
                  </a:lnTo>
                  <a:lnTo>
                    <a:pt x="468761" y="845009"/>
                  </a:lnTo>
                  <a:lnTo>
                    <a:pt x="470850" y="821987"/>
                  </a:lnTo>
                  <a:lnTo>
                    <a:pt x="472939" y="799764"/>
                  </a:lnTo>
                  <a:lnTo>
                    <a:pt x="475029" y="778786"/>
                  </a:lnTo>
                  <a:lnTo>
                    <a:pt x="477118" y="761583"/>
                  </a:lnTo>
                  <a:lnTo>
                    <a:pt x="479207" y="747407"/>
                  </a:lnTo>
                  <a:lnTo>
                    <a:pt x="481296" y="733463"/>
                  </a:lnTo>
                  <a:lnTo>
                    <a:pt x="483385" y="720578"/>
                  </a:lnTo>
                  <a:lnTo>
                    <a:pt x="485474" y="710645"/>
                  </a:lnTo>
                  <a:lnTo>
                    <a:pt x="487563" y="700027"/>
                  </a:lnTo>
                  <a:lnTo>
                    <a:pt x="489652" y="689848"/>
                  </a:lnTo>
                  <a:lnTo>
                    <a:pt x="491741" y="679267"/>
                  </a:lnTo>
                  <a:lnTo>
                    <a:pt x="493830" y="670458"/>
                  </a:lnTo>
                  <a:lnTo>
                    <a:pt x="495919" y="661049"/>
                  </a:lnTo>
                  <a:lnTo>
                    <a:pt x="498008" y="654552"/>
                  </a:lnTo>
                  <a:lnTo>
                    <a:pt x="500097" y="647818"/>
                  </a:lnTo>
                  <a:lnTo>
                    <a:pt x="502186" y="645039"/>
                  </a:lnTo>
                  <a:lnTo>
                    <a:pt x="504275" y="642865"/>
                  </a:lnTo>
                  <a:lnTo>
                    <a:pt x="506364" y="640881"/>
                  </a:lnTo>
                  <a:lnTo>
                    <a:pt x="508453" y="637985"/>
                  </a:lnTo>
                  <a:lnTo>
                    <a:pt x="510542" y="635301"/>
                  </a:lnTo>
                  <a:lnTo>
                    <a:pt x="512631" y="633739"/>
                  </a:lnTo>
                  <a:lnTo>
                    <a:pt x="514720" y="632567"/>
                  </a:lnTo>
                  <a:lnTo>
                    <a:pt x="516809" y="632636"/>
                  </a:lnTo>
                  <a:lnTo>
                    <a:pt x="518898" y="633441"/>
                  </a:lnTo>
                  <a:lnTo>
                    <a:pt x="520987" y="634757"/>
                  </a:lnTo>
                  <a:lnTo>
                    <a:pt x="523076" y="637388"/>
                  </a:lnTo>
                  <a:lnTo>
                    <a:pt x="525165" y="639430"/>
                  </a:lnTo>
                  <a:lnTo>
                    <a:pt x="527254" y="639415"/>
                  </a:lnTo>
                  <a:lnTo>
                    <a:pt x="529343" y="636130"/>
                  </a:lnTo>
                  <a:lnTo>
                    <a:pt x="531432" y="631730"/>
                  </a:lnTo>
                  <a:lnTo>
                    <a:pt x="533522" y="626235"/>
                  </a:lnTo>
                  <a:lnTo>
                    <a:pt x="535611" y="620972"/>
                  </a:lnTo>
                  <a:lnTo>
                    <a:pt x="537700" y="616307"/>
                  </a:lnTo>
                  <a:lnTo>
                    <a:pt x="539789" y="611814"/>
                  </a:lnTo>
                  <a:lnTo>
                    <a:pt x="541878" y="606887"/>
                  </a:lnTo>
                  <a:lnTo>
                    <a:pt x="543967" y="601495"/>
                  </a:lnTo>
                  <a:lnTo>
                    <a:pt x="546056" y="595540"/>
                  </a:lnTo>
                  <a:lnTo>
                    <a:pt x="548145" y="588184"/>
                  </a:lnTo>
                  <a:lnTo>
                    <a:pt x="550234" y="582412"/>
                  </a:lnTo>
                  <a:lnTo>
                    <a:pt x="552323" y="577958"/>
                  </a:lnTo>
                  <a:lnTo>
                    <a:pt x="554412" y="573724"/>
                  </a:lnTo>
                  <a:lnTo>
                    <a:pt x="556501" y="568747"/>
                  </a:lnTo>
                  <a:lnTo>
                    <a:pt x="558590" y="564093"/>
                  </a:lnTo>
                  <a:lnTo>
                    <a:pt x="560679" y="560752"/>
                  </a:lnTo>
                  <a:lnTo>
                    <a:pt x="562768" y="557394"/>
                  </a:lnTo>
                  <a:lnTo>
                    <a:pt x="564857" y="553846"/>
                  </a:lnTo>
                  <a:lnTo>
                    <a:pt x="566946" y="548458"/>
                  </a:lnTo>
                  <a:lnTo>
                    <a:pt x="569035" y="542649"/>
                  </a:lnTo>
                  <a:lnTo>
                    <a:pt x="571124" y="536155"/>
                  </a:lnTo>
                  <a:lnTo>
                    <a:pt x="573213" y="528568"/>
                  </a:lnTo>
                  <a:lnTo>
                    <a:pt x="575302" y="521079"/>
                  </a:lnTo>
                  <a:lnTo>
                    <a:pt x="577391" y="514183"/>
                  </a:lnTo>
                  <a:lnTo>
                    <a:pt x="579480" y="507719"/>
                  </a:lnTo>
                  <a:lnTo>
                    <a:pt x="581569" y="500243"/>
                  </a:lnTo>
                  <a:lnTo>
                    <a:pt x="583658" y="492218"/>
                  </a:lnTo>
                  <a:lnTo>
                    <a:pt x="585747" y="482392"/>
                  </a:lnTo>
                  <a:lnTo>
                    <a:pt x="587836" y="472982"/>
                  </a:lnTo>
                  <a:lnTo>
                    <a:pt x="589926" y="463304"/>
                  </a:lnTo>
                  <a:lnTo>
                    <a:pt x="592015" y="453218"/>
                  </a:lnTo>
                  <a:lnTo>
                    <a:pt x="594104" y="445043"/>
                  </a:lnTo>
                  <a:lnTo>
                    <a:pt x="596193" y="437362"/>
                  </a:lnTo>
                  <a:lnTo>
                    <a:pt x="598282" y="430659"/>
                  </a:lnTo>
                  <a:lnTo>
                    <a:pt x="600371" y="422736"/>
                  </a:lnTo>
                  <a:lnTo>
                    <a:pt x="602460" y="415899"/>
                  </a:lnTo>
                  <a:lnTo>
                    <a:pt x="604549" y="408665"/>
                  </a:lnTo>
                  <a:lnTo>
                    <a:pt x="606638" y="401194"/>
                  </a:lnTo>
                  <a:lnTo>
                    <a:pt x="608727" y="390695"/>
                  </a:lnTo>
                  <a:lnTo>
                    <a:pt x="610816" y="380313"/>
                  </a:lnTo>
                  <a:lnTo>
                    <a:pt x="612905" y="369517"/>
                  </a:lnTo>
                  <a:lnTo>
                    <a:pt x="614994" y="360248"/>
                  </a:lnTo>
                  <a:lnTo>
                    <a:pt x="617083" y="350485"/>
                  </a:lnTo>
                  <a:lnTo>
                    <a:pt x="619172" y="339289"/>
                  </a:lnTo>
                  <a:lnTo>
                    <a:pt x="621261" y="327145"/>
                  </a:lnTo>
                  <a:lnTo>
                    <a:pt x="623350" y="312952"/>
                  </a:lnTo>
                  <a:lnTo>
                    <a:pt x="625439" y="297412"/>
                  </a:lnTo>
                  <a:lnTo>
                    <a:pt x="627528" y="279652"/>
                  </a:lnTo>
                  <a:lnTo>
                    <a:pt x="629617" y="259993"/>
                  </a:lnTo>
                  <a:lnTo>
                    <a:pt x="631706" y="240278"/>
                  </a:lnTo>
                  <a:lnTo>
                    <a:pt x="633795" y="221861"/>
                  </a:lnTo>
                  <a:lnTo>
                    <a:pt x="635884" y="206042"/>
                  </a:lnTo>
                  <a:lnTo>
                    <a:pt x="637973" y="190469"/>
                  </a:lnTo>
                  <a:lnTo>
                    <a:pt x="640062" y="175750"/>
                  </a:lnTo>
                  <a:lnTo>
                    <a:pt x="642151" y="160613"/>
                  </a:lnTo>
                  <a:lnTo>
                    <a:pt x="644240" y="146211"/>
                  </a:lnTo>
                  <a:lnTo>
                    <a:pt x="646329" y="132119"/>
                  </a:lnTo>
                  <a:lnTo>
                    <a:pt x="648419" y="119712"/>
                  </a:lnTo>
                  <a:lnTo>
                    <a:pt x="650508" y="108799"/>
                  </a:lnTo>
                  <a:lnTo>
                    <a:pt x="652597" y="98044"/>
                  </a:lnTo>
                  <a:lnTo>
                    <a:pt x="654686" y="88224"/>
                  </a:lnTo>
                  <a:lnTo>
                    <a:pt x="656775" y="79151"/>
                  </a:lnTo>
                  <a:lnTo>
                    <a:pt x="658864" y="72903"/>
                  </a:lnTo>
                  <a:lnTo>
                    <a:pt x="660953" y="68023"/>
                  </a:lnTo>
                  <a:lnTo>
                    <a:pt x="663042" y="64032"/>
                  </a:lnTo>
                  <a:lnTo>
                    <a:pt x="665131" y="62385"/>
                  </a:lnTo>
                  <a:lnTo>
                    <a:pt x="667220" y="63030"/>
                  </a:lnTo>
                  <a:lnTo>
                    <a:pt x="669309" y="64382"/>
                  </a:lnTo>
                  <a:lnTo>
                    <a:pt x="671398" y="66820"/>
                  </a:lnTo>
                  <a:lnTo>
                    <a:pt x="673487" y="68177"/>
                  </a:lnTo>
                  <a:lnTo>
                    <a:pt x="675576" y="69251"/>
                  </a:lnTo>
                  <a:lnTo>
                    <a:pt x="677665" y="69505"/>
                  </a:lnTo>
                  <a:lnTo>
                    <a:pt x="679754" y="69890"/>
                  </a:lnTo>
                  <a:lnTo>
                    <a:pt x="681843" y="70070"/>
                  </a:lnTo>
                  <a:lnTo>
                    <a:pt x="683932" y="71261"/>
                  </a:lnTo>
                  <a:lnTo>
                    <a:pt x="686021" y="72699"/>
                  </a:lnTo>
                  <a:lnTo>
                    <a:pt x="688110" y="72426"/>
                  </a:lnTo>
                  <a:lnTo>
                    <a:pt x="690199" y="70810"/>
                  </a:lnTo>
                  <a:lnTo>
                    <a:pt x="692288" y="69426"/>
                  </a:lnTo>
                  <a:lnTo>
                    <a:pt x="694377" y="68281"/>
                  </a:lnTo>
                  <a:lnTo>
                    <a:pt x="696466" y="66038"/>
                  </a:lnTo>
                  <a:lnTo>
                    <a:pt x="698555" y="62352"/>
                  </a:lnTo>
                  <a:lnTo>
                    <a:pt x="700644" y="56772"/>
                  </a:lnTo>
                  <a:lnTo>
                    <a:pt x="702733" y="50780"/>
                  </a:lnTo>
                  <a:lnTo>
                    <a:pt x="704823" y="45755"/>
                  </a:lnTo>
                  <a:lnTo>
                    <a:pt x="706912" y="41610"/>
                  </a:lnTo>
                  <a:lnTo>
                    <a:pt x="709001" y="36175"/>
                  </a:lnTo>
                  <a:lnTo>
                    <a:pt x="711090" y="30460"/>
                  </a:lnTo>
                  <a:lnTo>
                    <a:pt x="713179" y="26011"/>
                  </a:lnTo>
                  <a:lnTo>
                    <a:pt x="715268" y="21207"/>
                  </a:lnTo>
                  <a:lnTo>
                    <a:pt x="717357" y="15601"/>
                  </a:lnTo>
                  <a:lnTo>
                    <a:pt x="719446" y="10907"/>
                  </a:lnTo>
                  <a:lnTo>
                    <a:pt x="721535" y="6533"/>
                  </a:lnTo>
                  <a:lnTo>
                    <a:pt x="723624" y="4442"/>
                  </a:lnTo>
                  <a:lnTo>
                    <a:pt x="725713" y="1476"/>
                  </a:lnTo>
                  <a:lnTo>
                    <a:pt x="727802" y="0"/>
                  </a:lnTo>
                  <a:lnTo>
                    <a:pt x="729891" y="492"/>
                  </a:lnTo>
                  <a:lnTo>
                    <a:pt x="731980" y="2179"/>
                  </a:lnTo>
                  <a:lnTo>
                    <a:pt x="734069" y="4029"/>
                  </a:lnTo>
                  <a:lnTo>
                    <a:pt x="736158" y="4972"/>
                  </a:lnTo>
                  <a:lnTo>
                    <a:pt x="738247" y="8534"/>
                  </a:lnTo>
                  <a:lnTo>
                    <a:pt x="740336" y="12699"/>
                  </a:lnTo>
                  <a:lnTo>
                    <a:pt x="742425" y="16915"/>
                  </a:lnTo>
                  <a:lnTo>
                    <a:pt x="744514" y="21047"/>
                  </a:lnTo>
                  <a:lnTo>
                    <a:pt x="746603" y="25712"/>
                  </a:lnTo>
                  <a:lnTo>
                    <a:pt x="748692" y="31413"/>
                  </a:lnTo>
                  <a:lnTo>
                    <a:pt x="750781" y="36742"/>
                  </a:lnTo>
                  <a:lnTo>
                    <a:pt x="752870" y="42389"/>
                  </a:lnTo>
                  <a:lnTo>
                    <a:pt x="754959" y="48274"/>
                  </a:lnTo>
                  <a:lnTo>
                    <a:pt x="757048" y="53102"/>
                  </a:lnTo>
                  <a:lnTo>
                    <a:pt x="759137" y="59200"/>
                  </a:lnTo>
                  <a:lnTo>
                    <a:pt x="761226" y="64854"/>
                  </a:lnTo>
                  <a:lnTo>
                    <a:pt x="763316" y="69364"/>
                  </a:lnTo>
                  <a:lnTo>
                    <a:pt x="765405" y="72887"/>
                  </a:lnTo>
                  <a:lnTo>
                    <a:pt x="767494" y="76060"/>
                  </a:lnTo>
                  <a:lnTo>
                    <a:pt x="769583" y="79694"/>
                  </a:lnTo>
                  <a:lnTo>
                    <a:pt x="771672" y="82422"/>
                  </a:lnTo>
                  <a:lnTo>
                    <a:pt x="773761" y="82838"/>
                  </a:lnTo>
                  <a:lnTo>
                    <a:pt x="775850" y="81940"/>
                  </a:lnTo>
                  <a:lnTo>
                    <a:pt x="777939" y="80411"/>
                  </a:lnTo>
                  <a:lnTo>
                    <a:pt x="780028" y="80481"/>
                  </a:lnTo>
                  <a:lnTo>
                    <a:pt x="782117" y="80099"/>
                  </a:lnTo>
                  <a:lnTo>
                    <a:pt x="784206" y="81041"/>
                  </a:lnTo>
                  <a:lnTo>
                    <a:pt x="786295" y="82615"/>
                  </a:lnTo>
                  <a:lnTo>
                    <a:pt x="788384" y="84328"/>
                  </a:lnTo>
                  <a:lnTo>
                    <a:pt x="790473" y="85165"/>
                  </a:lnTo>
                  <a:lnTo>
                    <a:pt x="792562" y="86771"/>
                  </a:lnTo>
                  <a:lnTo>
                    <a:pt x="794651" y="90143"/>
                  </a:lnTo>
                  <a:lnTo>
                    <a:pt x="796740" y="95125"/>
                  </a:lnTo>
                  <a:lnTo>
                    <a:pt x="798829" y="101479"/>
                  </a:lnTo>
                  <a:lnTo>
                    <a:pt x="800918" y="108208"/>
                  </a:lnTo>
                  <a:lnTo>
                    <a:pt x="803007" y="117208"/>
                  </a:lnTo>
                  <a:lnTo>
                    <a:pt x="805096" y="127052"/>
                  </a:lnTo>
                  <a:lnTo>
                    <a:pt x="807185" y="138636"/>
                  </a:lnTo>
                  <a:lnTo>
                    <a:pt x="809274" y="151816"/>
                  </a:lnTo>
                  <a:lnTo>
                    <a:pt x="811363" y="166381"/>
                  </a:lnTo>
                  <a:lnTo>
                    <a:pt x="813452" y="182267"/>
                  </a:lnTo>
                  <a:lnTo>
                    <a:pt x="815541" y="200184"/>
                  </a:lnTo>
                  <a:lnTo>
                    <a:pt x="817630" y="218101"/>
                  </a:lnTo>
                  <a:lnTo>
                    <a:pt x="819720" y="235413"/>
                  </a:lnTo>
                  <a:lnTo>
                    <a:pt x="821809" y="253745"/>
                  </a:lnTo>
                  <a:lnTo>
                    <a:pt x="823898" y="273191"/>
                  </a:lnTo>
                  <a:lnTo>
                    <a:pt x="825987" y="292326"/>
                  </a:lnTo>
                  <a:lnTo>
                    <a:pt x="828076" y="310140"/>
                  </a:lnTo>
                  <a:lnTo>
                    <a:pt x="830165" y="326014"/>
                  </a:lnTo>
                  <a:lnTo>
                    <a:pt x="832254" y="340003"/>
                  </a:lnTo>
                  <a:lnTo>
                    <a:pt x="834343" y="352490"/>
                  </a:lnTo>
                  <a:lnTo>
                    <a:pt x="836432" y="363963"/>
                  </a:lnTo>
                  <a:lnTo>
                    <a:pt x="838521" y="374204"/>
                  </a:lnTo>
                  <a:lnTo>
                    <a:pt x="840610" y="385215"/>
                  </a:lnTo>
                  <a:lnTo>
                    <a:pt x="842699" y="394844"/>
                  </a:lnTo>
                  <a:lnTo>
                    <a:pt x="844788" y="402863"/>
                  </a:lnTo>
                  <a:lnTo>
                    <a:pt x="846877" y="408831"/>
                  </a:lnTo>
                  <a:lnTo>
                    <a:pt x="848966" y="413371"/>
                  </a:lnTo>
                  <a:lnTo>
                    <a:pt x="851055" y="417402"/>
                  </a:lnTo>
                  <a:lnTo>
                    <a:pt x="853144" y="419036"/>
                  </a:lnTo>
                  <a:lnTo>
                    <a:pt x="855233" y="417497"/>
                  </a:lnTo>
                  <a:lnTo>
                    <a:pt x="857322" y="416015"/>
                  </a:lnTo>
                  <a:lnTo>
                    <a:pt x="859411" y="412224"/>
                  </a:lnTo>
                  <a:lnTo>
                    <a:pt x="861500" y="408575"/>
                  </a:lnTo>
                  <a:lnTo>
                    <a:pt x="863589" y="404356"/>
                  </a:lnTo>
                  <a:lnTo>
                    <a:pt x="865678" y="399137"/>
                  </a:lnTo>
                  <a:lnTo>
                    <a:pt x="867767" y="393644"/>
                  </a:lnTo>
                  <a:lnTo>
                    <a:pt x="869856" y="389045"/>
                  </a:lnTo>
                  <a:lnTo>
                    <a:pt x="871945" y="383599"/>
                  </a:lnTo>
                  <a:lnTo>
                    <a:pt x="874034" y="377371"/>
                  </a:lnTo>
                  <a:lnTo>
                    <a:pt x="876123" y="370239"/>
                  </a:lnTo>
                  <a:lnTo>
                    <a:pt x="878213" y="364451"/>
                  </a:lnTo>
                  <a:lnTo>
                    <a:pt x="880302" y="359402"/>
                  </a:lnTo>
                  <a:lnTo>
                    <a:pt x="882391" y="355493"/>
                  </a:lnTo>
                  <a:lnTo>
                    <a:pt x="884480" y="352904"/>
                  </a:lnTo>
                  <a:lnTo>
                    <a:pt x="886569" y="352249"/>
                  </a:lnTo>
                  <a:lnTo>
                    <a:pt x="888658" y="354610"/>
                  </a:lnTo>
                  <a:lnTo>
                    <a:pt x="890747" y="358505"/>
                  </a:lnTo>
                  <a:lnTo>
                    <a:pt x="892836" y="362154"/>
                  </a:lnTo>
                  <a:lnTo>
                    <a:pt x="894925" y="366390"/>
                  </a:lnTo>
                  <a:lnTo>
                    <a:pt x="897014" y="371818"/>
                  </a:lnTo>
                  <a:lnTo>
                    <a:pt x="899103" y="377255"/>
                  </a:lnTo>
                  <a:lnTo>
                    <a:pt x="901192" y="382093"/>
                  </a:lnTo>
                  <a:lnTo>
                    <a:pt x="903281" y="390161"/>
                  </a:lnTo>
                  <a:lnTo>
                    <a:pt x="905370" y="400108"/>
                  </a:lnTo>
                  <a:lnTo>
                    <a:pt x="907459" y="410316"/>
                  </a:lnTo>
                  <a:lnTo>
                    <a:pt x="909548" y="419305"/>
                  </a:lnTo>
                  <a:lnTo>
                    <a:pt x="911637" y="427245"/>
                  </a:lnTo>
                  <a:lnTo>
                    <a:pt x="913726" y="435280"/>
                  </a:lnTo>
                  <a:lnTo>
                    <a:pt x="915815" y="443442"/>
                  </a:lnTo>
                  <a:lnTo>
                    <a:pt x="917904" y="450062"/>
                  </a:lnTo>
                  <a:lnTo>
                    <a:pt x="919993" y="453153"/>
                  </a:lnTo>
                  <a:lnTo>
                    <a:pt x="922082" y="450596"/>
                  </a:lnTo>
                  <a:lnTo>
                    <a:pt x="924171" y="446243"/>
                  </a:lnTo>
                  <a:lnTo>
                    <a:pt x="926260" y="439427"/>
                  </a:lnTo>
                  <a:lnTo>
                    <a:pt x="928349" y="430583"/>
                  </a:lnTo>
                  <a:lnTo>
                    <a:pt x="930438" y="419775"/>
                  </a:lnTo>
                  <a:lnTo>
                    <a:pt x="932527" y="408775"/>
                  </a:lnTo>
                  <a:lnTo>
                    <a:pt x="934617" y="397367"/>
                  </a:lnTo>
                  <a:lnTo>
                    <a:pt x="936706" y="385120"/>
                  </a:lnTo>
                  <a:lnTo>
                    <a:pt x="938795" y="373698"/>
                  </a:lnTo>
                  <a:lnTo>
                    <a:pt x="940884" y="361812"/>
                  </a:lnTo>
                  <a:lnTo>
                    <a:pt x="942973" y="350590"/>
                  </a:lnTo>
                  <a:lnTo>
                    <a:pt x="945062" y="339804"/>
                  </a:lnTo>
                  <a:lnTo>
                    <a:pt x="947151" y="327532"/>
                  </a:lnTo>
                  <a:lnTo>
                    <a:pt x="949240" y="317259"/>
                  </a:lnTo>
                  <a:lnTo>
                    <a:pt x="951329" y="305848"/>
                  </a:lnTo>
                  <a:lnTo>
                    <a:pt x="953418" y="297091"/>
                  </a:lnTo>
                  <a:lnTo>
                    <a:pt x="955507" y="288656"/>
                  </a:lnTo>
                  <a:lnTo>
                    <a:pt x="957596" y="281970"/>
                  </a:lnTo>
                  <a:lnTo>
                    <a:pt x="959685" y="276954"/>
                  </a:lnTo>
                  <a:lnTo>
                    <a:pt x="961774" y="274671"/>
                  </a:lnTo>
                  <a:lnTo>
                    <a:pt x="963863" y="271759"/>
                  </a:lnTo>
                  <a:lnTo>
                    <a:pt x="965952" y="271077"/>
                  </a:lnTo>
                  <a:lnTo>
                    <a:pt x="968041" y="270037"/>
                  </a:lnTo>
                  <a:lnTo>
                    <a:pt x="970130" y="271059"/>
                  </a:lnTo>
                  <a:lnTo>
                    <a:pt x="972219" y="272692"/>
                  </a:lnTo>
                  <a:lnTo>
                    <a:pt x="974308" y="274468"/>
                  </a:lnTo>
                  <a:lnTo>
                    <a:pt x="976397" y="275281"/>
                  </a:lnTo>
                  <a:lnTo>
                    <a:pt x="978486" y="277995"/>
                  </a:lnTo>
                  <a:lnTo>
                    <a:pt x="980575" y="283043"/>
                  </a:lnTo>
                  <a:lnTo>
                    <a:pt x="982664" y="290185"/>
                  </a:lnTo>
                  <a:lnTo>
                    <a:pt x="984753" y="299375"/>
                  </a:lnTo>
                  <a:lnTo>
                    <a:pt x="986842" y="310606"/>
                  </a:lnTo>
                  <a:lnTo>
                    <a:pt x="988931" y="321979"/>
                  </a:lnTo>
                  <a:lnTo>
                    <a:pt x="991020" y="330548"/>
                  </a:lnTo>
                  <a:lnTo>
                    <a:pt x="993110" y="337405"/>
                  </a:lnTo>
                  <a:lnTo>
                    <a:pt x="995199" y="342749"/>
                  </a:lnTo>
                  <a:lnTo>
                    <a:pt x="997288" y="347482"/>
                  </a:lnTo>
                  <a:lnTo>
                    <a:pt x="999377" y="352262"/>
                  </a:lnTo>
                  <a:lnTo>
                    <a:pt x="1001466" y="355880"/>
                  </a:lnTo>
                  <a:lnTo>
                    <a:pt x="1003555" y="358293"/>
                  </a:lnTo>
                  <a:lnTo>
                    <a:pt x="1005644" y="359333"/>
                  </a:lnTo>
                  <a:lnTo>
                    <a:pt x="1007733" y="359705"/>
                  </a:lnTo>
                  <a:lnTo>
                    <a:pt x="1009822" y="355782"/>
                  </a:lnTo>
                  <a:lnTo>
                    <a:pt x="1011911" y="347162"/>
                  </a:lnTo>
                  <a:lnTo>
                    <a:pt x="1014000" y="337884"/>
                  </a:lnTo>
                  <a:lnTo>
                    <a:pt x="1016089" y="327617"/>
                  </a:lnTo>
                  <a:lnTo>
                    <a:pt x="1018178" y="317974"/>
                  </a:lnTo>
                  <a:lnTo>
                    <a:pt x="1020267" y="306612"/>
                  </a:lnTo>
                  <a:lnTo>
                    <a:pt x="1022356" y="294325"/>
                  </a:lnTo>
                  <a:lnTo>
                    <a:pt x="1024445" y="281203"/>
                  </a:lnTo>
                  <a:lnTo>
                    <a:pt x="1026534" y="268331"/>
                  </a:lnTo>
                  <a:lnTo>
                    <a:pt x="1028623" y="260538"/>
                  </a:lnTo>
                  <a:lnTo>
                    <a:pt x="1030712" y="254020"/>
                  </a:lnTo>
                  <a:lnTo>
                    <a:pt x="1032801" y="250906"/>
                  </a:lnTo>
                  <a:lnTo>
                    <a:pt x="1034890" y="249195"/>
                  </a:lnTo>
                  <a:lnTo>
                    <a:pt x="1036979" y="250085"/>
                  </a:lnTo>
                  <a:lnTo>
                    <a:pt x="1039068" y="251212"/>
                  </a:lnTo>
                  <a:lnTo>
                    <a:pt x="1041157" y="254667"/>
                  </a:lnTo>
                  <a:lnTo>
                    <a:pt x="1043246" y="259816"/>
                  </a:lnTo>
                  <a:lnTo>
                    <a:pt x="1045335" y="266294"/>
                  </a:lnTo>
                  <a:lnTo>
                    <a:pt x="1047424" y="273065"/>
                  </a:lnTo>
                  <a:lnTo>
                    <a:pt x="1049514" y="278842"/>
                  </a:lnTo>
                  <a:lnTo>
                    <a:pt x="1051603" y="286071"/>
                  </a:lnTo>
                  <a:lnTo>
                    <a:pt x="1053692" y="295431"/>
                  </a:lnTo>
                  <a:lnTo>
                    <a:pt x="1055781" y="305783"/>
                  </a:lnTo>
                  <a:lnTo>
                    <a:pt x="1057870" y="319253"/>
                  </a:lnTo>
                  <a:lnTo>
                    <a:pt x="1059959" y="331623"/>
                  </a:lnTo>
                  <a:lnTo>
                    <a:pt x="1062048" y="344437"/>
                  </a:lnTo>
                  <a:lnTo>
                    <a:pt x="1064137" y="355900"/>
                  </a:lnTo>
                  <a:lnTo>
                    <a:pt x="1066226" y="365245"/>
                  </a:lnTo>
                  <a:lnTo>
                    <a:pt x="1068315" y="373339"/>
                  </a:lnTo>
                  <a:lnTo>
                    <a:pt x="1070404" y="381634"/>
                  </a:lnTo>
                  <a:lnTo>
                    <a:pt x="1072493" y="388548"/>
                  </a:lnTo>
                  <a:lnTo>
                    <a:pt x="1074582" y="395022"/>
                  </a:lnTo>
                  <a:lnTo>
                    <a:pt x="1076671" y="402381"/>
                  </a:lnTo>
                  <a:lnTo>
                    <a:pt x="1078760" y="409682"/>
                  </a:lnTo>
                  <a:lnTo>
                    <a:pt x="1080849" y="419185"/>
                  </a:lnTo>
                  <a:lnTo>
                    <a:pt x="1082938" y="429214"/>
                  </a:lnTo>
                  <a:lnTo>
                    <a:pt x="1085027" y="437937"/>
                  </a:lnTo>
                  <a:lnTo>
                    <a:pt x="1087116" y="445251"/>
                  </a:lnTo>
                  <a:lnTo>
                    <a:pt x="1089205" y="450120"/>
                  </a:lnTo>
                  <a:lnTo>
                    <a:pt x="1091294" y="451235"/>
                  </a:lnTo>
                  <a:lnTo>
                    <a:pt x="1093383" y="450738"/>
                  </a:lnTo>
                  <a:lnTo>
                    <a:pt x="1095472" y="450857"/>
                  </a:lnTo>
                  <a:lnTo>
                    <a:pt x="1097561" y="454755"/>
                  </a:lnTo>
                  <a:lnTo>
                    <a:pt x="1099650" y="459034"/>
                  </a:lnTo>
                  <a:lnTo>
                    <a:pt x="1101739" y="464265"/>
                  </a:lnTo>
                  <a:lnTo>
                    <a:pt x="1103828" y="469156"/>
                  </a:lnTo>
                  <a:lnTo>
                    <a:pt x="1105917" y="473225"/>
                  </a:lnTo>
                  <a:lnTo>
                    <a:pt x="1108007" y="477566"/>
                  </a:lnTo>
                  <a:lnTo>
                    <a:pt x="1110096" y="483148"/>
                  </a:lnTo>
                  <a:lnTo>
                    <a:pt x="1112185" y="489741"/>
                  </a:lnTo>
                  <a:lnTo>
                    <a:pt x="1114274" y="496939"/>
                  </a:lnTo>
                  <a:lnTo>
                    <a:pt x="1116363" y="505304"/>
                  </a:lnTo>
                  <a:lnTo>
                    <a:pt x="1118452" y="517677"/>
                  </a:lnTo>
                  <a:lnTo>
                    <a:pt x="1120541" y="532884"/>
                  </a:lnTo>
                  <a:lnTo>
                    <a:pt x="1122630" y="552400"/>
                  </a:lnTo>
                  <a:lnTo>
                    <a:pt x="1124719" y="569553"/>
                  </a:lnTo>
                  <a:lnTo>
                    <a:pt x="1126808" y="587814"/>
                  </a:lnTo>
                  <a:lnTo>
                    <a:pt x="1128897" y="606494"/>
                  </a:lnTo>
                  <a:lnTo>
                    <a:pt x="1130986" y="627359"/>
                  </a:lnTo>
                  <a:lnTo>
                    <a:pt x="1133075" y="649595"/>
                  </a:lnTo>
                  <a:lnTo>
                    <a:pt x="1135164" y="672228"/>
                  </a:lnTo>
                  <a:lnTo>
                    <a:pt x="1137253" y="698482"/>
                  </a:lnTo>
                  <a:lnTo>
                    <a:pt x="1139342" y="724568"/>
                  </a:lnTo>
                  <a:lnTo>
                    <a:pt x="1141431" y="751025"/>
                  </a:lnTo>
                  <a:lnTo>
                    <a:pt x="1143520" y="776168"/>
                  </a:lnTo>
                  <a:lnTo>
                    <a:pt x="1145609" y="801625"/>
                  </a:lnTo>
                  <a:lnTo>
                    <a:pt x="1147698" y="825158"/>
                  </a:lnTo>
                  <a:lnTo>
                    <a:pt x="1149787" y="849585"/>
                  </a:lnTo>
                  <a:lnTo>
                    <a:pt x="1151876" y="875031"/>
                  </a:lnTo>
                  <a:lnTo>
                    <a:pt x="1153965" y="901521"/>
                  </a:lnTo>
                  <a:lnTo>
                    <a:pt x="1156054" y="932384"/>
                  </a:lnTo>
                  <a:lnTo>
                    <a:pt x="1158143" y="962813"/>
                  </a:lnTo>
                  <a:lnTo>
                    <a:pt x="1160232" y="990215"/>
                  </a:lnTo>
                  <a:lnTo>
                    <a:pt x="1162321" y="1015774"/>
                  </a:lnTo>
                  <a:lnTo>
                    <a:pt x="1164411" y="1039519"/>
                  </a:lnTo>
                  <a:lnTo>
                    <a:pt x="1166500" y="1063239"/>
                  </a:lnTo>
                  <a:lnTo>
                    <a:pt x="1168589" y="1087599"/>
                  </a:lnTo>
                  <a:lnTo>
                    <a:pt x="1170678" y="1111612"/>
                  </a:lnTo>
                  <a:lnTo>
                    <a:pt x="1172767" y="1136372"/>
                  </a:lnTo>
                  <a:lnTo>
                    <a:pt x="1174856" y="1161483"/>
                  </a:lnTo>
                  <a:lnTo>
                    <a:pt x="1176945" y="1186006"/>
                  </a:lnTo>
                  <a:lnTo>
                    <a:pt x="1179034" y="1208487"/>
                  </a:lnTo>
                  <a:lnTo>
                    <a:pt x="1181123" y="1228979"/>
                  </a:lnTo>
                  <a:lnTo>
                    <a:pt x="1183212" y="1245998"/>
                  </a:lnTo>
                  <a:lnTo>
                    <a:pt x="1185301" y="1262442"/>
                  </a:lnTo>
                  <a:lnTo>
                    <a:pt x="1187390" y="1276594"/>
                  </a:lnTo>
                  <a:lnTo>
                    <a:pt x="1189479" y="1289543"/>
                  </a:lnTo>
                  <a:lnTo>
                    <a:pt x="1191568" y="1304041"/>
                  </a:lnTo>
                  <a:lnTo>
                    <a:pt x="1193657" y="1318206"/>
                  </a:lnTo>
                  <a:lnTo>
                    <a:pt x="1195746" y="1333536"/>
                  </a:lnTo>
                  <a:lnTo>
                    <a:pt x="1197835" y="1349737"/>
                  </a:lnTo>
                  <a:lnTo>
                    <a:pt x="1199924" y="1363538"/>
                  </a:lnTo>
                  <a:lnTo>
                    <a:pt x="1202013" y="1375814"/>
                  </a:lnTo>
                  <a:lnTo>
                    <a:pt x="1204102" y="1386235"/>
                  </a:lnTo>
                  <a:lnTo>
                    <a:pt x="1206191" y="1394894"/>
                  </a:lnTo>
                  <a:lnTo>
                    <a:pt x="1208280" y="1403524"/>
                  </a:lnTo>
                  <a:lnTo>
                    <a:pt x="1210369" y="1412555"/>
                  </a:lnTo>
                  <a:lnTo>
                    <a:pt x="1212458" y="1422397"/>
                  </a:lnTo>
                  <a:lnTo>
                    <a:pt x="1214547" y="1434218"/>
                  </a:lnTo>
                  <a:lnTo>
                    <a:pt x="1216636" y="1445434"/>
                  </a:lnTo>
                  <a:lnTo>
                    <a:pt x="1218725" y="1454953"/>
                  </a:lnTo>
                  <a:lnTo>
                    <a:pt x="1220814" y="1463164"/>
                  </a:lnTo>
                  <a:lnTo>
                    <a:pt x="1222904" y="1469188"/>
                  </a:lnTo>
                  <a:lnTo>
                    <a:pt x="1224993" y="1472048"/>
                  </a:lnTo>
                  <a:lnTo>
                    <a:pt x="1227082" y="1467983"/>
                  </a:lnTo>
                  <a:lnTo>
                    <a:pt x="1229171" y="1460290"/>
                  </a:lnTo>
                  <a:lnTo>
                    <a:pt x="1231260" y="1454507"/>
                  </a:lnTo>
                  <a:lnTo>
                    <a:pt x="1233349" y="1448118"/>
                  </a:lnTo>
                  <a:lnTo>
                    <a:pt x="1235438" y="1439459"/>
                  </a:lnTo>
                  <a:lnTo>
                    <a:pt x="1237527" y="1429462"/>
                  </a:lnTo>
                  <a:lnTo>
                    <a:pt x="1239616" y="1417819"/>
                  </a:lnTo>
                  <a:lnTo>
                    <a:pt x="1241705" y="1405058"/>
                  </a:lnTo>
                  <a:lnTo>
                    <a:pt x="1243794" y="1388090"/>
                  </a:lnTo>
                  <a:lnTo>
                    <a:pt x="1245883" y="1370101"/>
                  </a:lnTo>
                  <a:lnTo>
                    <a:pt x="1247972" y="1350750"/>
                  </a:lnTo>
                  <a:lnTo>
                    <a:pt x="1250061" y="1332313"/>
                  </a:lnTo>
                  <a:lnTo>
                    <a:pt x="1252150" y="1313839"/>
                  </a:lnTo>
                  <a:lnTo>
                    <a:pt x="1254239" y="1296101"/>
                  </a:lnTo>
                  <a:lnTo>
                    <a:pt x="1256328" y="1277794"/>
                  </a:lnTo>
                  <a:lnTo>
                    <a:pt x="1258417" y="1261422"/>
                  </a:lnTo>
                  <a:lnTo>
                    <a:pt x="1260506" y="1242917"/>
                  </a:lnTo>
                  <a:lnTo>
                    <a:pt x="1262595" y="1220843"/>
                  </a:lnTo>
                  <a:lnTo>
                    <a:pt x="1264684" y="1199396"/>
                  </a:lnTo>
                  <a:lnTo>
                    <a:pt x="1266773" y="1180787"/>
                  </a:lnTo>
                  <a:lnTo>
                    <a:pt x="1268862" y="1163508"/>
                  </a:lnTo>
                  <a:lnTo>
                    <a:pt x="1270951" y="1146820"/>
                  </a:lnTo>
                  <a:lnTo>
                    <a:pt x="1273040" y="1131016"/>
                  </a:lnTo>
                  <a:lnTo>
                    <a:pt x="1275129" y="1116738"/>
                  </a:lnTo>
                  <a:lnTo>
                    <a:pt x="1277218" y="1103749"/>
                  </a:lnTo>
                  <a:lnTo>
                    <a:pt x="1279308" y="1093247"/>
                  </a:lnTo>
                  <a:lnTo>
                    <a:pt x="1281397" y="1083202"/>
                  </a:lnTo>
                  <a:lnTo>
                    <a:pt x="1283486" y="1074842"/>
                  </a:lnTo>
                  <a:lnTo>
                    <a:pt x="1285575" y="1069080"/>
                  </a:lnTo>
                  <a:lnTo>
                    <a:pt x="1287664" y="1064840"/>
                  </a:lnTo>
                  <a:lnTo>
                    <a:pt x="1289753" y="1062727"/>
                  </a:lnTo>
                  <a:lnTo>
                    <a:pt x="1291842" y="1063873"/>
                  </a:lnTo>
                  <a:lnTo>
                    <a:pt x="1293931" y="1066706"/>
                  </a:lnTo>
                  <a:lnTo>
                    <a:pt x="1296020" y="1070400"/>
                  </a:lnTo>
                  <a:lnTo>
                    <a:pt x="1298109" y="1074595"/>
                  </a:lnTo>
                  <a:lnTo>
                    <a:pt x="1300198" y="1076821"/>
                  </a:lnTo>
                  <a:lnTo>
                    <a:pt x="1302287" y="1079046"/>
                  </a:lnTo>
                  <a:lnTo>
                    <a:pt x="1304376" y="1080621"/>
                  </a:lnTo>
                  <a:lnTo>
                    <a:pt x="1306465" y="1084187"/>
                  </a:lnTo>
                  <a:lnTo>
                    <a:pt x="1308554" y="1089331"/>
                  </a:lnTo>
                  <a:lnTo>
                    <a:pt x="1310643" y="1094168"/>
                  </a:lnTo>
                  <a:lnTo>
                    <a:pt x="1312732" y="1100386"/>
                  </a:lnTo>
                  <a:lnTo>
                    <a:pt x="1314821" y="1105681"/>
                  </a:lnTo>
                  <a:lnTo>
                    <a:pt x="1316910" y="1108289"/>
                  </a:lnTo>
                  <a:lnTo>
                    <a:pt x="1318999" y="1109993"/>
                  </a:lnTo>
                  <a:lnTo>
                    <a:pt x="1321088" y="1109990"/>
                  </a:lnTo>
                  <a:lnTo>
                    <a:pt x="1323177" y="1109715"/>
                  </a:lnTo>
                  <a:lnTo>
                    <a:pt x="1325266" y="1111138"/>
                  </a:lnTo>
                  <a:lnTo>
                    <a:pt x="1327355" y="1113870"/>
                  </a:lnTo>
                  <a:lnTo>
                    <a:pt x="1329444" y="1118327"/>
                  </a:lnTo>
                  <a:lnTo>
                    <a:pt x="1331533" y="1126114"/>
                  </a:lnTo>
                  <a:lnTo>
                    <a:pt x="1333622" y="1137737"/>
                  </a:lnTo>
                  <a:lnTo>
                    <a:pt x="1335711" y="1149791"/>
                  </a:lnTo>
                  <a:lnTo>
                    <a:pt x="1337801" y="1162368"/>
                  </a:lnTo>
                  <a:lnTo>
                    <a:pt x="1339890" y="1175553"/>
                  </a:lnTo>
                  <a:lnTo>
                    <a:pt x="1341979" y="1190529"/>
                  </a:lnTo>
                  <a:lnTo>
                    <a:pt x="1344068" y="1205364"/>
                  </a:lnTo>
                  <a:lnTo>
                    <a:pt x="1346157" y="1220971"/>
                  </a:lnTo>
                  <a:lnTo>
                    <a:pt x="1348246" y="1234068"/>
                  </a:lnTo>
                  <a:lnTo>
                    <a:pt x="1350335" y="1246818"/>
                  </a:lnTo>
                  <a:lnTo>
                    <a:pt x="1352424" y="1258484"/>
                  </a:lnTo>
                  <a:lnTo>
                    <a:pt x="1354513" y="1270078"/>
                  </a:lnTo>
                  <a:lnTo>
                    <a:pt x="1356602" y="1279891"/>
                  </a:lnTo>
                  <a:lnTo>
                    <a:pt x="1358691" y="1289742"/>
                  </a:lnTo>
                  <a:lnTo>
                    <a:pt x="1360780" y="1299223"/>
                  </a:lnTo>
                  <a:lnTo>
                    <a:pt x="1362869" y="1308429"/>
                  </a:lnTo>
                  <a:lnTo>
                    <a:pt x="1364958" y="1316066"/>
                  </a:lnTo>
                  <a:lnTo>
                    <a:pt x="1367047" y="1323225"/>
                  </a:lnTo>
                  <a:lnTo>
                    <a:pt x="1369136" y="1329855"/>
                  </a:lnTo>
                  <a:lnTo>
                    <a:pt x="1371225" y="1333440"/>
                  </a:lnTo>
                  <a:lnTo>
                    <a:pt x="1373314" y="1335203"/>
                  </a:lnTo>
                  <a:lnTo>
                    <a:pt x="1375403" y="1337050"/>
                  </a:lnTo>
                  <a:lnTo>
                    <a:pt x="1377492" y="1337703"/>
                  </a:lnTo>
                  <a:lnTo>
                    <a:pt x="1379581" y="1339425"/>
                  </a:lnTo>
                  <a:lnTo>
                    <a:pt x="1381670" y="1340209"/>
                  </a:lnTo>
                  <a:lnTo>
                    <a:pt x="1383759" y="1341801"/>
                  </a:lnTo>
                  <a:lnTo>
                    <a:pt x="1385848" y="1342856"/>
                  </a:lnTo>
                  <a:lnTo>
                    <a:pt x="1387937" y="1344774"/>
                  </a:lnTo>
                  <a:lnTo>
                    <a:pt x="1390026" y="1345528"/>
                  </a:lnTo>
                  <a:lnTo>
                    <a:pt x="1392115" y="1346282"/>
                  </a:lnTo>
                  <a:lnTo>
                    <a:pt x="1394205" y="1346605"/>
                  </a:lnTo>
                  <a:lnTo>
                    <a:pt x="1396294" y="1345717"/>
                  </a:lnTo>
                  <a:lnTo>
                    <a:pt x="1398383" y="1342973"/>
                  </a:lnTo>
                  <a:lnTo>
                    <a:pt x="1400472" y="1338710"/>
                  </a:lnTo>
                  <a:lnTo>
                    <a:pt x="1402561" y="1337569"/>
                  </a:lnTo>
                  <a:lnTo>
                    <a:pt x="1404650" y="1335854"/>
                  </a:lnTo>
                  <a:lnTo>
                    <a:pt x="1406739" y="1335284"/>
                  </a:lnTo>
                  <a:lnTo>
                    <a:pt x="1408828" y="1336388"/>
                  </a:lnTo>
                  <a:lnTo>
                    <a:pt x="1410917" y="1338090"/>
                  </a:lnTo>
                  <a:lnTo>
                    <a:pt x="1413006" y="1339361"/>
                  </a:lnTo>
                  <a:lnTo>
                    <a:pt x="1415095" y="1339361"/>
                  </a:lnTo>
                  <a:lnTo>
                    <a:pt x="1417184" y="1339361"/>
                  </a:lnTo>
                  <a:lnTo>
                    <a:pt x="1419273" y="1339361"/>
                  </a:lnTo>
                  <a:lnTo>
                    <a:pt x="1421362" y="1339361"/>
                  </a:lnTo>
                  <a:lnTo>
                    <a:pt x="1423451" y="1340982"/>
                  </a:lnTo>
                  <a:lnTo>
                    <a:pt x="1425540" y="1343253"/>
                  </a:lnTo>
                  <a:lnTo>
                    <a:pt x="1427629" y="1345524"/>
                  </a:lnTo>
                  <a:lnTo>
                    <a:pt x="1429718" y="1348925"/>
                  </a:lnTo>
                  <a:lnTo>
                    <a:pt x="1431807" y="1353818"/>
                  </a:lnTo>
                  <a:lnTo>
                    <a:pt x="1433896" y="1356962"/>
                  </a:lnTo>
                  <a:lnTo>
                    <a:pt x="1435985" y="1359019"/>
                  </a:lnTo>
                  <a:lnTo>
                    <a:pt x="1438074" y="1359019"/>
                  </a:lnTo>
                  <a:lnTo>
                    <a:pt x="1440163" y="1359019"/>
                  </a:lnTo>
                  <a:lnTo>
                    <a:pt x="1442252" y="1359019"/>
                  </a:lnTo>
                  <a:lnTo>
                    <a:pt x="1444341" y="1359903"/>
                  </a:lnTo>
                  <a:lnTo>
                    <a:pt x="1446430" y="1361156"/>
                  </a:lnTo>
                  <a:lnTo>
                    <a:pt x="1448519" y="1363162"/>
                  </a:lnTo>
                  <a:lnTo>
                    <a:pt x="1450608" y="1365534"/>
                  </a:lnTo>
                  <a:lnTo>
                    <a:pt x="1452698" y="1367434"/>
                  </a:lnTo>
                  <a:lnTo>
                    <a:pt x="1454787" y="1368804"/>
                  </a:lnTo>
                  <a:lnTo>
                    <a:pt x="1456876" y="1371749"/>
                  </a:lnTo>
                  <a:lnTo>
                    <a:pt x="1458965" y="1376068"/>
                  </a:lnTo>
                  <a:lnTo>
                    <a:pt x="1461054" y="1381822"/>
                  </a:lnTo>
                  <a:lnTo>
                    <a:pt x="1463143" y="1389551"/>
                  </a:lnTo>
                  <a:lnTo>
                    <a:pt x="1465232" y="1398556"/>
                  </a:lnTo>
                  <a:lnTo>
                    <a:pt x="1467321" y="1408288"/>
                  </a:lnTo>
                  <a:lnTo>
                    <a:pt x="1469410" y="1418020"/>
                  </a:lnTo>
                  <a:lnTo>
                    <a:pt x="1471499" y="1427387"/>
                  </a:lnTo>
                  <a:lnTo>
                    <a:pt x="1473588" y="1438281"/>
                  </a:lnTo>
                  <a:lnTo>
                    <a:pt x="1475677" y="1445858"/>
                  </a:lnTo>
                  <a:lnTo>
                    <a:pt x="1477766" y="1453566"/>
                  </a:lnTo>
                  <a:lnTo>
                    <a:pt x="1479855" y="1459618"/>
                  </a:lnTo>
                  <a:lnTo>
                    <a:pt x="1481944" y="1464664"/>
                  </a:lnTo>
                  <a:lnTo>
                    <a:pt x="1484033" y="1471119"/>
                  </a:lnTo>
                  <a:lnTo>
                    <a:pt x="1486122" y="1476723"/>
                  </a:lnTo>
                  <a:lnTo>
                    <a:pt x="1488211" y="1481192"/>
                  </a:lnTo>
                  <a:lnTo>
                    <a:pt x="1490300" y="1484793"/>
                  </a:lnTo>
                  <a:lnTo>
                    <a:pt x="1492389" y="1486838"/>
                  </a:lnTo>
                  <a:lnTo>
                    <a:pt x="1494478" y="1486085"/>
                  </a:lnTo>
                  <a:lnTo>
                    <a:pt x="1496567" y="1483582"/>
                  </a:lnTo>
                  <a:lnTo>
                    <a:pt x="1498656" y="1480206"/>
                  </a:lnTo>
                  <a:lnTo>
                    <a:pt x="1500745" y="1476648"/>
                  </a:lnTo>
                  <a:lnTo>
                    <a:pt x="1502834" y="1471538"/>
                  </a:lnTo>
                  <a:lnTo>
                    <a:pt x="1504923" y="1464970"/>
                  </a:lnTo>
                  <a:lnTo>
                    <a:pt x="1507012" y="1459717"/>
                  </a:lnTo>
                  <a:lnTo>
                    <a:pt x="1509102" y="1452550"/>
                  </a:lnTo>
                  <a:lnTo>
                    <a:pt x="1511191" y="1445414"/>
                  </a:lnTo>
                  <a:lnTo>
                    <a:pt x="1513280" y="1439163"/>
                  </a:lnTo>
                  <a:lnTo>
                    <a:pt x="1515369" y="1429677"/>
                  </a:lnTo>
                  <a:lnTo>
                    <a:pt x="1517458" y="1420260"/>
                  </a:lnTo>
                  <a:lnTo>
                    <a:pt x="1519547" y="1411321"/>
                  </a:lnTo>
                  <a:lnTo>
                    <a:pt x="1521636" y="1403014"/>
                  </a:lnTo>
                  <a:lnTo>
                    <a:pt x="1523725" y="1394168"/>
                  </a:lnTo>
                  <a:lnTo>
                    <a:pt x="1525814" y="1385860"/>
                  </a:lnTo>
                  <a:lnTo>
                    <a:pt x="1527903" y="1379211"/>
                  </a:lnTo>
                  <a:lnTo>
                    <a:pt x="1529992" y="1373362"/>
                  </a:lnTo>
                  <a:lnTo>
                    <a:pt x="1532081" y="1367612"/>
                  </a:lnTo>
                  <a:lnTo>
                    <a:pt x="1534170" y="1363457"/>
                  </a:lnTo>
                  <a:lnTo>
                    <a:pt x="1536259" y="1358400"/>
                  </a:lnTo>
                  <a:lnTo>
                    <a:pt x="1538348" y="1352874"/>
                  </a:lnTo>
                  <a:lnTo>
                    <a:pt x="1540437" y="1349555"/>
                  </a:lnTo>
                  <a:lnTo>
                    <a:pt x="1542526" y="1347108"/>
                  </a:lnTo>
                  <a:lnTo>
                    <a:pt x="1544615" y="1344661"/>
                  </a:lnTo>
                  <a:lnTo>
                    <a:pt x="1546704" y="1344266"/>
                  </a:lnTo>
                  <a:lnTo>
                    <a:pt x="1548793" y="1345232"/>
                  </a:lnTo>
                  <a:lnTo>
                    <a:pt x="1550882" y="1345313"/>
                  </a:lnTo>
                  <a:lnTo>
                    <a:pt x="1552971" y="1345027"/>
                  </a:lnTo>
                  <a:lnTo>
                    <a:pt x="1555060" y="1344859"/>
                  </a:lnTo>
                  <a:lnTo>
                    <a:pt x="1557149" y="1344797"/>
                  </a:lnTo>
                  <a:lnTo>
                    <a:pt x="1559238" y="1345449"/>
                  </a:lnTo>
                  <a:lnTo>
                    <a:pt x="1561327" y="1350395"/>
                  </a:lnTo>
                  <a:lnTo>
                    <a:pt x="1563416" y="1355901"/>
                  </a:lnTo>
                  <a:lnTo>
                    <a:pt x="1565505" y="1362199"/>
                  </a:lnTo>
                  <a:lnTo>
                    <a:pt x="1567595" y="1369726"/>
                  </a:lnTo>
                  <a:lnTo>
                    <a:pt x="1569684" y="1375991"/>
                  </a:lnTo>
                  <a:lnTo>
                    <a:pt x="1571773" y="1380981"/>
                  </a:lnTo>
                  <a:lnTo>
                    <a:pt x="1573862" y="1384764"/>
                  </a:lnTo>
                  <a:lnTo>
                    <a:pt x="1575951" y="1389026"/>
                  </a:lnTo>
                  <a:lnTo>
                    <a:pt x="1578040" y="1392809"/>
                  </a:lnTo>
                  <a:lnTo>
                    <a:pt x="1580129" y="1396110"/>
                  </a:lnTo>
                  <a:lnTo>
                    <a:pt x="1582218" y="1398718"/>
                  </a:lnTo>
                  <a:lnTo>
                    <a:pt x="1584307" y="1401418"/>
                  </a:lnTo>
                  <a:lnTo>
                    <a:pt x="1586396" y="1406311"/>
                  </a:lnTo>
                  <a:lnTo>
                    <a:pt x="1588485" y="1411579"/>
                  </a:lnTo>
                  <a:lnTo>
                    <a:pt x="1590574" y="1414680"/>
                  </a:lnTo>
                  <a:lnTo>
                    <a:pt x="1592663" y="1416676"/>
                  </a:lnTo>
                  <a:lnTo>
                    <a:pt x="1594752" y="1418672"/>
                  </a:lnTo>
                  <a:lnTo>
                    <a:pt x="1596841" y="1417926"/>
                  </a:lnTo>
                  <a:lnTo>
                    <a:pt x="1598930" y="1417200"/>
                  </a:lnTo>
                  <a:lnTo>
                    <a:pt x="1601019" y="1416884"/>
                  </a:lnTo>
                  <a:lnTo>
                    <a:pt x="1603108" y="1416012"/>
                  </a:lnTo>
                  <a:lnTo>
                    <a:pt x="1605197" y="1416012"/>
                  </a:lnTo>
                  <a:lnTo>
                    <a:pt x="1607286" y="1416192"/>
                  </a:lnTo>
                  <a:lnTo>
                    <a:pt x="1609375" y="1418303"/>
                  </a:lnTo>
                  <a:lnTo>
                    <a:pt x="1611464" y="1420774"/>
                  </a:lnTo>
                  <a:lnTo>
                    <a:pt x="1613553" y="1421834"/>
                  </a:lnTo>
                  <a:lnTo>
                    <a:pt x="1615642" y="1419858"/>
                  </a:lnTo>
                  <a:lnTo>
                    <a:pt x="1617731" y="1415680"/>
                  </a:lnTo>
                  <a:lnTo>
                    <a:pt x="1619820" y="1410363"/>
                  </a:lnTo>
                  <a:lnTo>
                    <a:pt x="1621909" y="1406360"/>
                  </a:lnTo>
                  <a:lnTo>
                    <a:pt x="1623998" y="1401939"/>
                  </a:lnTo>
                  <a:lnTo>
                    <a:pt x="1626088" y="1397417"/>
                  </a:lnTo>
                  <a:lnTo>
                    <a:pt x="1628177" y="1394854"/>
                  </a:lnTo>
                  <a:lnTo>
                    <a:pt x="1630266" y="1393109"/>
                  </a:lnTo>
                  <a:lnTo>
                    <a:pt x="1632355" y="1390269"/>
                  </a:lnTo>
                  <a:lnTo>
                    <a:pt x="1634444" y="1387438"/>
                  </a:lnTo>
                  <a:lnTo>
                    <a:pt x="1636533" y="1383173"/>
                  </a:lnTo>
                  <a:lnTo>
                    <a:pt x="1638622" y="1378811"/>
                  </a:lnTo>
                  <a:lnTo>
                    <a:pt x="1640711" y="1372854"/>
                  </a:lnTo>
                  <a:lnTo>
                    <a:pt x="1642800" y="1367300"/>
                  </a:lnTo>
                  <a:lnTo>
                    <a:pt x="1644889" y="1362526"/>
                  </a:lnTo>
                  <a:lnTo>
                    <a:pt x="1646978" y="1360767"/>
                  </a:lnTo>
                  <a:lnTo>
                    <a:pt x="1649067" y="1360808"/>
                  </a:lnTo>
                  <a:lnTo>
                    <a:pt x="1651156" y="1361770"/>
                  </a:lnTo>
                  <a:lnTo>
                    <a:pt x="1653245" y="1360680"/>
                  </a:lnTo>
                  <a:lnTo>
                    <a:pt x="1655334" y="1358888"/>
                  </a:lnTo>
                  <a:lnTo>
                    <a:pt x="1657423" y="1356437"/>
                  </a:lnTo>
                  <a:lnTo>
                    <a:pt x="1659512" y="1353986"/>
                  </a:lnTo>
                  <a:lnTo>
                    <a:pt x="1661601" y="1350663"/>
                  </a:lnTo>
                  <a:lnTo>
                    <a:pt x="1663690" y="1348659"/>
                  </a:lnTo>
                  <a:lnTo>
                    <a:pt x="1665779" y="1348159"/>
                  </a:lnTo>
                  <a:lnTo>
                    <a:pt x="1667868" y="1346448"/>
                  </a:lnTo>
                  <a:lnTo>
                    <a:pt x="1669957" y="1344177"/>
                  </a:lnTo>
                  <a:lnTo>
                    <a:pt x="1672046" y="1339884"/>
                  </a:lnTo>
                  <a:lnTo>
                    <a:pt x="1674135" y="1333588"/>
                  </a:lnTo>
                  <a:lnTo>
                    <a:pt x="1676224" y="1327923"/>
                  </a:lnTo>
                  <a:lnTo>
                    <a:pt x="1678313" y="1321659"/>
                  </a:lnTo>
                  <a:lnTo>
                    <a:pt x="1680402" y="1316158"/>
                  </a:lnTo>
                  <a:lnTo>
                    <a:pt x="1682492" y="1311266"/>
                  </a:lnTo>
                  <a:lnTo>
                    <a:pt x="1684581" y="1308644"/>
                  </a:lnTo>
                  <a:lnTo>
                    <a:pt x="1686670" y="1306351"/>
                  </a:lnTo>
                  <a:lnTo>
                    <a:pt x="1688759" y="1308622"/>
                  </a:lnTo>
                  <a:lnTo>
                    <a:pt x="1690848" y="1312235"/>
                  </a:lnTo>
                  <a:lnTo>
                    <a:pt x="1692937" y="1316134"/>
                  </a:lnTo>
                  <a:lnTo>
                    <a:pt x="1695026" y="1319654"/>
                  </a:lnTo>
                  <a:lnTo>
                    <a:pt x="1697115" y="1324535"/>
                  </a:lnTo>
                  <a:lnTo>
                    <a:pt x="1699204" y="1329479"/>
                  </a:lnTo>
                  <a:lnTo>
                    <a:pt x="1701293" y="1334109"/>
                  </a:lnTo>
                  <a:lnTo>
                    <a:pt x="1703382" y="1343005"/>
                  </a:lnTo>
                  <a:lnTo>
                    <a:pt x="1705471" y="1353357"/>
                  </a:lnTo>
                  <a:lnTo>
                    <a:pt x="1707560" y="1364779"/>
                  </a:lnTo>
                  <a:lnTo>
                    <a:pt x="1709649" y="1378821"/>
                  </a:lnTo>
                  <a:lnTo>
                    <a:pt x="1711738" y="1392865"/>
                  </a:lnTo>
                  <a:lnTo>
                    <a:pt x="1713827" y="1407275"/>
                  </a:lnTo>
                  <a:lnTo>
                    <a:pt x="1715916" y="1422065"/>
                  </a:lnTo>
                  <a:lnTo>
                    <a:pt x="1718005" y="1436547"/>
                  </a:lnTo>
                  <a:lnTo>
                    <a:pt x="1720094" y="1450958"/>
                  </a:lnTo>
                  <a:lnTo>
                    <a:pt x="1722183" y="1467090"/>
                  </a:lnTo>
                  <a:lnTo>
                    <a:pt x="1724272" y="1484043"/>
                  </a:lnTo>
                  <a:lnTo>
                    <a:pt x="1726361" y="1502134"/>
                  </a:lnTo>
                  <a:lnTo>
                    <a:pt x="1728450" y="1520473"/>
                  </a:lnTo>
                  <a:lnTo>
                    <a:pt x="1730539" y="1538565"/>
                  </a:lnTo>
                  <a:lnTo>
                    <a:pt x="1732628" y="1556277"/>
                  </a:lnTo>
                  <a:lnTo>
                    <a:pt x="1734717" y="1571401"/>
                  </a:lnTo>
                  <a:lnTo>
                    <a:pt x="1736806" y="1586244"/>
                  </a:lnTo>
                  <a:lnTo>
                    <a:pt x="1738895" y="1601644"/>
                  </a:lnTo>
                  <a:lnTo>
                    <a:pt x="1740985" y="1614999"/>
                  </a:lnTo>
                  <a:lnTo>
                    <a:pt x="1743074" y="1628985"/>
                  </a:lnTo>
                  <a:lnTo>
                    <a:pt x="1745163" y="1643350"/>
                  </a:lnTo>
                  <a:lnTo>
                    <a:pt x="1747252" y="1657715"/>
                  </a:lnTo>
                  <a:lnTo>
                    <a:pt x="1749341" y="1671448"/>
                  </a:lnTo>
                  <a:lnTo>
                    <a:pt x="1751430" y="1683755"/>
                  </a:lnTo>
                  <a:lnTo>
                    <a:pt x="1753519" y="1692955"/>
                  </a:lnTo>
                  <a:lnTo>
                    <a:pt x="1755608" y="1700354"/>
                  </a:lnTo>
                  <a:lnTo>
                    <a:pt x="1757697" y="1706833"/>
                  </a:lnTo>
                  <a:lnTo>
                    <a:pt x="1759786" y="1713312"/>
                  </a:lnTo>
                  <a:lnTo>
                    <a:pt x="1761875" y="1719131"/>
                  </a:lnTo>
                  <a:lnTo>
                    <a:pt x="1763964" y="1723607"/>
                  </a:lnTo>
                  <a:lnTo>
                    <a:pt x="1766053" y="1725193"/>
                  </a:lnTo>
                  <a:lnTo>
                    <a:pt x="1768142" y="1727257"/>
                  </a:lnTo>
                  <a:lnTo>
                    <a:pt x="1770231" y="1727529"/>
                  </a:lnTo>
                  <a:lnTo>
                    <a:pt x="1772320" y="1726298"/>
                  </a:lnTo>
                  <a:lnTo>
                    <a:pt x="1774409" y="1725066"/>
                  </a:lnTo>
                  <a:lnTo>
                    <a:pt x="1776498" y="1723358"/>
                  </a:lnTo>
                  <a:lnTo>
                    <a:pt x="1778587" y="1722513"/>
                  </a:lnTo>
                  <a:lnTo>
                    <a:pt x="1780676" y="1720994"/>
                  </a:lnTo>
                  <a:lnTo>
                    <a:pt x="1782765" y="1717127"/>
                  </a:lnTo>
                  <a:lnTo>
                    <a:pt x="1784854" y="1711410"/>
                  </a:lnTo>
                  <a:lnTo>
                    <a:pt x="1786943" y="1705121"/>
                  </a:lnTo>
                  <a:lnTo>
                    <a:pt x="1789032" y="1697748"/>
                  </a:lnTo>
                  <a:lnTo>
                    <a:pt x="1791121" y="1689059"/>
                  </a:lnTo>
                  <a:lnTo>
                    <a:pt x="1793210" y="1680735"/>
                  </a:lnTo>
                  <a:lnTo>
                    <a:pt x="1795299" y="1673509"/>
                  </a:lnTo>
                  <a:lnTo>
                    <a:pt x="1797389" y="1668662"/>
                  </a:lnTo>
                  <a:lnTo>
                    <a:pt x="1799478" y="1662972"/>
                  </a:lnTo>
                  <a:lnTo>
                    <a:pt x="1801567" y="1657659"/>
                  </a:lnTo>
                  <a:lnTo>
                    <a:pt x="1803656" y="1652347"/>
                  </a:lnTo>
                  <a:lnTo>
                    <a:pt x="1805745" y="1647027"/>
                  </a:lnTo>
                  <a:lnTo>
                    <a:pt x="1807834" y="1642023"/>
                  </a:lnTo>
                  <a:lnTo>
                    <a:pt x="1809923" y="1635494"/>
                  </a:lnTo>
                  <a:lnTo>
                    <a:pt x="1812012" y="1629093"/>
                  </a:lnTo>
                  <a:lnTo>
                    <a:pt x="1814101" y="1624883"/>
                  </a:lnTo>
                  <a:lnTo>
                    <a:pt x="1816190" y="1624021"/>
                  </a:lnTo>
                  <a:lnTo>
                    <a:pt x="1818279" y="1624021"/>
                  </a:lnTo>
                  <a:lnTo>
                    <a:pt x="1820368" y="1623653"/>
                  </a:lnTo>
                  <a:lnTo>
                    <a:pt x="1822457" y="1622592"/>
                  </a:lnTo>
                  <a:lnTo>
                    <a:pt x="1824546" y="1621530"/>
                  </a:lnTo>
                  <a:lnTo>
                    <a:pt x="1826635" y="1620468"/>
                  </a:lnTo>
                  <a:lnTo>
                    <a:pt x="1828724" y="1619407"/>
                  </a:lnTo>
                  <a:lnTo>
                    <a:pt x="1830813" y="1618345"/>
                  </a:lnTo>
                  <a:lnTo>
                    <a:pt x="1832902" y="1617284"/>
                  </a:lnTo>
                  <a:lnTo>
                    <a:pt x="1834991" y="1616223"/>
                  </a:lnTo>
                  <a:lnTo>
                    <a:pt x="1837080" y="1615477"/>
                  </a:lnTo>
                  <a:lnTo>
                    <a:pt x="1839169" y="1614730"/>
                  </a:lnTo>
                  <a:lnTo>
                    <a:pt x="1841258" y="1613983"/>
                  </a:lnTo>
                  <a:lnTo>
                    <a:pt x="1843347" y="1613605"/>
                  </a:lnTo>
                  <a:lnTo>
                    <a:pt x="1845436" y="1613604"/>
                  </a:lnTo>
                  <a:lnTo>
                    <a:pt x="1847525" y="1613604"/>
                  </a:lnTo>
                  <a:lnTo>
                    <a:pt x="1849614" y="1613604"/>
                  </a:lnTo>
                  <a:lnTo>
                    <a:pt x="1851703" y="1613226"/>
                  </a:lnTo>
                  <a:lnTo>
                    <a:pt x="1853792" y="1612848"/>
                  </a:lnTo>
                  <a:lnTo>
                    <a:pt x="1855882" y="1612469"/>
                  </a:lnTo>
                  <a:lnTo>
                    <a:pt x="1857971" y="1611715"/>
                  </a:lnTo>
                  <a:lnTo>
                    <a:pt x="1860060" y="1610595"/>
                  </a:lnTo>
                  <a:lnTo>
                    <a:pt x="1862149" y="1609476"/>
                  </a:lnTo>
                  <a:lnTo>
                    <a:pt x="1864238" y="1608355"/>
                  </a:lnTo>
                  <a:lnTo>
                    <a:pt x="1866327" y="1607614"/>
                  </a:lnTo>
                  <a:lnTo>
                    <a:pt x="1868416" y="1606494"/>
                  </a:lnTo>
                  <a:lnTo>
                    <a:pt x="1870505" y="1607377"/>
                  </a:lnTo>
                  <a:lnTo>
                    <a:pt x="1872594" y="1611151"/>
                  </a:lnTo>
                  <a:lnTo>
                    <a:pt x="1874683" y="1614078"/>
                  </a:lnTo>
                  <a:lnTo>
                    <a:pt x="1876772" y="1616690"/>
                  </a:lnTo>
                  <a:lnTo>
                    <a:pt x="1878861" y="1619303"/>
                  </a:lnTo>
                  <a:lnTo>
                    <a:pt x="1880950" y="1621915"/>
                  </a:lnTo>
                  <a:lnTo>
                    <a:pt x="1883039" y="1625005"/>
                  </a:lnTo>
                  <a:lnTo>
                    <a:pt x="1885128" y="1628461"/>
                  </a:lnTo>
                  <a:lnTo>
                    <a:pt x="1887217" y="1633365"/>
                  </a:lnTo>
                  <a:lnTo>
                    <a:pt x="1889306" y="1640616"/>
                  </a:lnTo>
                  <a:lnTo>
                    <a:pt x="1891395" y="1650318"/>
                  </a:lnTo>
                  <a:lnTo>
                    <a:pt x="1893484" y="1660304"/>
                  </a:lnTo>
                  <a:lnTo>
                    <a:pt x="1895573" y="1670291"/>
                  </a:lnTo>
                  <a:lnTo>
                    <a:pt x="1897662" y="1679229"/>
                  </a:lnTo>
                  <a:lnTo>
                    <a:pt x="1899751" y="1688169"/>
                  </a:lnTo>
                  <a:lnTo>
                    <a:pt x="1901840" y="1696010"/>
                  </a:lnTo>
                  <a:lnTo>
                    <a:pt x="1903929" y="1701848"/>
                  </a:lnTo>
                  <a:lnTo>
                    <a:pt x="1906018" y="1708530"/>
                  </a:lnTo>
                  <a:lnTo>
                    <a:pt x="1908107" y="1715212"/>
                  </a:lnTo>
                  <a:lnTo>
                    <a:pt x="1910196" y="1721893"/>
                  </a:lnTo>
                  <a:lnTo>
                    <a:pt x="1912286" y="1728950"/>
                  </a:lnTo>
                  <a:lnTo>
                    <a:pt x="1914375" y="1736007"/>
                  </a:lnTo>
                  <a:lnTo>
                    <a:pt x="1916464" y="1743634"/>
                  </a:lnTo>
                  <a:lnTo>
                    <a:pt x="1918553" y="1750035"/>
                  </a:lnTo>
                  <a:lnTo>
                    <a:pt x="1920642" y="1754560"/>
                  </a:lnTo>
                  <a:lnTo>
                    <a:pt x="1922731" y="1755790"/>
                  </a:lnTo>
                  <a:lnTo>
                    <a:pt x="1924820" y="1756158"/>
                  </a:lnTo>
                  <a:lnTo>
                    <a:pt x="1926909" y="1756904"/>
                  </a:lnTo>
                  <a:lnTo>
                    <a:pt x="1928998" y="1758341"/>
                  </a:lnTo>
                  <a:lnTo>
                    <a:pt x="1931087" y="1760622"/>
                  </a:lnTo>
                  <a:lnTo>
                    <a:pt x="1933176" y="1762902"/>
                  </a:lnTo>
                  <a:lnTo>
                    <a:pt x="1935265" y="1765183"/>
                  </a:lnTo>
                  <a:lnTo>
                    <a:pt x="1937354" y="1767463"/>
                  </a:lnTo>
                  <a:lnTo>
                    <a:pt x="1939443" y="1770375"/>
                  </a:lnTo>
                  <a:lnTo>
                    <a:pt x="1941532" y="1773287"/>
                  </a:lnTo>
                  <a:lnTo>
                    <a:pt x="1943621" y="1775884"/>
                  </a:lnTo>
                  <a:lnTo>
                    <a:pt x="1945710" y="1779080"/>
                  </a:lnTo>
                  <a:lnTo>
                    <a:pt x="1947799" y="1782277"/>
                  </a:lnTo>
                  <a:lnTo>
                    <a:pt x="1949888" y="1785106"/>
                  </a:lnTo>
                  <a:lnTo>
                    <a:pt x="1951977" y="1787557"/>
                  </a:lnTo>
                  <a:lnTo>
                    <a:pt x="1954066" y="1790385"/>
                  </a:lnTo>
                  <a:lnTo>
                    <a:pt x="1956155" y="1793214"/>
                  </a:lnTo>
                  <a:lnTo>
                    <a:pt x="1958244" y="1796043"/>
                  </a:lnTo>
                  <a:lnTo>
                    <a:pt x="1960333" y="1798131"/>
                  </a:lnTo>
                  <a:lnTo>
                    <a:pt x="1962422" y="1798338"/>
                  </a:lnTo>
                  <a:lnTo>
                    <a:pt x="1964511" y="1798544"/>
                  </a:lnTo>
                  <a:lnTo>
                    <a:pt x="1966600" y="1799252"/>
                  </a:lnTo>
                  <a:lnTo>
                    <a:pt x="1968689" y="1799459"/>
                  </a:lnTo>
                  <a:lnTo>
                    <a:pt x="1970779" y="1799066"/>
                  </a:lnTo>
                  <a:lnTo>
                    <a:pt x="1972868" y="1798294"/>
                  </a:lnTo>
                  <a:lnTo>
                    <a:pt x="1974957" y="1797901"/>
                  </a:lnTo>
                  <a:lnTo>
                    <a:pt x="1977046" y="1797508"/>
                  </a:lnTo>
                  <a:lnTo>
                    <a:pt x="1979135" y="1797116"/>
                  </a:lnTo>
                  <a:lnTo>
                    <a:pt x="1981224" y="1796261"/>
                  </a:lnTo>
                  <a:lnTo>
                    <a:pt x="1983313" y="1794280"/>
                  </a:lnTo>
                  <a:lnTo>
                    <a:pt x="1985402" y="1792298"/>
                  </a:lnTo>
                  <a:lnTo>
                    <a:pt x="1987491" y="1790317"/>
                  </a:lnTo>
                  <a:lnTo>
                    <a:pt x="1989580" y="1788336"/>
                  </a:lnTo>
                  <a:lnTo>
                    <a:pt x="1991669" y="1786039"/>
                  </a:lnTo>
                  <a:lnTo>
                    <a:pt x="1993758" y="1782949"/>
                  </a:lnTo>
                  <a:lnTo>
                    <a:pt x="1995847" y="1779493"/>
                  </a:lnTo>
                  <a:lnTo>
                    <a:pt x="1997936" y="1775662"/>
                  </a:lnTo>
                  <a:lnTo>
                    <a:pt x="2000025" y="1771831"/>
                  </a:lnTo>
                  <a:lnTo>
                    <a:pt x="2002114" y="1767999"/>
                  </a:lnTo>
                  <a:lnTo>
                    <a:pt x="2004203" y="1764737"/>
                  </a:lnTo>
                  <a:lnTo>
                    <a:pt x="2006292" y="1762695"/>
                  </a:lnTo>
                  <a:lnTo>
                    <a:pt x="2008381" y="1760174"/>
                  </a:lnTo>
                  <a:lnTo>
                    <a:pt x="2010470" y="1757287"/>
                  </a:lnTo>
                  <a:lnTo>
                    <a:pt x="2012559" y="1754675"/>
                  </a:lnTo>
                  <a:lnTo>
                    <a:pt x="2014648" y="1751035"/>
                  </a:lnTo>
                  <a:lnTo>
                    <a:pt x="2016737" y="1746842"/>
                  </a:lnTo>
                  <a:lnTo>
                    <a:pt x="2018826" y="1741577"/>
                  </a:lnTo>
                  <a:lnTo>
                    <a:pt x="2020915" y="1736688"/>
                  </a:lnTo>
                  <a:lnTo>
                    <a:pt x="2023004" y="1732167"/>
                  </a:lnTo>
                  <a:lnTo>
                    <a:pt x="2025093" y="1726734"/>
                  </a:lnTo>
                  <a:lnTo>
                    <a:pt x="2027183" y="1721074"/>
                  </a:lnTo>
                  <a:lnTo>
                    <a:pt x="2029272" y="1713338"/>
                  </a:lnTo>
                  <a:lnTo>
                    <a:pt x="2031361" y="1704878"/>
                  </a:lnTo>
                  <a:lnTo>
                    <a:pt x="2033450" y="1696039"/>
                  </a:lnTo>
                  <a:lnTo>
                    <a:pt x="2035539" y="1686826"/>
                  </a:lnTo>
                  <a:lnTo>
                    <a:pt x="2037628" y="1676268"/>
                  </a:lnTo>
                  <a:lnTo>
                    <a:pt x="2039717" y="1664814"/>
                  </a:lnTo>
                  <a:lnTo>
                    <a:pt x="2041806" y="1653394"/>
                  </a:lnTo>
                  <a:lnTo>
                    <a:pt x="2043895" y="1642041"/>
                  </a:lnTo>
                  <a:lnTo>
                    <a:pt x="2045984" y="1631352"/>
                  </a:lnTo>
                  <a:lnTo>
                    <a:pt x="2048073" y="1621314"/>
                  </a:lnTo>
                  <a:lnTo>
                    <a:pt x="2050162" y="1612105"/>
                  </a:lnTo>
                  <a:lnTo>
                    <a:pt x="2052251" y="1601795"/>
                  </a:lnTo>
                  <a:lnTo>
                    <a:pt x="2054340" y="1591120"/>
                  </a:lnTo>
                  <a:lnTo>
                    <a:pt x="2056429" y="1582619"/>
                  </a:lnTo>
                  <a:lnTo>
                    <a:pt x="2058518" y="1574203"/>
                  </a:lnTo>
                  <a:lnTo>
                    <a:pt x="2060607" y="1568333"/>
                  </a:lnTo>
                  <a:lnTo>
                    <a:pt x="2062696" y="1563637"/>
                  </a:lnTo>
                  <a:lnTo>
                    <a:pt x="2064785" y="1558565"/>
                  </a:lnTo>
                  <a:lnTo>
                    <a:pt x="2066874" y="1554234"/>
                  </a:lnTo>
                  <a:lnTo>
                    <a:pt x="2068963" y="1551783"/>
                  </a:lnTo>
                  <a:lnTo>
                    <a:pt x="2071052" y="1550991"/>
                  </a:lnTo>
                  <a:lnTo>
                    <a:pt x="2073141" y="1549916"/>
                  </a:lnTo>
                  <a:lnTo>
                    <a:pt x="2075230" y="1549341"/>
                  </a:lnTo>
                  <a:lnTo>
                    <a:pt x="2077319" y="1550113"/>
                  </a:lnTo>
                  <a:lnTo>
                    <a:pt x="2079408" y="1550884"/>
                  </a:lnTo>
                  <a:lnTo>
                    <a:pt x="2081497" y="1552397"/>
                  </a:lnTo>
                  <a:lnTo>
                    <a:pt x="2083586" y="1555018"/>
                  </a:lnTo>
                  <a:lnTo>
                    <a:pt x="2085676" y="1558239"/>
                  </a:lnTo>
                  <a:lnTo>
                    <a:pt x="2087765" y="1560662"/>
                  </a:lnTo>
                  <a:lnTo>
                    <a:pt x="2089854" y="1563436"/>
                  </a:lnTo>
                  <a:lnTo>
                    <a:pt x="2091943" y="1565195"/>
                  </a:lnTo>
                  <a:lnTo>
                    <a:pt x="2094032" y="1566954"/>
                  </a:lnTo>
                  <a:lnTo>
                    <a:pt x="2096121" y="1568713"/>
                  </a:lnTo>
                  <a:lnTo>
                    <a:pt x="2098210" y="1571541"/>
                  </a:lnTo>
                  <a:lnTo>
                    <a:pt x="2100299" y="1575162"/>
                  </a:lnTo>
                  <a:lnTo>
                    <a:pt x="2102388" y="1577821"/>
                  </a:lnTo>
                  <a:lnTo>
                    <a:pt x="2104477" y="1580853"/>
                  </a:lnTo>
                  <a:lnTo>
                    <a:pt x="2106566" y="1583885"/>
                  </a:lnTo>
                  <a:lnTo>
                    <a:pt x="2108655" y="1586244"/>
                  </a:lnTo>
                  <a:lnTo>
                    <a:pt x="2110744" y="1588603"/>
                  </a:lnTo>
                  <a:lnTo>
                    <a:pt x="2112833" y="1589743"/>
                  </a:lnTo>
                  <a:lnTo>
                    <a:pt x="2114922" y="1590608"/>
                  </a:lnTo>
                  <a:lnTo>
                    <a:pt x="2117011" y="1591180"/>
                  </a:lnTo>
                  <a:lnTo>
                    <a:pt x="2119100" y="1592560"/>
                  </a:lnTo>
                  <a:lnTo>
                    <a:pt x="2121189" y="1594958"/>
                  </a:lnTo>
                  <a:lnTo>
                    <a:pt x="2123278" y="1597739"/>
                  </a:lnTo>
                  <a:lnTo>
                    <a:pt x="2125367" y="1602193"/>
                  </a:lnTo>
                  <a:lnTo>
                    <a:pt x="2127456" y="1606270"/>
                  </a:lnTo>
                  <a:lnTo>
                    <a:pt x="2129545" y="1608811"/>
                  </a:lnTo>
                  <a:lnTo>
                    <a:pt x="2131634" y="1612262"/>
                  </a:lnTo>
                  <a:lnTo>
                    <a:pt x="2133723" y="1616437"/>
                  </a:lnTo>
                  <a:lnTo>
                    <a:pt x="2135812" y="1622305"/>
                  </a:lnTo>
                  <a:lnTo>
                    <a:pt x="2137901" y="1628897"/>
                  </a:lnTo>
                  <a:lnTo>
                    <a:pt x="2139990" y="1635489"/>
                  </a:lnTo>
                  <a:lnTo>
                    <a:pt x="2142080" y="1641706"/>
                  </a:lnTo>
                  <a:lnTo>
                    <a:pt x="2144169" y="1648798"/>
                  </a:lnTo>
                  <a:lnTo>
                    <a:pt x="2146258" y="1657153"/>
                  </a:lnTo>
                  <a:lnTo>
                    <a:pt x="2148347" y="1665950"/>
                  </a:lnTo>
                  <a:lnTo>
                    <a:pt x="2150436" y="1674682"/>
                  </a:lnTo>
                  <a:lnTo>
                    <a:pt x="2152525" y="1683910"/>
                  </a:lnTo>
                  <a:lnTo>
                    <a:pt x="2154614" y="1693317"/>
                  </a:lnTo>
                  <a:lnTo>
                    <a:pt x="2156703" y="1701417"/>
                  </a:lnTo>
                  <a:lnTo>
                    <a:pt x="2158792" y="1710017"/>
                  </a:lnTo>
                  <a:lnTo>
                    <a:pt x="2160881" y="1718617"/>
                  </a:lnTo>
                  <a:lnTo>
                    <a:pt x="2162970" y="1725409"/>
                  </a:lnTo>
                  <a:lnTo>
                    <a:pt x="2165059" y="1732593"/>
                  </a:lnTo>
                  <a:lnTo>
                    <a:pt x="2167148" y="1737232"/>
                  </a:lnTo>
                  <a:lnTo>
                    <a:pt x="2169237" y="1740697"/>
                  </a:lnTo>
                  <a:lnTo>
                    <a:pt x="2171326" y="1744538"/>
                  </a:lnTo>
                  <a:lnTo>
                    <a:pt x="2173415" y="1748379"/>
                  </a:lnTo>
                  <a:lnTo>
                    <a:pt x="2175504" y="1751742"/>
                  </a:lnTo>
                  <a:lnTo>
                    <a:pt x="2177593" y="1753447"/>
                  </a:lnTo>
                  <a:lnTo>
                    <a:pt x="2179682" y="1754569"/>
                  </a:lnTo>
                  <a:lnTo>
                    <a:pt x="2181771" y="1755316"/>
                  </a:lnTo>
                  <a:lnTo>
                    <a:pt x="2183860" y="1754937"/>
                  </a:lnTo>
                  <a:lnTo>
                    <a:pt x="2185949" y="1754558"/>
                  </a:lnTo>
                  <a:lnTo>
                    <a:pt x="2188038" y="1753439"/>
                  </a:lnTo>
                  <a:lnTo>
                    <a:pt x="2190127" y="1751210"/>
                  </a:lnTo>
                  <a:lnTo>
                    <a:pt x="2192216" y="1748381"/>
                  </a:lnTo>
                  <a:lnTo>
                    <a:pt x="2194305" y="1746813"/>
                  </a:lnTo>
                  <a:lnTo>
                    <a:pt x="2196394" y="1746020"/>
                  </a:lnTo>
                  <a:lnTo>
                    <a:pt x="2198483" y="1746242"/>
                  </a:lnTo>
                  <a:lnTo>
                    <a:pt x="2200573" y="1746464"/>
                  </a:lnTo>
                  <a:lnTo>
                    <a:pt x="2202662" y="1746686"/>
                  </a:lnTo>
                  <a:lnTo>
                    <a:pt x="2204751" y="1746155"/>
                  </a:lnTo>
                  <a:lnTo>
                    <a:pt x="2206840" y="1745624"/>
                  </a:lnTo>
                  <a:lnTo>
                    <a:pt x="2208929" y="1745852"/>
                  </a:lnTo>
                  <a:lnTo>
                    <a:pt x="2211018" y="1746652"/>
                  </a:lnTo>
                  <a:lnTo>
                    <a:pt x="2213107" y="1747451"/>
                  </a:lnTo>
                  <a:lnTo>
                    <a:pt x="2215196" y="1748924"/>
                  </a:lnTo>
                  <a:lnTo>
                    <a:pt x="2217285" y="1750396"/>
                  </a:lnTo>
                  <a:lnTo>
                    <a:pt x="2219374" y="1751868"/>
                  </a:lnTo>
                  <a:lnTo>
                    <a:pt x="2221463" y="1754093"/>
                  </a:lnTo>
                  <a:lnTo>
                    <a:pt x="2223552" y="1756977"/>
                  </a:lnTo>
                  <a:lnTo>
                    <a:pt x="2225641" y="1758778"/>
                  </a:lnTo>
                  <a:lnTo>
                    <a:pt x="2227730" y="1760905"/>
                  </a:lnTo>
                  <a:lnTo>
                    <a:pt x="2229819" y="1763569"/>
                  </a:lnTo>
                  <a:lnTo>
                    <a:pt x="2231908" y="1765633"/>
                  </a:lnTo>
                  <a:lnTo>
                    <a:pt x="2233997" y="1767697"/>
                  </a:lnTo>
                  <a:lnTo>
                    <a:pt x="2236086" y="1770361"/>
                  </a:lnTo>
                  <a:lnTo>
                    <a:pt x="2238175" y="1773403"/>
                  </a:lnTo>
                  <a:lnTo>
                    <a:pt x="2240264" y="1775636"/>
                  </a:lnTo>
                  <a:lnTo>
                    <a:pt x="2242353" y="1777363"/>
                  </a:lnTo>
                  <a:lnTo>
                    <a:pt x="2244442" y="1776609"/>
                  </a:lnTo>
                  <a:lnTo>
                    <a:pt x="2246531" y="1776234"/>
                  </a:lnTo>
                  <a:lnTo>
                    <a:pt x="2248620" y="1776609"/>
                  </a:lnTo>
                  <a:lnTo>
                    <a:pt x="2250709" y="1776609"/>
                  </a:lnTo>
                  <a:lnTo>
                    <a:pt x="2252798" y="1774622"/>
                  </a:lnTo>
                  <a:lnTo>
                    <a:pt x="2254887" y="1771507"/>
                  </a:lnTo>
                  <a:lnTo>
                    <a:pt x="2256977" y="1768392"/>
                  </a:lnTo>
                  <a:lnTo>
                    <a:pt x="2259066" y="1763486"/>
                  </a:lnTo>
                  <a:lnTo>
                    <a:pt x="2261155" y="1757374"/>
                  </a:lnTo>
                  <a:lnTo>
                    <a:pt x="2263244" y="1751740"/>
                  </a:lnTo>
                  <a:lnTo>
                    <a:pt x="2265333" y="1746106"/>
                  </a:lnTo>
                  <a:lnTo>
                    <a:pt x="2267422" y="1740838"/>
                  </a:lnTo>
                  <a:lnTo>
                    <a:pt x="2269511" y="1734826"/>
                  </a:lnTo>
                  <a:lnTo>
                    <a:pt x="2271600" y="1728336"/>
                  </a:lnTo>
                  <a:lnTo>
                    <a:pt x="2273689" y="1722330"/>
                  </a:lnTo>
                  <a:lnTo>
                    <a:pt x="2275778" y="1718490"/>
                  </a:lnTo>
                  <a:lnTo>
                    <a:pt x="2277867" y="1714270"/>
                  </a:lnTo>
                  <a:lnTo>
                    <a:pt x="2279956" y="1709683"/>
                  </a:lnTo>
                  <a:lnTo>
                    <a:pt x="2282045" y="1705574"/>
                  </a:lnTo>
                  <a:lnTo>
                    <a:pt x="2284134" y="1702083"/>
                  </a:lnTo>
                  <a:lnTo>
                    <a:pt x="2286223" y="1698339"/>
                  </a:lnTo>
                  <a:lnTo>
                    <a:pt x="2288312" y="1693498"/>
                  </a:lnTo>
                  <a:lnTo>
                    <a:pt x="2290401" y="1688605"/>
                  </a:lnTo>
                  <a:lnTo>
                    <a:pt x="2292490" y="1683712"/>
                  </a:lnTo>
                  <a:lnTo>
                    <a:pt x="2294579" y="1678819"/>
                  </a:lnTo>
                  <a:lnTo>
                    <a:pt x="2296668" y="1674305"/>
                  </a:lnTo>
                  <a:lnTo>
                    <a:pt x="2298757" y="1669791"/>
                  </a:lnTo>
                  <a:lnTo>
                    <a:pt x="2300846" y="1664316"/>
                  </a:lnTo>
                  <a:lnTo>
                    <a:pt x="2302935" y="1659223"/>
                  </a:lnTo>
                  <a:lnTo>
                    <a:pt x="2305024" y="1653024"/>
                  </a:lnTo>
                  <a:lnTo>
                    <a:pt x="2307113" y="1646139"/>
                  </a:lnTo>
                  <a:lnTo>
                    <a:pt x="2309202" y="1639254"/>
                  </a:lnTo>
                  <a:lnTo>
                    <a:pt x="2311291" y="1632368"/>
                  </a:lnTo>
                  <a:lnTo>
                    <a:pt x="2313380" y="1625483"/>
                  </a:lnTo>
                  <a:lnTo>
                    <a:pt x="2315470" y="1619951"/>
                  </a:lnTo>
                  <a:lnTo>
                    <a:pt x="2317559" y="1614857"/>
                  </a:lnTo>
                  <a:lnTo>
                    <a:pt x="2319648" y="1611347"/>
                  </a:lnTo>
                  <a:lnTo>
                    <a:pt x="2321737" y="1607891"/>
                  </a:lnTo>
                  <a:lnTo>
                    <a:pt x="2323826" y="1604435"/>
                  </a:lnTo>
                  <a:lnTo>
                    <a:pt x="2325915" y="1600979"/>
                  </a:lnTo>
                  <a:lnTo>
                    <a:pt x="2328004" y="1597523"/>
                  </a:lnTo>
                  <a:lnTo>
                    <a:pt x="2330093" y="1594067"/>
                  </a:lnTo>
                  <a:lnTo>
                    <a:pt x="2332182" y="1592052"/>
                  </a:lnTo>
                  <a:lnTo>
                    <a:pt x="2334271" y="1590177"/>
                  </a:lnTo>
                  <a:lnTo>
                    <a:pt x="2336360" y="1588934"/>
                  </a:lnTo>
                  <a:lnTo>
                    <a:pt x="2338449" y="1588934"/>
                  </a:lnTo>
                  <a:lnTo>
                    <a:pt x="2340538" y="1588934"/>
                  </a:lnTo>
                  <a:lnTo>
                    <a:pt x="2342627" y="1588934"/>
                  </a:lnTo>
                  <a:lnTo>
                    <a:pt x="2344716" y="1588934"/>
                  </a:lnTo>
                  <a:lnTo>
                    <a:pt x="2346805" y="1588934"/>
                  </a:lnTo>
                  <a:lnTo>
                    <a:pt x="2348894" y="1589454"/>
                  </a:lnTo>
                  <a:lnTo>
                    <a:pt x="2350983" y="1592076"/>
                  </a:lnTo>
                  <a:lnTo>
                    <a:pt x="2353072" y="1594319"/>
                  </a:lnTo>
                  <a:lnTo>
                    <a:pt x="2355161" y="1596186"/>
                  </a:lnTo>
                  <a:lnTo>
                    <a:pt x="2357250" y="1598054"/>
                  </a:lnTo>
                  <a:lnTo>
                    <a:pt x="2359339" y="1601175"/>
                  </a:lnTo>
                  <a:lnTo>
                    <a:pt x="2361428" y="1605314"/>
                  </a:lnTo>
                  <a:lnTo>
                    <a:pt x="2363517" y="1609453"/>
                  </a:lnTo>
                  <a:lnTo>
                    <a:pt x="2365606" y="1613224"/>
                  </a:lnTo>
                  <a:lnTo>
                    <a:pt x="2367695" y="1617370"/>
                  </a:lnTo>
                  <a:lnTo>
                    <a:pt x="2369784" y="1621884"/>
                  </a:lnTo>
                  <a:lnTo>
                    <a:pt x="2371874" y="1626398"/>
                  </a:lnTo>
                  <a:lnTo>
                    <a:pt x="2373963" y="1630912"/>
                  </a:lnTo>
                  <a:lnTo>
                    <a:pt x="2376052" y="1635437"/>
                  </a:lnTo>
                  <a:lnTo>
                    <a:pt x="2378141" y="1640330"/>
                  </a:lnTo>
                  <a:lnTo>
                    <a:pt x="2380230" y="1644738"/>
                  </a:lnTo>
                  <a:lnTo>
                    <a:pt x="2382319" y="1646981"/>
                  </a:lnTo>
                  <a:lnTo>
                    <a:pt x="2384408" y="1649981"/>
                  </a:lnTo>
                  <a:lnTo>
                    <a:pt x="2386497" y="1653349"/>
                  </a:lnTo>
                  <a:lnTo>
                    <a:pt x="2388586" y="1657093"/>
                  </a:lnTo>
                  <a:lnTo>
                    <a:pt x="2390675" y="1657718"/>
                  </a:lnTo>
                  <a:lnTo>
                    <a:pt x="2392764" y="1658840"/>
                  </a:lnTo>
                  <a:lnTo>
                    <a:pt x="2394853" y="1661800"/>
                  </a:lnTo>
                  <a:lnTo>
                    <a:pt x="2396942" y="1665191"/>
                  </a:lnTo>
                  <a:lnTo>
                    <a:pt x="2399031" y="1668582"/>
                  </a:lnTo>
                  <a:lnTo>
                    <a:pt x="2401120" y="1669658"/>
                  </a:lnTo>
                  <a:lnTo>
                    <a:pt x="2403209" y="1670033"/>
                  </a:lnTo>
                  <a:lnTo>
                    <a:pt x="2405298" y="1670775"/>
                  </a:lnTo>
                  <a:lnTo>
                    <a:pt x="2407387" y="1671127"/>
                  </a:lnTo>
                  <a:lnTo>
                    <a:pt x="2409476" y="1671127"/>
                  </a:lnTo>
                  <a:lnTo>
                    <a:pt x="2411565" y="1672710"/>
                  </a:lnTo>
                  <a:lnTo>
                    <a:pt x="2413654" y="1674980"/>
                  </a:lnTo>
                  <a:lnTo>
                    <a:pt x="2415743" y="1676772"/>
                  </a:lnTo>
                  <a:lnTo>
                    <a:pt x="2417832" y="1678564"/>
                  </a:lnTo>
                  <a:lnTo>
                    <a:pt x="2419921" y="1679802"/>
                  </a:lnTo>
                  <a:lnTo>
                    <a:pt x="2422010" y="1680716"/>
                  </a:lnTo>
                  <a:lnTo>
                    <a:pt x="2424099" y="1680716"/>
                  </a:lnTo>
                  <a:lnTo>
                    <a:pt x="2426188" y="1678767"/>
                  </a:lnTo>
                  <a:lnTo>
                    <a:pt x="2428277" y="1675338"/>
                  </a:lnTo>
                  <a:lnTo>
                    <a:pt x="2430367" y="1671739"/>
                  </a:lnTo>
                  <a:lnTo>
                    <a:pt x="2432456" y="1668451"/>
                  </a:lnTo>
                  <a:lnTo>
                    <a:pt x="2434545" y="1663878"/>
                  </a:lnTo>
                  <a:lnTo>
                    <a:pt x="2436634" y="1659306"/>
                  </a:lnTo>
                  <a:lnTo>
                    <a:pt x="2438723" y="1654660"/>
                  </a:lnTo>
                  <a:lnTo>
                    <a:pt x="2440812" y="1649335"/>
                  </a:lnTo>
                  <a:lnTo>
                    <a:pt x="2442901" y="1641859"/>
                  </a:lnTo>
                  <a:lnTo>
                    <a:pt x="2444990" y="1632670"/>
                  </a:lnTo>
                  <a:lnTo>
                    <a:pt x="2447079" y="1623958"/>
                  </a:lnTo>
                  <a:lnTo>
                    <a:pt x="2449168" y="1615878"/>
                  </a:lnTo>
                  <a:lnTo>
                    <a:pt x="2451257" y="1607575"/>
                  </a:lnTo>
                  <a:lnTo>
                    <a:pt x="2453346" y="1600106"/>
                  </a:lnTo>
                  <a:lnTo>
                    <a:pt x="2455435" y="1592637"/>
                  </a:lnTo>
                  <a:lnTo>
                    <a:pt x="2457524" y="1585546"/>
                  </a:lnTo>
                  <a:lnTo>
                    <a:pt x="2459613" y="1580248"/>
                  </a:lnTo>
                  <a:lnTo>
                    <a:pt x="2461702" y="1575771"/>
                  </a:lnTo>
                  <a:lnTo>
                    <a:pt x="2463791" y="1573213"/>
                  </a:lnTo>
                  <a:lnTo>
                    <a:pt x="2465880" y="1573189"/>
                  </a:lnTo>
                  <a:lnTo>
                    <a:pt x="2467969" y="1572796"/>
                  </a:lnTo>
                  <a:lnTo>
                    <a:pt x="2470058" y="1572403"/>
                  </a:lnTo>
                  <a:lnTo>
                    <a:pt x="2472147" y="1572379"/>
                  </a:lnTo>
                  <a:lnTo>
                    <a:pt x="2474236" y="1574146"/>
                  </a:lnTo>
                  <a:lnTo>
                    <a:pt x="2476325" y="1576374"/>
                  </a:lnTo>
                  <a:lnTo>
                    <a:pt x="2478414" y="1577972"/>
                  </a:lnTo>
                  <a:lnTo>
                    <a:pt x="2480503" y="1579569"/>
                  </a:lnTo>
                  <a:lnTo>
                    <a:pt x="2482592" y="1581535"/>
                  </a:lnTo>
                  <a:lnTo>
                    <a:pt x="2484681" y="1583764"/>
                  </a:lnTo>
                  <a:lnTo>
                    <a:pt x="2486771" y="1585993"/>
                  </a:lnTo>
                  <a:lnTo>
                    <a:pt x="2488860" y="1587591"/>
                  </a:lnTo>
                  <a:lnTo>
                    <a:pt x="2490949" y="1589441"/>
                  </a:lnTo>
                  <a:lnTo>
                    <a:pt x="2493038" y="1590660"/>
                  </a:lnTo>
                  <a:lnTo>
                    <a:pt x="2495127" y="1591026"/>
                  </a:lnTo>
                  <a:lnTo>
                    <a:pt x="2497216" y="1593525"/>
                  </a:lnTo>
                  <a:lnTo>
                    <a:pt x="2499305" y="1595772"/>
                  </a:lnTo>
                  <a:lnTo>
                    <a:pt x="2501394" y="1597653"/>
                  </a:lnTo>
                  <a:lnTo>
                    <a:pt x="2503483" y="1599533"/>
                  </a:lnTo>
                  <a:lnTo>
                    <a:pt x="2505572" y="1602154"/>
                  </a:lnTo>
                  <a:lnTo>
                    <a:pt x="2507661" y="1607091"/>
                  </a:lnTo>
                  <a:lnTo>
                    <a:pt x="2509750" y="1612828"/>
                  </a:lnTo>
                  <a:lnTo>
                    <a:pt x="2511839" y="1618198"/>
                  </a:lnTo>
                  <a:lnTo>
                    <a:pt x="2513928" y="1624808"/>
                  </a:lnTo>
                  <a:lnTo>
                    <a:pt x="2516017" y="1631338"/>
                  </a:lnTo>
                  <a:lnTo>
                    <a:pt x="2518106" y="1637391"/>
                  </a:lnTo>
                  <a:lnTo>
                    <a:pt x="2520195" y="1643443"/>
                  </a:lnTo>
                  <a:lnTo>
                    <a:pt x="2522284" y="1649973"/>
                  </a:lnTo>
                  <a:lnTo>
                    <a:pt x="2524373" y="1656504"/>
                  </a:lnTo>
                  <a:lnTo>
                    <a:pt x="2526462" y="1663588"/>
                  </a:lnTo>
                  <a:lnTo>
                    <a:pt x="2528551" y="1670212"/>
                  </a:lnTo>
                  <a:lnTo>
                    <a:pt x="2530640" y="1676742"/>
                  </a:lnTo>
                  <a:lnTo>
                    <a:pt x="2532729" y="1683638"/>
                  </a:lnTo>
                  <a:lnTo>
                    <a:pt x="2534818" y="1692326"/>
                  </a:lnTo>
                  <a:lnTo>
                    <a:pt x="2536907" y="1700063"/>
                  </a:lnTo>
                  <a:lnTo>
                    <a:pt x="2538996" y="1707490"/>
                  </a:lnTo>
                  <a:lnTo>
                    <a:pt x="2541085" y="1715834"/>
                  </a:lnTo>
                  <a:lnTo>
                    <a:pt x="2543174" y="1724177"/>
                  </a:lnTo>
                  <a:lnTo>
                    <a:pt x="2545264" y="1731153"/>
                  </a:lnTo>
                  <a:lnTo>
                    <a:pt x="2547353" y="1738353"/>
                  </a:lnTo>
                  <a:lnTo>
                    <a:pt x="2549442" y="1746704"/>
                  </a:lnTo>
                  <a:lnTo>
                    <a:pt x="2551531" y="1755525"/>
                  </a:lnTo>
                  <a:lnTo>
                    <a:pt x="2553620" y="1763554"/>
                  </a:lnTo>
                  <a:lnTo>
                    <a:pt x="2555709" y="1770951"/>
                  </a:lnTo>
                  <a:lnTo>
                    <a:pt x="2557798" y="1778193"/>
                  </a:lnTo>
                  <a:lnTo>
                    <a:pt x="2559887" y="1784915"/>
                  </a:lnTo>
                  <a:lnTo>
                    <a:pt x="2561976" y="1792006"/>
                  </a:lnTo>
                  <a:lnTo>
                    <a:pt x="2564065" y="1799096"/>
                  </a:lnTo>
                  <a:lnTo>
                    <a:pt x="2566154" y="1804027"/>
                  </a:lnTo>
                  <a:lnTo>
                    <a:pt x="2568243" y="1808136"/>
                  </a:lnTo>
                  <a:lnTo>
                    <a:pt x="2570332" y="1810325"/>
                  </a:lnTo>
                  <a:lnTo>
                    <a:pt x="2572421" y="1810718"/>
                  </a:lnTo>
                  <a:lnTo>
                    <a:pt x="2574510" y="1811111"/>
                  </a:lnTo>
                  <a:lnTo>
                    <a:pt x="2576599" y="1811504"/>
                  </a:lnTo>
                  <a:lnTo>
                    <a:pt x="2578688" y="1812275"/>
                  </a:lnTo>
                  <a:lnTo>
                    <a:pt x="2580777" y="1811254"/>
                  </a:lnTo>
                  <a:lnTo>
                    <a:pt x="2582866" y="1809779"/>
                  </a:lnTo>
                  <a:lnTo>
                    <a:pt x="2584955" y="1808935"/>
                  </a:lnTo>
                  <a:lnTo>
                    <a:pt x="2587044" y="1808092"/>
                  </a:lnTo>
                  <a:lnTo>
                    <a:pt x="2589133" y="1806517"/>
                  </a:lnTo>
                  <a:lnTo>
                    <a:pt x="2591222" y="1802420"/>
                  </a:lnTo>
                  <a:lnTo>
                    <a:pt x="2593311" y="1798323"/>
                  </a:lnTo>
                  <a:lnTo>
                    <a:pt x="2595400" y="1794858"/>
                  </a:lnTo>
                  <a:lnTo>
                    <a:pt x="2597489" y="1791605"/>
                  </a:lnTo>
                  <a:lnTo>
                    <a:pt x="2599578" y="1788983"/>
                  </a:lnTo>
                  <a:lnTo>
                    <a:pt x="2601668" y="1786839"/>
                  </a:lnTo>
                  <a:lnTo>
                    <a:pt x="2603757" y="1785060"/>
                  </a:lnTo>
                  <a:lnTo>
                    <a:pt x="2605846" y="1783003"/>
                  </a:lnTo>
                  <a:lnTo>
                    <a:pt x="2607935" y="1779960"/>
                  </a:lnTo>
                  <a:lnTo>
                    <a:pt x="2610024" y="1776918"/>
                  </a:lnTo>
                  <a:lnTo>
                    <a:pt x="2612113" y="1773134"/>
                  </a:lnTo>
                  <a:lnTo>
                    <a:pt x="2614202" y="1768719"/>
                  </a:lnTo>
                  <a:lnTo>
                    <a:pt x="2616291" y="1763826"/>
                  </a:lnTo>
                  <a:lnTo>
                    <a:pt x="2618380" y="1759565"/>
                  </a:lnTo>
                  <a:lnTo>
                    <a:pt x="2620469" y="1756022"/>
                  </a:lnTo>
                  <a:lnTo>
                    <a:pt x="2622558" y="1754875"/>
                  </a:lnTo>
                  <a:lnTo>
                    <a:pt x="2624647" y="1753729"/>
                  </a:lnTo>
                  <a:lnTo>
                    <a:pt x="2626736" y="1753182"/>
                  </a:lnTo>
                  <a:lnTo>
                    <a:pt x="2628825" y="1752035"/>
                  </a:lnTo>
                  <a:lnTo>
                    <a:pt x="2630914" y="1750888"/>
                  </a:lnTo>
                  <a:lnTo>
                    <a:pt x="2633003" y="1749742"/>
                  </a:lnTo>
                  <a:lnTo>
                    <a:pt x="2635092" y="1747963"/>
                  </a:lnTo>
                  <a:lnTo>
                    <a:pt x="2637181" y="1747577"/>
                  </a:lnTo>
                  <a:lnTo>
                    <a:pt x="2639270" y="1748421"/>
                  </a:lnTo>
                  <a:lnTo>
                    <a:pt x="2641359" y="1748421"/>
                  </a:lnTo>
                  <a:lnTo>
                    <a:pt x="2643448" y="1749541"/>
                  </a:lnTo>
                  <a:lnTo>
                    <a:pt x="2645537" y="1750661"/>
                  </a:lnTo>
                  <a:lnTo>
                    <a:pt x="2647626" y="1752148"/>
                  </a:lnTo>
                  <a:lnTo>
                    <a:pt x="2649715" y="1753270"/>
                  </a:lnTo>
                  <a:lnTo>
                    <a:pt x="2651804" y="1754392"/>
                  </a:lnTo>
                  <a:lnTo>
                    <a:pt x="2653893" y="1754760"/>
                  </a:lnTo>
                  <a:lnTo>
                    <a:pt x="2655982" y="1754760"/>
                  </a:lnTo>
                  <a:lnTo>
                    <a:pt x="2658071" y="1754446"/>
                  </a:lnTo>
                  <a:lnTo>
                    <a:pt x="2660161" y="1753876"/>
                  </a:lnTo>
                  <a:lnTo>
                    <a:pt x="2662250" y="1753307"/>
                  </a:lnTo>
                  <a:lnTo>
                    <a:pt x="2664339" y="1752737"/>
                  </a:lnTo>
                  <a:lnTo>
                    <a:pt x="2666428" y="1751852"/>
                  </a:lnTo>
                  <a:lnTo>
                    <a:pt x="2668517" y="1750600"/>
                  </a:lnTo>
                  <a:lnTo>
                    <a:pt x="2670606" y="1749348"/>
                  </a:lnTo>
                  <a:lnTo>
                    <a:pt x="2672695" y="1748463"/>
                  </a:lnTo>
                  <a:lnTo>
                    <a:pt x="2674784" y="1748148"/>
                  </a:lnTo>
                  <a:lnTo>
                    <a:pt x="2676873" y="1745705"/>
                  </a:lnTo>
                  <a:lnTo>
                    <a:pt x="2678962" y="1742715"/>
                  </a:lnTo>
                  <a:lnTo>
                    <a:pt x="2681051" y="1739725"/>
                  </a:lnTo>
                  <a:lnTo>
                    <a:pt x="2683140" y="1736736"/>
                  </a:lnTo>
                  <a:lnTo>
                    <a:pt x="2685229" y="1733368"/>
                  </a:lnTo>
                  <a:lnTo>
                    <a:pt x="2687318" y="1730000"/>
                  </a:lnTo>
                  <a:lnTo>
                    <a:pt x="2689407" y="1726256"/>
                  </a:lnTo>
                  <a:lnTo>
                    <a:pt x="2691496" y="1722513"/>
                  </a:lnTo>
                  <a:lnTo>
                    <a:pt x="2693585" y="1719137"/>
                  </a:lnTo>
                  <a:lnTo>
                    <a:pt x="2695674" y="1717247"/>
                  </a:lnTo>
                  <a:lnTo>
                    <a:pt x="2697763" y="1716187"/>
                  </a:lnTo>
                  <a:lnTo>
                    <a:pt x="2699852" y="1713917"/>
                  </a:lnTo>
                  <a:lnTo>
                    <a:pt x="2701941" y="1711645"/>
                  </a:lnTo>
                  <a:lnTo>
                    <a:pt x="2704030" y="1708531"/>
                  </a:lnTo>
                  <a:lnTo>
                    <a:pt x="2706119" y="1705041"/>
                  </a:lnTo>
                  <a:lnTo>
                    <a:pt x="2708208" y="1703718"/>
                  </a:lnTo>
                  <a:lnTo>
                    <a:pt x="2710297" y="1702499"/>
                  </a:lnTo>
                  <a:lnTo>
                    <a:pt x="2712386" y="1701935"/>
                  </a:lnTo>
                  <a:lnTo>
                    <a:pt x="2714475" y="1702356"/>
                  </a:lnTo>
                  <a:lnTo>
                    <a:pt x="2716565" y="1702777"/>
                  </a:lnTo>
                  <a:lnTo>
                    <a:pt x="2718654" y="1703198"/>
                  </a:lnTo>
                  <a:lnTo>
                    <a:pt x="2720743" y="1704250"/>
                  </a:lnTo>
                  <a:lnTo>
                    <a:pt x="2722832" y="1705302"/>
                  </a:lnTo>
                  <a:lnTo>
                    <a:pt x="2724921" y="1705344"/>
                  </a:lnTo>
                  <a:lnTo>
                    <a:pt x="2727010" y="1704462"/>
                  </a:lnTo>
                  <a:lnTo>
                    <a:pt x="2729099" y="1702681"/>
                  </a:lnTo>
                  <a:lnTo>
                    <a:pt x="2731188" y="1702706"/>
                  </a:lnTo>
                  <a:lnTo>
                    <a:pt x="2733277" y="1702130"/>
                  </a:lnTo>
                  <a:lnTo>
                    <a:pt x="2735366" y="1702155"/>
                  </a:lnTo>
                  <a:lnTo>
                    <a:pt x="2737455" y="1702179"/>
                  </a:lnTo>
                  <a:lnTo>
                    <a:pt x="2739544" y="1701889"/>
                  </a:lnTo>
                  <a:lnTo>
                    <a:pt x="2741633" y="1702231"/>
                  </a:lnTo>
                  <a:lnTo>
                    <a:pt x="2743722" y="1701180"/>
                  </a:lnTo>
                  <a:lnTo>
                    <a:pt x="2745811" y="1698900"/>
                  </a:lnTo>
                  <a:lnTo>
                    <a:pt x="2747900" y="1697097"/>
                  </a:lnTo>
                  <a:lnTo>
                    <a:pt x="2749989" y="1695294"/>
                  </a:lnTo>
                  <a:lnTo>
                    <a:pt x="2752078" y="1693491"/>
                  </a:lnTo>
                  <a:lnTo>
                    <a:pt x="2754167" y="1691689"/>
                  </a:lnTo>
                  <a:lnTo>
                    <a:pt x="2756256" y="1690252"/>
                  </a:lnTo>
                  <a:lnTo>
                    <a:pt x="2758345" y="1688815"/>
                  </a:lnTo>
                  <a:lnTo>
                    <a:pt x="2760434" y="1688132"/>
                  </a:lnTo>
                  <a:lnTo>
                    <a:pt x="2762523" y="1687818"/>
                  </a:lnTo>
                  <a:lnTo>
                    <a:pt x="2764612" y="1687817"/>
                  </a:lnTo>
                  <a:lnTo>
                    <a:pt x="2766701" y="1689448"/>
                  </a:lnTo>
                  <a:lnTo>
                    <a:pt x="2768790" y="1691079"/>
                  </a:lnTo>
                  <a:lnTo>
                    <a:pt x="2770879" y="1692710"/>
                  </a:lnTo>
                  <a:lnTo>
                    <a:pt x="2772968" y="1694341"/>
                  </a:lnTo>
                  <a:lnTo>
                    <a:pt x="2775058" y="1695972"/>
                  </a:lnTo>
                  <a:lnTo>
                    <a:pt x="2777147" y="1697602"/>
                  </a:lnTo>
                  <a:lnTo>
                    <a:pt x="2779236" y="1699233"/>
                  </a:lnTo>
                  <a:lnTo>
                    <a:pt x="2781325" y="1700294"/>
                  </a:lnTo>
                  <a:lnTo>
                    <a:pt x="2783414" y="1703860"/>
                  </a:lnTo>
                  <a:lnTo>
                    <a:pt x="2785503" y="1707969"/>
                  </a:lnTo>
                  <a:lnTo>
                    <a:pt x="2787592" y="1712557"/>
                  </a:lnTo>
                  <a:lnTo>
                    <a:pt x="2789681" y="1717144"/>
                  </a:lnTo>
                  <a:lnTo>
                    <a:pt x="2791770" y="1721731"/>
                  </a:lnTo>
                  <a:lnTo>
                    <a:pt x="2793859" y="1725841"/>
                  </a:lnTo>
                  <a:lnTo>
                    <a:pt x="2795948" y="1729951"/>
                  </a:lnTo>
                  <a:lnTo>
                    <a:pt x="2798037" y="1733319"/>
                  </a:lnTo>
                  <a:lnTo>
                    <a:pt x="2800126" y="1735625"/>
                  </a:lnTo>
                  <a:lnTo>
                    <a:pt x="2802215" y="1735991"/>
                  </a:lnTo>
                  <a:lnTo>
                    <a:pt x="2804304" y="1737894"/>
                  </a:lnTo>
                  <a:lnTo>
                    <a:pt x="2806393" y="1741009"/>
                  </a:lnTo>
                  <a:lnTo>
                    <a:pt x="2808482" y="1744755"/>
                  </a:lnTo>
                  <a:lnTo>
                    <a:pt x="2810571" y="1748501"/>
                  </a:lnTo>
                  <a:lnTo>
                    <a:pt x="2812660" y="1753222"/>
                  </a:lnTo>
                  <a:lnTo>
                    <a:pt x="2814749" y="1755776"/>
                  </a:lnTo>
                  <a:lnTo>
                    <a:pt x="2816838" y="1755678"/>
                  </a:lnTo>
                  <a:lnTo>
                    <a:pt x="2818927" y="1755257"/>
                  </a:lnTo>
                  <a:lnTo>
                    <a:pt x="2821016" y="1755436"/>
                  </a:lnTo>
                  <a:lnTo>
                    <a:pt x="2823105" y="1755616"/>
                  </a:lnTo>
                  <a:lnTo>
                    <a:pt x="2825194" y="1755795"/>
                  </a:lnTo>
                  <a:lnTo>
                    <a:pt x="2827283" y="1755974"/>
                  </a:lnTo>
                  <a:lnTo>
                    <a:pt x="2829372" y="1756154"/>
                  </a:lnTo>
                  <a:lnTo>
                    <a:pt x="2831462" y="1757251"/>
                  </a:lnTo>
                  <a:lnTo>
                    <a:pt x="2833551" y="1760163"/>
                  </a:lnTo>
                  <a:lnTo>
                    <a:pt x="2835640" y="1761313"/>
                  </a:lnTo>
                  <a:lnTo>
                    <a:pt x="2837729" y="1760657"/>
                  </a:lnTo>
                  <a:lnTo>
                    <a:pt x="2839818" y="1759523"/>
                  </a:lnTo>
                  <a:lnTo>
                    <a:pt x="2841907" y="1758389"/>
                  </a:lnTo>
                  <a:lnTo>
                    <a:pt x="2843996" y="1756514"/>
                  </a:lnTo>
                  <a:lnTo>
                    <a:pt x="2846085" y="1754954"/>
                  </a:lnTo>
                  <a:lnTo>
                    <a:pt x="2848174" y="1755595"/>
                  </a:lnTo>
                  <a:lnTo>
                    <a:pt x="2850263" y="1757032"/>
                  </a:lnTo>
                  <a:lnTo>
                    <a:pt x="2852352" y="1757715"/>
                  </a:lnTo>
                  <a:lnTo>
                    <a:pt x="2854441" y="1758398"/>
                  </a:lnTo>
                  <a:lnTo>
                    <a:pt x="2856530" y="1759080"/>
                  </a:lnTo>
                  <a:lnTo>
                    <a:pt x="2858619" y="1760142"/>
                  </a:lnTo>
                  <a:lnTo>
                    <a:pt x="2860708" y="1760825"/>
                  </a:lnTo>
                  <a:lnTo>
                    <a:pt x="2862797" y="1761508"/>
                  </a:lnTo>
                  <a:lnTo>
                    <a:pt x="2864886" y="1762191"/>
                  </a:lnTo>
                  <a:lnTo>
                    <a:pt x="2866975" y="1762874"/>
                  </a:lnTo>
                  <a:lnTo>
                    <a:pt x="2869064" y="1763557"/>
                  </a:lnTo>
                  <a:lnTo>
                    <a:pt x="2871153" y="1764239"/>
                  </a:lnTo>
                  <a:lnTo>
                    <a:pt x="2873242" y="1763861"/>
                  </a:lnTo>
                  <a:lnTo>
                    <a:pt x="2875331" y="1761753"/>
                  </a:lnTo>
                  <a:lnTo>
                    <a:pt x="2877420" y="1758385"/>
                  </a:lnTo>
                  <a:lnTo>
                    <a:pt x="2879509" y="1755016"/>
                  </a:lnTo>
                  <a:lnTo>
                    <a:pt x="2881598" y="1751333"/>
                  </a:lnTo>
                  <a:lnTo>
                    <a:pt x="2883687" y="1747965"/>
                  </a:lnTo>
                  <a:lnTo>
                    <a:pt x="2885776" y="1744597"/>
                  </a:lnTo>
                  <a:lnTo>
                    <a:pt x="2887865" y="1741228"/>
                  </a:lnTo>
                  <a:lnTo>
                    <a:pt x="2889955" y="1736573"/>
                  </a:lnTo>
                  <a:lnTo>
                    <a:pt x="2892044" y="1729877"/>
                  </a:lnTo>
                  <a:lnTo>
                    <a:pt x="2894133" y="1722704"/>
                  </a:lnTo>
                  <a:lnTo>
                    <a:pt x="2896222" y="1715531"/>
                  </a:lnTo>
                  <a:lnTo>
                    <a:pt x="2898311" y="1708358"/>
                  </a:lnTo>
                  <a:lnTo>
                    <a:pt x="2900400" y="1701662"/>
                  </a:lnTo>
                  <a:lnTo>
                    <a:pt x="2902489" y="1694967"/>
                  </a:lnTo>
                  <a:lnTo>
                    <a:pt x="2904578" y="1689012"/>
                  </a:lnTo>
                  <a:lnTo>
                    <a:pt x="2906667" y="1684850"/>
                  </a:lnTo>
                  <a:lnTo>
                    <a:pt x="2908756" y="1683048"/>
                  </a:lnTo>
                  <a:lnTo>
                    <a:pt x="2910845" y="1680768"/>
                  </a:lnTo>
                  <a:lnTo>
                    <a:pt x="2912934" y="1678487"/>
                  </a:lnTo>
                  <a:lnTo>
                    <a:pt x="2915023" y="1675575"/>
                  </a:lnTo>
                  <a:lnTo>
                    <a:pt x="2917112" y="1672663"/>
                  </a:lnTo>
                  <a:lnTo>
                    <a:pt x="2919201" y="1669152"/>
                  </a:lnTo>
                  <a:lnTo>
                    <a:pt x="2921290" y="1666258"/>
                  </a:lnTo>
                  <a:lnTo>
                    <a:pt x="2923379" y="1667917"/>
                  </a:lnTo>
                  <a:lnTo>
                    <a:pt x="2925468" y="1669899"/>
                  </a:lnTo>
                  <a:lnTo>
                    <a:pt x="2927557" y="1671280"/>
                  </a:lnTo>
                  <a:lnTo>
                    <a:pt x="2929646" y="1672661"/>
                  </a:lnTo>
                  <a:lnTo>
                    <a:pt x="2931735" y="1674357"/>
                  </a:lnTo>
                  <a:lnTo>
                    <a:pt x="2933824" y="1676421"/>
                  </a:lnTo>
                  <a:lnTo>
                    <a:pt x="2935913" y="1678485"/>
                  </a:lnTo>
                  <a:lnTo>
                    <a:pt x="2938002" y="1680009"/>
                  </a:lnTo>
                  <a:lnTo>
                    <a:pt x="2940091" y="1680780"/>
                  </a:lnTo>
                  <a:lnTo>
                    <a:pt x="2942180" y="1682183"/>
                  </a:lnTo>
                  <a:lnTo>
                    <a:pt x="2944269" y="1683586"/>
                  </a:lnTo>
                  <a:lnTo>
                    <a:pt x="2946359" y="1685087"/>
                  </a:lnTo>
                  <a:lnTo>
                    <a:pt x="2948448" y="1686590"/>
                  </a:lnTo>
                  <a:lnTo>
                    <a:pt x="2950537" y="1688833"/>
                  </a:lnTo>
                  <a:lnTo>
                    <a:pt x="2952626" y="1691076"/>
                  </a:lnTo>
                  <a:lnTo>
                    <a:pt x="2954715" y="1690836"/>
                  </a:lnTo>
                  <a:lnTo>
                    <a:pt x="2956804" y="1687461"/>
                  </a:lnTo>
                  <a:lnTo>
                    <a:pt x="2958893" y="1684839"/>
                  </a:lnTo>
                  <a:lnTo>
                    <a:pt x="2960982" y="1682217"/>
                  </a:lnTo>
                  <a:lnTo>
                    <a:pt x="2963071" y="1678054"/>
                  </a:lnTo>
                  <a:lnTo>
                    <a:pt x="2965160" y="1670988"/>
                  </a:lnTo>
                  <a:lnTo>
                    <a:pt x="2967249" y="1663724"/>
                  </a:lnTo>
                  <a:lnTo>
                    <a:pt x="2969338" y="1655811"/>
                  </a:lnTo>
                  <a:lnTo>
                    <a:pt x="2971427" y="1646440"/>
                  </a:lnTo>
                  <a:lnTo>
                    <a:pt x="2973516" y="1637069"/>
                  </a:lnTo>
                  <a:lnTo>
                    <a:pt x="2975605" y="1627698"/>
                  </a:lnTo>
                  <a:lnTo>
                    <a:pt x="2977694" y="1618327"/>
                  </a:lnTo>
                  <a:lnTo>
                    <a:pt x="2979783" y="1608207"/>
                  </a:lnTo>
                  <a:lnTo>
                    <a:pt x="2981872" y="1599260"/>
                  </a:lnTo>
                  <a:lnTo>
                    <a:pt x="2983961" y="1590742"/>
                  </a:lnTo>
                  <a:lnTo>
                    <a:pt x="2986050" y="1582086"/>
                  </a:lnTo>
                  <a:lnTo>
                    <a:pt x="2988139" y="1575081"/>
                  </a:lnTo>
                  <a:lnTo>
                    <a:pt x="2990228" y="1567305"/>
                  </a:lnTo>
                  <a:lnTo>
                    <a:pt x="2992317" y="1558294"/>
                  </a:lnTo>
                  <a:lnTo>
                    <a:pt x="2994406" y="1548801"/>
                  </a:lnTo>
                  <a:lnTo>
                    <a:pt x="2996495" y="1541936"/>
                  </a:lnTo>
                  <a:lnTo>
                    <a:pt x="2998584" y="1537203"/>
                  </a:lnTo>
                  <a:lnTo>
                    <a:pt x="3000673" y="1533398"/>
                  </a:lnTo>
                  <a:lnTo>
                    <a:pt x="3002762" y="1529514"/>
                  </a:lnTo>
                  <a:lnTo>
                    <a:pt x="3004852" y="1525534"/>
                  </a:lnTo>
                  <a:lnTo>
                    <a:pt x="3006941" y="1521554"/>
                  </a:lnTo>
                  <a:lnTo>
                    <a:pt x="3009030" y="1516166"/>
                  </a:lnTo>
                  <a:lnTo>
                    <a:pt x="3011119" y="1511357"/>
                  </a:lnTo>
                  <a:lnTo>
                    <a:pt x="3013208" y="1505167"/>
                  </a:lnTo>
                  <a:lnTo>
                    <a:pt x="3015297" y="1499078"/>
                  </a:lnTo>
                  <a:lnTo>
                    <a:pt x="3017386" y="1493671"/>
                  </a:lnTo>
                  <a:lnTo>
                    <a:pt x="3019475" y="1488264"/>
                  </a:lnTo>
                  <a:lnTo>
                    <a:pt x="3021564" y="1483959"/>
                  </a:lnTo>
                  <a:lnTo>
                    <a:pt x="3023653" y="1481062"/>
                  </a:lnTo>
                  <a:lnTo>
                    <a:pt x="3025742" y="1479700"/>
                  </a:lnTo>
                  <a:lnTo>
                    <a:pt x="3027831" y="1477719"/>
                  </a:lnTo>
                  <a:lnTo>
                    <a:pt x="3029920" y="1473734"/>
                  </a:lnTo>
                  <a:lnTo>
                    <a:pt x="3032009" y="1469750"/>
                  </a:lnTo>
                  <a:lnTo>
                    <a:pt x="3034098" y="1465485"/>
                  </a:lnTo>
                  <a:lnTo>
                    <a:pt x="3036187" y="1459077"/>
                  </a:lnTo>
                  <a:lnTo>
                    <a:pt x="3038276" y="1452986"/>
                  </a:lnTo>
                  <a:lnTo>
                    <a:pt x="3040365" y="1448225"/>
                  </a:lnTo>
                  <a:lnTo>
                    <a:pt x="3042454" y="1443558"/>
                  </a:lnTo>
                  <a:lnTo>
                    <a:pt x="3044543" y="1440262"/>
                  </a:lnTo>
                  <a:lnTo>
                    <a:pt x="3046632" y="1436588"/>
                  </a:lnTo>
                  <a:lnTo>
                    <a:pt x="3048721" y="1431506"/>
                  </a:lnTo>
                  <a:lnTo>
                    <a:pt x="3050810" y="1425351"/>
                  </a:lnTo>
                  <a:lnTo>
                    <a:pt x="3052899" y="1418833"/>
                  </a:lnTo>
                  <a:lnTo>
                    <a:pt x="3054988" y="1411938"/>
                  </a:lnTo>
                  <a:lnTo>
                    <a:pt x="3057077" y="1405042"/>
                  </a:lnTo>
                  <a:lnTo>
                    <a:pt x="3059166" y="1397778"/>
                  </a:lnTo>
                  <a:lnTo>
                    <a:pt x="3061256" y="1390795"/>
                  </a:lnTo>
                  <a:lnTo>
                    <a:pt x="3063345" y="1386153"/>
                  </a:lnTo>
                  <a:lnTo>
                    <a:pt x="3065434" y="1383197"/>
                  </a:lnTo>
                  <a:lnTo>
                    <a:pt x="3067523" y="1382829"/>
                  </a:lnTo>
                  <a:lnTo>
                    <a:pt x="3069612" y="1383687"/>
                  </a:lnTo>
                  <a:lnTo>
                    <a:pt x="3071701" y="1387070"/>
                  </a:lnTo>
                  <a:lnTo>
                    <a:pt x="3073790" y="1388620"/>
                  </a:lnTo>
                  <a:lnTo>
                    <a:pt x="3075879" y="1390388"/>
                  </a:lnTo>
                  <a:lnTo>
                    <a:pt x="3077968" y="1392659"/>
                  </a:lnTo>
                  <a:lnTo>
                    <a:pt x="3080057" y="1395323"/>
                  </a:lnTo>
                  <a:lnTo>
                    <a:pt x="3082146" y="1399118"/>
                  </a:lnTo>
                  <a:lnTo>
                    <a:pt x="3084235" y="1402913"/>
                  </a:lnTo>
                  <a:lnTo>
                    <a:pt x="3086324" y="1407457"/>
                  </a:lnTo>
                  <a:lnTo>
                    <a:pt x="3088413" y="1412558"/>
                  </a:lnTo>
                  <a:lnTo>
                    <a:pt x="3090502" y="1418489"/>
                  </a:lnTo>
                  <a:lnTo>
                    <a:pt x="3092591" y="1424560"/>
                  </a:lnTo>
                  <a:lnTo>
                    <a:pt x="3094680" y="1429293"/>
                  </a:lnTo>
                  <a:lnTo>
                    <a:pt x="3096769" y="1434484"/>
                  </a:lnTo>
                  <a:lnTo>
                    <a:pt x="3098858" y="1441224"/>
                  </a:lnTo>
                  <a:lnTo>
                    <a:pt x="3100947" y="1448446"/>
                  </a:lnTo>
                  <a:lnTo>
                    <a:pt x="3103036" y="1453952"/>
                  </a:lnTo>
                  <a:lnTo>
                    <a:pt x="3105125" y="1460792"/>
                  </a:lnTo>
                  <a:lnTo>
                    <a:pt x="3107214" y="1467183"/>
                  </a:lnTo>
                  <a:lnTo>
                    <a:pt x="3109303" y="1475265"/>
                  </a:lnTo>
                  <a:lnTo>
                    <a:pt x="3111392" y="1484138"/>
                  </a:lnTo>
                  <a:lnTo>
                    <a:pt x="3113481" y="1493325"/>
                  </a:lnTo>
                  <a:lnTo>
                    <a:pt x="3115570" y="1503921"/>
                  </a:lnTo>
                  <a:lnTo>
                    <a:pt x="3117659" y="1513938"/>
                  </a:lnTo>
                  <a:lnTo>
                    <a:pt x="3119749" y="1524239"/>
                  </a:lnTo>
                  <a:lnTo>
                    <a:pt x="3121838" y="1534011"/>
                  </a:lnTo>
                  <a:lnTo>
                    <a:pt x="3123927" y="1541224"/>
                  </a:lnTo>
                  <a:lnTo>
                    <a:pt x="3126016" y="1547692"/>
                  </a:lnTo>
                  <a:lnTo>
                    <a:pt x="3128105" y="1553059"/>
                  </a:lnTo>
                  <a:lnTo>
                    <a:pt x="3130194" y="1556639"/>
                  </a:lnTo>
                  <a:lnTo>
                    <a:pt x="3132283" y="1558684"/>
                  </a:lnTo>
                  <a:lnTo>
                    <a:pt x="3134372" y="1560730"/>
                  </a:lnTo>
                  <a:lnTo>
                    <a:pt x="3136461" y="1562775"/>
                  </a:lnTo>
                  <a:lnTo>
                    <a:pt x="3138550" y="1564820"/>
                  </a:lnTo>
                  <a:lnTo>
                    <a:pt x="3140639" y="1567525"/>
                  </a:lnTo>
                  <a:lnTo>
                    <a:pt x="3142728" y="1572372"/>
                  </a:lnTo>
                  <a:lnTo>
                    <a:pt x="3144817" y="1573833"/>
                  </a:lnTo>
                  <a:lnTo>
                    <a:pt x="3146906" y="1572452"/>
                  </a:lnTo>
                  <a:lnTo>
                    <a:pt x="3148995" y="1570977"/>
                  </a:lnTo>
                  <a:lnTo>
                    <a:pt x="3151084" y="1568130"/>
                  </a:lnTo>
                  <a:lnTo>
                    <a:pt x="3153173" y="1564530"/>
                  </a:lnTo>
                  <a:lnTo>
                    <a:pt x="3155262" y="1563715"/>
                  </a:lnTo>
                  <a:lnTo>
                    <a:pt x="3157351" y="1564977"/>
                  </a:lnTo>
                  <a:lnTo>
                    <a:pt x="3159440" y="1566980"/>
                  </a:lnTo>
                  <a:lnTo>
                    <a:pt x="3161529" y="1570103"/>
                  </a:lnTo>
                  <a:lnTo>
                    <a:pt x="3163618" y="1573704"/>
                  </a:lnTo>
                  <a:lnTo>
                    <a:pt x="3165707" y="1577673"/>
                  </a:lnTo>
                  <a:lnTo>
                    <a:pt x="3167796" y="1580214"/>
                  </a:lnTo>
                  <a:lnTo>
                    <a:pt x="3169885" y="1582180"/>
                  </a:lnTo>
                  <a:lnTo>
                    <a:pt x="3171974" y="1582458"/>
                  </a:lnTo>
                  <a:lnTo>
                    <a:pt x="3174063" y="1579961"/>
                  </a:lnTo>
                  <a:lnTo>
                    <a:pt x="3176152" y="1578062"/>
                  </a:lnTo>
                  <a:lnTo>
                    <a:pt x="3178242" y="1577594"/>
                  </a:lnTo>
                  <a:lnTo>
                    <a:pt x="3180331" y="1579535"/>
                  </a:lnTo>
                  <a:lnTo>
                    <a:pt x="3182420" y="1581907"/>
                  </a:lnTo>
                  <a:lnTo>
                    <a:pt x="3184509" y="1585234"/>
                  </a:lnTo>
                  <a:lnTo>
                    <a:pt x="3186598" y="1588167"/>
                  </a:lnTo>
                  <a:lnTo>
                    <a:pt x="3188687" y="1589604"/>
                  </a:lnTo>
                  <a:lnTo>
                    <a:pt x="3190776" y="1589324"/>
                  </a:lnTo>
                  <a:lnTo>
                    <a:pt x="3192865" y="1587174"/>
                  </a:lnTo>
                  <a:lnTo>
                    <a:pt x="3194954" y="1584062"/>
                  </a:lnTo>
                  <a:lnTo>
                    <a:pt x="3197043" y="1580949"/>
                  </a:lnTo>
                  <a:lnTo>
                    <a:pt x="3199132" y="1579071"/>
                  </a:lnTo>
                  <a:lnTo>
                    <a:pt x="3201221" y="1577751"/>
                  </a:lnTo>
                  <a:lnTo>
                    <a:pt x="3203310" y="1576431"/>
                  </a:lnTo>
                  <a:lnTo>
                    <a:pt x="3205399" y="1574434"/>
                  </a:lnTo>
                  <a:lnTo>
                    <a:pt x="3207488" y="1572799"/>
                  </a:lnTo>
                  <a:lnTo>
                    <a:pt x="3209577" y="1571164"/>
                  </a:lnTo>
                  <a:lnTo>
                    <a:pt x="3211666" y="1567737"/>
                  </a:lnTo>
                  <a:lnTo>
                    <a:pt x="3213755" y="1563831"/>
                  </a:lnTo>
                  <a:lnTo>
                    <a:pt x="3215844" y="1558312"/>
                  </a:lnTo>
                  <a:lnTo>
                    <a:pt x="3217933" y="1552477"/>
                  </a:lnTo>
                  <a:lnTo>
                    <a:pt x="3220022" y="1546328"/>
                  </a:lnTo>
                  <a:lnTo>
                    <a:pt x="3222111" y="1542241"/>
                  </a:lnTo>
                  <a:lnTo>
                    <a:pt x="3224200" y="1539820"/>
                  </a:lnTo>
                  <a:lnTo>
                    <a:pt x="3226289" y="1538320"/>
                  </a:lnTo>
                  <a:lnTo>
                    <a:pt x="3228378" y="1536440"/>
                  </a:lnTo>
                  <a:lnTo>
                    <a:pt x="3230467" y="1536913"/>
                  </a:lnTo>
                  <a:lnTo>
                    <a:pt x="3232556" y="1538764"/>
                  </a:lnTo>
                  <a:lnTo>
                    <a:pt x="3234646" y="1541215"/>
                  </a:lnTo>
                  <a:lnTo>
                    <a:pt x="3236735" y="1546463"/>
                  </a:lnTo>
                  <a:lnTo>
                    <a:pt x="3238824" y="1553072"/>
                  </a:lnTo>
                  <a:lnTo>
                    <a:pt x="3240913" y="1561108"/>
                  </a:lnTo>
                  <a:lnTo>
                    <a:pt x="3243002" y="1567796"/>
                  </a:lnTo>
                  <a:lnTo>
                    <a:pt x="3245091" y="1573821"/>
                  </a:lnTo>
                  <a:lnTo>
                    <a:pt x="3247180" y="1579194"/>
                  </a:lnTo>
                  <a:lnTo>
                    <a:pt x="3249269" y="1585014"/>
                  </a:lnTo>
                  <a:lnTo>
                    <a:pt x="3251358" y="1592109"/>
                  </a:lnTo>
                  <a:lnTo>
                    <a:pt x="3253447" y="1601431"/>
                  </a:lnTo>
                  <a:lnTo>
                    <a:pt x="3255536" y="1610752"/>
                  </a:lnTo>
                  <a:lnTo>
                    <a:pt x="3257625" y="1621385"/>
                  </a:lnTo>
                  <a:lnTo>
                    <a:pt x="3259714" y="1634225"/>
                  </a:lnTo>
                  <a:lnTo>
                    <a:pt x="3261803" y="1645689"/>
                  </a:lnTo>
                  <a:lnTo>
                    <a:pt x="3263892" y="1656147"/>
                  </a:lnTo>
                  <a:lnTo>
                    <a:pt x="3265981" y="1666682"/>
                  </a:lnTo>
                  <a:lnTo>
                    <a:pt x="3268070" y="1677497"/>
                  </a:lnTo>
                  <a:lnTo>
                    <a:pt x="3270159" y="1685908"/>
                  </a:lnTo>
                  <a:lnTo>
                    <a:pt x="3272248" y="1691981"/>
                  </a:lnTo>
                  <a:lnTo>
                    <a:pt x="3274337" y="1700363"/>
                  </a:lnTo>
                  <a:lnTo>
                    <a:pt x="3276426" y="1709392"/>
                  </a:lnTo>
                  <a:lnTo>
                    <a:pt x="3278515" y="1718143"/>
                  </a:lnTo>
                  <a:lnTo>
                    <a:pt x="3280604" y="1726540"/>
                  </a:lnTo>
                  <a:lnTo>
                    <a:pt x="3282693" y="1734788"/>
                  </a:lnTo>
                  <a:lnTo>
                    <a:pt x="3284782" y="1741141"/>
                  </a:lnTo>
                  <a:lnTo>
                    <a:pt x="3286871" y="1746853"/>
                  </a:lnTo>
                  <a:lnTo>
                    <a:pt x="3288960" y="1751946"/>
                  </a:lnTo>
                  <a:lnTo>
                    <a:pt x="3291049" y="1755323"/>
                  </a:lnTo>
                  <a:lnTo>
                    <a:pt x="3293139" y="1758699"/>
                  </a:lnTo>
                  <a:lnTo>
                    <a:pt x="3295228" y="1762441"/>
                  </a:lnTo>
                  <a:lnTo>
                    <a:pt x="3297317" y="1767472"/>
                  </a:lnTo>
                  <a:lnTo>
                    <a:pt x="3299406" y="1773435"/>
                  </a:lnTo>
                  <a:lnTo>
                    <a:pt x="3301495" y="1779612"/>
                  </a:lnTo>
                  <a:lnTo>
                    <a:pt x="3303584" y="1788351"/>
                  </a:lnTo>
                  <a:lnTo>
                    <a:pt x="3305673" y="1795140"/>
                  </a:lnTo>
                  <a:lnTo>
                    <a:pt x="3307762" y="1800433"/>
                  </a:lnTo>
                  <a:lnTo>
                    <a:pt x="3309851" y="1806331"/>
                  </a:lnTo>
                  <a:lnTo>
                    <a:pt x="3311940" y="1812886"/>
                  </a:lnTo>
                  <a:lnTo>
                    <a:pt x="3314029" y="1818902"/>
                  </a:lnTo>
                  <a:lnTo>
                    <a:pt x="3316118" y="1824893"/>
                  </a:lnTo>
                  <a:lnTo>
                    <a:pt x="3316787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077697" y="3660177"/>
              <a:ext cx="131069" cy="203003"/>
            </a:xfrm>
            <a:custGeom>
              <a:avLst/>
              <a:pathLst>
                <a:path w="131069" h="203003">
                  <a:moveTo>
                    <a:pt x="0" y="203003"/>
                  </a:moveTo>
                  <a:lnTo>
                    <a:pt x="257" y="201624"/>
                  </a:lnTo>
                  <a:lnTo>
                    <a:pt x="2347" y="191040"/>
                  </a:lnTo>
                  <a:lnTo>
                    <a:pt x="4436" y="181120"/>
                  </a:lnTo>
                  <a:lnTo>
                    <a:pt x="6525" y="171472"/>
                  </a:lnTo>
                  <a:lnTo>
                    <a:pt x="8614" y="161378"/>
                  </a:lnTo>
                  <a:lnTo>
                    <a:pt x="10703" y="152763"/>
                  </a:lnTo>
                  <a:lnTo>
                    <a:pt x="12792" y="142256"/>
                  </a:lnTo>
                  <a:lnTo>
                    <a:pt x="14881" y="131749"/>
                  </a:lnTo>
                  <a:lnTo>
                    <a:pt x="16970" y="120740"/>
                  </a:lnTo>
                  <a:lnTo>
                    <a:pt x="19059" y="107900"/>
                  </a:lnTo>
                  <a:lnTo>
                    <a:pt x="21148" y="95814"/>
                  </a:lnTo>
                  <a:lnTo>
                    <a:pt x="23237" y="83728"/>
                  </a:lnTo>
                  <a:lnTo>
                    <a:pt x="25326" y="71565"/>
                  </a:lnTo>
                  <a:lnTo>
                    <a:pt x="27415" y="57915"/>
                  </a:lnTo>
                  <a:lnTo>
                    <a:pt x="29504" y="46470"/>
                  </a:lnTo>
                  <a:lnTo>
                    <a:pt x="31593" y="38758"/>
                  </a:lnTo>
                  <a:lnTo>
                    <a:pt x="33682" y="30959"/>
                  </a:lnTo>
                  <a:lnTo>
                    <a:pt x="35771" y="23455"/>
                  </a:lnTo>
                  <a:lnTo>
                    <a:pt x="37860" y="16229"/>
                  </a:lnTo>
                  <a:lnTo>
                    <a:pt x="39949" y="10655"/>
                  </a:lnTo>
                  <a:lnTo>
                    <a:pt x="42038" y="5546"/>
                  </a:lnTo>
                  <a:lnTo>
                    <a:pt x="44127" y="2344"/>
                  </a:lnTo>
                  <a:lnTo>
                    <a:pt x="46216" y="612"/>
                  </a:lnTo>
                  <a:lnTo>
                    <a:pt x="48305" y="0"/>
                  </a:lnTo>
                  <a:lnTo>
                    <a:pt x="50394" y="1103"/>
                  </a:lnTo>
                  <a:lnTo>
                    <a:pt x="52483" y="1707"/>
                  </a:lnTo>
                  <a:lnTo>
                    <a:pt x="54572" y="2810"/>
                  </a:lnTo>
                  <a:lnTo>
                    <a:pt x="56661" y="4343"/>
                  </a:lnTo>
                  <a:lnTo>
                    <a:pt x="58750" y="8091"/>
                  </a:lnTo>
                  <a:lnTo>
                    <a:pt x="60840" y="14589"/>
                  </a:lnTo>
                  <a:lnTo>
                    <a:pt x="62929" y="18526"/>
                  </a:lnTo>
                  <a:lnTo>
                    <a:pt x="65018" y="23179"/>
                  </a:lnTo>
                  <a:lnTo>
                    <a:pt x="67107" y="28771"/>
                  </a:lnTo>
                  <a:lnTo>
                    <a:pt x="69196" y="33757"/>
                  </a:lnTo>
                  <a:lnTo>
                    <a:pt x="71285" y="37787"/>
                  </a:lnTo>
                  <a:lnTo>
                    <a:pt x="73374" y="41996"/>
                  </a:lnTo>
                  <a:lnTo>
                    <a:pt x="75463" y="45729"/>
                  </a:lnTo>
                  <a:lnTo>
                    <a:pt x="77552" y="49525"/>
                  </a:lnTo>
                  <a:lnTo>
                    <a:pt x="79641" y="52646"/>
                  </a:lnTo>
                  <a:lnTo>
                    <a:pt x="81730" y="56369"/>
                  </a:lnTo>
                  <a:lnTo>
                    <a:pt x="83819" y="60721"/>
                  </a:lnTo>
                  <a:lnTo>
                    <a:pt x="85908" y="64575"/>
                  </a:lnTo>
                  <a:lnTo>
                    <a:pt x="87997" y="68428"/>
                  </a:lnTo>
                  <a:lnTo>
                    <a:pt x="90086" y="72511"/>
                  </a:lnTo>
                  <a:lnTo>
                    <a:pt x="92175" y="79113"/>
                  </a:lnTo>
                  <a:lnTo>
                    <a:pt x="94264" y="84637"/>
                  </a:lnTo>
                  <a:lnTo>
                    <a:pt x="96353" y="90761"/>
                  </a:lnTo>
                  <a:lnTo>
                    <a:pt x="98442" y="96059"/>
                  </a:lnTo>
                  <a:lnTo>
                    <a:pt x="100531" y="102669"/>
                  </a:lnTo>
                  <a:lnTo>
                    <a:pt x="102620" y="108900"/>
                  </a:lnTo>
                  <a:lnTo>
                    <a:pt x="104709" y="114812"/>
                  </a:lnTo>
                  <a:lnTo>
                    <a:pt x="106798" y="121938"/>
                  </a:lnTo>
                  <a:lnTo>
                    <a:pt x="108887" y="129821"/>
                  </a:lnTo>
                  <a:lnTo>
                    <a:pt x="110976" y="138458"/>
                  </a:lnTo>
                  <a:lnTo>
                    <a:pt x="113065" y="147095"/>
                  </a:lnTo>
                  <a:lnTo>
                    <a:pt x="115154" y="157185"/>
                  </a:lnTo>
                  <a:lnTo>
                    <a:pt x="117244" y="168165"/>
                  </a:lnTo>
                  <a:lnTo>
                    <a:pt x="119333" y="179054"/>
                  </a:lnTo>
                  <a:lnTo>
                    <a:pt x="121422" y="186350"/>
                  </a:lnTo>
                  <a:lnTo>
                    <a:pt x="123511" y="190143"/>
                  </a:lnTo>
                  <a:lnTo>
                    <a:pt x="125600" y="194243"/>
                  </a:lnTo>
                  <a:lnTo>
                    <a:pt x="127689" y="197589"/>
                  </a:lnTo>
                  <a:lnTo>
                    <a:pt x="129778" y="200935"/>
                  </a:lnTo>
                  <a:lnTo>
                    <a:pt x="131069" y="20300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226502" y="3836403"/>
              <a:ext cx="39675" cy="26778"/>
            </a:xfrm>
            <a:custGeom>
              <a:avLst/>
              <a:pathLst>
                <a:path w="39675" h="26778">
                  <a:moveTo>
                    <a:pt x="0" y="26778"/>
                  </a:moveTo>
                  <a:lnTo>
                    <a:pt x="1863" y="22528"/>
                  </a:lnTo>
                  <a:lnTo>
                    <a:pt x="3953" y="19408"/>
                  </a:lnTo>
                  <a:lnTo>
                    <a:pt x="6042" y="18795"/>
                  </a:lnTo>
                  <a:lnTo>
                    <a:pt x="8131" y="17387"/>
                  </a:lnTo>
                  <a:lnTo>
                    <a:pt x="10220" y="16478"/>
                  </a:lnTo>
                  <a:lnTo>
                    <a:pt x="12309" y="14289"/>
                  </a:lnTo>
                  <a:lnTo>
                    <a:pt x="14398" y="12099"/>
                  </a:lnTo>
                  <a:lnTo>
                    <a:pt x="16487" y="8632"/>
                  </a:lnTo>
                  <a:lnTo>
                    <a:pt x="18576" y="3162"/>
                  </a:lnTo>
                  <a:lnTo>
                    <a:pt x="20665" y="344"/>
                  </a:lnTo>
                  <a:lnTo>
                    <a:pt x="22754" y="0"/>
                  </a:lnTo>
                  <a:lnTo>
                    <a:pt x="24843" y="0"/>
                  </a:lnTo>
                  <a:lnTo>
                    <a:pt x="26932" y="752"/>
                  </a:lnTo>
                  <a:lnTo>
                    <a:pt x="29021" y="1411"/>
                  </a:lnTo>
                  <a:lnTo>
                    <a:pt x="31110" y="3496"/>
                  </a:lnTo>
                  <a:lnTo>
                    <a:pt x="33199" y="7752"/>
                  </a:lnTo>
                  <a:lnTo>
                    <a:pt x="35288" y="13415"/>
                  </a:lnTo>
                  <a:lnTo>
                    <a:pt x="37377" y="19079"/>
                  </a:lnTo>
                  <a:lnTo>
                    <a:pt x="39466" y="25826"/>
                  </a:lnTo>
                  <a:lnTo>
                    <a:pt x="39675" y="2677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436662" y="3740515"/>
              <a:ext cx="72129" cy="122666"/>
            </a:xfrm>
            <a:custGeom>
              <a:avLst/>
              <a:pathLst>
                <a:path w="72129" h="122666">
                  <a:moveTo>
                    <a:pt x="0" y="122666"/>
                  </a:moveTo>
                  <a:lnTo>
                    <a:pt x="607" y="120394"/>
                  </a:lnTo>
                  <a:lnTo>
                    <a:pt x="2696" y="112578"/>
                  </a:lnTo>
                  <a:lnTo>
                    <a:pt x="4785" y="105207"/>
                  </a:lnTo>
                  <a:lnTo>
                    <a:pt x="6874" y="95551"/>
                  </a:lnTo>
                  <a:lnTo>
                    <a:pt x="8963" y="85036"/>
                  </a:lnTo>
                  <a:lnTo>
                    <a:pt x="11052" y="74520"/>
                  </a:lnTo>
                  <a:lnTo>
                    <a:pt x="13141" y="64003"/>
                  </a:lnTo>
                  <a:lnTo>
                    <a:pt x="15230" y="52203"/>
                  </a:lnTo>
                  <a:lnTo>
                    <a:pt x="17319" y="41844"/>
                  </a:lnTo>
                  <a:lnTo>
                    <a:pt x="19408" y="31485"/>
                  </a:lnTo>
                  <a:lnTo>
                    <a:pt x="21497" y="22297"/>
                  </a:lnTo>
                  <a:lnTo>
                    <a:pt x="23586" y="16231"/>
                  </a:lnTo>
                  <a:lnTo>
                    <a:pt x="25675" y="12329"/>
                  </a:lnTo>
                  <a:lnTo>
                    <a:pt x="27764" y="9960"/>
                  </a:lnTo>
                  <a:lnTo>
                    <a:pt x="29853" y="7590"/>
                  </a:lnTo>
                  <a:lnTo>
                    <a:pt x="31942" y="5040"/>
                  </a:lnTo>
                  <a:lnTo>
                    <a:pt x="34031" y="1868"/>
                  </a:lnTo>
                  <a:lnTo>
                    <a:pt x="36120" y="0"/>
                  </a:lnTo>
                  <a:lnTo>
                    <a:pt x="38209" y="620"/>
                  </a:lnTo>
                  <a:lnTo>
                    <a:pt x="40298" y="3228"/>
                  </a:lnTo>
                  <a:lnTo>
                    <a:pt x="42387" y="7041"/>
                  </a:lnTo>
                  <a:lnTo>
                    <a:pt x="44476" y="11369"/>
                  </a:lnTo>
                  <a:lnTo>
                    <a:pt x="46565" y="16004"/>
                  </a:lnTo>
                  <a:lnTo>
                    <a:pt x="48655" y="23274"/>
                  </a:lnTo>
                  <a:lnTo>
                    <a:pt x="50744" y="30543"/>
                  </a:lnTo>
                  <a:lnTo>
                    <a:pt x="52833" y="38568"/>
                  </a:lnTo>
                  <a:lnTo>
                    <a:pt x="54922" y="45252"/>
                  </a:lnTo>
                  <a:lnTo>
                    <a:pt x="57011" y="50768"/>
                  </a:lnTo>
                  <a:lnTo>
                    <a:pt x="59100" y="57595"/>
                  </a:lnTo>
                  <a:lnTo>
                    <a:pt x="61189" y="64423"/>
                  </a:lnTo>
                  <a:lnTo>
                    <a:pt x="63278" y="73044"/>
                  </a:lnTo>
                  <a:lnTo>
                    <a:pt x="65367" y="85610"/>
                  </a:lnTo>
                  <a:lnTo>
                    <a:pt x="67456" y="98870"/>
                  </a:lnTo>
                  <a:lnTo>
                    <a:pt x="69545" y="109508"/>
                  </a:lnTo>
                  <a:lnTo>
                    <a:pt x="71634" y="120146"/>
                  </a:lnTo>
                  <a:lnTo>
                    <a:pt x="72129" y="12266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188720" y="2229712"/>
              <a:ext cx="0" cy="1503078"/>
            </a:xfrm>
            <a:custGeom>
              <a:avLst/>
              <a:pathLst>
                <a:path w="0" h="1503078">
                  <a:moveTo>
                    <a:pt x="0" y="15030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97280" y="373279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97280" y="343217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97280" y="313155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097280" y="283094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097280" y="253032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97280" y="222971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 rot="-5400000">
              <a:off x="790447" y="367515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21" name="tx20"/>
            <p:cNvSpPr/>
            <p:nvPr/>
          </p:nvSpPr>
          <p:spPr>
            <a:xfrm rot="-5400000">
              <a:off x="790447" y="307392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2" name="tx21"/>
            <p:cNvSpPr/>
            <p:nvPr/>
          </p:nvSpPr>
          <p:spPr>
            <a:xfrm rot="-5400000">
              <a:off x="790447" y="247269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3861866" y="1673289"/>
              <a:ext cx="1420266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e75_ecto_cnt_n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1439333" y="2036227"/>
              <a:ext cx="6069458" cy="1826954"/>
            </a:xfrm>
            <a:custGeom>
              <a:avLst/>
              <a:pathLst>
                <a:path w="6069458" h="1826954">
                  <a:moveTo>
                    <a:pt x="0" y="1676596"/>
                  </a:moveTo>
                  <a:lnTo>
                    <a:pt x="313" y="1686150"/>
                  </a:lnTo>
                  <a:lnTo>
                    <a:pt x="2402" y="1693367"/>
                  </a:lnTo>
                  <a:lnTo>
                    <a:pt x="4491" y="1700533"/>
                  </a:lnTo>
                  <a:lnTo>
                    <a:pt x="6580" y="1706099"/>
                  </a:lnTo>
                  <a:lnTo>
                    <a:pt x="8669" y="1711665"/>
                  </a:lnTo>
                  <a:lnTo>
                    <a:pt x="10758" y="1717131"/>
                  </a:lnTo>
                  <a:lnTo>
                    <a:pt x="12847" y="1721926"/>
                  </a:lnTo>
                  <a:lnTo>
                    <a:pt x="14936" y="1723549"/>
                  </a:lnTo>
                  <a:lnTo>
                    <a:pt x="17025" y="1721778"/>
                  </a:lnTo>
                  <a:lnTo>
                    <a:pt x="19114" y="1718407"/>
                  </a:lnTo>
                  <a:lnTo>
                    <a:pt x="21203" y="1715845"/>
                  </a:lnTo>
                  <a:lnTo>
                    <a:pt x="23292" y="1714853"/>
                  </a:lnTo>
                  <a:lnTo>
                    <a:pt x="25381" y="1714517"/>
                  </a:lnTo>
                  <a:lnTo>
                    <a:pt x="27470" y="1716802"/>
                  </a:lnTo>
                  <a:lnTo>
                    <a:pt x="29559" y="1719743"/>
                  </a:lnTo>
                  <a:lnTo>
                    <a:pt x="31648" y="1721706"/>
                  </a:lnTo>
                  <a:lnTo>
                    <a:pt x="33737" y="1724076"/>
                  </a:lnTo>
                  <a:lnTo>
                    <a:pt x="35826" y="1726630"/>
                  </a:lnTo>
                  <a:lnTo>
                    <a:pt x="37916" y="1729785"/>
                  </a:lnTo>
                  <a:lnTo>
                    <a:pt x="40005" y="1732339"/>
                  </a:lnTo>
                  <a:lnTo>
                    <a:pt x="42094" y="1734893"/>
                  </a:lnTo>
                  <a:lnTo>
                    <a:pt x="44183" y="1738048"/>
                  </a:lnTo>
                  <a:lnTo>
                    <a:pt x="46272" y="1741410"/>
                  </a:lnTo>
                  <a:lnTo>
                    <a:pt x="48361" y="1746401"/>
                  </a:lnTo>
                  <a:lnTo>
                    <a:pt x="50450" y="1751577"/>
                  </a:lnTo>
                  <a:lnTo>
                    <a:pt x="52539" y="1756754"/>
                  </a:lnTo>
                  <a:lnTo>
                    <a:pt x="54628" y="1762109"/>
                  </a:lnTo>
                  <a:lnTo>
                    <a:pt x="56717" y="1766148"/>
                  </a:lnTo>
                  <a:lnTo>
                    <a:pt x="58806" y="1767046"/>
                  </a:lnTo>
                  <a:lnTo>
                    <a:pt x="60895" y="1765775"/>
                  </a:lnTo>
                  <a:lnTo>
                    <a:pt x="62984" y="1764556"/>
                  </a:lnTo>
                  <a:lnTo>
                    <a:pt x="65073" y="1763081"/>
                  </a:lnTo>
                  <a:lnTo>
                    <a:pt x="67162" y="1761606"/>
                  </a:lnTo>
                  <a:lnTo>
                    <a:pt x="69251" y="1760762"/>
                  </a:lnTo>
                  <a:lnTo>
                    <a:pt x="71340" y="1759918"/>
                  </a:lnTo>
                  <a:lnTo>
                    <a:pt x="73429" y="1759075"/>
                  </a:lnTo>
                  <a:lnTo>
                    <a:pt x="75518" y="1757600"/>
                  </a:lnTo>
                  <a:lnTo>
                    <a:pt x="77607" y="1757600"/>
                  </a:lnTo>
                  <a:lnTo>
                    <a:pt x="79696" y="1758078"/>
                  </a:lnTo>
                  <a:lnTo>
                    <a:pt x="81785" y="1758078"/>
                  </a:lnTo>
                  <a:lnTo>
                    <a:pt x="83874" y="1758709"/>
                  </a:lnTo>
                  <a:lnTo>
                    <a:pt x="85963" y="1758709"/>
                  </a:lnTo>
                  <a:lnTo>
                    <a:pt x="88052" y="1758709"/>
                  </a:lnTo>
                  <a:lnTo>
                    <a:pt x="90141" y="1759340"/>
                  </a:lnTo>
                  <a:lnTo>
                    <a:pt x="92230" y="1759340"/>
                  </a:lnTo>
                  <a:lnTo>
                    <a:pt x="94319" y="1759340"/>
                  </a:lnTo>
                  <a:lnTo>
                    <a:pt x="96409" y="1761721"/>
                  </a:lnTo>
                  <a:lnTo>
                    <a:pt x="98498" y="1765575"/>
                  </a:lnTo>
                  <a:lnTo>
                    <a:pt x="100587" y="1768196"/>
                  </a:lnTo>
                  <a:lnTo>
                    <a:pt x="102676" y="1771318"/>
                  </a:lnTo>
                  <a:lnTo>
                    <a:pt x="104765" y="1773940"/>
                  </a:lnTo>
                  <a:lnTo>
                    <a:pt x="106854" y="1777721"/>
                  </a:lnTo>
                  <a:lnTo>
                    <a:pt x="108943" y="1780843"/>
                  </a:lnTo>
                  <a:lnTo>
                    <a:pt x="111032" y="1783465"/>
                  </a:lnTo>
                  <a:lnTo>
                    <a:pt x="113121" y="1786586"/>
                  </a:lnTo>
                  <a:lnTo>
                    <a:pt x="115210" y="1789208"/>
                  </a:lnTo>
                  <a:lnTo>
                    <a:pt x="117299" y="1792430"/>
                  </a:lnTo>
                  <a:lnTo>
                    <a:pt x="119388" y="1795652"/>
                  </a:lnTo>
                  <a:lnTo>
                    <a:pt x="121477" y="1799853"/>
                  </a:lnTo>
                  <a:lnTo>
                    <a:pt x="123566" y="1806477"/>
                  </a:lnTo>
                  <a:lnTo>
                    <a:pt x="125655" y="1812469"/>
                  </a:lnTo>
                  <a:lnTo>
                    <a:pt x="127744" y="1817653"/>
                  </a:lnTo>
                  <a:lnTo>
                    <a:pt x="129833" y="1821506"/>
                  </a:lnTo>
                  <a:lnTo>
                    <a:pt x="131922" y="1825602"/>
                  </a:lnTo>
                  <a:lnTo>
                    <a:pt x="132553" y="1826954"/>
                  </a:lnTo>
                  <a:lnTo>
                    <a:pt x="210425" y="1826954"/>
                  </a:lnTo>
                  <a:lnTo>
                    <a:pt x="211306" y="1824519"/>
                  </a:lnTo>
                  <a:lnTo>
                    <a:pt x="213395" y="1817867"/>
                  </a:lnTo>
                  <a:lnTo>
                    <a:pt x="215484" y="1811874"/>
                  </a:lnTo>
                  <a:lnTo>
                    <a:pt x="217573" y="1805882"/>
                  </a:lnTo>
                  <a:lnTo>
                    <a:pt x="219662" y="1799257"/>
                  </a:lnTo>
                  <a:lnTo>
                    <a:pt x="221751" y="1793765"/>
                  </a:lnTo>
                  <a:lnTo>
                    <a:pt x="223840" y="1788272"/>
                  </a:lnTo>
                  <a:lnTo>
                    <a:pt x="225929" y="1782779"/>
                  </a:lnTo>
                  <a:lnTo>
                    <a:pt x="228018" y="1777386"/>
                  </a:lnTo>
                  <a:lnTo>
                    <a:pt x="230107" y="1771393"/>
                  </a:lnTo>
                  <a:lnTo>
                    <a:pt x="232196" y="1765401"/>
                  </a:lnTo>
                  <a:lnTo>
                    <a:pt x="234285" y="1758777"/>
                  </a:lnTo>
                  <a:lnTo>
                    <a:pt x="236374" y="1752175"/>
                  </a:lnTo>
                  <a:lnTo>
                    <a:pt x="238463" y="1747481"/>
                  </a:lnTo>
                  <a:lnTo>
                    <a:pt x="240552" y="1743751"/>
                  </a:lnTo>
                  <a:lnTo>
                    <a:pt x="242641" y="1742838"/>
                  </a:lnTo>
                  <a:lnTo>
                    <a:pt x="244730" y="1742206"/>
                  </a:lnTo>
                  <a:lnTo>
                    <a:pt x="246819" y="1741575"/>
                  </a:lnTo>
                  <a:lnTo>
                    <a:pt x="248908" y="1741575"/>
                  </a:lnTo>
                  <a:lnTo>
                    <a:pt x="250997" y="1741575"/>
                  </a:lnTo>
                  <a:lnTo>
                    <a:pt x="253086" y="1741575"/>
                  </a:lnTo>
                  <a:lnTo>
                    <a:pt x="255175" y="1740466"/>
                  </a:lnTo>
                  <a:lnTo>
                    <a:pt x="257264" y="1738757"/>
                  </a:lnTo>
                  <a:lnTo>
                    <a:pt x="259353" y="1736907"/>
                  </a:lnTo>
                  <a:lnTo>
                    <a:pt x="261442" y="1736063"/>
                  </a:lnTo>
                  <a:lnTo>
                    <a:pt x="263531" y="1735220"/>
                  </a:lnTo>
                  <a:lnTo>
                    <a:pt x="265620" y="1733745"/>
                  </a:lnTo>
                  <a:lnTo>
                    <a:pt x="267710" y="1732270"/>
                  </a:lnTo>
                  <a:lnTo>
                    <a:pt x="269799" y="1730795"/>
                  </a:lnTo>
                  <a:lnTo>
                    <a:pt x="271888" y="1729965"/>
                  </a:lnTo>
                  <a:lnTo>
                    <a:pt x="273977" y="1731157"/>
                  </a:lnTo>
                  <a:lnTo>
                    <a:pt x="276066" y="1733452"/>
                  </a:lnTo>
                  <a:lnTo>
                    <a:pt x="278155" y="1735748"/>
                  </a:lnTo>
                  <a:lnTo>
                    <a:pt x="280244" y="1738044"/>
                  </a:lnTo>
                  <a:lnTo>
                    <a:pt x="282333" y="1740025"/>
                  </a:lnTo>
                  <a:lnTo>
                    <a:pt x="284422" y="1741406"/>
                  </a:lnTo>
                  <a:lnTo>
                    <a:pt x="286511" y="1742787"/>
                  </a:lnTo>
                  <a:lnTo>
                    <a:pt x="288600" y="1744768"/>
                  </a:lnTo>
                  <a:lnTo>
                    <a:pt x="290689" y="1746749"/>
                  </a:lnTo>
                  <a:lnTo>
                    <a:pt x="292778" y="1748161"/>
                  </a:lnTo>
                  <a:lnTo>
                    <a:pt x="294867" y="1749542"/>
                  </a:lnTo>
                  <a:lnTo>
                    <a:pt x="296956" y="1751838"/>
                  </a:lnTo>
                  <a:lnTo>
                    <a:pt x="299045" y="1754134"/>
                  </a:lnTo>
                  <a:lnTo>
                    <a:pt x="301134" y="1757429"/>
                  </a:lnTo>
                  <a:lnTo>
                    <a:pt x="303223" y="1759398"/>
                  </a:lnTo>
                  <a:lnTo>
                    <a:pt x="305312" y="1758898"/>
                  </a:lnTo>
                  <a:lnTo>
                    <a:pt x="307401" y="1756669"/>
                  </a:lnTo>
                  <a:lnTo>
                    <a:pt x="309490" y="1754441"/>
                  </a:lnTo>
                  <a:lnTo>
                    <a:pt x="311579" y="1752366"/>
                  </a:lnTo>
                  <a:lnTo>
                    <a:pt x="313668" y="1752294"/>
                  </a:lnTo>
                  <a:lnTo>
                    <a:pt x="315757" y="1752841"/>
                  </a:lnTo>
                  <a:lnTo>
                    <a:pt x="317846" y="1756045"/>
                  </a:lnTo>
                  <a:lnTo>
                    <a:pt x="319935" y="1759463"/>
                  </a:lnTo>
                  <a:lnTo>
                    <a:pt x="322024" y="1762881"/>
                  </a:lnTo>
                  <a:lnTo>
                    <a:pt x="324113" y="1766298"/>
                  </a:lnTo>
                  <a:lnTo>
                    <a:pt x="326203" y="1769972"/>
                  </a:lnTo>
                  <a:lnTo>
                    <a:pt x="328292" y="1772636"/>
                  </a:lnTo>
                  <a:lnTo>
                    <a:pt x="330381" y="1775300"/>
                  </a:lnTo>
                  <a:lnTo>
                    <a:pt x="332470" y="1777596"/>
                  </a:lnTo>
                  <a:lnTo>
                    <a:pt x="334559" y="1779291"/>
                  </a:lnTo>
                  <a:lnTo>
                    <a:pt x="336648" y="1781955"/>
                  </a:lnTo>
                  <a:lnTo>
                    <a:pt x="338737" y="1784619"/>
                  </a:lnTo>
                  <a:lnTo>
                    <a:pt x="340826" y="1787915"/>
                  </a:lnTo>
                  <a:lnTo>
                    <a:pt x="342915" y="1791005"/>
                  </a:lnTo>
                  <a:lnTo>
                    <a:pt x="345004" y="1793101"/>
                  </a:lnTo>
                  <a:lnTo>
                    <a:pt x="347093" y="1794982"/>
                  </a:lnTo>
                  <a:lnTo>
                    <a:pt x="349182" y="1794420"/>
                  </a:lnTo>
                  <a:lnTo>
                    <a:pt x="351271" y="1793576"/>
                  </a:lnTo>
                  <a:lnTo>
                    <a:pt x="353360" y="1793576"/>
                  </a:lnTo>
                  <a:lnTo>
                    <a:pt x="355449" y="1793576"/>
                  </a:lnTo>
                  <a:lnTo>
                    <a:pt x="357538" y="1793576"/>
                  </a:lnTo>
                  <a:lnTo>
                    <a:pt x="359627" y="1793576"/>
                  </a:lnTo>
                  <a:lnTo>
                    <a:pt x="361716" y="1794054"/>
                  </a:lnTo>
                  <a:lnTo>
                    <a:pt x="363805" y="1794532"/>
                  </a:lnTo>
                  <a:lnTo>
                    <a:pt x="365894" y="1795751"/>
                  </a:lnTo>
                  <a:lnTo>
                    <a:pt x="367983" y="1797226"/>
                  </a:lnTo>
                  <a:lnTo>
                    <a:pt x="370072" y="1799300"/>
                  </a:lnTo>
                  <a:lnTo>
                    <a:pt x="372161" y="1801375"/>
                  </a:lnTo>
                  <a:lnTo>
                    <a:pt x="374250" y="1803450"/>
                  </a:lnTo>
                  <a:lnTo>
                    <a:pt x="376339" y="1804925"/>
                  </a:lnTo>
                  <a:lnTo>
                    <a:pt x="378428" y="1806145"/>
                  </a:lnTo>
                  <a:lnTo>
                    <a:pt x="380517" y="1805120"/>
                  </a:lnTo>
                  <a:lnTo>
                    <a:pt x="382607" y="1804464"/>
                  </a:lnTo>
                  <a:lnTo>
                    <a:pt x="384696" y="1803330"/>
                  </a:lnTo>
                  <a:lnTo>
                    <a:pt x="386785" y="1801483"/>
                  </a:lnTo>
                  <a:lnTo>
                    <a:pt x="388874" y="1798393"/>
                  </a:lnTo>
                  <a:lnTo>
                    <a:pt x="390963" y="1793128"/>
                  </a:lnTo>
                  <a:lnTo>
                    <a:pt x="393052" y="1786720"/>
                  </a:lnTo>
                  <a:lnTo>
                    <a:pt x="395141" y="1779083"/>
                  </a:lnTo>
                  <a:lnTo>
                    <a:pt x="397230" y="1771054"/>
                  </a:lnTo>
                  <a:lnTo>
                    <a:pt x="399319" y="1761272"/>
                  </a:lnTo>
                  <a:lnTo>
                    <a:pt x="401408" y="1750166"/>
                  </a:lnTo>
                  <a:lnTo>
                    <a:pt x="403497" y="1737581"/>
                  </a:lnTo>
                  <a:lnTo>
                    <a:pt x="405586" y="1725177"/>
                  </a:lnTo>
                  <a:lnTo>
                    <a:pt x="407675" y="1711827"/>
                  </a:lnTo>
                  <a:lnTo>
                    <a:pt x="409764" y="1696997"/>
                  </a:lnTo>
                  <a:lnTo>
                    <a:pt x="411853" y="1681962"/>
                  </a:lnTo>
                  <a:lnTo>
                    <a:pt x="413942" y="1667132"/>
                  </a:lnTo>
                  <a:lnTo>
                    <a:pt x="416031" y="1652302"/>
                  </a:lnTo>
                  <a:lnTo>
                    <a:pt x="418120" y="1637427"/>
                  </a:lnTo>
                  <a:lnTo>
                    <a:pt x="420209" y="1623860"/>
                  </a:lnTo>
                  <a:lnTo>
                    <a:pt x="422298" y="1611540"/>
                  </a:lnTo>
                  <a:lnTo>
                    <a:pt x="424387" y="1600117"/>
                  </a:lnTo>
                  <a:lnTo>
                    <a:pt x="426476" y="1589426"/>
                  </a:lnTo>
                  <a:lnTo>
                    <a:pt x="428565" y="1579117"/>
                  </a:lnTo>
                  <a:lnTo>
                    <a:pt x="430654" y="1570428"/>
                  </a:lnTo>
                  <a:lnTo>
                    <a:pt x="432743" y="1562117"/>
                  </a:lnTo>
                  <a:lnTo>
                    <a:pt x="434832" y="1555693"/>
                  </a:lnTo>
                  <a:lnTo>
                    <a:pt x="436921" y="1549551"/>
                  </a:lnTo>
                  <a:lnTo>
                    <a:pt x="439010" y="1543591"/>
                  </a:lnTo>
                  <a:lnTo>
                    <a:pt x="441100" y="1538690"/>
                  </a:lnTo>
                  <a:lnTo>
                    <a:pt x="443189" y="1534235"/>
                  </a:lnTo>
                  <a:lnTo>
                    <a:pt x="445278" y="1529721"/>
                  </a:lnTo>
                  <a:lnTo>
                    <a:pt x="447367" y="1525206"/>
                  </a:lnTo>
                  <a:lnTo>
                    <a:pt x="449456" y="1521375"/>
                  </a:lnTo>
                  <a:lnTo>
                    <a:pt x="451545" y="1516850"/>
                  </a:lnTo>
                  <a:lnTo>
                    <a:pt x="453634" y="1511579"/>
                  </a:lnTo>
                  <a:lnTo>
                    <a:pt x="455723" y="1505933"/>
                  </a:lnTo>
                  <a:lnTo>
                    <a:pt x="457812" y="1500286"/>
                  </a:lnTo>
                  <a:lnTo>
                    <a:pt x="459901" y="1494174"/>
                  </a:lnTo>
                  <a:lnTo>
                    <a:pt x="461990" y="1488437"/>
                  </a:lnTo>
                  <a:lnTo>
                    <a:pt x="464079" y="1482701"/>
                  </a:lnTo>
                  <a:lnTo>
                    <a:pt x="466168" y="1476964"/>
                  </a:lnTo>
                  <a:lnTo>
                    <a:pt x="468257" y="1470853"/>
                  </a:lnTo>
                  <a:lnTo>
                    <a:pt x="470346" y="1466182"/>
                  </a:lnTo>
                  <a:lnTo>
                    <a:pt x="472435" y="1464109"/>
                  </a:lnTo>
                  <a:lnTo>
                    <a:pt x="474524" y="1462999"/>
                  </a:lnTo>
                  <a:lnTo>
                    <a:pt x="476613" y="1461290"/>
                  </a:lnTo>
                  <a:lnTo>
                    <a:pt x="478702" y="1460059"/>
                  </a:lnTo>
                  <a:lnTo>
                    <a:pt x="480791" y="1458350"/>
                  </a:lnTo>
                  <a:lnTo>
                    <a:pt x="482880" y="1457719"/>
                  </a:lnTo>
                  <a:lnTo>
                    <a:pt x="484969" y="1458350"/>
                  </a:lnTo>
                  <a:lnTo>
                    <a:pt x="487058" y="1461603"/>
                  </a:lnTo>
                  <a:lnTo>
                    <a:pt x="489147" y="1464857"/>
                  </a:lnTo>
                  <a:lnTo>
                    <a:pt x="491236" y="1469187"/>
                  </a:lnTo>
                  <a:lnTo>
                    <a:pt x="493325" y="1474232"/>
                  </a:lnTo>
                  <a:lnTo>
                    <a:pt x="495414" y="1481333"/>
                  </a:lnTo>
                  <a:lnTo>
                    <a:pt x="497504" y="1490610"/>
                  </a:lnTo>
                  <a:lnTo>
                    <a:pt x="499593" y="1501029"/>
                  </a:lnTo>
                  <a:lnTo>
                    <a:pt x="501682" y="1512678"/>
                  </a:lnTo>
                  <a:lnTo>
                    <a:pt x="503771" y="1524219"/>
                  </a:lnTo>
                  <a:lnTo>
                    <a:pt x="505860" y="1538083"/>
                  </a:lnTo>
                  <a:lnTo>
                    <a:pt x="507949" y="1553200"/>
                  </a:lnTo>
                  <a:lnTo>
                    <a:pt x="510038" y="1568982"/>
                  </a:lnTo>
                  <a:lnTo>
                    <a:pt x="512127" y="1585742"/>
                  </a:lnTo>
                  <a:lnTo>
                    <a:pt x="514216" y="1603080"/>
                  </a:lnTo>
                  <a:lnTo>
                    <a:pt x="516305" y="1621898"/>
                  </a:lnTo>
                  <a:lnTo>
                    <a:pt x="518394" y="1641517"/>
                  </a:lnTo>
                  <a:lnTo>
                    <a:pt x="520483" y="1658660"/>
                  </a:lnTo>
                  <a:lnTo>
                    <a:pt x="522572" y="1674011"/>
                  </a:lnTo>
                  <a:lnTo>
                    <a:pt x="524661" y="1687979"/>
                  </a:lnTo>
                  <a:lnTo>
                    <a:pt x="526750" y="1701313"/>
                  </a:lnTo>
                  <a:lnTo>
                    <a:pt x="528839" y="1713400"/>
                  </a:lnTo>
                  <a:lnTo>
                    <a:pt x="530928" y="1724590"/>
                  </a:lnTo>
                  <a:lnTo>
                    <a:pt x="533017" y="1735829"/>
                  </a:lnTo>
                  <a:lnTo>
                    <a:pt x="535106" y="1747576"/>
                  </a:lnTo>
                  <a:lnTo>
                    <a:pt x="537195" y="1757509"/>
                  </a:lnTo>
                  <a:lnTo>
                    <a:pt x="539284" y="1767174"/>
                  </a:lnTo>
                  <a:lnTo>
                    <a:pt x="541373" y="1777750"/>
                  </a:lnTo>
                  <a:lnTo>
                    <a:pt x="543462" y="1787133"/>
                  </a:lnTo>
                  <a:lnTo>
                    <a:pt x="545551" y="1796708"/>
                  </a:lnTo>
                  <a:lnTo>
                    <a:pt x="547640" y="1805919"/>
                  </a:lnTo>
                  <a:lnTo>
                    <a:pt x="549729" y="1816257"/>
                  </a:lnTo>
                  <a:lnTo>
                    <a:pt x="551630" y="1826954"/>
                  </a:lnTo>
                  <a:lnTo>
                    <a:pt x="691359" y="1826954"/>
                  </a:lnTo>
                  <a:lnTo>
                    <a:pt x="691784" y="1825048"/>
                  </a:lnTo>
                  <a:lnTo>
                    <a:pt x="693873" y="1815592"/>
                  </a:lnTo>
                  <a:lnTo>
                    <a:pt x="695962" y="1804350"/>
                  </a:lnTo>
                  <a:lnTo>
                    <a:pt x="698051" y="1795187"/>
                  </a:lnTo>
                  <a:lnTo>
                    <a:pt x="700140" y="1788712"/>
                  </a:lnTo>
                  <a:lnTo>
                    <a:pt x="702229" y="1782238"/>
                  </a:lnTo>
                  <a:lnTo>
                    <a:pt x="704318" y="1777815"/>
                  </a:lnTo>
                  <a:lnTo>
                    <a:pt x="706407" y="1775221"/>
                  </a:lnTo>
                  <a:lnTo>
                    <a:pt x="708496" y="1771784"/>
                  </a:lnTo>
                  <a:lnTo>
                    <a:pt x="710585" y="1768720"/>
                  </a:lnTo>
                  <a:lnTo>
                    <a:pt x="712674" y="1764904"/>
                  </a:lnTo>
                  <a:lnTo>
                    <a:pt x="714763" y="1763120"/>
                  </a:lnTo>
                  <a:lnTo>
                    <a:pt x="716852" y="1762549"/>
                  </a:lnTo>
                  <a:lnTo>
                    <a:pt x="718941" y="1759836"/>
                  </a:lnTo>
                  <a:lnTo>
                    <a:pt x="721030" y="1756692"/>
                  </a:lnTo>
                  <a:lnTo>
                    <a:pt x="723119" y="1754933"/>
                  </a:lnTo>
                  <a:lnTo>
                    <a:pt x="725208" y="1752635"/>
                  </a:lnTo>
                  <a:lnTo>
                    <a:pt x="727298" y="1752394"/>
                  </a:lnTo>
                  <a:lnTo>
                    <a:pt x="729387" y="1751430"/>
                  </a:lnTo>
                  <a:lnTo>
                    <a:pt x="731476" y="1748846"/>
                  </a:lnTo>
                  <a:lnTo>
                    <a:pt x="733565" y="1744421"/>
                  </a:lnTo>
                  <a:lnTo>
                    <a:pt x="735654" y="1736961"/>
                  </a:lnTo>
                  <a:lnTo>
                    <a:pt x="737743" y="1728440"/>
                  </a:lnTo>
                  <a:lnTo>
                    <a:pt x="739832" y="1719189"/>
                  </a:lnTo>
                  <a:lnTo>
                    <a:pt x="741921" y="1709938"/>
                  </a:lnTo>
                  <a:lnTo>
                    <a:pt x="744010" y="1699636"/>
                  </a:lnTo>
                  <a:lnTo>
                    <a:pt x="746099" y="1691263"/>
                  </a:lnTo>
                  <a:lnTo>
                    <a:pt x="748188" y="1681128"/>
                  </a:lnTo>
                  <a:lnTo>
                    <a:pt x="750277" y="1670908"/>
                  </a:lnTo>
                  <a:lnTo>
                    <a:pt x="752366" y="1661026"/>
                  </a:lnTo>
                  <a:lnTo>
                    <a:pt x="754455" y="1650666"/>
                  </a:lnTo>
                  <a:lnTo>
                    <a:pt x="756544" y="1641732"/>
                  </a:lnTo>
                  <a:lnTo>
                    <a:pt x="758633" y="1633275"/>
                  </a:lnTo>
                  <a:lnTo>
                    <a:pt x="760722" y="1625000"/>
                  </a:lnTo>
                  <a:lnTo>
                    <a:pt x="762811" y="1616724"/>
                  </a:lnTo>
                  <a:lnTo>
                    <a:pt x="764900" y="1609467"/>
                  </a:lnTo>
                  <a:lnTo>
                    <a:pt x="766989" y="1605175"/>
                  </a:lnTo>
                  <a:lnTo>
                    <a:pt x="769078" y="1601383"/>
                  </a:lnTo>
                  <a:lnTo>
                    <a:pt x="771167" y="1599308"/>
                  </a:lnTo>
                  <a:lnTo>
                    <a:pt x="773256" y="1597833"/>
                  </a:lnTo>
                  <a:lnTo>
                    <a:pt x="775345" y="1597989"/>
                  </a:lnTo>
                  <a:lnTo>
                    <a:pt x="777434" y="1596721"/>
                  </a:lnTo>
                  <a:lnTo>
                    <a:pt x="779523" y="1593964"/>
                  </a:lnTo>
                  <a:lnTo>
                    <a:pt x="781612" y="1592793"/>
                  </a:lnTo>
                  <a:lnTo>
                    <a:pt x="783701" y="1591022"/>
                  </a:lnTo>
                  <a:lnTo>
                    <a:pt x="785791" y="1589910"/>
                  </a:lnTo>
                  <a:lnTo>
                    <a:pt x="787880" y="1588798"/>
                  </a:lnTo>
                  <a:lnTo>
                    <a:pt x="789969" y="1587686"/>
                  </a:lnTo>
                  <a:lnTo>
                    <a:pt x="792058" y="1587585"/>
                  </a:lnTo>
                  <a:lnTo>
                    <a:pt x="794147" y="1587713"/>
                  </a:lnTo>
                  <a:lnTo>
                    <a:pt x="796236" y="1587841"/>
                  </a:lnTo>
                  <a:lnTo>
                    <a:pt x="798325" y="1588323"/>
                  </a:lnTo>
                  <a:lnTo>
                    <a:pt x="800414" y="1590109"/>
                  </a:lnTo>
                  <a:lnTo>
                    <a:pt x="802503" y="1593253"/>
                  </a:lnTo>
                  <a:lnTo>
                    <a:pt x="804592" y="1597069"/>
                  </a:lnTo>
                  <a:lnTo>
                    <a:pt x="806681" y="1600213"/>
                  </a:lnTo>
                  <a:lnTo>
                    <a:pt x="808770" y="1602710"/>
                  </a:lnTo>
                  <a:lnTo>
                    <a:pt x="810859" y="1607371"/>
                  </a:lnTo>
                  <a:lnTo>
                    <a:pt x="812948" y="1612033"/>
                  </a:lnTo>
                  <a:lnTo>
                    <a:pt x="815037" y="1617538"/>
                  </a:lnTo>
                  <a:lnTo>
                    <a:pt x="817126" y="1622019"/>
                  </a:lnTo>
                  <a:lnTo>
                    <a:pt x="819215" y="1625520"/>
                  </a:lnTo>
                  <a:lnTo>
                    <a:pt x="821304" y="1628391"/>
                  </a:lnTo>
                  <a:lnTo>
                    <a:pt x="823393" y="1630452"/>
                  </a:lnTo>
                  <a:lnTo>
                    <a:pt x="825482" y="1634785"/>
                  </a:lnTo>
                  <a:lnTo>
                    <a:pt x="827571" y="1640909"/>
                  </a:lnTo>
                  <a:lnTo>
                    <a:pt x="829660" y="1645802"/>
                  </a:lnTo>
                  <a:lnTo>
                    <a:pt x="831749" y="1649849"/>
                  </a:lnTo>
                  <a:lnTo>
                    <a:pt x="833838" y="1651839"/>
                  </a:lnTo>
                  <a:lnTo>
                    <a:pt x="835927" y="1652752"/>
                  </a:lnTo>
                  <a:lnTo>
                    <a:pt x="838016" y="1654142"/>
                  </a:lnTo>
                  <a:lnTo>
                    <a:pt x="840105" y="1657373"/>
                  </a:lnTo>
                  <a:lnTo>
                    <a:pt x="842194" y="1663638"/>
                  </a:lnTo>
                  <a:lnTo>
                    <a:pt x="844284" y="1670184"/>
                  </a:lnTo>
                  <a:lnTo>
                    <a:pt x="846373" y="1678240"/>
                  </a:lnTo>
                  <a:lnTo>
                    <a:pt x="848462" y="1686297"/>
                  </a:lnTo>
                  <a:lnTo>
                    <a:pt x="850551" y="1695616"/>
                  </a:lnTo>
                  <a:lnTo>
                    <a:pt x="852640" y="1704936"/>
                  </a:lnTo>
                  <a:lnTo>
                    <a:pt x="854729" y="1713877"/>
                  </a:lnTo>
                  <a:lnTo>
                    <a:pt x="856818" y="1722902"/>
                  </a:lnTo>
                  <a:lnTo>
                    <a:pt x="858907" y="1731112"/>
                  </a:lnTo>
                  <a:lnTo>
                    <a:pt x="860996" y="1739434"/>
                  </a:lnTo>
                  <a:lnTo>
                    <a:pt x="863085" y="1747756"/>
                  </a:lnTo>
                  <a:lnTo>
                    <a:pt x="865174" y="1755600"/>
                  </a:lnTo>
                  <a:lnTo>
                    <a:pt x="867263" y="1763922"/>
                  </a:lnTo>
                  <a:lnTo>
                    <a:pt x="869352" y="1771869"/>
                  </a:lnTo>
                  <a:lnTo>
                    <a:pt x="871441" y="1779297"/>
                  </a:lnTo>
                  <a:lnTo>
                    <a:pt x="873530" y="1786194"/>
                  </a:lnTo>
                  <a:lnTo>
                    <a:pt x="875619" y="1792428"/>
                  </a:lnTo>
                  <a:lnTo>
                    <a:pt x="877708" y="1796946"/>
                  </a:lnTo>
                  <a:lnTo>
                    <a:pt x="879797" y="1801463"/>
                  </a:lnTo>
                  <a:lnTo>
                    <a:pt x="881886" y="1804758"/>
                  </a:lnTo>
                  <a:lnTo>
                    <a:pt x="883975" y="1807907"/>
                  </a:lnTo>
                  <a:lnTo>
                    <a:pt x="886064" y="1812067"/>
                  </a:lnTo>
                  <a:lnTo>
                    <a:pt x="888153" y="1814009"/>
                  </a:lnTo>
                  <a:lnTo>
                    <a:pt x="890242" y="1815951"/>
                  </a:lnTo>
                  <a:lnTo>
                    <a:pt x="892331" y="1817235"/>
                  </a:lnTo>
                  <a:lnTo>
                    <a:pt x="894420" y="1818893"/>
                  </a:lnTo>
                  <a:lnTo>
                    <a:pt x="896509" y="1820552"/>
                  </a:lnTo>
                  <a:lnTo>
                    <a:pt x="898598" y="1821835"/>
                  </a:lnTo>
                  <a:lnTo>
                    <a:pt x="900688" y="1824149"/>
                  </a:lnTo>
                  <a:lnTo>
                    <a:pt x="902777" y="1826464"/>
                  </a:lnTo>
                  <a:lnTo>
                    <a:pt x="904866" y="1826247"/>
                  </a:lnTo>
                  <a:lnTo>
                    <a:pt x="906955" y="1825727"/>
                  </a:lnTo>
                  <a:lnTo>
                    <a:pt x="909044" y="1825879"/>
                  </a:lnTo>
                  <a:lnTo>
                    <a:pt x="911133" y="1825358"/>
                  </a:lnTo>
                  <a:lnTo>
                    <a:pt x="913222" y="1825510"/>
                  </a:lnTo>
                  <a:lnTo>
                    <a:pt x="915311" y="1826308"/>
                  </a:lnTo>
                  <a:lnTo>
                    <a:pt x="917400" y="1825320"/>
                  </a:lnTo>
                  <a:lnTo>
                    <a:pt x="919489" y="1824332"/>
                  </a:lnTo>
                  <a:lnTo>
                    <a:pt x="921578" y="1823345"/>
                  </a:lnTo>
                  <a:lnTo>
                    <a:pt x="923667" y="1823016"/>
                  </a:lnTo>
                  <a:lnTo>
                    <a:pt x="925756" y="1822809"/>
                  </a:lnTo>
                  <a:lnTo>
                    <a:pt x="927845" y="1822602"/>
                  </a:lnTo>
                  <a:lnTo>
                    <a:pt x="929934" y="1822774"/>
                  </a:lnTo>
                  <a:lnTo>
                    <a:pt x="932023" y="1821685"/>
                  </a:lnTo>
                  <a:lnTo>
                    <a:pt x="934112" y="1819610"/>
                  </a:lnTo>
                  <a:lnTo>
                    <a:pt x="936201" y="1818135"/>
                  </a:lnTo>
                  <a:lnTo>
                    <a:pt x="938290" y="1817292"/>
                  </a:lnTo>
                  <a:lnTo>
                    <a:pt x="940379" y="1816448"/>
                  </a:lnTo>
                  <a:lnTo>
                    <a:pt x="942468" y="1816082"/>
                  </a:lnTo>
                  <a:lnTo>
                    <a:pt x="944557" y="1815239"/>
                  </a:lnTo>
                  <a:lnTo>
                    <a:pt x="946646" y="1814020"/>
                  </a:lnTo>
                  <a:lnTo>
                    <a:pt x="948735" y="1812422"/>
                  </a:lnTo>
                  <a:lnTo>
                    <a:pt x="950824" y="1810825"/>
                  </a:lnTo>
                  <a:lnTo>
                    <a:pt x="952913" y="1809227"/>
                  </a:lnTo>
                  <a:lnTo>
                    <a:pt x="955002" y="1807630"/>
                  </a:lnTo>
                  <a:lnTo>
                    <a:pt x="957091" y="1805401"/>
                  </a:lnTo>
                  <a:lnTo>
                    <a:pt x="959181" y="1803551"/>
                  </a:lnTo>
                  <a:lnTo>
                    <a:pt x="961270" y="1801953"/>
                  </a:lnTo>
                  <a:lnTo>
                    <a:pt x="963359" y="1800356"/>
                  </a:lnTo>
                  <a:lnTo>
                    <a:pt x="965448" y="1798868"/>
                  </a:lnTo>
                  <a:lnTo>
                    <a:pt x="967537" y="1797746"/>
                  </a:lnTo>
                  <a:lnTo>
                    <a:pt x="969626" y="1796309"/>
                  </a:lnTo>
                  <a:lnTo>
                    <a:pt x="971715" y="1794873"/>
                  </a:lnTo>
                  <a:lnTo>
                    <a:pt x="973804" y="1793436"/>
                  </a:lnTo>
                  <a:lnTo>
                    <a:pt x="975893" y="1792375"/>
                  </a:lnTo>
                  <a:lnTo>
                    <a:pt x="977982" y="1791314"/>
                  </a:lnTo>
                  <a:lnTo>
                    <a:pt x="980071" y="1790191"/>
                  </a:lnTo>
                  <a:lnTo>
                    <a:pt x="982160" y="1789445"/>
                  </a:lnTo>
                  <a:lnTo>
                    <a:pt x="984249" y="1789066"/>
                  </a:lnTo>
                  <a:lnTo>
                    <a:pt x="986338" y="1786559"/>
                  </a:lnTo>
                  <a:lnTo>
                    <a:pt x="988427" y="1781666"/>
                  </a:lnTo>
                  <a:lnTo>
                    <a:pt x="990516" y="1776027"/>
                  </a:lnTo>
                  <a:lnTo>
                    <a:pt x="992605" y="1770387"/>
                  </a:lnTo>
                  <a:lnTo>
                    <a:pt x="994694" y="1765116"/>
                  </a:lnTo>
                  <a:lnTo>
                    <a:pt x="996783" y="1760223"/>
                  </a:lnTo>
                  <a:lnTo>
                    <a:pt x="998872" y="1755331"/>
                  </a:lnTo>
                  <a:lnTo>
                    <a:pt x="1000961" y="1750438"/>
                  </a:lnTo>
                  <a:lnTo>
                    <a:pt x="1003050" y="1745911"/>
                  </a:lnTo>
                  <a:lnTo>
                    <a:pt x="1005139" y="1741760"/>
                  </a:lnTo>
                  <a:lnTo>
                    <a:pt x="1007228" y="1736577"/>
                  </a:lnTo>
                  <a:lnTo>
                    <a:pt x="1009317" y="1730900"/>
                  </a:lnTo>
                  <a:lnTo>
                    <a:pt x="1011406" y="1724752"/>
                  </a:lnTo>
                  <a:lnTo>
                    <a:pt x="1013495" y="1717184"/>
                  </a:lnTo>
                  <a:lnTo>
                    <a:pt x="1015585" y="1709250"/>
                  </a:lnTo>
                  <a:lnTo>
                    <a:pt x="1017674" y="1702734"/>
                  </a:lnTo>
                  <a:lnTo>
                    <a:pt x="1019763" y="1698595"/>
                  </a:lnTo>
                  <a:lnTo>
                    <a:pt x="1021852" y="1694456"/>
                  </a:lnTo>
                  <a:lnTo>
                    <a:pt x="1023941" y="1689938"/>
                  </a:lnTo>
                  <a:lnTo>
                    <a:pt x="1026030" y="1685787"/>
                  </a:lnTo>
                  <a:lnTo>
                    <a:pt x="1028119" y="1682113"/>
                  </a:lnTo>
                  <a:lnTo>
                    <a:pt x="1030208" y="1678439"/>
                  </a:lnTo>
                  <a:lnTo>
                    <a:pt x="1032297" y="1675144"/>
                  </a:lnTo>
                  <a:lnTo>
                    <a:pt x="1034386" y="1670324"/>
                  </a:lnTo>
                  <a:lnTo>
                    <a:pt x="1036475" y="1664647"/>
                  </a:lnTo>
                  <a:lnTo>
                    <a:pt x="1038564" y="1659943"/>
                  </a:lnTo>
                  <a:lnTo>
                    <a:pt x="1040653" y="1656525"/>
                  </a:lnTo>
                  <a:lnTo>
                    <a:pt x="1042742" y="1653980"/>
                  </a:lnTo>
                  <a:lnTo>
                    <a:pt x="1044831" y="1652146"/>
                  </a:lnTo>
                  <a:lnTo>
                    <a:pt x="1046920" y="1649829"/>
                  </a:lnTo>
                  <a:lnTo>
                    <a:pt x="1049009" y="1647511"/>
                  </a:lnTo>
                  <a:lnTo>
                    <a:pt x="1051098" y="1645193"/>
                  </a:lnTo>
                  <a:lnTo>
                    <a:pt x="1053187" y="1642385"/>
                  </a:lnTo>
                  <a:lnTo>
                    <a:pt x="1055276" y="1639477"/>
                  </a:lnTo>
                  <a:lnTo>
                    <a:pt x="1057365" y="1635910"/>
                  </a:lnTo>
                  <a:lnTo>
                    <a:pt x="1059454" y="1631843"/>
                  </a:lnTo>
                  <a:lnTo>
                    <a:pt x="1061543" y="1627776"/>
                  </a:lnTo>
                  <a:lnTo>
                    <a:pt x="1063632" y="1623615"/>
                  </a:lnTo>
                  <a:lnTo>
                    <a:pt x="1065721" y="1618103"/>
                  </a:lnTo>
                  <a:lnTo>
                    <a:pt x="1067810" y="1614035"/>
                  </a:lnTo>
                  <a:lnTo>
                    <a:pt x="1069899" y="1609282"/>
                  </a:lnTo>
                  <a:lnTo>
                    <a:pt x="1071988" y="1603791"/>
                  </a:lnTo>
                  <a:lnTo>
                    <a:pt x="1074078" y="1598800"/>
                  </a:lnTo>
                  <a:lnTo>
                    <a:pt x="1076167" y="1593986"/>
                  </a:lnTo>
                  <a:lnTo>
                    <a:pt x="1078256" y="1590001"/>
                  </a:lnTo>
                  <a:lnTo>
                    <a:pt x="1080345" y="1586017"/>
                  </a:lnTo>
                  <a:lnTo>
                    <a:pt x="1082434" y="1581402"/>
                  </a:lnTo>
                  <a:lnTo>
                    <a:pt x="1084523" y="1578061"/>
                  </a:lnTo>
                  <a:lnTo>
                    <a:pt x="1086612" y="1573131"/>
                  </a:lnTo>
                  <a:lnTo>
                    <a:pt x="1088701" y="1568200"/>
                  </a:lnTo>
                  <a:lnTo>
                    <a:pt x="1090790" y="1562901"/>
                  </a:lnTo>
                  <a:lnTo>
                    <a:pt x="1092879" y="1559731"/>
                  </a:lnTo>
                  <a:lnTo>
                    <a:pt x="1094968" y="1559420"/>
                  </a:lnTo>
                  <a:lnTo>
                    <a:pt x="1097057" y="1561385"/>
                  </a:lnTo>
                  <a:lnTo>
                    <a:pt x="1099146" y="1563351"/>
                  </a:lnTo>
                  <a:lnTo>
                    <a:pt x="1101235" y="1565546"/>
                  </a:lnTo>
                  <a:lnTo>
                    <a:pt x="1103324" y="1568192"/>
                  </a:lnTo>
                  <a:lnTo>
                    <a:pt x="1105413" y="1570085"/>
                  </a:lnTo>
                  <a:lnTo>
                    <a:pt x="1107502" y="1571602"/>
                  </a:lnTo>
                  <a:lnTo>
                    <a:pt x="1109591" y="1572753"/>
                  </a:lnTo>
                  <a:lnTo>
                    <a:pt x="1111680" y="1574658"/>
                  </a:lnTo>
                  <a:lnTo>
                    <a:pt x="1113769" y="1577595"/>
                  </a:lnTo>
                  <a:lnTo>
                    <a:pt x="1115858" y="1580894"/>
                  </a:lnTo>
                  <a:lnTo>
                    <a:pt x="1117947" y="1587410"/>
                  </a:lnTo>
                  <a:lnTo>
                    <a:pt x="1120036" y="1594978"/>
                  </a:lnTo>
                  <a:lnTo>
                    <a:pt x="1122125" y="1603291"/>
                  </a:lnTo>
                  <a:lnTo>
                    <a:pt x="1124214" y="1610185"/>
                  </a:lnTo>
                  <a:lnTo>
                    <a:pt x="1126303" y="1614324"/>
                  </a:lnTo>
                  <a:lnTo>
                    <a:pt x="1128392" y="1618841"/>
                  </a:lnTo>
                  <a:lnTo>
                    <a:pt x="1130482" y="1623734"/>
                  </a:lnTo>
                  <a:lnTo>
                    <a:pt x="1132571" y="1628627"/>
                  </a:lnTo>
                  <a:lnTo>
                    <a:pt x="1134660" y="1633042"/>
                  </a:lnTo>
                  <a:lnTo>
                    <a:pt x="1136749" y="1637457"/>
                  </a:lnTo>
                  <a:lnTo>
                    <a:pt x="1138838" y="1641873"/>
                  </a:lnTo>
                  <a:lnTo>
                    <a:pt x="1140927" y="1648289"/>
                  </a:lnTo>
                  <a:lnTo>
                    <a:pt x="1143016" y="1654708"/>
                  </a:lnTo>
                  <a:lnTo>
                    <a:pt x="1145105" y="1660632"/>
                  </a:lnTo>
                  <a:lnTo>
                    <a:pt x="1147194" y="1664474"/>
                  </a:lnTo>
                  <a:lnTo>
                    <a:pt x="1149283" y="1665872"/>
                  </a:lnTo>
                  <a:lnTo>
                    <a:pt x="1151372" y="1666558"/>
                  </a:lnTo>
                  <a:lnTo>
                    <a:pt x="1153461" y="1667730"/>
                  </a:lnTo>
                  <a:lnTo>
                    <a:pt x="1155550" y="1668901"/>
                  </a:lnTo>
                  <a:lnTo>
                    <a:pt x="1157639" y="1670671"/>
                  </a:lnTo>
                  <a:lnTo>
                    <a:pt x="1159728" y="1673308"/>
                  </a:lnTo>
                  <a:lnTo>
                    <a:pt x="1161817" y="1676423"/>
                  </a:lnTo>
                  <a:lnTo>
                    <a:pt x="1163906" y="1679735"/>
                  </a:lnTo>
                  <a:lnTo>
                    <a:pt x="1165995" y="1682898"/>
                  </a:lnTo>
                  <a:lnTo>
                    <a:pt x="1168084" y="1684634"/>
                  </a:lnTo>
                  <a:lnTo>
                    <a:pt x="1170173" y="1685887"/>
                  </a:lnTo>
                  <a:lnTo>
                    <a:pt x="1172262" y="1688112"/>
                  </a:lnTo>
                  <a:lnTo>
                    <a:pt x="1174351" y="1689272"/>
                  </a:lnTo>
                  <a:lnTo>
                    <a:pt x="1176440" y="1691117"/>
                  </a:lnTo>
                  <a:lnTo>
                    <a:pt x="1178529" y="1694354"/>
                  </a:lnTo>
                  <a:lnTo>
                    <a:pt x="1180618" y="1698149"/>
                  </a:lnTo>
                  <a:lnTo>
                    <a:pt x="1182707" y="1702082"/>
                  </a:lnTo>
                  <a:lnTo>
                    <a:pt x="1184796" y="1704154"/>
                  </a:lnTo>
                  <a:lnTo>
                    <a:pt x="1186885" y="1705254"/>
                  </a:lnTo>
                  <a:lnTo>
                    <a:pt x="1188975" y="1706705"/>
                  </a:lnTo>
                  <a:lnTo>
                    <a:pt x="1191064" y="1705369"/>
                  </a:lnTo>
                  <a:lnTo>
                    <a:pt x="1193153" y="1705309"/>
                  </a:lnTo>
                  <a:lnTo>
                    <a:pt x="1195242" y="1705382"/>
                  </a:lnTo>
                  <a:lnTo>
                    <a:pt x="1197331" y="1706014"/>
                  </a:lnTo>
                  <a:lnTo>
                    <a:pt x="1199420" y="1708022"/>
                  </a:lnTo>
                  <a:lnTo>
                    <a:pt x="1201509" y="1710563"/>
                  </a:lnTo>
                  <a:lnTo>
                    <a:pt x="1203598" y="1711194"/>
                  </a:lnTo>
                  <a:lnTo>
                    <a:pt x="1205687" y="1711826"/>
                  </a:lnTo>
                  <a:lnTo>
                    <a:pt x="1207776" y="1711860"/>
                  </a:lnTo>
                  <a:lnTo>
                    <a:pt x="1209865" y="1710432"/>
                  </a:lnTo>
                  <a:lnTo>
                    <a:pt x="1211954" y="1710390"/>
                  </a:lnTo>
                  <a:lnTo>
                    <a:pt x="1214043" y="1710348"/>
                  </a:lnTo>
                  <a:lnTo>
                    <a:pt x="1216132" y="1712003"/>
                  </a:lnTo>
                  <a:lnTo>
                    <a:pt x="1218221" y="1714578"/>
                  </a:lnTo>
                  <a:lnTo>
                    <a:pt x="1220310" y="1717021"/>
                  </a:lnTo>
                  <a:lnTo>
                    <a:pt x="1222399" y="1721249"/>
                  </a:lnTo>
                  <a:lnTo>
                    <a:pt x="1224488" y="1723477"/>
                  </a:lnTo>
                  <a:lnTo>
                    <a:pt x="1226577" y="1726165"/>
                  </a:lnTo>
                  <a:lnTo>
                    <a:pt x="1228666" y="1725993"/>
                  </a:lnTo>
                  <a:lnTo>
                    <a:pt x="1230755" y="1725822"/>
                  </a:lnTo>
                  <a:lnTo>
                    <a:pt x="1232844" y="1726029"/>
                  </a:lnTo>
                  <a:lnTo>
                    <a:pt x="1234933" y="1725857"/>
                  </a:lnTo>
                  <a:lnTo>
                    <a:pt x="1237022" y="1725310"/>
                  </a:lnTo>
                  <a:lnTo>
                    <a:pt x="1239111" y="1724398"/>
                  </a:lnTo>
                  <a:lnTo>
                    <a:pt x="1241200" y="1723485"/>
                  </a:lnTo>
                  <a:lnTo>
                    <a:pt x="1243289" y="1721062"/>
                  </a:lnTo>
                  <a:lnTo>
                    <a:pt x="1245379" y="1717278"/>
                  </a:lnTo>
                  <a:lnTo>
                    <a:pt x="1247468" y="1713017"/>
                  </a:lnTo>
                  <a:lnTo>
                    <a:pt x="1249557" y="1708602"/>
                  </a:lnTo>
                  <a:lnTo>
                    <a:pt x="1251646" y="1703709"/>
                  </a:lnTo>
                  <a:lnTo>
                    <a:pt x="1253735" y="1699236"/>
                  </a:lnTo>
                  <a:lnTo>
                    <a:pt x="1255824" y="1696334"/>
                  </a:lnTo>
                  <a:lnTo>
                    <a:pt x="1257913" y="1693060"/>
                  </a:lnTo>
                  <a:lnTo>
                    <a:pt x="1260002" y="1691585"/>
                  </a:lnTo>
                  <a:lnTo>
                    <a:pt x="1262091" y="1690110"/>
                  </a:lnTo>
                  <a:lnTo>
                    <a:pt x="1264180" y="1687281"/>
                  </a:lnTo>
                  <a:lnTo>
                    <a:pt x="1266269" y="1684452"/>
                  </a:lnTo>
                  <a:lnTo>
                    <a:pt x="1268358" y="1681623"/>
                  </a:lnTo>
                  <a:lnTo>
                    <a:pt x="1270447" y="1678888"/>
                  </a:lnTo>
                  <a:lnTo>
                    <a:pt x="1272536" y="1676803"/>
                  </a:lnTo>
                  <a:lnTo>
                    <a:pt x="1274625" y="1678171"/>
                  </a:lnTo>
                  <a:lnTo>
                    <a:pt x="1276714" y="1681079"/>
                  </a:lnTo>
                  <a:lnTo>
                    <a:pt x="1278803" y="1683987"/>
                  </a:lnTo>
                  <a:lnTo>
                    <a:pt x="1280892" y="1686527"/>
                  </a:lnTo>
                  <a:lnTo>
                    <a:pt x="1282981" y="1689067"/>
                  </a:lnTo>
                  <a:lnTo>
                    <a:pt x="1285070" y="1691321"/>
                  </a:lnTo>
                  <a:lnTo>
                    <a:pt x="1287159" y="1692885"/>
                  </a:lnTo>
                  <a:lnTo>
                    <a:pt x="1289248" y="1694449"/>
                  </a:lnTo>
                  <a:lnTo>
                    <a:pt x="1291337" y="1697044"/>
                  </a:lnTo>
                  <a:lnTo>
                    <a:pt x="1293426" y="1700611"/>
                  </a:lnTo>
                  <a:lnTo>
                    <a:pt x="1295515" y="1704092"/>
                  </a:lnTo>
                  <a:lnTo>
                    <a:pt x="1297604" y="1709450"/>
                  </a:lnTo>
                  <a:lnTo>
                    <a:pt x="1299693" y="1715188"/>
                  </a:lnTo>
                  <a:lnTo>
                    <a:pt x="1301782" y="1720791"/>
                  </a:lnTo>
                  <a:lnTo>
                    <a:pt x="1303872" y="1725837"/>
                  </a:lnTo>
                  <a:lnTo>
                    <a:pt x="1305961" y="1729127"/>
                  </a:lnTo>
                  <a:lnTo>
                    <a:pt x="1308050" y="1731790"/>
                  </a:lnTo>
                  <a:lnTo>
                    <a:pt x="1310139" y="1734454"/>
                  </a:lnTo>
                  <a:lnTo>
                    <a:pt x="1312228" y="1737118"/>
                  </a:lnTo>
                  <a:lnTo>
                    <a:pt x="1314317" y="1739782"/>
                  </a:lnTo>
                  <a:lnTo>
                    <a:pt x="1316406" y="1743078"/>
                  </a:lnTo>
                  <a:lnTo>
                    <a:pt x="1318495" y="1745374"/>
                  </a:lnTo>
                  <a:lnTo>
                    <a:pt x="1320584" y="1748037"/>
                  </a:lnTo>
                  <a:lnTo>
                    <a:pt x="1322673" y="1749382"/>
                  </a:lnTo>
                  <a:lnTo>
                    <a:pt x="1324762" y="1749429"/>
                  </a:lnTo>
                  <a:lnTo>
                    <a:pt x="1326851" y="1749608"/>
                  </a:lnTo>
                  <a:lnTo>
                    <a:pt x="1328940" y="1747757"/>
                  </a:lnTo>
                  <a:lnTo>
                    <a:pt x="1331029" y="1746282"/>
                  </a:lnTo>
                  <a:lnTo>
                    <a:pt x="1333118" y="1744348"/>
                  </a:lnTo>
                  <a:lnTo>
                    <a:pt x="1335207" y="1745739"/>
                  </a:lnTo>
                  <a:lnTo>
                    <a:pt x="1337296" y="1747130"/>
                  </a:lnTo>
                  <a:lnTo>
                    <a:pt x="1339385" y="1748520"/>
                  </a:lnTo>
                  <a:lnTo>
                    <a:pt x="1341474" y="1750542"/>
                  </a:lnTo>
                  <a:lnTo>
                    <a:pt x="1343563" y="1752563"/>
                  </a:lnTo>
                  <a:lnTo>
                    <a:pt x="1345652" y="1754585"/>
                  </a:lnTo>
                  <a:lnTo>
                    <a:pt x="1347741" y="1755579"/>
                  </a:lnTo>
                  <a:lnTo>
                    <a:pt x="1349830" y="1758248"/>
                  </a:lnTo>
                  <a:lnTo>
                    <a:pt x="1351919" y="1761619"/>
                  </a:lnTo>
                  <a:lnTo>
                    <a:pt x="1354008" y="1764990"/>
                  </a:lnTo>
                  <a:lnTo>
                    <a:pt x="1356097" y="1768492"/>
                  </a:lnTo>
                  <a:lnTo>
                    <a:pt x="1358186" y="1771995"/>
                  </a:lnTo>
                  <a:lnTo>
                    <a:pt x="1360276" y="1775997"/>
                  </a:lnTo>
                  <a:lnTo>
                    <a:pt x="1362365" y="1778440"/>
                  </a:lnTo>
                  <a:lnTo>
                    <a:pt x="1364454" y="1781202"/>
                  </a:lnTo>
                  <a:lnTo>
                    <a:pt x="1366543" y="1782165"/>
                  </a:lnTo>
                  <a:lnTo>
                    <a:pt x="1368632" y="1783881"/>
                  </a:lnTo>
                  <a:lnTo>
                    <a:pt x="1370721" y="1786351"/>
                  </a:lnTo>
                  <a:lnTo>
                    <a:pt x="1372810" y="1788821"/>
                  </a:lnTo>
                  <a:lnTo>
                    <a:pt x="1374899" y="1792745"/>
                  </a:lnTo>
                  <a:lnTo>
                    <a:pt x="1376988" y="1797926"/>
                  </a:lnTo>
                  <a:lnTo>
                    <a:pt x="1379077" y="1805838"/>
                  </a:lnTo>
                  <a:lnTo>
                    <a:pt x="1381166" y="1812204"/>
                  </a:lnTo>
                  <a:lnTo>
                    <a:pt x="1383255" y="1817605"/>
                  </a:lnTo>
                  <a:lnTo>
                    <a:pt x="1385344" y="1823976"/>
                  </a:lnTo>
                  <a:lnTo>
                    <a:pt x="1386439" y="1826954"/>
                  </a:lnTo>
                  <a:lnTo>
                    <a:pt x="1435103" y="1826954"/>
                  </a:lnTo>
                  <a:lnTo>
                    <a:pt x="1435481" y="1824922"/>
                  </a:lnTo>
                  <a:lnTo>
                    <a:pt x="1437570" y="1813086"/>
                  </a:lnTo>
                  <a:lnTo>
                    <a:pt x="1439659" y="1801250"/>
                  </a:lnTo>
                  <a:lnTo>
                    <a:pt x="1441748" y="1789444"/>
                  </a:lnTo>
                  <a:lnTo>
                    <a:pt x="1443837" y="1776765"/>
                  </a:lnTo>
                  <a:lnTo>
                    <a:pt x="1445926" y="1762969"/>
                  </a:lnTo>
                  <a:lnTo>
                    <a:pt x="1448015" y="1748485"/>
                  </a:lnTo>
                  <a:lnTo>
                    <a:pt x="1450104" y="1735532"/>
                  </a:lnTo>
                  <a:lnTo>
                    <a:pt x="1452193" y="1721721"/>
                  </a:lnTo>
                  <a:lnTo>
                    <a:pt x="1454282" y="1709808"/>
                  </a:lnTo>
                  <a:lnTo>
                    <a:pt x="1456371" y="1698924"/>
                  </a:lnTo>
                  <a:lnTo>
                    <a:pt x="1458460" y="1690767"/>
                  </a:lnTo>
                  <a:lnTo>
                    <a:pt x="1460549" y="1682371"/>
                  </a:lnTo>
                  <a:lnTo>
                    <a:pt x="1462638" y="1675451"/>
                  </a:lnTo>
                  <a:lnTo>
                    <a:pt x="1464727" y="1667164"/>
                  </a:lnTo>
                  <a:lnTo>
                    <a:pt x="1466816" y="1658377"/>
                  </a:lnTo>
                  <a:lnTo>
                    <a:pt x="1468905" y="1651150"/>
                  </a:lnTo>
                  <a:lnTo>
                    <a:pt x="1470994" y="1643343"/>
                  </a:lnTo>
                  <a:lnTo>
                    <a:pt x="1473083" y="1635536"/>
                  </a:lnTo>
                  <a:lnTo>
                    <a:pt x="1475173" y="1628598"/>
                  </a:lnTo>
                  <a:lnTo>
                    <a:pt x="1477262" y="1623357"/>
                  </a:lnTo>
                  <a:lnTo>
                    <a:pt x="1479351" y="1618211"/>
                  </a:lnTo>
                  <a:lnTo>
                    <a:pt x="1481440" y="1611610"/>
                  </a:lnTo>
                  <a:lnTo>
                    <a:pt x="1483529" y="1604120"/>
                  </a:lnTo>
                  <a:lnTo>
                    <a:pt x="1485618" y="1593421"/>
                  </a:lnTo>
                  <a:lnTo>
                    <a:pt x="1487707" y="1583316"/>
                  </a:lnTo>
                  <a:lnTo>
                    <a:pt x="1489796" y="1573895"/>
                  </a:lnTo>
                  <a:lnTo>
                    <a:pt x="1491885" y="1564901"/>
                  </a:lnTo>
                  <a:lnTo>
                    <a:pt x="1493974" y="1557337"/>
                  </a:lnTo>
                  <a:lnTo>
                    <a:pt x="1496063" y="1552533"/>
                  </a:lnTo>
                  <a:lnTo>
                    <a:pt x="1498152" y="1547351"/>
                  </a:lnTo>
                  <a:lnTo>
                    <a:pt x="1500241" y="1541184"/>
                  </a:lnTo>
                  <a:lnTo>
                    <a:pt x="1502330" y="1533730"/>
                  </a:lnTo>
                  <a:lnTo>
                    <a:pt x="1504419" y="1526277"/>
                  </a:lnTo>
                  <a:lnTo>
                    <a:pt x="1506508" y="1518823"/>
                  </a:lnTo>
                  <a:lnTo>
                    <a:pt x="1508597" y="1511422"/>
                  </a:lnTo>
                  <a:lnTo>
                    <a:pt x="1510686" y="1505888"/>
                  </a:lnTo>
                  <a:lnTo>
                    <a:pt x="1512775" y="1502341"/>
                  </a:lnTo>
                  <a:lnTo>
                    <a:pt x="1514864" y="1498793"/>
                  </a:lnTo>
                  <a:lnTo>
                    <a:pt x="1516953" y="1497288"/>
                  </a:lnTo>
                  <a:lnTo>
                    <a:pt x="1519042" y="1496299"/>
                  </a:lnTo>
                  <a:lnTo>
                    <a:pt x="1521131" y="1494532"/>
                  </a:lnTo>
                  <a:lnTo>
                    <a:pt x="1523220" y="1491892"/>
                  </a:lnTo>
                  <a:lnTo>
                    <a:pt x="1525309" y="1489407"/>
                  </a:lnTo>
                  <a:lnTo>
                    <a:pt x="1527398" y="1483927"/>
                  </a:lnTo>
                  <a:lnTo>
                    <a:pt x="1529487" y="1479888"/>
                  </a:lnTo>
                  <a:lnTo>
                    <a:pt x="1531576" y="1478658"/>
                  </a:lnTo>
                  <a:lnTo>
                    <a:pt x="1533666" y="1480785"/>
                  </a:lnTo>
                  <a:lnTo>
                    <a:pt x="1535755" y="1483420"/>
                  </a:lnTo>
                  <a:lnTo>
                    <a:pt x="1537844" y="1487762"/>
                  </a:lnTo>
                  <a:lnTo>
                    <a:pt x="1539933" y="1493494"/>
                  </a:lnTo>
                  <a:lnTo>
                    <a:pt x="1542022" y="1498192"/>
                  </a:lnTo>
                  <a:lnTo>
                    <a:pt x="1544111" y="1503128"/>
                  </a:lnTo>
                  <a:lnTo>
                    <a:pt x="1546200" y="1508635"/>
                  </a:lnTo>
                  <a:lnTo>
                    <a:pt x="1548289" y="1513268"/>
                  </a:lnTo>
                  <a:lnTo>
                    <a:pt x="1550378" y="1519457"/>
                  </a:lnTo>
                  <a:lnTo>
                    <a:pt x="1552467" y="1528583"/>
                  </a:lnTo>
                  <a:lnTo>
                    <a:pt x="1554556" y="1538595"/>
                  </a:lnTo>
                  <a:lnTo>
                    <a:pt x="1556645" y="1548467"/>
                  </a:lnTo>
                  <a:lnTo>
                    <a:pt x="1558734" y="1560428"/>
                  </a:lnTo>
                  <a:lnTo>
                    <a:pt x="1560823" y="1571520"/>
                  </a:lnTo>
                  <a:lnTo>
                    <a:pt x="1562912" y="1581416"/>
                  </a:lnTo>
                  <a:lnTo>
                    <a:pt x="1565001" y="1589244"/>
                  </a:lnTo>
                  <a:lnTo>
                    <a:pt x="1567090" y="1598053"/>
                  </a:lnTo>
                  <a:lnTo>
                    <a:pt x="1569179" y="1605885"/>
                  </a:lnTo>
                  <a:lnTo>
                    <a:pt x="1571268" y="1615085"/>
                  </a:lnTo>
                  <a:lnTo>
                    <a:pt x="1573357" y="1624284"/>
                  </a:lnTo>
                  <a:lnTo>
                    <a:pt x="1575446" y="1633962"/>
                  </a:lnTo>
                  <a:lnTo>
                    <a:pt x="1577535" y="1643793"/>
                  </a:lnTo>
                  <a:lnTo>
                    <a:pt x="1579624" y="1653624"/>
                  </a:lnTo>
                  <a:lnTo>
                    <a:pt x="1581713" y="1661835"/>
                  </a:lnTo>
                  <a:lnTo>
                    <a:pt x="1583802" y="1668348"/>
                  </a:lnTo>
                  <a:lnTo>
                    <a:pt x="1585891" y="1674766"/>
                  </a:lnTo>
                  <a:lnTo>
                    <a:pt x="1587980" y="1681662"/>
                  </a:lnTo>
                  <a:lnTo>
                    <a:pt x="1590070" y="1688558"/>
                  </a:lnTo>
                  <a:lnTo>
                    <a:pt x="1592159" y="1695932"/>
                  </a:lnTo>
                  <a:lnTo>
                    <a:pt x="1594248" y="1700862"/>
                  </a:lnTo>
                  <a:lnTo>
                    <a:pt x="1596337" y="1704489"/>
                  </a:lnTo>
                  <a:lnTo>
                    <a:pt x="1598426" y="1706086"/>
                  </a:lnTo>
                  <a:lnTo>
                    <a:pt x="1600515" y="1707315"/>
                  </a:lnTo>
                  <a:lnTo>
                    <a:pt x="1602604" y="1705912"/>
                  </a:lnTo>
                  <a:lnTo>
                    <a:pt x="1604693" y="1704888"/>
                  </a:lnTo>
                  <a:lnTo>
                    <a:pt x="1606782" y="1703386"/>
                  </a:lnTo>
                  <a:lnTo>
                    <a:pt x="1608871" y="1700825"/>
                  </a:lnTo>
                  <a:lnTo>
                    <a:pt x="1610960" y="1697051"/>
                  </a:lnTo>
                  <a:lnTo>
                    <a:pt x="1613049" y="1692538"/>
                  </a:lnTo>
                  <a:lnTo>
                    <a:pt x="1615138" y="1688012"/>
                  </a:lnTo>
                  <a:lnTo>
                    <a:pt x="1617227" y="1683488"/>
                  </a:lnTo>
                  <a:lnTo>
                    <a:pt x="1619316" y="1678280"/>
                  </a:lnTo>
                  <a:lnTo>
                    <a:pt x="1621405" y="1673073"/>
                  </a:lnTo>
                  <a:lnTo>
                    <a:pt x="1623494" y="1668180"/>
                  </a:lnTo>
                  <a:lnTo>
                    <a:pt x="1625583" y="1664962"/>
                  </a:lnTo>
                  <a:lnTo>
                    <a:pt x="1627672" y="1664089"/>
                  </a:lnTo>
                  <a:lnTo>
                    <a:pt x="1629761" y="1664089"/>
                  </a:lnTo>
                  <a:lnTo>
                    <a:pt x="1631850" y="1665376"/>
                  </a:lnTo>
                  <a:lnTo>
                    <a:pt x="1633939" y="1668217"/>
                  </a:lnTo>
                  <a:lnTo>
                    <a:pt x="1636028" y="1671057"/>
                  </a:lnTo>
                  <a:lnTo>
                    <a:pt x="1638117" y="1673898"/>
                  </a:lnTo>
                  <a:lnTo>
                    <a:pt x="1640206" y="1677869"/>
                  </a:lnTo>
                  <a:lnTo>
                    <a:pt x="1642295" y="1683645"/>
                  </a:lnTo>
                  <a:lnTo>
                    <a:pt x="1644384" y="1689790"/>
                  </a:lnTo>
                  <a:lnTo>
                    <a:pt x="1646473" y="1696314"/>
                  </a:lnTo>
                  <a:lnTo>
                    <a:pt x="1648563" y="1702838"/>
                  </a:lnTo>
                  <a:lnTo>
                    <a:pt x="1650652" y="1709361"/>
                  </a:lnTo>
                  <a:lnTo>
                    <a:pt x="1652741" y="1715316"/>
                  </a:lnTo>
                  <a:lnTo>
                    <a:pt x="1654830" y="1721270"/>
                  </a:lnTo>
                  <a:lnTo>
                    <a:pt x="1656919" y="1726541"/>
                  </a:lnTo>
                  <a:lnTo>
                    <a:pt x="1659008" y="1730368"/>
                  </a:lnTo>
                  <a:lnTo>
                    <a:pt x="1661097" y="1733365"/>
                  </a:lnTo>
                  <a:lnTo>
                    <a:pt x="1663186" y="1734970"/>
                  </a:lnTo>
                  <a:lnTo>
                    <a:pt x="1665275" y="1735711"/>
                  </a:lnTo>
                  <a:lnTo>
                    <a:pt x="1667364" y="1735185"/>
                  </a:lnTo>
                  <a:lnTo>
                    <a:pt x="1669453" y="1732142"/>
                  </a:lnTo>
                  <a:lnTo>
                    <a:pt x="1671542" y="1729700"/>
                  </a:lnTo>
                  <a:lnTo>
                    <a:pt x="1673631" y="1726516"/>
                  </a:lnTo>
                  <a:lnTo>
                    <a:pt x="1675720" y="1723332"/>
                  </a:lnTo>
                  <a:lnTo>
                    <a:pt x="1677809" y="1719548"/>
                  </a:lnTo>
                  <a:lnTo>
                    <a:pt x="1679898" y="1716365"/>
                  </a:lnTo>
                  <a:lnTo>
                    <a:pt x="1681987" y="1710890"/>
                  </a:lnTo>
                  <a:lnTo>
                    <a:pt x="1684076" y="1703574"/>
                  </a:lnTo>
                  <a:lnTo>
                    <a:pt x="1686165" y="1695474"/>
                  </a:lnTo>
                  <a:lnTo>
                    <a:pt x="1688254" y="1686874"/>
                  </a:lnTo>
                  <a:lnTo>
                    <a:pt x="1690343" y="1678274"/>
                  </a:lnTo>
                  <a:lnTo>
                    <a:pt x="1692432" y="1669674"/>
                  </a:lnTo>
                  <a:lnTo>
                    <a:pt x="1694521" y="1661097"/>
                  </a:lnTo>
                  <a:lnTo>
                    <a:pt x="1696610" y="1652019"/>
                  </a:lnTo>
                  <a:lnTo>
                    <a:pt x="1698699" y="1643794"/>
                  </a:lnTo>
                  <a:lnTo>
                    <a:pt x="1700788" y="1638270"/>
                  </a:lnTo>
                  <a:lnTo>
                    <a:pt x="1702877" y="1632886"/>
                  </a:lnTo>
                  <a:lnTo>
                    <a:pt x="1704967" y="1627768"/>
                  </a:lnTo>
                  <a:lnTo>
                    <a:pt x="1707056" y="1622650"/>
                  </a:lnTo>
                  <a:lnTo>
                    <a:pt x="1709145" y="1617899"/>
                  </a:lnTo>
                  <a:lnTo>
                    <a:pt x="1711234" y="1612781"/>
                  </a:lnTo>
                  <a:lnTo>
                    <a:pt x="1713323" y="1609933"/>
                  </a:lnTo>
                  <a:lnTo>
                    <a:pt x="1715412" y="1611119"/>
                  </a:lnTo>
                  <a:lnTo>
                    <a:pt x="1717501" y="1615271"/>
                  </a:lnTo>
                  <a:lnTo>
                    <a:pt x="1719590" y="1620164"/>
                  </a:lnTo>
                  <a:lnTo>
                    <a:pt x="1721679" y="1625435"/>
                  </a:lnTo>
                  <a:lnTo>
                    <a:pt x="1723768" y="1630328"/>
                  </a:lnTo>
                  <a:lnTo>
                    <a:pt x="1725857" y="1635535"/>
                  </a:lnTo>
                  <a:lnTo>
                    <a:pt x="1727946" y="1640743"/>
                  </a:lnTo>
                  <a:lnTo>
                    <a:pt x="1730035" y="1646319"/>
                  </a:lnTo>
                  <a:lnTo>
                    <a:pt x="1732124" y="1650220"/>
                  </a:lnTo>
                  <a:lnTo>
                    <a:pt x="1734213" y="1653525"/>
                  </a:lnTo>
                  <a:lnTo>
                    <a:pt x="1736302" y="1656830"/>
                  </a:lnTo>
                  <a:lnTo>
                    <a:pt x="1738391" y="1660134"/>
                  </a:lnTo>
                  <a:lnTo>
                    <a:pt x="1740480" y="1663070"/>
                  </a:lnTo>
                  <a:lnTo>
                    <a:pt x="1742569" y="1666375"/>
                  </a:lnTo>
                  <a:lnTo>
                    <a:pt x="1744658" y="1669680"/>
                  </a:lnTo>
                  <a:lnTo>
                    <a:pt x="1746747" y="1672232"/>
                  </a:lnTo>
                  <a:lnTo>
                    <a:pt x="1748836" y="1672979"/>
                  </a:lnTo>
                  <a:lnTo>
                    <a:pt x="1750925" y="1673732"/>
                  </a:lnTo>
                  <a:lnTo>
                    <a:pt x="1753014" y="1671855"/>
                  </a:lnTo>
                  <a:lnTo>
                    <a:pt x="1755103" y="1669608"/>
                  </a:lnTo>
                  <a:lnTo>
                    <a:pt x="1757192" y="1667362"/>
                  </a:lnTo>
                  <a:lnTo>
                    <a:pt x="1759281" y="1665115"/>
                  </a:lnTo>
                  <a:lnTo>
                    <a:pt x="1761370" y="1662493"/>
                  </a:lnTo>
                  <a:lnTo>
                    <a:pt x="1763460" y="1660613"/>
                  </a:lnTo>
                  <a:lnTo>
                    <a:pt x="1765549" y="1658358"/>
                  </a:lnTo>
                  <a:lnTo>
                    <a:pt x="1767638" y="1656102"/>
                  </a:lnTo>
                  <a:lnTo>
                    <a:pt x="1769727" y="1653846"/>
                  </a:lnTo>
                  <a:lnTo>
                    <a:pt x="1771816" y="1651224"/>
                  </a:lnTo>
                  <a:lnTo>
                    <a:pt x="1773905" y="1649871"/>
                  </a:lnTo>
                  <a:lnTo>
                    <a:pt x="1775994" y="1650426"/>
                  </a:lnTo>
                  <a:lnTo>
                    <a:pt x="1778083" y="1647975"/>
                  </a:lnTo>
                  <a:lnTo>
                    <a:pt x="1780172" y="1644098"/>
                  </a:lnTo>
                  <a:lnTo>
                    <a:pt x="1782261" y="1639266"/>
                  </a:lnTo>
                  <a:lnTo>
                    <a:pt x="1784350" y="1636721"/>
                  </a:lnTo>
                  <a:lnTo>
                    <a:pt x="1786439" y="1631984"/>
                  </a:lnTo>
                  <a:lnTo>
                    <a:pt x="1788528" y="1628966"/>
                  </a:lnTo>
                  <a:lnTo>
                    <a:pt x="1790617" y="1628644"/>
                  </a:lnTo>
                  <a:lnTo>
                    <a:pt x="1792706" y="1629848"/>
                  </a:lnTo>
                  <a:lnTo>
                    <a:pt x="1794795" y="1630810"/>
                  </a:lnTo>
                  <a:lnTo>
                    <a:pt x="1796884" y="1632148"/>
                  </a:lnTo>
                  <a:lnTo>
                    <a:pt x="1798973" y="1633486"/>
                  </a:lnTo>
                  <a:lnTo>
                    <a:pt x="1801062" y="1634690"/>
                  </a:lnTo>
                  <a:lnTo>
                    <a:pt x="1803151" y="1636301"/>
                  </a:lnTo>
                  <a:lnTo>
                    <a:pt x="1805240" y="1634246"/>
                  </a:lnTo>
                  <a:lnTo>
                    <a:pt x="1807329" y="1628159"/>
                  </a:lnTo>
                  <a:lnTo>
                    <a:pt x="1809418" y="1622901"/>
                  </a:lnTo>
                  <a:lnTo>
                    <a:pt x="1811507" y="1619030"/>
                  </a:lnTo>
                  <a:lnTo>
                    <a:pt x="1813596" y="1615617"/>
                  </a:lnTo>
                  <a:lnTo>
                    <a:pt x="1815685" y="1611838"/>
                  </a:lnTo>
                  <a:lnTo>
                    <a:pt x="1817774" y="1609961"/>
                  </a:lnTo>
                  <a:lnTo>
                    <a:pt x="1819864" y="1606378"/>
                  </a:lnTo>
                  <a:lnTo>
                    <a:pt x="1821953" y="1598989"/>
                  </a:lnTo>
                  <a:lnTo>
                    <a:pt x="1824042" y="1587789"/>
                  </a:lnTo>
                  <a:lnTo>
                    <a:pt x="1826131" y="1576375"/>
                  </a:lnTo>
                  <a:lnTo>
                    <a:pt x="1828220" y="1564586"/>
                  </a:lnTo>
                  <a:lnTo>
                    <a:pt x="1830309" y="1553176"/>
                  </a:lnTo>
                  <a:lnTo>
                    <a:pt x="1832398" y="1541756"/>
                  </a:lnTo>
                  <a:lnTo>
                    <a:pt x="1834487" y="1530405"/>
                  </a:lnTo>
                  <a:lnTo>
                    <a:pt x="1836576" y="1520807"/>
                  </a:lnTo>
                  <a:lnTo>
                    <a:pt x="1838665" y="1514964"/>
                  </a:lnTo>
                  <a:lnTo>
                    <a:pt x="1840754" y="1510825"/>
                  </a:lnTo>
                  <a:lnTo>
                    <a:pt x="1842843" y="1507529"/>
                  </a:lnTo>
                  <a:lnTo>
                    <a:pt x="1844932" y="1502516"/>
                  </a:lnTo>
                  <a:lnTo>
                    <a:pt x="1847021" y="1497586"/>
                  </a:lnTo>
                  <a:lnTo>
                    <a:pt x="1849110" y="1492288"/>
                  </a:lnTo>
                  <a:lnTo>
                    <a:pt x="1851199" y="1486989"/>
                  </a:lnTo>
                  <a:lnTo>
                    <a:pt x="1853288" y="1481806"/>
                  </a:lnTo>
                  <a:lnTo>
                    <a:pt x="1855377" y="1479200"/>
                  </a:lnTo>
                  <a:lnTo>
                    <a:pt x="1857466" y="1476943"/>
                  </a:lnTo>
                  <a:lnTo>
                    <a:pt x="1859555" y="1476245"/>
                  </a:lnTo>
                  <a:lnTo>
                    <a:pt x="1861644" y="1474818"/>
                  </a:lnTo>
                  <a:lnTo>
                    <a:pt x="1863733" y="1474022"/>
                  </a:lnTo>
                  <a:lnTo>
                    <a:pt x="1865822" y="1473015"/>
                  </a:lnTo>
                  <a:lnTo>
                    <a:pt x="1867911" y="1470591"/>
                  </a:lnTo>
                  <a:lnTo>
                    <a:pt x="1870000" y="1467426"/>
                  </a:lnTo>
                  <a:lnTo>
                    <a:pt x="1872089" y="1464260"/>
                  </a:lnTo>
                  <a:lnTo>
                    <a:pt x="1874178" y="1461095"/>
                  </a:lnTo>
                  <a:lnTo>
                    <a:pt x="1876267" y="1458605"/>
                  </a:lnTo>
                  <a:lnTo>
                    <a:pt x="1878357" y="1453733"/>
                  </a:lnTo>
                  <a:lnTo>
                    <a:pt x="1880446" y="1449376"/>
                  </a:lnTo>
                  <a:lnTo>
                    <a:pt x="1882535" y="1445626"/>
                  </a:lnTo>
                  <a:lnTo>
                    <a:pt x="1884624" y="1444281"/>
                  </a:lnTo>
                  <a:lnTo>
                    <a:pt x="1886713" y="1443763"/>
                  </a:lnTo>
                  <a:lnTo>
                    <a:pt x="1888802" y="1444200"/>
                  </a:lnTo>
                  <a:lnTo>
                    <a:pt x="1890891" y="1443822"/>
                  </a:lnTo>
                  <a:lnTo>
                    <a:pt x="1892980" y="1445324"/>
                  </a:lnTo>
                  <a:lnTo>
                    <a:pt x="1895069" y="1446922"/>
                  </a:lnTo>
                  <a:lnTo>
                    <a:pt x="1897158" y="1447953"/>
                  </a:lnTo>
                  <a:lnTo>
                    <a:pt x="1899247" y="1447244"/>
                  </a:lnTo>
                  <a:lnTo>
                    <a:pt x="1901336" y="1446193"/>
                  </a:lnTo>
                  <a:lnTo>
                    <a:pt x="1903425" y="1444767"/>
                  </a:lnTo>
                  <a:lnTo>
                    <a:pt x="1905514" y="1442600"/>
                  </a:lnTo>
                  <a:lnTo>
                    <a:pt x="1907603" y="1440939"/>
                  </a:lnTo>
                  <a:lnTo>
                    <a:pt x="1909692" y="1441811"/>
                  </a:lnTo>
                  <a:lnTo>
                    <a:pt x="1911781" y="1443980"/>
                  </a:lnTo>
                  <a:lnTo>
                    <a:pt x="1913870" y="1448470"/>
                  </a:lnTo>
                  <a:lnTo>
                    <a:pt x="1915959" y="1450480"/>
                  </a:lnTo>
                  <a:lnTo>
                    <a:pt x="1918048" y="1450183"/>
                  </a:lnTo>
                  <a:lnTo>
                    <a:pt x="1920137" y="1449430"/>
                  </a:lnTo>
                  <a:lnTo>
                    <a:pt x="1922226" y="1448676"/>
                  </a:lnTo>
                  <a:lnTo>
                    <a:pt x="1924315" y="1446764"/>
                  </a:lnTo>
                  <a:lnTo>
                    <a:pt x="1926404" y="1444768"/>
                  </a:lnTo>
                  <a:lnTo>
                    <a:pt x="1928493" y="1443913"/>
                  </a:lnTo>
                  <a:lnTo>
                    <a:pt x="1930582" y="1447568"/>
                  </a:lnTo>
                  <a:lnTo>
                    <a:pt x="1932671" y="1452085"/>
                  </a:lnTo>
                  <a:lnTo>
                    <a:pt x="1934761" y="1456978"/>
                  </a:lnTo>
                  <a:lnTo>
                    <a:pt x="1936850" y="1461871"/>
                  </a:lnTo>
                  <a:lnTo>
                    <a:pt x="1938939" y="1467143"/>
                  </a:lnTo>
                  <a:lnTo>
                    <a:pt x="1941028" y="1473084"/>
                  </a:lnTo>
                  <a:lnTo>
                    <a:pt x="1943117" y="1478124"/>
                  </a:lnTo>
                  <a:lnTo>
                    <a:pt x="1945206" y="1479828"/>
                  </a:lnTo>
                  <a:lnTo>
                    <a:pt x="1947295" y="1482592"/>
                  </a:lnTo>
                  <a:lnTo>
                    <a:pt x="1949384" y="1486641"/>
                  </a:lnTo>
                  <a:lnTo>
                    <a:pt x="1951473" y="1492408"/>
                  </a:lnTo>
                  <a:lnTo>
                    <a:pt x="1953562" y="1498085"/>
                  </a:lnTo>
                  <a:lnTo>
                    <a:pt x="1955651" y="1503384"/>
                  </a:lnTo>
                  <a:lnTo>
                    <a:pt x="1957740" y="1508682"/>
                  </a:lnTo>
                  <a:lnTo>
                    <a:pt x="1959829" y="1513864"/>
                  </a:lnTo>
                  <a:lnTo>
                    <a:pt x="1961918" y="1516471"/>
                  </a:lnTo>
                  <a:lnTo>
                    <a:pt x="1964007" y="1518352"/>
                  </a:lnTo>
                  <a:lnTo>
                    <a:pt x="1966096" y="1520928"/>
                  </a:lnTo>
                  <a:lnTo>
                    <a:pt x="1968185" y="1525343"/>
                  </a:lnTo>
                  <a:lnTo>
                    <a:pt x="1970274" y="1529126"/>
                  </a:lnTo>
                  <a:lnTo>
                    <a:pt x="1972363" y="1532380"/>
                  </a:lnTo>
                  <a:lnTo>
                    <a:pt x="1974452" y="1537426"/>
                  </a:lnTo>
                  <a:lnTo>
                    <a:pt x="1976541" y="1542471"/>
                  </a:lnTo>
                  <a:lnTo>
                    <a:pt x="1978630" y="1547517"/>
                  </a:lnTo>
                  <a:lnTo>
                    <a:pt x="1980719" y="1552562"/>
                  </a:lnTo>
                  <a:lnTo>
                    <a:pt x="1982808" y="1557309"/>
                  </a:lnTo>
                  <a:lnTo>
                    <a:pt x="1984897" y="1564436"/>
                  </a:lnTo>
                  <a:lnTo>
                    <a:pt x="1986986" y="1571415"/>
                  </a:lnTo>
                  <a:lnTo>
                    <a:pt x="1989075" y="1578871"/>
                  </a:lnTo>
                  <a:lnTo>
                    <a:pt x="1991164" y="1585851"/>
                  </a:lnTo>
                  <a:lnTo>
                    <a:pt x="1993254" y="1593064"/>
                  </a:lnTo>
                  <a:lnTo>
                    <a:pt x="1995343" y="1600277"/>
                  </a:lnTo>
                  <a:lnTo>
                    <a:pt x="1997432" y="1606618"/>
                  </a:lnTo>
                  <a:lnTo>
                    <a:pt x="1999521" y="1611916"/>
                  </a:lnTo>
                  <a:lnTo>
                    <a:pt x="2001610" y="1617215"/>
                  </a:lnTo>
                  <a:lnTo>
                    <a:pt x="2003699" y="1622701"/>
                  </a:lnTo>
                  <a:lnTo>
                    <a:pt x="2005788" y="1629186"/>
                  </a:lnTo>
                  <a:lnTo>
                    <a:pt x="2007877" y="1636754"/>
                  </a:lnTo>
                  <a:lnTo>
                    <a:pt x="2009966" y="1641945"/>
                  </a:lnTo>
                  <a:lnTo>
                    <a:pt x="2012055" y="1648011"/>
                  </a:lnTo>
                  <a:lnTo>
                    <a:pt x="2014144" y="1652827"/>
                  </a:lnTo>
                  <a:lnTo>
                    <a:pt x="2016233" y="1655204"/>
                  </a:lnTo>
                  <a:lnTo>
                    <a:pt x="2018322" y="1658728"/>
                  </a:lnTo>
                  <a:lnTo>
                    <a:pt x="2020411" y="1662320"/>
                  </a:lnTo>
                  <a:lnTo>
                    <a:pt x="2022500" y="1668040"/>
                  </a:lnTo>
                  <a:lnTo>
                    <a:pt x="2024589" y="1675044"/>
                  </a:lnTo>
                  <a:lnTo>
                    <a:pt x="2026678" y="1681104"/>
                  </a:lnTo>
                  <a:lnTo>
                    <a:pt x="2028767" y="1686151"/>
                  </a:lnTo>
                  <a:lnTo>
                    <a:pt x="2030856" y="1690821"/>
                  </a:lnTo>
                  <a:lnTo>
                    <a:pt x="2032945" y="1695491"/>
                  </a:lnTo>
                  <a:lnTo>
                    <a:pt x="2035034" y="1699848"/>
                  </a:lnTo>
                  <a:lnTo>
                    <a:pt x="2037123" y="1702122"/>
                  </a:lnTo>
                  <a:lnTo>
                    <a:pt x="2039212" y="1703747"/>
                  </a:lnTo>
                  <a:lnTo>
                    <a:pt x="2041301" y="1707401"/>
                  </a:lnTo>
                  <a:lnTo>
                    <a:pt x="2043390" y="1710929"/>
                  </a:lnTo>
                  <a:lnTo>
                    <a:pt x="2045479" y="1714825"/>
                  </a:lnTo>
                  <a:lnTo>
                    <a:pt x="2047568" y="1717979"/>
                  </a:lnTo>
                  <a:lnTo>
                    <a:pt x="2049658" y="1719916"/>
                  </a:lnTo>
                  <a:lnTo>
                    <a:pt x="2051747" y="1721433"/>
                  </a:lnTo>
                  <a:lnTo>
                    <a:pt x="2053836" y="1720565"/>
                  </a:lnTo>
                  <a:lnTo>
                    <a:pt x="2055925" y="1717568"/>
                  </a:lnTo>
                  <a:lnTo>
                    <a:pt x="2058014" y="1715947"/>
                  </a:lnTo>
                  <a:lnTo>
                    <a:pt x="2060103" y="1716688"/>
                  </a:lnTo>
                  <a:lnTo>
                    <a:pt x="2062192" y="1718286"/>
                  </a:lnTo>
                  <a:lnTo>
                    <a:pt x="2064281" y="1719883"/>
                  </a:lnTo>
                  <a:lnTo>
                    <a:pt x="2066370" y="1721102"/>
                  </a:lnTo>
                  <a:lnTo>
                    <a:pt x="2068459" y="1722952"/>
                  </a:lnTo>
                  <a:lnTo>
                    <a:pt x="2070548" y="1724803"/>
                  </a:lnTo>
                  <a:lnTo>
                    <a:pt x="2072637" y="1726653"/>
                  </a:lnTo>
                  <a:lnTo>
                    <a:pt x="2074726" y="1728363"/>
                  </a:lnTo>
                  <a:lnTo>
                    <a:pt x="2076815" y="1729471"/>
                  </a:lnTo>
                  <a:lnTo>
                    <a:pt x="2078904" y="1732422"/>
                  </a:lnTo>
                  <a:lnTo>
                    <a:pt x="2080993" y="1735372"/>
                  </a:lnTo>
                  <a:lnTo>
                    <a:pt x="2083082" y="1738982"/>
                  </a:lnTo>
                  <a:lnTo>
                    <a:pt x="2085171" y="1741932"/>
                  </a:lnTo>
                  <a:lnTo>
                    <a:pt x="2087260" y="1745542"/>
                  </a:lnTo>
                  <a:lnTo>
                    <a:pt x="2089349" y="1748776"/>
                  </a:lnTo>
                  <a:lnTo>
                    <a:pt x="2091438" y="1751351"/>
                  </a:lnTo>
                  <a:lnTo>
                    <a:pt x="2093527" y="1753561"/>
                  </a:lnTo>
                  <a:lnTo>
                    <a:pt x="2095616" y="1755292"/>
                  </a:lnTo>
                  <a:lnTo>
                    <a:pt x="2097705" y="1757501"/>
                  </a:lnTo>
                  <a:lnTo>
                    <a:pt x="2099794" y="1759576"/>
                  </a:lnTo>
                  <a:lnTo>
                    <a:pt x="2101883" y="1761051"/>
                  </a:lnTo>
                  <a:lnTo>
                    <a:pt x="2103972" y="1763126"/>
                  </a:lnTo>
                  <a:lnTo>
                    <a:pt x="2106061" y="1765955"/>
                  </a:lnTo>
                  <a:lnTo>
                    <a:pt x="2108151" y="1768783"/>
                  </a:lnTo>
                  <a:lnTo>
                    <a:pt x="2110240" y="1771012"/>
                  </a:lnTo>
                  <a:lnTo>
                    <a:pt x="2112329" y="1773241"/>
                  </a:lnTo>
                  <a:lnTo>
                    <a:pt x="2114418" y="1775470"/>
                  </a:lnTo>
                  <a:lnTo>
                    <a:pt x="2116507" y="1780076"/>
                  </a:lnTo>
                  <a:lnTo>
                    <a:pt x="2118596" y="1784548"/>
                  </a:lnTo>
                  <a:lnTo>
                    <a:pt x="2120685" y="1788767"/>
                  </a:lnTo>
                  <a:lnTo>
                    <a:pt x="2122774" y="1792986"/>
                  </a:lnTo>
                  <a:lnTo>
                    <a:pt x="2124863" y="1797574"/>
                  </a:lnTo>
                  <a:lnTo>
                    <a:pt x="2126952" y="1802476"/>
                  </a:lnTo>
                  <a:lnTo>
                    <a:pt x="2129041" y="1806900"/>
                  </a:lnTo>
                  <a:lnTo>
                    <a:pt x="2131130" y="1811324"/>
                  </a:lnTo>
                  <a:lnTo>
                    <a:pt x="2133219" y="1816694"/>
                  </a:lnTo>
                  <a:lnTo>
                    <a:pt x="2135308" y="1822709"/>
                  </a:lnTo>
                  <a:lnTo>
                    <a:pt x="2136881" y="1826954"/>
                  </a:lnTo>
                  <a:lnTo>
                    <a:pt x="2291168" y="1826954"/>
                  </a:lnTo>
                  <a:lnTo>
                    <a:pt x="2291986" y="1823066"/>
                  </a:lnTo>
                  <a:lnTo>
                    <a:pt x="2294075" y="1813399"/>
                  </a:lnTo>
                  <a:lnTo>
                    <a:pt x="2296164" y="1804079"/>
                  </a:lnTo>
                  <a:lnTo>
                    <a:pt x="2298253" y="1797500"/>
                  </a:lnTo>
                  <a:lnTo>
                    <a:pt x="2300342" y="1792189"/>
                  </a:lnTo>
                  <a:lnTo>
                    <a:pt x="2302431" y="1785740"/>
                  </a:lnTo>
                  <a:lnTo>
                    <a:pt x="2304520" y="1777607"/>
                  </a:lnTo>
                  <a:lnTo>
                    <a:pt x="2306609" y="1769009"/>
                  </a:lnTo>
                  <a:lnTo>
                    <a:pt x="2308698" y="1763644"/>
                  </a:lnTo>
                  <a:lnTo>
                    <a:pt x="2310787" y="1757756"/>
                  </a:lnTo>
                  <a:lnTo>
                    <a:pt x="2312876" y="1752032"/>
                  </a:lnTo>
                  <a:lnTo>
                    <a:pt x="2314965" y="1746307"/>
                  </a:lnTo>
                  <a:lnTo>
                    <a:pt x="2317054" y="1741986"/>
                  </a:lnTo>
                  <a:lnTo>
                    <a:pt x="2319143" y="1739401"/>
                  </a:lnTo>
                  <a:lnTo>
                    <a:pt x="2321232" y="1738532"/>
                  </a:lnTo>
                  <a:lnTo>
                    <a:pt x="2323321" y="1737056"/>
                  </a:lnTo>
                  <a:lnTo>
                    <a:pt x="2325410" y="1736193"/>
                  </a:lnTo>
                  <a:lnTo>
                    <a:pt x="2327499" y="1732995"/>
                  </a:lnTo>
                  <a:lnTo>
                    <a:pt x="2329588" y="1730937"/>
                  </a:lnTo>
                  <a:lnTo>
                    <a:pt x="2331677" y="1727722"/>
                  </a:lnTo>
                  <a:lnTo>
                    <a:pt x="2333766" y="1724918"/>
                  </a:lnTo>
                  <a:lnTo>
                    <a:pt x="2335855" y="1722529"/>
                  </a:lnTo>
                  <a:lnTo>
                    <a:pt x="2337945" y="1720140"/>
                  </a:lnTo>
                  <a:lnTo>
                    <a:pt x="2340034" y="1716998"/>
                  </a:lnTo>
                  <a:lnTo>
                    <a:pt x="2342123" y="1714106"/>
                  </a:lnTo>
                  <a:lnTo>
                    <a:pt x="2344212" y="1713585"/>
                  </a:lnTo>
                  <a:lnTo>
                    <a:pt x="2346301" y="1713064"/>
                  </a:lnTo>
                  <a:lnTo>
                    <a:pt x="2348390" y="1713969"/>
                  </a:lnTo>
                  <a:lnTo>
                    <a:pt x="2350479" y="1714069"/>
                  </a:lnTo>
                  <a:lnTo>
                    <a:pt x="2352568" y="1713386"/>
                  </a:lnTo>
                  <a:lnTo>
                    <a:pt x="2354657" y="1714674"/>
                  </a:lnTo>
                  <a:lnTo>
                    <a:pt x="2356746" y="1716715"/>
                  </a:lnTo>
                  <a:lnTo>
                    <a:pt x="2358835" y="1719573"/>
                  </a:lnTo>
                  <a:lnTo>
                    <a:pt x="2360924" y="1720324"/>
                  </a:lnTo>
                  <a:lnTo>
                    <a:pt x="2363013" y="1719209"/>
                  </a:lnTo>
                  <a:lnTo>
                    <a:pt x="2365102" y="1720727"/>
                  </a:lnTo>
                  <a:lnTo>
                    <a:pt x="2367191" y="1721879"/>
                  </a:lnTo>
                  <a:lnTo>
                    <a:pt x="2369280" y="1723030"/>
                  </a:lnTo>
                  <a:lnTo>
                    <a:pt x="2371369" y="1724181"/>
                  </a:lnTo>
                  <a:lnTo>
                    <a:pt x="2373458" y="1725587"/>
                  </a:lnTo>
                  <a:lnTo>
                    <a:pt x="2375547" y="1726697"/>
                  </a:lnTo>
                  <a:lnTo>
                    <a:pt x="2377636" y="1728465"/>
                  </a:lnTo>
                  <a:lnTo>
                    <a:pt x="2379725" y="1730987"/>
                  </a:lnTo>
                  <a:lnTo>
                    <a:pt x="2381814" y="1734202"/>
                  </a:lnTo>
                  <a:lnTo>
                    <a:pt x="2383903" y="1737074"/>
                  </a:lnTo>
                  <a:lnTo>
                    <a:pt x="2385992" y="1739453"/>
                  </a:lnTo>
                  <a:lnTo>
                    <a:pt x="2388081" y="1742136"/>
                  </a:lnTo>
                  <a:lnTo>
                    <a:pt x="2390170" y="1743229"/>
                  </a:lnTo>
                  <a:lnTo>
                    <a:pt x="2392259" y="1746035"/>
                  </a:lnTo>
                  <a:lnTo>
                    <a:pt x="2394348" y="1749390"/>
                  </a:lnTo>
                  <a:lnTo>
                    <a:pt x="2396438" y="1750880"/>
                  </a:lnTo>
                  <a:lnTo>
                    <a:pt x="2398527" y="1751926"/>
                  </a:lnTo>
                  <a:lnTo>
                    <a:pt x="2400616" y="1754495"/>
                  </a:lnTo>
                  <a:lnTo>
                    <a:pt x="2402705" y="1755393"/>
                  </a:lnTo>
                  <a:lnTo>
                    <a:pt x="2404794" y="1754868"/>
                  </a:lnTo>
                  <a:lnTo>
                    <a:pt x="2406883" y="1753829"/>
                  </a:lnTo>
                  <a:lnTo>
                    <a:pt x="2408972" y="1752193"/>
                  </a:lnTo>
                  <a:lnTo>
                    <a:pt x="2411061" y="1749439"/>
                  </a:lnTo>
                  <a:lnTo>
                    <a:pt x="2413150" y="1746213"/>
                  </a:lnTo>
                  <a:lnTo>
                    <a:pt x="2415239" y="1741956"/>
                  </a:lnTo>
                  <a:lnTo>
                    <a:pt x="2417328" y="1737564"/>
                  </a:lnTo>
                  <a:lnTo>
                    <a:pt x="2419417" y="1733313"/>
                  </a:lnTo>
                  <a:lnTo>
                    <a:pt x="2421506" y="1728918"/>
                  </a:lnTo>
                  <a:lnTo>
                    <a:pt x="2423595" y="1723502"/>
                  </a:lnTo>
                  <a:lnTo>
                    <a:pt x="2425684" y="1718086"/>
                  </a:lnTo>
                  <a:lnTo>
                    <a:pt x="2427773" y="1712116"/>
                  </a:lnTo>
                  <a:lnTo>
                    <a:pt x="2429862" y="1707258"/>
                  </a:lnTo>
                  <a:lnTo>
                    <a:pt x="2431951" y="1700141"/>
                  </a:lnTo>
                  <a:lnTo>
                    <a:pt x="2434040" y="1692263"/>
                  </a:lnTo>
                  <a:lnTo>
                    <a:pt x="2436129" y="1683640"/>
                  </a:lnTo>
                  <a:lnTo>
                    <a:pt x="2438218" y="1672034"/>
                  </a:lnTo>
                  <a:lnTo>
                    <a:pt x="2440307" y="1660002"/>
                  </a:lnTo>
                  <a:lnTo>
                    <a:pt x="2442396" y="1647039"/>
                  </a:lnTo>
                  <a:lnTo>
                    <a:pt x="2444485" y="1633465"/>
                  </a:lnTo>
                  <a:lnTo>
                    <a:pt x="2446574" y="1620158"/>
                  </a:lnTo>
                  <a:lnTo>
                    <a:pt x="2448663" y="1605652"/>
                  </a:lnTo>
                  <a:lnTo>
                    <a:pt x="2450752" y="1587109"/>
                  </a:lnTo>
                  <a:lnTo>
                    <a:pt x="2452842" y="1568424"/>
                  </a:lnTo>
                  <a:lnTo>
                    <a:pt x="2454931" y="1548976"/>
                  </a:lnTo>
                  <a:lnTo>
                    <a:pt x="2457020" y="1528874"/>
                  </a:lnTo>
                  <a:lnTo>
                    <a:pt x="2459109" y="1509138"/>
                  </a:lnTo>
                  <a:lnTo>
                    <a:pt x="2461198" y="1488184"/>
                  </a:lnTo>
                  <a:lnTo>
                    <a:pt x="2463287" y="1467115"/>
                  </a:lnTo>
                  <a:lnTo>
                    <a:pt x="2465376" y="1447953"/>
                  </a:lnTo>
                  <a:lnTo>
                    <a:pt x="2467465" y="1429700"/>
                  </a:lnTo>
                  <a:lnTo>
                    <a:pt x="2469554" y="1413710"/>
                  </a:lnTo>
                  <a:lnTo>
                    <a:pt x="2471643" y="1396964"/>
                  </a:lnTo>
                  <a:lnTo>
                    <a:pt x="2473732" y="1380731"/>
                  </a:lnTo>
                  <a:lnTo>
                    <a:pt x="2475821" y="1365151"/>
                  </a:lnTo>
                  <a:lnTo>
                    <a:pt x="2477910" y="1349048"/>
                  </a:lnTo>
                  <a:lnTo>
                    <a:pt x="2479999" y="1334622"/>
                  </a:lnTo>
                  <a:lnTo>
                    <a:pt x="2482088" y="1323372"/>
                  </a:lnTo>
                  <a:lnTo>
                    <a:pt x="2484177" y="1311815"/>
                  </a:lnTo>
                  <a:lnTo>
                    <a:pt x="2486266" y="1301375"/>
                  </a:lnTo>
                  <a:lnTo>
                    <a:pt x="2488355" y="1292166"/>
                  </a:lnTo>
                  <a:lnTo>
                    <a:pt x="2490444" y="1282479"/>
                  </a:lnTo>
                  <a:lnTo>
                    <a:pt x="2492533" y="1272538"/>
                  </a:lnTo>
                  <a:lnTo>
                    <a:pt x="2494622" y="1261123"/>
                  </a:lnTo>
                  <a:lnTo>
                    <a:pt x="2496711" y="1248509"/>
                  </a:lnTo>
                  <a:lnTo>
                    <a:pt x="2498800" y="1235565"/>
                  </a:lnTo>
                  <a:lnTo>
                    <a:pt x="2500889" y="1220751"/>
                  </a:lnTo>
                  <a:lnTo>
                    <a:pt x="2502978" y="1206045"/>
                  </a:lnTo>
                  <a:lnTo>
                    <a:pt x="2505067" y="1194574"/>
                  </a:lnTo>
                  <a:lnTo>
                    <a:pt x="2507156" y="1182847"/>
                  </a:lnTo>
                  <a:lnTo>
                    <a:pt x="2509245" y="1172550"/>
                  </a:lnTo>
                  <a:lnTo>
                    <a:pt x="2511335" y="1161316"/>
                  </a:lnTo>
                  <a:lnTo>
                    <a:pt x="2513424" y="1149629"/>
                  </a:lnTo>
                  <a:lnTo>
                    <a:pt x="2515513" y="1137864"/>
                  </a:lnTo>
                  <a:lnTo>
                    <a:pt x="2517602" y="1126810"/>
                  </a:lnTo>
                  <a:lnTo>
                    <a:pt x="2519691" y="1114726"/>
                  </a:lnTo>
                  <a:lnTo>
                    <a:pt x="2521780" y="1101929"/>
                  </a:lnTo>
                  <a:lnTo>
                    <a:pt x="2523869" y="1089157"/>
                  </a:lnTo>
                  <a:lnTo>
                    <a:pt x="2525958" y="1077928"/>
                  </a:lnTo>
                  <a:lnTo>
                    <a:pt x="2528047" y="1067973"/>
                  </a:lnTo>
                  <a:lnTo>
                    <a:pt x="2530136" y="1057344"/>
                  </a:lnTo>
                  <a:lnTo>
                    <a:pt x="2532225" y="1047688"/>
                  </a:lnTo>
                  <a:lnTo>
                    <a:pt x="2534314" y="1038315"/>
                  </a:lnTo>
                  <a:lnTo>
                    <a:pt x="2536403" y="1026392"/>
                  </a:lnTo>
                  <a:lnTo>
                    <a:pt x="2538492" y="1016303"/>
                  </a:lnTo>
                  <a:lnTo>
                    <a:pt x="2540581" y="1007487"/>
                  </a:lnTo>
                  <a:lnTo>
                    <a:pt x="2542670" y="1000720"/>
                  </a:lnTo>
                  <a:lnTo>
                    <a:pt x="2544759" y="998427"/>
                  </a:lnTo>
                  <a:lnTo>
                    <a:pt x="2546848" y="998610"/>
                  </a:lnTo>
                  <a:lnTo>
                    <a:pt x="2548937" y="999173"/>
                  </a:lnTo>
                  <a:lnTo>
                    <a:pt x="2551026" y="1000648"/>
                  </a:lnTo>
                  <a:lnTo>
                    <a:pt x="2553115" y="1003564"/>
                  </a:lnTo>
                  <a:lnTo>
                    <a:pt x="2555204" y="1007087"/>
                  </a:lnTo>
                  <a:lnTo>
                    <a:pt x="2557293" y="1013086"/>
                  </a:lnTo>
                  <a:lnTo>
                    <a:pt x="2559382" y="1019203"/>
                  </a:lnTo>
                  <a:lnTo>
                    <a:pt x="2561471" y="1027099"/>
                  </a:lnTo>
                  <a:lnTo>
                    <a:pt x="2563560" y="1036210"/>
                  </a:lnTo>
                  <a:lnTo>
                    <a:pt x="2565649" y="1047487"/>
                  </a:lnTo>
                  <a:lnTo>
                    <a:pt x="2567739" y="1058998"/>
                  </a:lnTo>
                  <a:lnTo>
                    <a:pt x="2569828" y="1069757"/>
                  </a:lnTo>
                  <a:lnTo>
                    <a:pt x="2571917" y="1077691"/>
                  </a:lnTo>
                  <a:lnTo>
                    <a:pt x="2574006" y="1082794"/>
                  </a:lnTo>
                  <a:lnTo>
                    <a:pt x="2576095" y="1085634"/>
                  </a:lnTo>
                  <a:lnTo>
                    <a:pt x="2578184" y="1088752"/>
                  </a:lnTo>
                  <a:lnTo>
                    <a:pt x="2580273" y="1092446"/>
                  </a:lnTo>
                  <a:lnTo>
                    <a:pt x="2582362" y="1096609"/>
                  </a:lnTo>
                  <a:lnTo>
                    <a:pt x="2584451" y="1102127"/>
                  </a:lnTo>
                  <a:lnTo>
                    <a:pt x="2586540" y="1109336"/>
                  </a:lnTo>
                  <a:lnTo>
                    <a:pt x="2588629" y="1114102"/>
                  </a:lnTo>
                  <a:lnTo>
                    <a:pt x="2590718" y="1116896"/>
                  </a:lnTo>
                  <a:lnTo>
                    <a:pt x="2592807" y="1117648"/>
                  </a:lnTo>
                  <a:lnTo>
                    <a:pt x="2594896" y="1116805"/>
                  </a:lnTo>
                  <a:lnTo>
                    <a:pt x="2596985" y="1115317"/>
                  </a:lnTo>
                  <a:lnTo>
                    <a:pt x="2599074" y="1115317"/>
                  </a:lnTo>
                  <a:lnTo>
                    <a:pt x="2601163" y="1118102"/>
                  </a:lnTo>
                  <a:lnTo>
                    <a:pt x="2603252" y="1124868"/>
                  </a:lnTo>
                  <a:lnTo>
                    <a:pt x="2605341" y="1134669"/>
                  </a:lnTo>
                  <a:lnTo>
                    <a:pt x="2607430" y="1146719"/>
                  </a:lnTo>
                  <a:lnTo>
                    <a:pt x="2609519" y="1158768"/>
                  </a:lnTo>
                  <a:lnTo>
                    <a:pt x="2611608" y="1169478"/>
                  </a:lnTo>
                  <a:lnTo>
                    <a:pt x="2613697" y="1180714"/>
                  </a:lnTo>
                  <a:lnTo>
                    <a:pt x="2615786" y="1192192"/>
                  </a:lnTo>
                  <a:lnTo>
                    <a:pt x="2617875" y="1204333"/>
                  </a:lnTo>
                  <a:lnTo>
                    <a:pt x="2619964" y="1216976"/>
                  </a:lnTo>
                  <a:lnTo>
                    <a:pt x="2622053" y="1233294"/>
                  </a:lnTo>
                  <a:lnTo>
                    <a:pt x="2624142" y="1250302"/>
                  </a:lnTo>
                  <a:lnTo>
                    <a:pt x="2626232" y="1268340"/>
                  </a:lnTo>
                  <a:lnTo>
                    <a:pt x="2628321" y="1287090"/>
                  </a:lnTo>
                  <a:lnTo>
                    <a:pt x="2630410" y="1306475"/>
                  </a:lnTo>
                  <a:lnTo>
                    <a:pt x="2632499" y="1325653"/>
                  </a:lnTo>
                  <a:lnTo>
                    <a:pt x="2634588" y="1343388"/>
                  </a:lnTo>
                  <a:lnTo>
                    <a:pt x="2636677" y="1361413"/>
                  </a:lnTo>
                  <a:lnTo>
                    <a:pt x="2638766" y="1377896"/>
                  </a:lnTo>
                  <a:lnTo>
                    <a:pt x="2640855" y="1394650"/>
                  </a:lnTo>
                  <a:lnTo>
                    <a:pt x="2642944" y="1412411"/>
                  </a:lnTo>
                  <a:lnTo>
                    <a:pt x="2645033" y="1428758"/>
                  </a:lnTo>
                  <a:lnTo>
                    <a:pt x="2647122" y="1442717"/>
                  </a:lnTo>
                  <a:lnTo>
                    <a:pt x="2649211" y="1455256"/>
                  </a:lnTo>
                  <a:lnTo>
                    <a:pt x="2651300" y="1466306"/>
                  </a:lnTo>
                  <a:lnTo>
                    <a:pt x="2653389" y="1476667"/>
                  </a:lnTo>
                  <a:lnTo>
                    <a:pt x="2655478" y="1488313"/>
                  </a:lnTo>
                  <a:lnTo>
                    <a:pt x="2657567" y="1497766"/>
                  </a:lnTo>
                  <a:lnTo>
                    <a:pt x="2659656" y="1506639"/>
                  </a:lnTo>
                  <a:lnTo>
                    <a:pt x="2661745" y="1512933"/>
                  </a:lnTo>
                  <a:lnTo>
                    <a:pt x="2663834" y="1516286"/>
                  </a:lnTo>
                  <a:lnTo>
                    <a:pt x="2665923" y="1519057"/>
                  </a:lnTo>
                  <a:lnTo>
                    <a:pt x="2668012" y="1519941"/>
                  </a:lnTo>
                  <a:lnTo>
                    <a:pt x="2670101" y="1518295"/>
                  </a:lnTo>
                  <a:lnTo>
                    <a:pt x="2672190" y="1513562"/>
                  </a:lnTo>
                  <a:lnTo>
                    <a:pt x="2674279" y="1507332"/>
                  </a:lnTo>
                  <a:lnTo>
                    <a:pt x="2676368" y="1500083"/>
                  </a:lnTo>
                  <a:lnTo>
                    <a:pt x="2678457" y="1494170"/>
                  </a:lnTo>
                  <a:lnTo>
                    <a:pt x="2680546" y="1490196"/>
                  </a:lnTo>
                  <a:lnTo>
                    <a:pt x="2682636" y="1483873"/>
                  </a:lnTo>
                  <a:lnTo>
                    <a:pt x="2684725" y="1477793"/>
                  </a:lnTo>
                  <a:lnTo>
                    <a:pt x="2686814" y="1468657"/>
                  </a:lnTo>
                  <a:lnTo>
                    <a:pt x="2688903" y="1457562"/>
                  </a:lnTo>
                  <a:lnTo>
                    <a:pt x="2690992" y="1444900"/>
                  </a:lnTo>
                  <a:lnTo>
                    <a:pt x="2693081" y="1430045"/>
                  </a:lnTo>
                  <a:lnTo>
                    <a:pt x="2695170" y="1413862"/>
                  </a:lnTo>
                  <a:lnTo>
                    <a:pt x="2697259" y="1399197"/>
                  </a:lnTo>
                  <a:lnTo>
                    <a:pt x="2699348" y="1385274"/>
                  </a:lnTo>
                  <a:lnTo>
                    <a:pt x="2701437" y="1371068"/>
                  </a:lnTo>
                  <a:lnTo>
                    <a:pt x="2703526" y="1357656"/>
                  </a:lnTo>
                  <a:lnTo>
                    <a:pt x="2705615" y="1344328"/>
                  </a:lnTo>
                  <a:lnTo>
                    <a:pt x="2707704" y="1331385"/>
                  </a:lnTo>
                  <a:lnTo>
                    <a:pt x="2709793" y="1315435"/>
                  </a:lnTo>
                  <a:lnTo>
                    <a:pt x="2711882" y="1297572"/>
                  </a:lnTo>
                  <a:lnTo>
                    <a:pt x="2713971" y="1280518"/>
                  </a:lnTo>
                  <a:lnTo>
                    <a:pt x="2716060" y="1263646"/>
                  </a:lnTo>
                  <a:lnTo>
                    <a:pt x="2718149" y="1247808"/>
                  </a:lnTo>
                  <a:lnTo>
                    <a:pt x="2720238" y="1232838"/>
                  </a:lnTo>
                  <a:lnTo>
                    <a:pt x="2722327" y="1217346"/>
                  </a:lnTo>
                  <a:lnTo>
                    <a:pt x="2724416" y="1201958"/>
                  </a:lnTo>
                  <a:lnTo>
                    <a:pt x="2726505" y="1186998"/>
                  </a:lnTo>
                  <a:lnTo>
                    <a:pt x="2728594" y="1169534"/>
                  </a:lnTo>
                  <a:lnTo>
                    <a:pt x="2730683" y="1151947"/>
                  </a:lnTo>
                  <a:lnTo>
                    <a:pt x="2732772" y="1135490"/>
                  </a:lnTo>
                  <a:lnTo>
                    <a:pt x="2734861" y="1117839"/>
                  </a:lnTo>
                  <a:lnTo>
                    <a:pt x="2736950" y="1097152"/>
                  </a:lnTo>
                  <a:lnTo>
                    <a:pt x="2739039" y="1075364"/>
                  </a:lnTo>
                  <a:lnTo>
                    <a:pt x="2741129" y="1053372"/>
                  </a:lnTo>
                  <a:lnTo>
                    <a:pt x="2743218" y="1029759"/>
                  </a:lnTo>
                  <a:lnTo>
                    <a:pt x="2745307" y="1005092"/>
                  </a:lnTo>
                  <a:lnTo>
                    <a:pt x="2747396" y="980373"/>
                  </a:lnTo>
                  <a:lnTo>
                    <a:pt x="2749485" y="955254"/>
                  </a:lnTo>
                  <a:lnTo>
                    <a:pt x="2751574" y="931234"/>
                  </a:lnTo>
                  <a:lnTo>
                    <a:pt x="2753663" y="908745"/>
                  </a:lnTo>
                  <a:lnTo>
                    <a:pt x="2755752" y="887265"/>
                  </a:lnTo>
                  <a:lnTo>
                    <a:pt x="2757841" y="866579"/>
                  </a:lnTo>
                  <a:lnTo>
                    <a:pt x="2759930" y="845009"/>
                  </a:lnTo>
                  <a:lnTo>
                    <a:pt x="2762019" y="821987"/>
                  </a:lnTo>
                  <a:lnTo>
                    <a:pt x="2764108" y="799764"/>
                  </a:lnTo>
                  <a:lnTo>
                    <a:pt x="2766197" y="778786"/>
                  </a:lnTo>
                  <a:lnTo>
                    <a:pt x="2768286" y="761583"/>
                  </a:lnTo>
                  <a:lnTo>
                    <a:pt x="2770375" y="747407"/>
                  </a:lnTo>
                  <a:lnTo>
                    <a:pt x="2772464" y="733463"/>
                  </a:lnTo>
                  <a:lnTo>
                    <a:pt x="2774553" y="720578"/>
                  </a:lnTo>
                  <a:lnTo>
                    <a:pt x="2776642" y="710645"/>
                  </a:lnTo>
                  <a:lnTo>
                    <a:pt x="2778731" y="700027"/>
                  </a:lnTo>
                  <a:lnTo>
                    <a:pt x="2780820" y="689848"/>
                  </a:lnTo>
                  <a:lnTo>
                    <a:pt x="2782909" y="679267"/>
                  </a:lnTo>
                  <a:lnTo>
                    <a:pt x="2784998" y="670458"/>
                  </a:lnTo>
                  <a:lnTo>
                    <a:pt x="2787087" y="661049"/>
                  </a:lnTo>
                  <a:lnTo>
                    <a:pt x="2789176" y="654552"/>
                  </a:lnTo>
                  <a:lnTo>
                    <a:pt x="2791265" y="647818"/>
                  </a:lnTo>
                  <a:lnTo>
                    <a:pt x="2793354" y="645039"/>
                  </a:lnTo>
                  <a:lnTo>
                    <a:pt x="2795443" y="642865"/>
                  </a:lnTo>
                  <a:lnTo>
                    <a:pt x="2797533" y="640881"/>
                  </a:lnTo>
                  <a:lnTo>
                    <a:pt x="2799622" y="637985"/>
                  </a:lnTo>
                  <a:lnTo>
                    <a:pt x="2801711" y="635301"/>
                  </a:lnTo>
                  <a:lnTo>
                    <a:pt x="2803800" y="633739"/>
                  </a:lnTo>
                  <a:lnTo>
                    <a:pt x="2805889" y="632567"/>
                  </a:lnTo>
                  <a:lnTo>
                    <a:pt x="2807978" y="632636"/>
                  </a:lnTo>
                  <a:lnTo>
                    <a:pt x="2810067" y="633441"/>
                  </a:lnTo>
                  <a:lnTo>
                    <a:pt x="2812156" y="634757"/>
                  </a:lnTo>
                  <a:lnTo>
                    <a:pt x="2814245" y="637388"/>
                  </a:lnTo>
                  <a:lnTo>
                    <a:pt x="2816334" y="639430"/>
                  </a:lnTo>
                  <a:lnTo>
                    <a:pt x="2818423" y="639415"/>
                  </a:lnTo>
                  <a:lnTo>
                    <a:pt x="2820512" y="636130"/>
                  </a:lnTo>
                  <a:lnTo>
                    <a:pt x="2822601" y="631730"/>
                  </a:lnTo>
                  <a:lnTo>
                    <a:pt x="2824690" y="626235"/>
                  </a:lnTo>
                  <a:lnTo>
                    <a:pt x="2826779" y="620972"/>
                  </a:lnTo>
                  <a:lnTo>
                    <a:pt x="2828868" y="616307"/>
                  </a:lnTo>
                  <a:lnTo>
                    <a:pt x="2830957" y="611814"/>
                  </a:lnTo>
                  <a:lnTo>
                    <a:pt x="2833046" y="606887"/>
                  </a:lnTo>
                  <a:lnTo>
                    <a:pt x="2835135" y="601495"/>
                  </a:lnTo>
                  <a:lnTo>
                    <a:pt x="2837224" y="595540"/>
                  </a:lnTo>
                  <a:lnTo>
                    <a:pt x="2839313" y="588184"/>
                  </a:lnTo>
                  <a:lnTo>
                    <a:pt x="2841402" y="582412"/>
                  </a:lnTo>
                  <a:lnTo>
                    <a:pt x="2843491" y="577958"/>
                  </a:lnTo>
                  <a:lnTo>
                    <a:pt x="2845580" y="573724"/>
                  </a:lnTo>
                  <a:lnTo>
                    <a:pt x="2847669" y="568747"/>
                  </a:lnTo>
                  <a:lnTo>
                    <a:pt x="2849758" y="564093"/>
                  </a:lnTo>
                  <a:lnTo>
                    <a:pt x="2851847" y="560752"/>
                  </a:lnTo>
                  <a:lnTo>
                    <a:pt x="2853936" y="557394"/>
                  </a:lnTo>
                  <a:lnTo>
                    <a:pt x="2856026" y="553846"/>
                  </a:lnTo>
                  <a:lnTo>
                    <a:pt x="2858115" y="548458"/>
                  </a:lnTo>
                  <a:lnTo>
                    <a:pt x="2860204" y="542649"/>
                  </a:lnTo>
                  <a:lnTo>
                    <a:pt x="2862293" y="536155"/>
                  </a:lnTo>
                  <a:lnTo>
                    <a:pt x="2864382" y="528568"/>
                  </a:lnTo>
                  <a:lnTo>
                    <a:pt x="2866471" y="521079"/>
                  </a:lnTo>
                  <a:lnTo>
                    <a:pt x="2868560" y="514183"/>
                  </a:lnTo>
                  <a:lnTo>
                    <a:pt x="2870649" y="507719"/>
                  </a:lnTo>
                  <a:lnTo>
                    <a:pt x="2872738" y="500243"/>
                  </a:lnTo>
                  <a:lnTo>
                    <a:pt x="2874827" y="492218"/>
                  </a:lnTo>
                  <a:lnTo>
                    <a:pt x="2876916" y="482392"/>
                  </a:lnTo>
                  <a:lnTo>
                    <a:pt x="2879005" y="472982"/>
                  </a:lnTo>
                  <a:lnTo>
                    <a:pt x="2881094" y="463304"/>
                  </a:lnTo>
                  <a:lnTo>
                    <a:pt x="2883183" y="453218"/>
                  </a:lnTo>
                  <a:lnTo>
                    <a:pt x="2885272" y="445043"/>
                  </a:lnTo>
                  <a:lnTo>
                    <a:pt x="2887361" y="437362"/>
                  </a:lnTo>
                  <a:lnTo>
                    <a:pt x="2889450" y="430659"/>
                  </a:lnTo>
                  <a:lnTo>
                    <a:pt x="2891539" y="422736"/>
                  </a:lnTo>
                  <a:lnTo>
                    <a:pt x="2893628" y="415899"/>
                  </a:lnTo>
                  <a:lnTo>
                    <a:pt x="2895717" y="408665"/>
                  </a:lnTo>
                  <a:lnTo>
                    <a:pt x="2897806" y="401194"/>
                  </a:lnTo>
                  <a:lnTo>
                    <a:pt x="2899895" y="390695"/>
                  </a:lnTo>
                  <a:lnTo>
                    <a:pt x="2901984" y="380313"/>
                  </a:lnTo>
                  <a:lnTo>
                    <a:pt x="2904073" y="369517"/>
                  </a:lnTo>
                  <a:lnTo>
                    <a:pt x="2906162" y="360248"/>
                  </a:lnTo>
                  <a:lnTo>
                    <a:pt x="2908251" y="350485"/>
                  </a:lnTo>
                  <a:lnTo>
                    <a:pt x="2910340" y="339289"/>
                  </a:lnTo>
                  <a:lnTo>
                    <a:pt x="2912430" y="327145"/>
                  </a:lnTo>
                  <a:lnTo>
                    <a:pt x="2914519" y="312952"/>
                  </a:lnTo>
                  <a:lnTo>
                    <a:pt x="2916608" y="297412"/>
                  </a:lnTo>
                  <a:lnTo>
                    <a:pt x="2918697" y="279652"/>
                  </a:lnTo>
                  <a:lnTo>
                    <a:pt x="2920786" y="259993"/>
                  </a:lnTo>
                  <a:lnTo>
                    <a:pt x="2922875" y="240278"/>
                  </a:lnTo>
                  <a:lnTo>
                    <a:pt x="2924964" y="221861"/>
                  </a:lnTo>
                  <a:lnTo>
                    <a:pt x="2927053" y="206042"/>
                  </a:lnTo>
                  <a:lnTo>
                    <a:pt x="2929142" y="190469"/>
                  </a:lnTo>
                  <a:lnTo>
                    <a:pt x="2931231" y="175750"/>
                  </a:lnTo>
                  <a:lnTo>
                    <a:pt x="2933320" y="160613"/>
                  </a:lnTo>
                  <a:lnTo>
                    <a:pt x="2935409" y="146211"/>
                  </a:lnTo>
                  <a:lnTo>
                    <a:pt x="2937498" y="132119"/>
                  </a:lnTo>
                  <a:lnTo>
                    <a:pt x="2939587" y="119712"/>
                  </a:lnTo>
                  <a:lnTo>
                    <a:pt x="2941676" y="108799"/>
                  </a:lnTo>
                  <a:lnTo>
                    <a:pt x="2943765" y="98044"/>
                  </a:lnTo>
                  <a:lnTo>
                    <a:pt x="2945854" y="88224"/>
                  </a:lnTo>
                  <a:lnTo>
                    <a:pt x="2947943" y="79151"/>
                  </a:lnTo>
                  <a:lnTo>
                    <a:pt x="2950032" y="72903"/>
                  </a:lnTo>
                  <a:lnTo>
                    <a:pt x="2952121" y="68023"/>
                  </a:lnTo>
                  <a:lnTo>
                    <a:pt x="2954210" y="64032"/>
                  </a:lnTo>
                  <a:lnTo>
                    <a:pt x="2956299" y="62385"/>
                  </a:lnTo>
                  <a:lnTo>
                    <a:pt x="2958388" y="63030"/>
                  </a:lnTo>
                  <a:lnTo>
                    <a:pt x="2960477" y="64382"/>
                  </a:lnTo>
                  <a:lnTo>
                    <a:pt x="2962566" y="66820"/>
                  </a:lnTo>
                  <a:lnTo>
                    <a:pt x="2964655" y="68177"/>
                  </a:lnTo>
                  <a:lnTo>
                    <a:pt x="2966744" y="69251"/>
                  </a:lnTo>
                  <a:lnTo>
                    <a:pt x="2968833" y="69505"/>
                  </a:lnTo>
                  <a:lnTo>
                    <a:pt x="2970923" y="69890"/>
                  </a:lnTo>
                  <a:lnTo>
                    <a:pt x="2973012" y="70070"/>
                  </a:lnTo>
                  <a:lnTo>
                    <a:pt x="2975101" y="71261"/>
                  </a:lnTo>
                  <a:lnTo>
                    <a:pt x="2977190" y="72699"/>
                  </a:lnTo>
                  <a:lnTo>
                    <a:pt x="2979279" y="72426"/>
                  </a:lnTo>
                  <a:lnTo>
                    <a:pt x="2981368" y="70810"/>
                  </a:lnTo>
                  <a:lnTo>
                    <a:pt x="2983457" y="69426"/>
                  </a:lnTo>
                  <a:lnTo>
                    <a:pt x="2985546" y="68281"/>
                  </a:lnTo>
                  <a:lnTo>
                    <a:pt x="2987635" y="66038"/>
                  </a:lnTo>
                  <a:lnTo>
                    <a:pt x="2989724" y="62352"/>
                  </a:lnTo>
                  <a:lnTo>
                    <a:pt x="2991813" y="56772"/>
                  </a:lnTo>
                  <a:lnTo>
                    <a:pt x="2993902" y="50780"/>
                  </a:lnTo>
                  <a:lnTo>
                    <a:pt x="2995991" y="45755"/>
                  </a:lnTo>
                  <a:lnTo>
                    <a:pt x="2998080" y="41610"/>
                  </a:lnTo>
                  <a:lnTo>
                    <a:pt x="3000169" y="36175"/>
                  </a:lnTo>
                  <a:lnTo>
                    <a:pt x="3002258" y="30460"/>
                  </a:lnTo>
                  <a:lnTo>
                    <a:pt x="3004347" y="26011"/>
                  </a:lnTo>
                  <a:lnTo>
                    <a:pt x="3006436" y="21207"/>
                  </a:lnTo>
                  <a:lnTo>
                    <a:pt x="3008525" y="15601"/>
                  </a:lnTo>
                  <a:lnTo>
                    <a:pt x="3010614" y="10907"/>
                  </a:lnTo>
                  <a:lnTo>
                    <a:pt x="3012703" y="6533"/>
                  </a:lnTo>
                  <a:lnTo>
                    <a:pt x="3014792" y="4442"/>
                  </a:lnTo>
                  <a:lnTo>
                    <a:pt x="3016881" y="1476"/>
                  </a:lnTo>
                  <a:lnTo>
                    <a:pt x="3018970" y="0"/>
                  </a:lnTo>
                  <a:lnTo>
                    <a:pt x="3021059" y="492"/>
                  </a:lnTo>
                  <a:lnTo>
                    <a:pt x="3023148" y="2179"/>
                  </a:lnTo>
                  <a:lnTo>
                    <a:pt x="3025237" y="4029"/>
                  </a:lnTo>
                  <a:lnTo>
                    <a:pt x="3027327" y="4972"/>
                  </a:lnTo>
                  <a:lnTo>
                    <a:pt x="3029416" y="8534"/>
                  </a:lnTo>
                  <a:lnTo>
                    <a:pt x="3031505" y="12699"/>
                  </a:lnTo>
                  <a:lnTo>
                    <a:pt x="3033594" y="16915"/>
                  </a:lnTo>
                  <a:lnTo>
                    <a:pt x="3035683" y="21047"/>
                  </a:lnTo>
                  <a:lnTo>
                    <a:pt x="3037772" y="25712"/>
                  </a:lnTo>
                  <a:lnTo>
                    <a:pt x="3039861" y="31413"/>
                  </a:lnTo>
                  <a:lnTo>
                    <a:pt x="3041950" y="36742"/>
                  </a:lnTo>
                  <a:lnTo>
                    <a:pt x="3044039" y="42389"/>
                  </a:lnTo>
                  <a:lnTo>
                    <a:pt x="3046128" y="48274"/>
                  </a:lnTo>
                  <a:lnTo>
                    <a:pt x="3048217" y="53102"/>
                  </a:lnTo>
                  <a:lnTo>
                    <a:pt x="3050306" y="59200"/>
                  </a:lnTo>
                  <a:lnTo>
                    <a:pt x="3052395" y="64854"/>
                  </a:lnTo>
                  <a:lnTo>
                    <a:pt x="3054484" y="69364"/>
                  </a:lnTo>
                  <a:lnTo>
                    <a:pt x="3056573" y="72887"/>
                  </a:lnTo>
                  <a:lnTo>
                    <a:pt x="3058662" y="76060"/>
                  </a:lnTo>
                  <a:lnTo>
                    <a:pt x="3060751" y="79694"/>
                  </a:lnTo>
                  <a:lnTo>
                    <a:pt x="3062840" y="82422"/>
                  </a:lnTo>
                  <a:lnTo>
                    <a:pt x="3064929" y="82838"/>
                  </a:lnTo>
                  <a:lnTo>
                    <a:pt x="3067018" y="81940"/>
                  </a:lnTo>
                  <a:lnTo>
                    <a:pt x="3069107" y="80411"/>
                  </a:lnTo>
                  <a:lnTo>
                    <a:pt x="3071196" y="80481"/>
                  </a:lnTo>
                  <a:lnTo>
                    <a:pt x="3073285" y="80099"/>
                  </a:lnTo>
                  <a:lnTo>
                    <a:pt x="3075374" y="81041"/>
                  </a:lnTo>
                  <a:lnTo>
                    <a:pt x="3077463" y="82615"/>
                  </a:lnTo>
                  <a:lnTo>
                    <a:pt x="3079552" y="84328"/>
                  </a:lnTo>
                  <a:lnTo>
                    <a:pt x="3081641" y="85165"/>
                  </a:lnTo>
                  <a:lnTo>
                    <a:pt x="3083730" y="86771"/>
                  </a:lnTo>
                  <a:lnTo>
                    <a:pt x="3085820" y="90143"/>
                  </a:lnTo>
                  <a:lnTo>
                    <a:pt x="3087909" y="95125"/>
                  </a:lnTo>
                  <a:lnTo>
                    <a:pt x="3089998" y="101479"/>
                  </a:lnTo>
                  <a:lnTo>
                    <a:pt x="3092087" y="108208"/>
                  </a:lnTo>
                  <a:lnTo>
                    <a:pt x="3094176" y="117208"/>
                  </a:lnTo>
                  <a:lnTo>
                    <a:pt x="3096265" y="127052"/>
                  </a:lnTo>
                  <a:lnTo>
                    <a:pt x="3098354" y="138636"/>
                  </a:lnTo>
                  <a:lnTo>
                    <a:pt x="3100443" y="151816"/>
                  </a:lnTo>
                  <a:lnTo>
                    <a:pt x="3102532" y="166381"/>
                  </a:lnTo>
                  <a:lnTo>
                    <a:pt x="3104621" y="182267"/>
                  </a:lnTo>
                  <a:lnTo>
                    <a:pt x="3106710" y="200184"/>
                  </a:lnTo>
                  <a:lnTo>
                    <a:pt x="3108799" y="218101"/>
                  </a:lnTo>
                  <a:lnTo>
                    <a:pt x="3110888" y="235413"/>
                  </a:lnTo>
                  <a:lnTo>
                    <a:pt x="3112977" y="253745"/>
                  </a:lnTo>
                  <a:lnTo>
                    <a:pt x="3115066" y="273191"/>
                  </a:lnTo>
                  <a:lnTo>
                    <a:pt x="3117155" y="292326"/>
                  </a:lnTo>
                  <a:lnTo>
                    <a:pt x="3119244" y="310140"/>
                  </a:lnTo>
                  <a:lnTo>
                    <a:pt x="3121333" y="326014"/>
                  </a:lnTo>
                  <a:lnTo>
                    <a:pt x="3123422" y="340003"/>
                  </a:lnTo>
                  <a:lnTo>
                    <a:pt x="3125511" y="352490"/>
                  </a:lnTo>
                  <a:lnTo>
                    <a:pt x="3127600" y="363963"/>
                  </a:lnTo>
                  <a:lnTo>
                    <a:pt x="3129689" y="374204"/>
                  </a:lnTo>
                  <a:lnTo>
                    <a:pt x="3131778" y="385215"/>
                  </a:lnTo>
                  <a:lnTo>
                    <a:pt x="3133867" y="394844"/>
                  </a:lnTo>
                  <a:lnTo>
                    <a:pt x="3135956" y="402863"/>
                  </a:lnTo>
                  <a:lnTo>
                    <a:pt x="3138045" y="408831"/>
                  </a:lnTo>
                  <a:lnTo>
                    <a:pt x="3140134" y="413371"/>
                  </a:lnTo>
                  <a:lnTo>
                    <a:pt x="3142224" y="417402"/>
                  </a:lnTo>
                  <a:lnTo>
                    <a:pt x="3144313" y="419036"/>
                  </a:lnTo>
                  <a:lnTo>
                    <a:pt x="3146402" y="417497"/>
                  </a:lnTo>
                  <a:lnTo>
                    <a:pt x="3148491" y="416015"/>
                  </a:lnTo>
                  <a:lnTo>
                    <a:pt x="3150580" y="412224"/>
                  </a:lnTo>
                  <a:lnTo>
                    <a:pt x="3152669" y="408575"/>
                  </a:lnTo>
                  <a:lnTo>
                    <a:pt x="3154758" y="404356"/>
                  </a:lnTo>
                  <a:lnTo>
                    <a:pt x="3156847" y="399137"/>
                  </a:lnTo>
                  <a:lnTo>
                    <a:pt x="3158936" y="393644"/>
                  </a:lnTo>
                  <a:lnTo>
                    <a:pt x="3161025" y="389045"/>
                  </a:lnTo>
                  <a:lnTo>
                    <a:pt x="3163114" y="383599"/>
                  </a:lnTo>
                  <a:lnTo>
                    <a:pt x="3165203" y="377371"/>
                  </a:lnTo>
                  <a:lnTo>
                    <a:pt x="3167292" y="370239"/>
                  </a:lnTo>
                  <a:lnTo>
                    <a:pt x="3169381" y="364451"/>
                  </a:lnTo>
                  <a:lnTo>
                    <a:pt x="3171470" y="359402"/>
                  </a:lnTo>
                  <a:lnTo>
                    <a:pt x="3173559" y="355493"/>
                  </a:lnTo>
                  <a:lnTo>
                    <a:pt x="3175648" y="352904"/>
                  </a:lnTo>
                  <a:lnTo>
                    <a:pt x="3177737" y="352249"/>
                  </a:lnTo>
                  <a:lnTo>
                    <a:pt x="3179826" y="354610"/>
                  </a:lnTo>
                  <a:lnTo>
                    <a:pt x="3181915" y="358505"/>
                  </a:lnTo>
                  <a:lnTo>
                    <a:pt x="3184004" y="362154"/>
                  </a:lnTo>
                  <a:lnTo>
                    <a:pt x="3186093" y="366390"/>
                  </a:lnTo>
                  <a:lnTo>
                    <a:pt x="3188182" y="371818"/>
                  </a:lnTo>
                  <a:lnTo>
                    <a:pt x="3190271" y="377255"/>
                  </a:lnTo>
                  <a:lnTo>
                    <a:pt x="3192360" y="382093"/>
                  </a:lnTo>
                  <a:lnTo>
                    <a:pt x="3194449" y="390161"/>
                  </a:lnTo>
                  <a:lnTo>
                    <a:pt x="3196538" y="400108"/>
                  </a:lnTo>
                  <a:lnTo>
                    <a:pt x="3198627" y="410316"/>
                  </a:lnTo>
                  <a:lnTo>
                    <a:pt x="3200717" y="419305"/>
                  </a:lnTo>
                  <a:lnTo>
                    <a:pt x="3202806" y="427245"/>
                  </a:lnTo>
                  <a:lnTo>
                    <a:pt x="3204895" y="435280"/>
                  </a:lnTo>
                  <a:lnTo>
                    <a:pt x="3206984" y="443442"/>
                  </a:lnTo>
                  <a:lnTo>
                    <a:pt x="3209073" y="450062"/>
                  </a:lnTo>
                  <a:lnTo>
                    <a:pt x="3211162" y="453153"/>
                  </a:lnTo>
                  <a:lnTo>
                    <a:pt x="3213251" y="450596"/>
                  </a:lnTo>
                  <a:lnTo>
                    <a:pt x="3215340" y="446243"/>
                  </a:lnTo>
                  <a:lnTo>
                    <a:pt x="3217429" y="439427"/>
                  </a:lnTo>
                  <a:lnTo>
                    <a:pt x="3219518" y="430583"/>
                  </a:lnTo>
                  <a:lnTo>
                    <a:pt x="3221607" y="419775"/>
                  </a:lnTo>
                  <a:lnTo>
                    <a:pt x="3223696" y="408775"/>
                  </a:lnTo>
                  <a:lnTo>
                    <a:pt x="3225785" y="397367"/>
                  </a:lnTo>
                  <a:lnTo>
                    <a:pt x="3227874" y="385120"/>
                  </a:lnTo>
                  <a:lnTo>
                    <a:pt x="3229963" y="373698"/>
                  </a:lnTo>
                  <a:lnTo>
                    <a:pt x="3232052" y="361812"/>
                  </a:lnTo>
                  <a:lnTo>
                    <a:pt x="3234141" y="350590"/>
                  </a:lnTo>
                  <a:lnTo>
                    <a:pt x="3236230" y="339804"/>
                  </a:lnTo>
                  <a:lnTo>
                    <a:pt x="3238319" y="327532"/>
                  </a:lnTo>
                  <a:lnTo>
                    <a:pt x="3240408" y="317259"/>
                  </a:lnTo>
                  <a:lnTo>
                    <a:pt x="3242497" y="305848"/>
                  </a:lnTo>
                  <a:lnTo>
                    <a:pt x="3244586" y="297091"/>
                  </a:lnTo>
                  <a:lnTo>
                    <a:pt x="3246675" y="288656"/>
                  </a:lnTo>
                  <a:lnTo>
                    <a:pt x="3248764" y="281970"/>
                  </a:lnTo>
                  <a:lnTo>
                    <a:pt x="3250853" y="276954"/>
                  </a:lnTo>
                  <a:lnTo>
                    <a:pt x="3252942" y="274671"/>
                  </a:lnTo>
                  <a:lnTo>
                    <a:pt x="3255031" y="271759"/>
                  </a:lnTo>
                  <a:lnTo>
                    <a:pt x="3257121" y="271077"/>
                  </a:lnTo>
                  <a:lnTo>
                    <a:pt x="3259210" y="270037"/>
                  </a:lnTo>
                  <a:lnTo>
                    <a:pt x="3261299" y="271059"/>
                  </a:lnTo>
                  <a:lnTo>
                    <a:pt x="3263388" y="272692"/>
                  </a:lnTo>
                  <a:lnTo>
                    <a:pt x="3265477" y="274468"/>
                  </a:lnTo>
                  <a:lnTo>
                    <a:pt x="3267566" y="275281"/>
                  </a:lnTo>
                  <a:lnTo>
                    <a:pt x="3269655" y="277995"/>
                  </a:lnTo>
                  <a:lnTo>
                    <a:pt x="3271744" y="283043"/>
                  </a:lnTo>
                  <a:lnTo>
                    <a:pt x="3273833" y="290185"/>
                  </a:lnTo>
                  <a:lnTo>
                    <a:pt x="3275922" y="299375"/>
                  </a:lnTo>
                  <a:lnTo>
                    <a:pt x="3278011" y="310606"/>
                  </a:lnTo>
                  <a:lnTo>
                    <a:pt x="3280100" y="321979"/>
                  </a:lnTo>
                  <a:lnTo>
                    <a:pt x="3282189" y="330548"/>
                  </a:lnTo>
                  <a:lnTo>
                    <a:pt x="3284278" y="337405"/>
                  </a:lnTo>
                  <a:lnTo>
                    <a:pt x="3286367" y="342749"/>
                  </a:lnTo>
                  <a:lnTo>
                    <a:pt x="3288456" y="347482"/>
                  </a:lnTo>
                  <a:lnTo>
                    <a:pt x="3290545" y="352262"/>
                  </a:lnTo>
                  <a:lnTo>
                    <a:pt x="3292634" y="355880"/>
                  </a:lnTo>
                  <a:lnTo>
                    <a:pt x="3294723" y="358293"/>
                  </a:lnTo>
                  <a:lnTo>
                    <a:pt x="3296812" y="359333"/>
                  </a:lnTo>
                  <a:lnTo>
                    <a:pt x="3298901" y="359705"/>
                  </a:lnTo>
                  <a:lnTo>
                    <a:pt x="3300990" y="355782"/>
                  </a:lnTo>
                  <a:lnTo>
                    <a:pt x="3303079" y="347162"/>
                  </a:lnTo>
                  <a:lnTo>
                    <a:pt x="3305168" y="337884"/>
                  </a:lnTo>
                  <a:lnTo>
                    <a:pt x="3307257" y="327617"/>
                  </a:lnTo>
                  <a:lnTo>
                    <a:pt x="3309346" y="317974"/>
                  </a:lnTo>
                  <a:lnTo>
                    <a:pt x="3311435" y="306612"/>
                  </a:lnTo>
                  <a:lnTo>
                    <a:pt x="3313524" y="294325"/>
                  </a:lnTo>
                  <a:lnTo>
                    <a:pt x="3315614" y="281203"/>
                  </a:lnTo>
                  <a:lnTo>
                    <a:pt x="3317703" y="268331"/>
                  </a:lnTo>
                  <a:lnTo>
                    <a:pt x="3319792" y="260538"/>
                  </a:lnTo>
                  <a:lnTo>
                    <a:pt x="3321881" y="254020"/>
                  </a:lnTo>
                  <a:lnTo>
                    <a:pt x="3323970" y="250906"/>
                  </a:lnTo>
                  <a:lnTo>
                    <a:pt x="3326059" y="249195"/>
                  </a:lnTo>
                  <a:lnTo>
                    <a:pt x="3328148" y="250085"/>
                  </a:lnTo>
                  <a:lnTo>
                    <a:pt x="3330237" y="251212"/>
                  </a:lnTo>
                  <a:lnTo>
                    <a:pt x="3332326" y="254667"/>
                  </a:lnTo>
                  <a:lnTo>
                    <a:pt x="3334415" y="259816"/>
                  </a:lnTo>
                  <a:lnTo>
                    <a:pt x="3336504" y="266294"/>
                  </a:lnTo>
                  <a:lnTo>
                    <a:pt x="3338593" y="273065"/>
                  </a:lnTo>
                  <a:lnTo>
                    <a:pt x="3340682" y="278842"/>
                  </a:lnTo>
                  <a:lnTo>
                    <a:pt x="3342771" y="286071"/>
                  </a:lnTo>
                  <a:lnTo>
                    <a:pt x="3344860" y="295431"/>
                  </a:lnTo>
                  <a:lnTo>
                    <a:pt x="3346949" y="305783"/>
                  </a:lnTo>
                  <a:lnTo>
                    <a:pt x="3349038" y="319253"/>
                  </a:lnTo>
                  <a:lnTo>
                    <a:pt x="3351127" y="331623"/>
                  </a:lnTo>
                  <a:lnTo>
                    <a:pt x="3353216" y="344437"/>
                  </a:lnTo>
                  <a:lnTo>
                    <a:pt x="3355305" y="355900"/>
                  </a:lnTo>
                  <a:lnTo>
                    <a:pt x="3357394" y="365245"/>
                  </a:lnTo>
                  <a:lnTo>
                    <a:pt x="3359483" y="373339"/>
                  </a:lnTo>
                  <a:lnTo>
                    <a:pt x="3361572" y="381634"/>
                  </a:lnTo>
                  <a:lnTo>
                    <a:pt x="3363661" y="388548"/>
                  </a:lnTo>
                  <a:lnTo>
                    <a:pt x="3365750" y="395022"/>
                  </a:lnTo>
                  <a:lnTo>
                    <a:pt x="3367839" y="402381"/>
                  </a:lnTo>
                  <a:lnTo>
                    <a:pt x="3369928" y="409682"/>
                  </a:lnTo>
                  <a:lnTo>
                    <a:pt x="3372018" y="419185"/>
                  </a:lnTo>
                  <a:lnTo>
                    <a:pt x="3374107" y="429214"/>
                  </a:lnTo>
                  <a:lnTo>
                    <a:pt x="3376196" y="437937"/>
                  </a:lnTo>
                  <a:lnTo>
                    <a:pt x="3378285" y="445251"/>
                  </a:lnTo>
                  <a:lnTo>
                    <a:pt x="3380374" y="450120"/>
                  </a:lnTo>
                  <a:lnTo>
                    <a:pt x="3382463" y="451235"/>
                  </a:lnTo>
                  <a:lnTo>
                    <a:pt x="3384552" y="450738"/>
                  </a:lnTo>
                  <a:lnTo>
                    <a:pt x="3386641" y="450857"/>
                  </a:lnTo>
                  <a:lnTo>
                    <a:pt x="3388730" y="454755"/>
                  </a:lnTo>
                  <a:lnTo>
                    <a:pt x="3390819" y="459034"/>
                  </a:lnTo>
                  <a:lnTo>
                    <a:pt x="3392908" y="464265"/>
                  </a:lnTo>
                  <a:lnTo>
                    <a:pt x="3394997" y="469156"/>
                  </a:lnTo>
                  <a:lnTo>
                    <a:pt x="3397086" y="473225"/>
                  </a:lnTo>
                  <a:lnTo>
                    <a:pt x="3399175" y="477566"/>
                  </a:lnTo>
                  <a:lnTo>
                    <a:pt x="3401264" y="483148"/>
                  </a:lnTo>
                  <a:lnTo>
                    <a:pt x="3403353" y="489741"/>
                  </a:lnTo>
                  <a:lnTo>
                    <a:pt x="3405442" y="496939"/>
                  </a:lnTo>
                  <a:lnTo>
                    <a:pt x="3407531" y="505304"/>
                  </a:lnTo>
                  <a:lnTo>
                    <a:pt x="3409620" y="517677"/>
                  </a:lnTo>
                  <a:lnTo>
                    <a:pt x="3411709" y="532884"/>
                  </a:lnTo>
                  <a:lnTo>
                    <a:pt x="3413798" y="552400"/>
                  </a:lnTo>
                  <a:lnTo>
                    <a:pt x="3415887" y="569553"/>
                  </a:lnTo>
                  <a:lnTo>
                    <a:pt x="3417976" y="587814"/>
                  </a:lnTo>
                  <a:lnTo>
                    <a:pt x="3420065" y="606494"/>
                  </a:lnTo>
                  <a:lnTo>
                    <a:pt x="3422154" y="627359"/>
                  </a:lnTo>
                  <a:lnTo>
                    <a:pt x="3424243" y="649595"/>
                  </a:lnTo>
                  <a:lnTo>
                    <a:pt x="3426332" y="672228"/>
                  </a:lnTo>
                  <a:lnTo>
                    <a:pt x="3428421" y="698482"/>
                  </a:lnTo>
                  <a:lnTo>
                    <a:pt x="3430511" y="724568"/>
                  </a:lnTo>
                  <a:lnTo>
                    <a:pt x="3432600" y="751025"/>
                  </a:lnTo>
                  <a:lnTo>
                    <a:pt x="3434689" y="776168"/>
                  </a:lnTo>
                  <a:lnTo>
                    <a:pt x="3436778" y="801625"/>
                  </a:lnTo>
                  <a:lnTo>
                    <a:pt x="3438867" y="825158"/>
                  </a:lnTo>
                  <a:lnTo>
                    <a:pt x="3440956" y="849585"/>
                  </a:lnTo>
                  <a:lnTo>
                    <a:pt x="3443045" y="875031"/>
                  </a:lnTo>
                  <a:lnTo>
                    <a:pt x="3445134" y="901521"/>
                  </a:lnTo>
                  <a:lnTo>
                    <a:pt x="3447223" y="932384"/>
                  </a:lnTo>
                  <a:lnTo>
                    <a:pt x="3449312" y="962813"/>
                  </a:lnTo>
                  <a:lnTo>
                    <a:pt x="3451401" y="990215"/>
                  </a:lnTo>
                  <a:lnTo>
                    <a:pt x="3453490" y="1015774"/>
                  </a:lnTo>
                  <a:lnTo>
                    <a:pt x="3455579" y="1039519"/>
                  </a:lnTo>
                  <a:lnTo>
                    <a:pt x="3457668" y="1063239"/>
                  </a:lnTo>
                  <a:lnTo>
                    <a:pt x="3459757" y="1087599"/>
                  </a:lnTo>
                  <a:lnTo>
                    <a:pt x="3461846" y="1111612"/>
                  </a:lnTo>
                  <a:lnTo>
                    <a:pt x="3463935" y="1136372"/>
                  </a:lnTo>
                  <a:lnTo>
                    <a:pt x="3466024" y="1161483"/>
                  </a:lnTo>
                  <a:lnTo>
                    <a:pt x="3468113" y="1186006"/>
                  </a:lnTo>
                  <a:lnTo>
                    <a:pt x="3470202" y="1208487"/>
                  </a:lnTo>
                  <a:lnTo>
                    <a:pt x="3472291" y="1228979"/>
                  </a:lnTo>
                  <a:lnTo>
                    <a:pt x="3474380" y="1245998"/>
                  </a:lnTo>
                  <a:lnTo>
                    <a:pt x="3476469" y="1262442"/>
                  </a:lnTo>
                  <a:lnTo>
                    <a:pt x="3478558" y="1276594"/>
                  </a:lnTo>
                  <a:lnTo>
                    <a:pt x="3480647" y="1289543"/>
                  </a:lnTo>
                  <a:lnTo>
                    <a:pt x="3482736" y="1304041"/>
                  </a:lnTo>
                  <a:lnTo>
                    <a:pt x="3484825" y="1318206"/>
                  </a:lnTo>
                  <a:lnTo>
                    <a:pt x="3486915" y="1333536"/>
                  </a:lnTo>
                  <a:lnTo>
                    <a:pt x="3489004" y="1349737"/>
                  </a:lnTo>
                  <a:lnTo>
                    <a:pt x="3491093" y="1363538"/>
                  </a:lnTo>
                  <a:lnTo>
                    <a:pt x="3493182" y="1375814"/>
                  </a:lnTo>
                  <a:lnTo>
                    <a:pt x="3495271" y="1386235"/>
                  </a:lnTo>
                  <a:lnTo>
                    <a:pt x="3497360" y="1394894"/>
                  </a:lnTo>
                  <a:lnTo>
                    <a:pt x="3499449" y="1403524"/>
                  </a:lnTo>
                  <a:lnTo>
                    <a:pt x="3501538" y="1412555"/>
                  </a:lnTo>
                  <a:lnTo>
                    <a:pt x="3503627" y="1422397"/>
                  </a:lnTo>
                  <a:lnTo>
                    <a:pt x="3505716" y="1434218"/>
                  </a:lnTo>
                  <a:lnTo>
                    <a:pt x="3507805" y="1445434"/>
                  </a:lnTo>
                  <a:lnTo>
                    <a:pt x="3509894" y="1454953"/>
                  </a:lnTo>
                  <a:lnTo>
                    <a:pt x="3511983" y="1463164"/>
                  </a:lnTo>
                  <a:lnTo>
                    <a:pt x="3514072" y="1469188"/>
                  </a:lnTo>
                  <a:lnTo>
                    <a:pt x="3516161" y="1472048"/>
                  </a:lnTo>
                  <a:lnTo>
                    <a:pt x="3518250" y="1467983"/>
                  </a:lnTo>
                  <a:lnTo>
                    <a:pt x="3520339" y="1460290"/>
                  </a:lnTo>
                  <a:lnTo>
                    <a:pt x="3522428" y="1454507"/>
                  </a:lnTo>
                  <a:lnTo>
                    <a:pt x="3524517" y="1448118"/>
                  </a:lnTo>
                  <a:lnTo>
                    <a:pt x="3526606" y="1439459"/>
                  </a:lnTo>
                  <a:lnTo>
                    <a:pt x="3528695" y="1429462"/>
                  </a:lnTo>
                  <a:lnTo>
                    <a:pt x="3530784" y="1417819"/>
                  </a:lnTo>
                  <a:lnTo>
                    <a:pt x="3532873" y="1405058"/>
                  </a:lnTo>
                  <a:lnTo>
                    <a:pt x="3534962" y="1388090"/>
                  </a:lnTo>
                  <a:lnTo>
                    <a:pt x="3537051" y="1370101"/>
                  </a:lnTo>
                  <a:lnTo>
                    <a:pt x="3539140" y="1350750"/>
                  </a:lnTo>
                  <a:lnTo>
                    <a:pt x="3541229" y="1332313"/>
                  </a:lnTo>
                  <a:lnTo>
                    <a:pt x="3543318" y="1313839"/>
                  </a:lnTo>
                  <a:lnTo>
                    <a:pt x="3545408" y="1296101"/>
                  </a:lnTo>
                  <a:lnTo>
                    <a:pt x="3547497" y="1277794"/>
                  </a:lnTo>
                  <a:lnTo>
                    <a:pt x="3549586" y="1261422"/>
                  </a:lnTo>
                  <a:lnTo>
                    <a:pt x="3551675" y="1242917"/>
                  </a:lnTo>
                  <a:lnTo>
                    <a:pt x="3553764" y="1220843"/>
                  </a:lnTo>
                  <a:lnTo>
                    <a:pt x="3555853" y="1199396"/>
                  </a:lnTo>
                  <a:lnTo>
                    <a:pt x="3557942" y="1180787"/>
                  </a:lnTo>
                  <a:lnTo>
                    <a:pt x="3560031" y="1163508"/>
                  </a:lnTo>
                  <a:lnTo>
                    <a:pt x="3562120" y="1146820"/>
                  </a:lnTo>
                  <a:lnTo>
                    <a:pt x="3564209" y="1131016"/>
                  </a:lnTo>
                  <a:lnTo>
                    <a:pt x="3566298" y="1116738"/>
                  </a:lnTo>
                  <a:lnTo>
                    <a:pt x="3568387" y="1103749"/>
                  </a:lnTo>
                  <a:lnTo>
                    <a:pt x="3570476" y="1093247"/>
                  </a:lnTo>
                  <a:lnTo>
                    <a:pt x="3572565" y="1083202"/>
                  </a:lnTo>
                  <a:lnTo>
                    <a:pt x="3574654" y="1074842"/>
                  </a:lnTo>
                  <a:lnTo>
                    <a:pt x="3576743" y="1069080"/>
                  </a:lnTo>
                  <a:lnTo>
                    <a:pt x="3578832" y="1064840"/>
                  </a:lnTo>
                  <a:lnTo>
                    <a:pt x="3580921" y="1062727"/>
                  </a:lnTo>
                  <a:lnTo>
                    <a:pt x="3583010" y="1063873"/>
                  </a:lnTo>
                  <a:lnTo>
                    <a:pt x="3585099" y="1066706"/>
                  </a:lnTo>
                  <a:lnTo>
                    <a:pt x="3587188" y="1070400"/>
                  </a:lnTo>
                  <a:lnTo>
                    <a:pt x="3589277" y="1074595"/>
                  </a:lnTo>
                  <a:lnTo>
                    <a:pt x="3591366" y="1076821"/>
                  </a:lnTo>
                  <a:lnTo>
                    <a:pt x="3593455" y="1079046"/>
                  </a:lnTo>
                  <a:lnTo>
                    <a:pt x="3595544" y="1080621"/>
                  </a:lnTo>
                  <a:lnTo>
                    <a:pt x="3597633" y="1084187"/>
                  </a:lnTo>
                  <a:lnTo>
                    <a:pt x="3599722" y="1089331"/>
                  </a:lnTo>
                  <a:lnTo>
                    <a:pt x="3601812" y="1094168"/>
                  </a:lnTo>
                  <a:lnTo>
                    <a:pt x="3603901" y="1100386"/>
                  </a:lnTo>
                  <a:lnTo>
                    <a:pt x="3605990" y="1105681"/>
                  </a:lnTo>
                  <a:lnTo>
                    <a:pt x="3608079" y="1108289"/>
                  </a:lnTo>
                  <a:lnTo>
                    <a:pt x="3610168" y="1109993"/>
                  </a:lnTo>
                  <a:lnTo>
                    <a:pt x="3612257" y="1109990"/>
                  </a:lnTo>
                  <a:lnTo>
                    <a:pt x="3614346" y="1109715"/>
                  </a:lnTo>
                  <a:lnTo>
                    <a:pt x="3616435" y="1111138"/>
                  </a:lnTo>
                  <a:lnTo>
                    <a:pt x="3618524" y="1113870"/>
                  </a:lnTo>
                  <a:lnTo>
                    <a:pt x="3620613" y="1118327"/>
                  </a:lnTo>
                  <a:lnTo>
                    <a:pt x="3622702" y="1126114"/>
                  </a:lnTo>
                  <a:lnTo>
                    <a:pt x="3624791" y="1137737"/>
                  </a:lnTo>
                  <a:lnTo>
                    <a:pt x="3626880" y="1149791"/>
                  </a:lnTo>
                  <a:lnTo>
                    <a:pt x="3628969" y="1162368"/>
                  </a:lnTo>
                  <a:lnTo>
                    <a:pt x="3631058" y="1175553"/>
                  </a:lnTo>
                  <a:lnTo>
                    <a:pt x="3633147" y="1190529"/>
                  </a:lnTo>
                  <a:lnTo>
                    <a:pt x="3635236" y="1205364"/>
                  </a:lnTo>
                  <a:lnTo>
                    <a:pt x="3637325" y="1220971"/>
                  </a:lnTo>
                  <a:lnTo>
                    <a:pt x="3639414" y="1234068"/>
                  </a:lnTo>
                  <a:lnTo>
                    <a:pt x="3641503" y="1246818"/>
                  </a:lnTo>
                  <a:lnTo>
                    <a:pt x="3643592" y="1258484"/>
                  </a:lnTo>
                  <a:lnTo>
                    <a:pt x="3645681" y="1270078"/>
                  </a:lnTo>
                  <a:lnTo>
                    <a:pt x="3647770" y="1279891"/>
                  </a:lnTo>
                  <a:lnTo>
                    <a:pt x="3649859" y="1289742"/>
                  </a:lnTo>
                  <a:lnTo>
                    <a:pt x="3651948" y="1299223"/>
                  </a:lnTo>
                  <a:lnTo>
                    <a:pt x="3654037" y="1308429"/>
                  </a:lnTo>
                  <a:lnTo>
                    <a:pt x="3656126" y="1316066"/>
                  </a:lnTo>
                  <a:lnTo>
                    <a:pt x="3658215" y="1323225"/>
                  </a:lnTo>
                  <a:lnTo>
                    <a:pt x="3660305" y="1329855"/>
                  </a:lnTo>
                  <a:lnTo>
                    <a:pt x="3662394" y="1333440"/>
                  </a:lnTo>
                  <a:lnTo>
                    <a:pt x="3664483" y="1335203"/>
                  </a:lnTo>
                  <a:lnTo>
                    <a:pt x="3666572" y="1337050"/>
                  </a:lnTo>
                  <a:lnTo>
                    <a:pt x="3668661" y="1337703"/>
                  </a:lnTo>
                  <a:lnTo>
                    <a:pt x="3670750" y="1339425"/>
                  </a:lnTo>
                  <a:lnTo>
                    <a:pt x="3672839" y="1340209"/>
                  </a:lnTo>
                  <a:lnTo>
                    <a:pt x="3674928" y="1341801"/>
                  </a:lnTo>
                  <a:lnTo>
                    <a:pt x="3677017" y="1342856"/>
                  </a:lnTo>
                  <a:lnTo>
                    <a:pt x="3679106" y="1344774"/>
                  </a:lnTo>
                  <a:lnTo>
                    <a:pt x="3681195" y="1345528"/>
                  </a:lnTo>
                  <a:lnTo>
                    <a:pt x="3683284" y="1346282"/>
                  </a:lnTo>
                  <a:lnTo>
                    <a:pt x="3685373" y="1346605"/>
                  </a:lnTo>
                  <a:lnTo>
                    <a:pt x="3687462" y="1345717"/>
                  </a:lnTo>
                  <a:lnTo>
                    <a:pt x="3689551" y="1342973"/>
                  </a:lnTo>
                  <a:lnTo>
                    <a:pt x="3691640" y="1338710"/>
                  </a:lnTo>
                  <a:lnTo>
                    <a:pt x="3693729" y="1337569"/>
                  </a:lnTo>
                  <a:lnTo>
                    <a:pt x="3695818" y="1335854"/>
                  </a:lnTo>
                  <a:lnTo>
                    <a:pt x="3697907" y="1335284"/>
                  </a:lnTo>
                  <a:lnTo>
                    <a:pt x="3699996" y="1336388"/>
                  </a:lnTo>
                  <a:lnTo>
                    <a:pt x="3702085" y="1338090"/>
                  </a:lnTo>
                  <a:lnTo>
                    <a:pt x="3704174" y="1339361"/>
                  </a:lnTo>
                  <a:lnTo>
                    <a:pt x="3706263" y="1339361"/>
                  </a:lnTo>
                  <a:lnTo>
                    <a:pt x="3708352" y="1339361"/>
                  </a:lnTo>
                  <a:lnTo>
                    <a:pt x="3710441" y="1339361"/>
                  </a:lnTo>
                  <a:lnTo>
                    <a:pt x="3712530" y="1339361"/>
                  </a:lnTo>
                  <a:lnTo>
                    <a:pt x="3714619" y="1340982"/>
                  </a:lnTo>
                  <a:lnTo>
                    <a:pt x="3716709" y="1343253"/>
                  </a:lnTo>
                  <a:lnTo>
                    <a:pt x="3718798" y="1345524"/>
                  </a:lnTo>
                  <a:lnTo>
                    <a:pt x="3720887" y="1348925"/>
                  </a:lnTo>
                  <a:lnTo>
                    <a:pt x="3722976" y="1353818"/>
                  </a:lnTo>
                  <a:lnTo>
                    <a:pt x="3725065" y="1356962"/>
                  </a:lnTo>
                  <a:lnTo>
                    <a:pt x="3727154" y="1359019"/>
                  </a:lnTo>
                  <a:lnTo>
                    <a:pt x="3729243" y="1359019"/>
                  </a:lnTo>
                  <a:lnTo>
                    <a:pt x="3731332" y="1359019"/>
                  </a:lnTo>
                  <a:lnTo>
                    <a:pt x="3733421" y="1359019"/>
                  </a:lnTo>
                  <a:lnTo>
                    <a:pt x="3735510" y="1359903"/>
                  </a:lnTo>
                  <a:lnTo>
                    <a:pt x="3737599" y="1361156"/>
                  </a:lnTo>
                  <a:lnTo>
                    <a:pt x="3739688" y="1363162"/>
                  </a:lnTo>
                  <a:lnTo>
                    <a:pt x="3741777" y="1365534"/>
                  </a:lnTo>
                  <a:lnTo>
                    <a:pt x="3743866" y="1367434"/>
                  </a:lnTo>
                  <a:lnTo>
                    <a:pt x="3745955" y="1368804"/>
                  </a:lnTo>
                  <a:lnTo>
                    <a:pt x="3748044" y="1371749"/>
                  </a:lnTo>
                  <a:lnTo>
                    <a:pt x="3750133" y="1376068"/>
                  </a:lnTo>
                  <a:lnTo>
                    <a:pt x="3752222" y="1381822"/>
                  </a:lnTo>
                  <a:lnTo>
                    <a:pt x="3754311" y="1389551"/>
                  </a:lnTo>
                  <a:lnTo>
                    <a:pt x="3756400" y="1398556"/>
                  </a:lnTo>
                  <a:lnTo>
                    <a:pt x="3758489" y="1408288"/>
                  </a:lnTo>
                  <a:lnTo>
                    <a:pt x="3760578" y="1418020"/>
                  </a:lnTo>
                  <a:lnTo>
                    <a:pt x="3762667" y="1427387"/>
                  </a:lnTo>
                  <a:lnTo>
                    <a:pt x="3764756" y="1438281"/>
                  </a:lnTo>
                  <a:lnTo>
                    <a:pt x="3766845" y="1445858"/>
                  </a:lnTo>
                  <a:lnTo>
                    <a:pt x="3768934" y="1453566"/>
                  </a:lnTo>
                  <a:lnTo>
                    <a:pt x="3771023" y="1459618"/>
                  </a:lnTo>
                  <a:lnTo>
                    <a:pt x="3773112" y="1464664"/>
                  </a:lnTo>
                  <a:lnTo>
                    <a:pt x="3775202" y="1471119"/>
                  </a:lnTo>
                  <a:lnTo>
                    <a:pt x="3777291" y="1476723"/>
                  </a:lnTo>
                  <a:lnTo>
                    <a:pt x="3779380" y="1481192"/>
                  </a:lnTo>
                  <a:lnTo>
                    <a:pt x="3781469" y="1484793"/>
                  </a:lnTo>
                  <a:lnTo>
                    <a:pt x="3783558" y="1486838"/>
                  </a:lnTo>
                  <a:lnTo>
                    <a:pt x="3785647" y="1486085"/>
                  </a:lnTo>
                  <a:lnTo>
                    <a:pt x="3787736" y="1483582"/>
                  </a:lnTo>
                  <a:lnTo>
                    <a:pt x="3789825" y="1480206"/>
                  </a:lnTo>
                  <a:lnTo>
                    <a:pt x="3791914" y="1476648"/>
                  </a:lnTo>
                  <a:lnTo>
                    <a:pt x="3794003" y="1471538"/>
                  </a:lnTo>
                  <a:lnTo>
                    <a:pt x="3796092" y="1464970"/>
                  </a:lnTo>
                  <a:lnTo>
                    <a:pt x="3798181" y="1459717"/>
                  </a:lnTo>
                  <a:lnTo>
                    <a:pt x="3800270" y="1452550"/>
                  </a:lnTo>
                  <a:lnTo>
                    <a:pt x="3802359" y="1445414"/>
                  </a:lnTo>
                  <a:lnTo>
                    <a:pt x="3804448" y="1439163"/>
                  </a:lnTo>
                  <a:lnTo>
                    <a:pt x="3806537" y="1429677"/>
                  </a:lnTo>
                  <a:lnTo>
                    <a:pt x="3808626" y="1420260"/>
                  </a:lnTo>
                  <a:lnTo>
                    <a:pt x="3810715" y="1411321"/>
                  </a:lnTo>
                  <a:lnTo>
                    <a:pt x="3812804" y="1403014"/>
                  </a:lnTo>
                  <a:lnTo>
                    <a:pt x="3814893" y="1394168"/>
                  </a:lnTo>
                  <a:lnTo>
                    <a:pt x="3816982" y="1385860"/>
                  </a:lnTo>
                  <a:lnTo>
                    <a:pt x="3819071" y="1379211"/>
                  </a:lnTo>
                  <a:lnTo>
                    <a:pt x="3821160" y="1373362"/>
                  </a:lnTo>
                  <a:lnTo>
                    <a:pt x="3823249" y="1367612"/>
                  </a:lnTo>
                  <a:lnTo>
                    <a:pt x="3825338" y="1363457"/>
                  </a:lnTo>
                  <a:lnTo>
                    <a:pt x="3827427" y="1358400"/>
                  </a:lnTo>
                  <a:lnTo>
                    <a:pt x="3829516" y="1352874"/>
                  </a:lnTo>
                  <a:lnTo>
                    <a:pt x="3831605" y="1349555"/>
                  </a:lnTo>
                  <a:lnTo>
                    <a:pt x="3833695" y="1347108"/>
                  </a:lnTo>
                  <a:lnTo>
                    <a:pt x="3835784" y="1344661"/>
                  </a:lnTo>
                  <a:lnTo>
                    <a:pt x="3837873" y="1344266"/>
                  </a:lnTo>
                  <a:lnTo>
                    <a:pt x="3839962" y="1345232"/>
                  </a:lnTo>
                  <a:lnTo>
                    <a:pt x="3842051" y="1345313"/>
                  </a:lnTo>
                  <a:lnTo>
                    <a:pt x="3844140" y="1345027"/>
                  </a:lnTo>
                  <a:lnTo>
                    <a:pt x="3846229" y="1344859"/>
                  </a:lnTo>
                  <a:lnTo>
                    <a:pt x="3848318" y="1344797"/>
                  </a:lnTo>
                  <a:lnTo>
                    <a:pt x="3850407" y="1345449"/>
                  </a:lnTo>
                  <a:lnTo>
                    <a:pt x="3852496" y="1350395"/>
                  </a:lnTo>
                  <a:lnTo>
                    <a:pt x="3854585" y="1355901"/>
                  </a:lnTo>
                  <a:lnTo>
                    <a:pt x="3856674" y="1362199"/>
                  </a:lnTo>
                  <a:lnTo>
                    <a:pt x="3858763" y="1369726"/>
                  </a:lnTo>
                  <a:lnTo>
                    <a:pt x="3860852" y="1375991"/>
                  </a:lnTo>
                  <a:lnTo>
                    <a:pt x="3862941" y="1380981"/>
                  </a:lnTo>
                  <a:lnTo>
                    <a:pt x="3865030" y="1384764"/>
                  </a:lnTo>
                  <a:lnTo>
                    <a:pt x="3867119" y="1389026"/>
                  </a:lnTo>
                  <a:lnTo>
                    <a:pt x="3869208" y="1392809"/>
                  </a:lnTo>
                  <a:lnTo>
                    <a:pt x="3871297" y="1396110"/>
                  </a:lnTo>
                  <a:lnTo>
                    <a:pt x="3873386" y="1398718"/>
                  </a:lnTo>
                  <a:lnTo>
                    <a:pt x="3875475" y="1401418"/>
                  </a:lnTo>
                  <a:lnTo>
                    <a:pt x="3877564" y="1406311"/>
                  </a:lnTo>
                  <a:lnTo>
                    <a:pt x="3879653" y="1411579"/>
                  </a:lnTo>
                  <a:lnTo>
                    <a:pt x="3881742" y="1414680"/>
                  </a:lnTo>
                  <a:lnTo>
                    <a:pt x="3883831" y="1416676"/>
                  </a:lnTo>
                  <a:lnTo>
                    <a:pt x="3885920" y="1418672"/>
                  </a:lnTo>
                  <a:lnTo>
                    <a:pt x="3888009" y="1417926"/>
                  </a:lnTo>
                  <a:lnTo>
                    <a:pt x="3890099" y="1417200"/>
                  </a:lnTo>
                  <a:lnTo>
                    <a:pt x="3892188" y="1416884"/>
                  </a:lnTo>
                  <a:lnTo>
                    <a:pt x="3894277" y="1416012"/>
                  </a:lnTo>
                  <a:lnTo>
                    <a:pt x="3896366" y="1416012"/>
                  </a:lnTo>
                  <a:lnTo>
                    <a:pt x="3898455" y="1416192"/>
                  </a:lnTo>
                  <a:lnTo>
                    <a:pt x="3900544" y="1418303"/>
                  </a:lnTo>
                  <a:lnTo>
                    <a:pt x="3902633" y="1420774"/>
                  </a:lnTo>
                  <a:lnTo>
                    <a:pt x="3904722" y="1421834"/>
                  </a:lnTo>
                  <a:lnTo>
                    <a:pt x="3906811" y="1419858"/>
                  </a:lnTo>
                  <a:lnTo>
                    <a:pt x="3908900" y="1415680"/>
                  </a:lnTo>
                  <a:lnTo>
                    <a:pt x="3910989" y="1410363"/>
                  </a:lnTo>
                  <a:lnTo>
                    <a:pt x="3913078" y="1406360"/>
                  </a:lnTo>
                  <a:lnTo>
                    <a:pt x="3915167" y="1401939"/>
                  </a:lnTo>
                  <a:lnTo>
                    <a:pt x="3917256" y="1397417"/>
                  </a:lnTo>
                  <a:lnTo>
                    <a:pt x="3919345" y="1394854"/>
                  </a:lnTo>
                  <a:lnTo>
                    <a:pt x="3921434" y="1393109"/>
                  </a:lnTo>
                  <a:lnTo>
                    <a:pt x="3923523" y="1390269"/>
                  </a:lnTo>
                  <a:lnTo>
                    <a:pt x="3925612" y="1387438"/>
                  </a:lnTo>
                  <a:lnTo>
                    <a:pt x="3927701" y="1383173"/>
                  </a:lnTo>
                  <a:lnTo>
                    <a:pt x="3929790" y="1378811"/>
                  </a:lnTo>
                  <a:lnTo>
                    <a:pt x="3931879" y="1372854"/>
                  </a:lnTo>
                  <a:lnTo>
                    <a:pt x="3933968" y="1367300"/>
                  </a:lnTo>
                  <a:lnTo>
                    <a:pt x="3936057" y="1362526"/>
                  </a:lnTo>
                  <a:lnTo>
                    <a:pt x="3938146" y="1360767"/>
                  </a:lnTo>
                  <a:lnTo>
                    <a:pt x="3940235" y="1360808"/>
                  </a:lnTo>
                  <a:lnTo>
                    <a:pt x="3942324" y="1361770"/>
                  </a:lnTo>
                  <a:lnTo>
                    <a:pt x="3944413" y="1360680"/>
                  </a:lnTo>
                  <a:lnTo>
                    <a:pt x="3946502" y="1358888"/>
                  </a:lnTo>
                  <a:lnTo>
                    <a:pt x="3948592" y="1356437"/>
                  </a:lnTo>
                  <a:lnTo>
                    <a:pt x="3950681" y="1353986"/>
                  </a:lnTo>
                  <a:lnTo>
                    <a:pt x="3952770" y="1350663"/>
                  </a:lnTo>
                  <a:lnTo>
                    <a:pt x="3954859" y="1348659"/>
                  </a:lnTo>
                  <a:lnTo>
                    <a:pt x="3956948" y="1348159"/>
                  </a:lnTo>
                  <a:lnTo>
                    <a:pt x="3959037" y="1346448"/>
                  </a:lnTo>
                  <a:lnTo>
                    <a:pt x="3961126" y="1344177"/>
                  </a:lnTo>
                  <a:lnTo>
                    <a:pt x="3963215" y="1339884"/>
                  </a:lnTo>
                  <a:lnTo>
                    <a:pt x="3965304" y="1333588"/>
                  </a:lnTo>
                  <a:lnTo>
                    <a:pt x="3967393" y="1327923"/>
                  </a:lnTo>
                  <a:lnTo>
                    <a:pt x="3969482" y="1321659"/>
                  </a:lnTo>
                  <a:lnTo>
                    <a:pt x="3971571" y="1316158"/>
                  </a:lnTo>
                  <a:lnTo>
                    <a:pt x="3973660" y="1311266"/>
                  </a:lnTo>
                  <a:lnTo>
                    <a:pt x="3975749" y="1308644"/>
                  </a:lnTo>
                  <a:lnTo>
                    <a:pt x="3977838" y="1306351"/>
                  </a:lnTo>
                  <a:lnTo>
                    <a:pt x="3979927" y="1308622"/>
                  </a:lnTo>
                  <a:lnTo>
                    <a:pt x="3982016" y="1312235"/>
                  </a:lnTo>
                  <a:lnTo>
                    <a:pt x="3984105" y="1316134"/>
                  </a:lnTo>
                  <a:lnTo>
                    <a:pt x="3986194" y="1319654"/>
                  </a:lnTo>
                  <a:lnTo>
                    <a:pt x="3988283" y="1324535"/>
                  </a:lnTo>
                  <a:lnTo>
                    <a:pt x="3990372" y="1329479"/>
                  </a:lnTo>
                  <a:lnTo>
                    <a:pt x="3992461" y="1334109"/>
                  </a:lnTo>
                  <a:lnTo>
                    <a:pt x="3994550" y="1343005"/>
                  </a:lnTo>
                  <a:lnTo>
                    <a:pt x="3996639" y="1353357"/>
                  </a:lnTo>
                  <a:lnTo>
                    <a:pt x="3998728" y="1364779"/>
                  </a:lnTo>
                  <a:lnTo>
                    <a:pt x="4000817" y="1378821"/>
                  </a:lnTo>
                  <a:lnTo>
                    <a:pt x="4002906" y="1392865"/>
                  </a:lnTo>
                  <a:lnTo>
                    <a:pt x="4004996" y="1407275"/>
                  </a:lnTo>
                  <a:lnTo>
                    <a:pt x="4007085" y="1422065"/>
                  </a:lnTo>
                  <a:lnTo>
                    <a:pt x="4009174" y="1436547"/>
                  </a:lnTo>
                  <a:lnTo>
                    <a:pt x="4011263" y="1450958"/>
                  </a:lnTo>
                  <a:lnTo>
                    <a:pt x="4013352" y="1467090"/>
                  </a:lnTo>
                  <a:lnTo>
                    <a:pt x="4015441" y="1484043"/>
                  </a:lnTo>
                  <a:lnTo>
                    <a:pt x="4017530" y="1502134"/>
                  </a:lnTo>
                  <a:lnTo>
                    <a:pt x="4019619" y="1520473"/>
                  </a:lnTo>
                  <a:lnTo>
                    <a:pt x="4021708" y="1538565"/>
                  </a:lnTo>
                  <a:lnTo>
                    <a:pt x="4023797" y="1556277"/>
                  </a:lnTo>
                  <a:lnTo>
                    <a:pt x="4025886" y="1571401"/>
                  </a:lnTo>
                  <a:lnTo>
                    <a:pt x="4027975" y="1586244"/>
                  </a:lnTo>
                  <a:lnTo>
                    <a:pt x="4030064" y="1601644"/>
                  </a:lnTo>
                  <a:lnTo>
                    <a:pt x="4032153" y="1614999"/>
                  </a:lnTo>
                  <a:lnTo>
                    <a:pt x="4034242" y="1628985"/>
                  </a:lnTo>
                  <a:lnTo>
                    <a:pt x="4036331" y="1643350"/>
                  </a:lnTo>
                  <a:lnTo>
                    <a:pt x="4038420" y="1657715"/>
                  </a:lnTo>
                  <a:lnTo>
                    <a:pt x="4040509" y="1671448"/>
                  </a:lnTo>
                  <a:lnTo>
                    <a:pt x="4042598" y="1683755"/>
                  </a:lnTo>
                  <a:lnTo>
                    <a:pt x="4044687" y="1692955"/>
                  </a:lnTo>
                  <a:lnTo>
                    <a:pt x="4046776" y="1700354"/>
                  </a:lnTo>
                  <a:lnTo>
                    <a:pt x="4048865" y="1706833"/>
                  </a:lnTo>
                  <a:lnTo>
                    <a:pt x="4050954" y="1713312"/>
                  </a:lnTo>
                  <a:lnTo>
                    <a:pt x="4053043" y="1719131"/>
                  </a:lnTo>
                  <a:lnTo>
                    <a:pt x="4055132" y="1723607"/>
                  </a:lnTo>
                  <a:lnTo>
                    <a:pt x="4057221" y="1725193"/>
                  </a:lnTo>
                  <a:lnTo>
                    <a:pt x="4059310" y="1727257"/>
                  </a:lnTo>
                  <a:lnTo>
                    <a:pt x="4061399" y="1727529"/>
                  </a:lnTo>
                  <a:lnTo>
                    <a:pt x="4063489" y="1726298"/>
                  </a:lnTo>
                  <a:lnTo>
                    <a:pt x="4065578" y="1725066"/>
                  </a:lnTo>
                  <a:lnTo>
                    <a:pt x="4067667" y="1723358"/>
                  </a:lnTo>
                  <a:lnTo>
                    <a:pt x="4069756" y="1722513"/>
                  </a:lnTo>
                  <a:lnTo>
                    <a:pt x="4071845" y="1720994"/>
                  </a:lnTo>
                  <a:lnTo>
                    <a:pt x="4073934" y="1717127"/>
                  </a:lnTo>
                  <a:lnTo>
                    <a:pt x="4076023" y="1711410"/>
                  </a:lnTo>
                  <a:lnTo>
                    <a:pt x="4078112" y="1705121"/>
                  </a:lnTo>
                  <a:lnTo>
                    <a:pt x="4080201" y="1697748"/>
                  </a:lnTo>
                  <a:lnTo>
                    <a:pt x="4082290" y="1689059"/>
                  </a:lnTo>
                  <a:lnTo>
                    <a:pt x="4084379" y="1680735"/>
                  </a:lnTo>
                  <a:lnTo>
                    <a:pt x="4086468" y="1673509"/>
                  </a:lnTo>
                  <a:lnTo>
                    <a:pt x="4088557" y="1668662"/>
                  </a:lnTo>
                  <a:lnTo>
                    <a:pt x="4090646" y="1662972"/>
                  </a:lnTo>
                  <a:lnTo>
                    <a:pt x="4092735" y="1657659"/>
                  </a:lnTo>
                  <a:lnTo>
                    <a:pt x="4094824" y="1652347"/>
                  </a:lnTo>
                  <a:lnTo>
                    <a:pt x="4096913" y="1647027"/>
                  </a:lnTo>
                  <a:lnTo>
                    <a:pt x="4099002" y="1642023"/>
                  </a:lnTo>
                  <a:lnTo>
                    <a:pt x="4101091" y="1635494"/>
                  </a:lnTo>
                  <a:lnTo>
                    <a:pt x="4103180" y="1629093"/>
                  </a:lnTo>
                  <a:lnTo>
                    <a:pt x="4105269" y="1624883"/>
                  </a:lnTo>
                  <a:lnTo>
                    <a:pt x="4107358" y="1624021"/>
                  </a:lnTo>
                  <a:lnTo>
                    <a:pt x="4109447" y="1624021"/>
                  </a:lnTo>
                  <a:lnTo>
                    <a:pt x="4111536" y="1623653"/>
                  </a:lnTo>
                  <a:lnTo>
                    <a:pt x="4113625" y="1622592"/>
                  </a:lnTo>
                  <a:lnTo>
                    <a:pt x="4115714" y="1621530"/>
                  </a:lnTo>
                  <a:lnTo>
                    <a:pt x="4117803" y="1620468"/>
                  </a:lnTo>
                  <a:lnTo>
                    <a:pt x="4119893" y="1619407"/>
                  </a:lnTo>
                  <a:lnTo>
                    <a:pt x="4121982" y="1618345"/>
                  </a:lnTo>
                  <a:lnTo>
                    <a:pt x="4124071" y="1617284"/>
                  </a:lnTo>
                  <a:lnTo>
                    <a:pt x="4126160" y="1616223"/>
                  </a:lnTo>
                  <a:lnTo>
                    <a:pt x="4128249" y="1615477"/>
                  </a:lnTo>
                  <a:lnTo>
                    <a:pt x="4130338" y="1614730"/>
                  </a:lnTo>
                  <a:lnTo>
                    <a:pt x="4132427" y="1613983"/>
                  </a:lnTo>
                  <a:lnTo>
                    <a:pt x="4134516" y="1613605"/>
                  </a:lnTo>
                  <a:lnTo>
                    <a:pt x="4136605" y="1613604"/>
                  </a:lnTo>
                  <a:lnTo>
                    <a:pt x="4138694" y="1613604"/>
                  </a:lnTo>
                  <a:lnTo>
                    <a:pt x="4140783" y="1613604"/>
                  </a:lnTo>
                  <a:lnTo>
                    <a:pt x="4142872" y="1613226"/>
                  </a:lnTo>
                  <a:lnTo>
                    <a:pt x="4144961" y="1612848"/>
                  </a:lnTo>
                  <a:lnTo>
                    <a:pt x="4147050" y="1612469"/>
                  </a:lnTo>
                  <a:lnTo>
                    <a:pt x="4149139" y="1611715"/>
                  </a:lnTo>
                  <a:lnTo>
                    <a:pt x="4151228" y="1610595"/>
                  </a:lnTo>
                  <a:lnTo>
                    <a:pt x="4153317" y="1609476"/>
                  </a:lnTo>
                  <a:lnTo>
                    <a:pt x="4155406" y="1608355"/>
                  </a:lnTo>
                  <a:lnTo>
                    <a:pt x="4157495" y="1607614"/>
                  </a:lnTo>
                  <a:lnTo>
                    <a:pt x="4159584" y="1606494"/>
                  </a:lnTo>
                  <a:lnTo>
                    <a:pt x="4161673" y="1607377"/>
                  </a:lnTo>
                  <a:lnTo>
                    <a:pt x="4163762" y="1611151"/>
                  </a:lnTo>
                  <a:lnTo>
                    <a:pt x="4165851" y="1614078"/>
                  </a:lnTo>
                  <a:lnTo>
                    <a:pt x="4167940" y="1616690"/>
                  </a:lnTo>
                  <a:lnTo>
                    <a:pt x="4170029" y="1619303"/>
                  </a:lnTo>
                  <a:lnTo>
                    <a:pt x="4172118" y="1621915"/>
                  </a:lnTo>
                  <a:lnTo>
                    <a:pt x="4174207" y="1625005"/>
                  </a:lnTo>
                  <a:lnTo>
                    <a:pt x="4176296" y="1628461"/>
                  </a:lnTo>
                  <a:lnTo>
                    <a:pt x="4178386" y="1633365"/>
                  </a:lnTo>
                  <a:lnTo>
                    <a:pt x="4180475" y="1640616"/>
                  </a:lnTo>
                  <a:lnTo>
                    <a:pt x="4182564" y="1650318"/>
                  </a:lnTo>
                  <a:lnTo>
                    <a:pt x="4184653" y="1660304"/>
                  </a:lnTo>
                  <a:lnTo>
                    <a:pt x="4186742" y="1670291"/>
                  </a:lnTo>
                  <a:lnTo>
                    <a:pt x="4188831" y="1679229"/>
                  </a:lnTo>
                  <a:lnTo>
                    <a:pt x="4190920" y="1688169"/>
                  </a:lnTo>
                  <a:lnTo>
                    <a:pt x="4193009" y="1696010"/>
                  </a:lnTo>
                  <a:lnTo>
                    <a:pt x="4195098" y="1701848"/>
                  </a:lnTo>
                  <a:lnTo>
                    <a:pt x="4197187" y="1708530"/>
                  </a:lnTo>
                  <a:lnTo>
                    <a:pt x="4199276" y="1715212"/>
                  </a:lnTo>
                  <a:lnTo>
                    <a:pt x="4201365" y="1721893"/>
                  </a:lnTo>
                  <a:lnTo>
                    <a:pt x="4203454" y="1728950"/>
                  </a:lnTo>
                  <a:lnTo>
                    <a:pt x="4205543" y="1736007"/>
                  </a:lnTo>
                  <a:lnTo>
                    <a:pt x="4207632" y="1743634"/>
                  </a:lnTo>
                  <a:lnTo>
                    <a:pt x="4209721" y="1750035"/>
                  </a:lnTo>
                  <a:lnTo>
                    <a:pt x="4211810" y="1754560"/>
                  </a:lnTo>
                  <a:lnTo>
                    <a:pt x="4213899" y="1755790"/>
                  </a:lnTo>
                  <a:lnTo>
                    <a:pt x="4215988" y="1756158"/>
                  </a:lnTo>
                  <a:lnTo>
                    <a:pt x="4218077" y="1756904"/>
                  </a:lnTo>
                  <a:lnTo>
                    <a:pt x="4220166" y="1758341"/>
                  </a:lnTo>
                  <a:lnTo>
                    <a:pt x="4222255" y="1760622"/>
                  </a:lnTo>
                  <a:lnTo>
                    <a:pt x="4224344" y="1762902"/>
                  </a:lnTo>
                  <a:lnTo>
                    <a:pt x="4226433" y="1765183"/>
                  </a:lnTo>
                  <a:lnTo>
                    <a:pt x="4228522" y="1767463"/>
                  </a:lnTo>
                  <a:lnTo>
                    <a:pt x="4230611" y="1770375"/>
                  </a:lnTo>
                  <a:lnTo>
                    <a:pt x="4232700" y="1773287"/>
                  </a:lnTo>
                  <a:lnTo>
                    <a:pt x="4234790" y="1775884"/>
                  </a:lnTo>
                  <a:lnTo>
                    <a:pt x="4236879" y="1779080"/>
                  </a:lnTo>
                  <a:lnTo>
                    <a:pt x="4238968" y="1782277"/>
                  </a:lnTo>
                  <a:lnTo>
                    <a:pt x="4241057" y="1785106"/>
                  </a:lnTo>
                  <a:lnTo>
                    <a:pt x="4243146" y="1787557"/>
                  </a:lnTo>
                  <a:lnTo>
                    <a:pt x="4245235" y="1790385"/>
                  </a:lnTo>
                  <a:lnTo>
                    <a:pt x="4247324" y="1793214"/>
                  </a:lnTo>
                  <a:lnTo>
                    <a:pt x="4249413" y="1796043"/>
                  </a:lnTo>
                  <a:lnTo>
                    <a:pt x="4251502" y="1798131"/>
                  </a:lnTo>
                  <a:lnTo>
                    <a:pt x="4253591" y="1798338"/>
                  </a:lnTo>
                  <a:lnTo>
                    <a:pt x="4255680" y="1798544"/>
                  </a:lnTo>
                  <a:lnTo>
                    <a:pt x="4257769" y="1799252"/>
                  </a:lnTo>
                  <a:lnTo>
                    <a:pt x="4259858" y="1799459"/>
                  </a:lnTo>
                  <a:lnTo>
                    <a:pt x="4261947" y="1799066"/>
                  </a:lnTo>
                  <a:lnTo>
                    <a:pt x="4264036" y="1798294"/>
                  </a:lnTo>
                  <a:lnTo>
                    <a:pt x="4266125" y="1797901"/>
                  </a:lnTo>
                  <a:lnTo>
                    <a:pt x="4268214" y="1797508"/>
                  </a:lnTo>
                  <a:lnTo>
                    <a:pt x="4270303" y="1797116"/>
                  </a:lnTo>
                  <a:lnTo>
                    <a:pt x="4272392" y="1796261"/>
                  </a:lnTo>
                  <a:lnTo>
                    <a:pt x="4274481" y="1794280"/>
                  </a:lnTo>
                  <a:lnTo>
                    <a:pt x="4276570" y="1792298"/>
                  </a:lnTo>
                  <a:lnTo>
                    <a:pt x="4278659" y="1790317"/>
                  </a:lnTo>
                  <a:lnTo>
                    <a:pt x="4280748" y="1788336"/>
                  </a:lnTo>
                  <a:lnTo>
                    <a:pt x="4282837" y="1786039"/>
                  </a:lnTo>
                  <a:lnTo>
                    <a:pt x="4284926" y="1782949"/>
                  </a:lnTo>
                  <a:lnTo>
                    <a:pt x="4287015" y="1779493"/>
                  </a:lnTo>
                  <a:lnTo>
                    <a:pt x="4289104" y="1775662"/>
                  </a:lnTo>
                  <a:lnTo>
                    <a:pt x="4291193" y="1771831"/>
                  </a:lnTo>
                  <a:lnTo>
                    <a:pt x="4293283" y="1767999"/>
                  </a:lnTo>
                  <a:lnTo>
                    <a:pt x="4295372" y="1764737"/>
                  </a:lnTo>
                  <a:lnTo>
                    <a:pt x="4297461" y="1762695"/>
                  </a:lnTo>
                  <a:lnTo>
                    <a:pt x="4299550" y="1760174"/>
                  </a:lnTo>
                  <a:lnTo>
                    <a:pt x="4301639" y="1757287"/>
                  </a:lnTo>
                  <a:lnTo>
                    <a:pt x="4303728" y="1754675"/>
                  </a:lnTo>
                  <a:lnTo>
                    <a:pt x="4305817" y="1751035"/>
                  </a:lnTo>
                  <a:lnTo>
                    <a:pt x="4307906" y="1746842"/>
                  </a:lnTo>
                  <a:lnTo>
                    <a:pt x="4309995" y="1741577"/>
                  </a:lnTo>
                  <a:lnTo>
                    <a:pt x="4312084" y="1736688"/>
                  </a:lnTo>
                  <a:lnTo>
                    <a:pt x="4314173" y="1732167"/>
                  </a:lnTo>
                  <a:lnTo>
                    <a:pt x="4316262" y="1726734"/>
                  </a:lnTo>
                  <a:lnTo>
                    <a:pt x="4318351" y="1721074"/>
                  </a:lnTo>
                  <a:lnTo>
                    <a:pt x="4320440" y="1713338"/>
                  </a:lnTo>
                  <a:lnTo>
                    <a:pt x="4322529" y="1704878"/>
                  </a:lnTo>
                  <a:lnTo>
                    <a:pt x="4324618" y="1696039"/>
                  </a:lnTo>
                  <a:lnTo>
                    <a:pt x="4326707" y="1686826"/>
                  </a:lnTo>
                  <a:lnTo>
                    <a:pt x="4328796" y="1676268"/>
                  </a:lnTo>
                  <a:lnTo>
                    <a:pt x="4330885" y="1664814"/>
                  </a:lnTo>
                  <a:lnTo>
                    <a:pt x="4332974" y="1653394"/>
                  </a:lnTo>
                  <a:lnTo>
                    <a:pt x="4335063" y="1642041"/>
                  </a:lnTo>
                  <a:lnTo>
                    <a:pt x="4337152" y="1631352"/>
                  </a:lnTo>
                  <a:lnTo>
                    <a:pt x="4339241" y="1621314"/>
                  </a:lnTo>
                  <a:lnTo>
                    <a:pt x="4341330" y="1612105"/>
                  </a:lnTo>
                  <a:lnTo>
                    <a:pt x="4343419" y="1601795"/>
                  </a:lnTo>
                  <a:lnTo>
                    <a:pt x="4345508" y="1591120"/>
                  </a:lnTo>
                  <a:lnTo>
                    <a:pt x="4347597" y="1582619"/>
                  </a:lnTo>
                  <a:lnTo>
                    <a:pt x="4349687" y="1574203"/>
                  </a:lnTo>
                  <a:lnTo>
                    <a:pt x="4351776" y="1568333"/>
                  </a:lnTo>
                  <a:lnTo>
                    <a:pt x="4353865" y="1563637"/>
                  </a:lnTo>
                  <a:lnTo>
                    <a:pt x="4355954" y="1558565"/>
                  </a:lnTo>
                  <a:lnTo>
                    <a:pt x="4358043" y="1554234"/>
                  </a:lnTo>
                  <a:lnTo>
                    <a:pt x="4360132" y="1551783"/>
                  </a:lnTo>
                  <a:lnTo>
                    <a:pt x="4362221" y="1550991"/>
                  </a:lnTo>
                  <a:lnTo>
                    <a:pt x="4364310" y="1549916"/>
                  </a:lnTo>
                  <a:lnTo>
                    <a:pt x="4366399" y="1549341"/>
                  </a:lnTo>
                  <a:lnTo>
                    <a:pt x="4368488" y="1550113"/>
                  </a:lnTo>
                  <a:lnTo>
                    <a:pt x="4370577" y="1550884"/>
                  </a:lnTo>
                  <a:lnTo>
                    <a:pt x="4372666" y="1552397"/>
                  </a:lnTo>
                  <a:lnTo>
                    <a:pt x="4374755" y="1555018"/>
                  </a:lnTo>
                  <a:lnTo>
                    <a:pt x="4376844" y="1558239"/>
                  </a:lnTo>
                  <a:lnTo>
                    <a:pt x="4378933" y="1560662"/>
                  </a:lnTo>
                  <a:lnTo>
                    <a:pt x="4381022" y="1563436"/>
                  </a:lnTo>
                  <a:lnTo>
                    <a:pt x="4383111" y="1565195"/>
                  </a:lnTo>
                  <a:lnTo>
                    <a:pt x="4385200" y="1566954"/>
                  </a:lnTo>
                  <a:lnTo>
                    <a:pt x="4387289" y="1568713"/>
                  </a:lnTo>
                  <a:lnTo>
                    <a:pt x="4389378" y="1571541"/>
                  </a:lnTo>
                  <a:lnTo>
                    <a:pt x="4391467" y="1575162"/>
                  </a:lnTo>
                  <a:lnTo>
                    <a:pt x="4393556" y="1577821"/>
                  </a:lnTo>
                  <a:lnTo>
                    <a:pt x="4395645" y="1580853"/>
                  </a:lnTo>
                  <a:lnTo>
                    <a:pt x="4397734" y="1583885"/>
                  </a:lnTo>
                  <a:lnTo>
                    <a:pt x="4399823" y="1586244"/>
                  </a:lnTo>
                  <a:lnTo>
                    <a:pt x="4401912" y="1588603"/>
                  </a:lnTo>
                  <a:lnTo>
                    <a:pt x="4404001" y="1589743"/>
                  </a:lnTo>
                  <a:lnTo>
                    <a:pt x="4406090" y="1590608"/>
                  </a:lnTo>
                  <a:lnTo>
                    <a:pt x="4408180" y="1591180"/>
                  </a:lnTo>
                  <a:lnTo>
                    <a:pt x="4410269" y="1592560"/>
                  </a:lnTo>
                  <a:lnTo>
                    <a:pt x="4412358" y="1594958"/>
                  </a:lnTo>
                  <a:lnTo>
                    <a:pt x="4414447" y="1597739"/>
                  </a:lnTo>
                  <a:lnTo>
                    <a:pt x="4416536" y="1602193"/>
                  </a:lnTo>
                  <a:lnTo>
                    <a:pt x="4418625" y="1606270"/>
                  </a:lnTo>
                  <a:lnTo>
                    <a:pt x="4420714" y="1608811"/>
                  </a:lnTo>
                  <a:lnTo>
                    <a:pt x="4422803" y="1612262"/>
                  </a:lnTo>
                  <a:lnTo>
                    <a:pt x="4424892" y="1616437"/>
                  </a:lnTo>
                  <a:lnTo>
                    <a:pt x="4426981" y="1622305"/>
                  </a:lnTo>
                  <a:lnTo>
                    <a:pt x="4429070" y="1628897"/>
                  </a:lnTo>
                  <a:lnTo>
                    <a:pt x="4431159" y="1635489"/>
                  </a:lnTo>
                  <a:lnTo>
                    <a:pt x="4433248" y="1641706"/>
                  </a:lnTo>
                  <a:lnTo>
                    <a:pt x="4435337" y="1648798"/>
                  </a:lnTo>
                  <a:lnTo>
                    <a:pt x="4437426" y="1657153"/>
                  </a:lnTo>
                  <a:lnTo>
                    <a:pt x="4439515" y="1665950"/>
                  </a:lnTo>
                  <a:lnTo>
                    <a:pt x="4441604" y="1674682"/>
                  </a:lnTo>
                  <a:lnTo>
                    <a:pt x="4443693" y="1683910"/>
                  </a:lnTo>
                  <a:lnTo>
                    <a:pt x="4445782" y="1693317"/>
                  </a:lnTo>
                  <a:lnTo>
                    <a:pt x="4447871" y="1701417"/>
                  </a:lnTo>
                  <a:lnTo>
                    <a:pt x="4449960" y="1710017"/>
                  </a:lnTo>
                  <a:lnTo>
                    <a:pt x="4452049" y="1718617"/>
                  </a:lnTo>
                  <a:lnTo>
                    <a:pt x="4454138" y="1725409"/>
                  </a:lnTo>
                  <a:lnTo>
                    <a:pt x="4456227" y="1732593"/>
                  </a:lnTo>
                  <a:lnTo>
                    <a:pt x="4458316" y="1737232"/>
                  </a:lnTo>
                  <a:lnTo>
                    <a:pt x="4460405" y="1740697"/>
                  </a:lnTo>
                  <a:lnTo>
                    <a:pt x="4462494" y="1744538"/>
                  </a:lnTo>
                  <a:lnTo>
                    <a:pt x="4464584" y="1748379"/>
                  </a:lnTo>
                  <a:lnTo>
                    <a:pt x="4466673" y="1751742"/>
                  </a:lnTo>
                  <a:lnTo>
                    <a:pt x="4468762" y="1753447"/>
                  </a:lnTo>
                  <a:lnTo>
                    <a:pt x="4470851" y="1754569"/>
                  </a:lnTo>
                  <a:lnTo>
                    <a:pt x="4472940" y="1755316"/>
                  </a:lnTo>
                  <a:lnTo>
                    <a:pt x="4475029" y="1754937"/>
                  </a:lnTo>
                  <a:lnTo>
                    <a:pt x="4477118" y="1754558"/>
                  </a:lnTo>
                  <a:lnTo>
                    <a:pt x="4479207" y="1753439"/>
                  </a:lnTo>
                  <a:lnTo>
                    <a:pt x="4481296" y="1751210"/>
                  </a:lnTo>
                  <a:lnTo>
                    <a:pt x="4483385" y="1748381"/>
                  </a:lnTo>
                  <a:lnTo>
                    <a:pt x="4485474" y="1746813"/>
                  </a:lnTo>
                  <a:lnTo>
                    <a:pt x="4487563" y="1746020"/>
                  </a:lnTo>
                  <a:lnTo>
                    <a:pt x="4489652" y="1746242"/>
                  </a:lnTo>
                  <a:lnTo>
                    <a:pt x="4491741" y="1746464"/>
                  </a:lnTo>
                  <a:lnTo>
                    <a:pt x="4493830" y="1746686"/>
                  </a:lnTo>
                  <a:lnTo>
                    <a:pt x="4495919" y="1746155"/>
                  </a:lnTo>
                  <a:lnTo>
                    <a:pt x="4498008" y="1745624"/>
                  </a:lnTo>
                  <a:lnTo>
                    <a:pt x="4500097" y="1745852"/>
                  </a:lnTo>
                  <a:lnTo>
                    <a:pt x="4502186" y="1746652"/>
                  </a:lnTo>
                  <a:lnTo>
                    <a:pt x="4504275" y="1747451"/>
                  </a:lnTo>
                  <a:lnTo>
                    <a:pt x="4506364" y="1748924"/>
                  </a:lnTo>
                  <a:lnTo>
                    <a:pt x="4508453" y="1750396"/>
                  </a:lnTo>
                  <a:lnTo>
                    <a:pt x="4510542" y="1751868"/>
                  </a:lnTo>
                  <a:lnTo>
                    <a:pt x="4512631" y="1754093"/>
                  </a:lnTo>
                  <a:lnTo>
                    <a:pt x="4514720" y="1756977"/>
                  </a:lnTo>
                  <a:lnTo>
                    <a:pt x="4516809" y="1758778"/>
                  </a:lnTo>
                  <a:lnTo>
                    <a:pt x="4518898" y="1760905"/>
                  </a:lnTo>
                  <a:lnTo>
                    <a:pt x="4520987" y="1763569"/>
                  </a:lnTo>
                  <a:lnTo>
                    <a:pt x="4523077" y="1765633"/>
                  </a:lnTo>
                  <a:lnTo>
                    <a:pt x="4525166" y="1767697"/>
                  </a:lnTo>
                  <a:lnTo>
                    <a:pt x="4527255" y="1770361"/>
                  </a:lnTo>
                  <a:lnTo>
                    <a:pt x="4529344" y="1773403"/>
                  </a:lnTo>
                  <a:lnTo>
                    <a:pt x="4531433" y="1775636"/>
                  </a:lnTo>
                  <a:lnTo>
                    <a:pt x="4533522" y="1777363"/>
                  </a:lnTo>
                  <a:lnTo>
                    <a:pt x="4535611" y="1776609"/>
                  </a:lnTo>
                  <a:lnTo>
                    <a:pt x="4537700" y="1776234"/>
                  </a:lnTo>
                  <a:lnTo>
                    <a:pt x="4539789" y="1776609"/>
                  </a:lnTo>
                  <a:lnTo>
                    <a:pt x="4541878" y="1776609"/>
                  </a:lnTo>
                  <a:lnTo>
                    <a:pt x="4543967" y="1774622"/>
                  </a:lnTo>
                  <a:lnTo>
                    <a:pt x="4546056" y="1771507"/>
                  </a:lnTo>
                  <a:lnTo>
                    <a:pt x="4548145" y="1768392"/>
                  </a:lnTo>
                  <a:lnTo>
                    <a:pt x="4550234" y="1763486"/>
                  </a:lnTo>
                  <a:lnTo>
                    <a:pt x="4552323" y="1757374"/>
                  </a:lnTo>
                  <a:lnTo>
                    <a:pt x="4554412" y="1751740"/>
                  </a:lnTo>
                  <a:lnTo>
                    <a:pt x="4556501" y="1746106"/>
                  </a:lnTo>
                  <a:lnTo>
                    <a:pt x="4558590" y="1740838"/>
                  </a:lnTo>
                  <a:lnTo>
                    <a:pt x="4560679" y="1734826"/>
                  </a:lnTo>
                  <a:lnTo>
                    <a:pt x="4562768" y="1728336"/>
                  </a:lnTo>
                  <a:lnTo>
                    <a:pt x="4564857" y="1722330"/>
                  </a:lnTo>
                  <a:lnTo>
                    <a:pt x="4566946" y="1718490"/>
                  </a:lnTo>
                  <a:lnTo>
                    <a:pt x="4569035" y="1714270"/>
                  </a:lnTo>
                  <a:lnTo>
                    <a:pt x="4571124" y="1709683"/>
                  </a:lnTo>
                  <a:lnTo>
                    <a:pt x="4573213" y="1705574"/>
                  </a:lnTo>
                  <a:lnTo>
                    <a:pt x="4575302" y="1702083"/>
                  </a:lnTo>
                  <a:lnTo>
                    <a:pt x="4577391" y="1698339"/>
                  </a:lnTo>
                  <a:lnTo>
                    <a:pt x="4579481" y="1693498"/>
                  </a:lnTo>
                  <a:lnTo>
                    <a:pt x="4581570" y="1688605"/>
                  </a:lnTo>
                  <a:lnTo>
                    <a:pt x="4583659" y="1683712"/>
                  </a:lnTo>
                  <a:lnTo>
                    <a:pt x="4585748" y="1678819"/>
                  </a:lnTo>
                  <a:lnTo>
                    <a:pt x="4587837" y="1674305"/>
                  </a:lnTo>
                  <a:lnTo>
                    <a:pt x="4589926" y="1669791"/>
                  </a:lnTo>
                  <a:lnTo>
                    <a:pt x="4592015" y="1664316"/>
                  </a:lnTo>
                  <a:lnTo>
                    <a:pt x="4594104" y="1659223"/>
                  </a:lnTo>
                  <a:lnTo>
                    <a:pt x="4596193" y="1653024"/>
                  </a:lnTo>
                  <a:lnTo>
                    <a:pt x="4598282" y="1646139"/>
                  </a:lnTo>
                  <a:lnTo>
                    <a:pt x="4600371" y="1639254"/>
                  </a:lnTo>
                  <a:lnTo>
                    <a:pt x="4602460" y="1632368"/>
                  </a:lnTo>
                  <a:lnTo>
                    <a:pt x="4604549" y="1625483"/>
                  </a:lnTo>
                  <a:lnTo>
                    <a:pt x="4606638" y="1619951"/>
                  </a:lnTo>
                  <a:lnTo>
                    <a:pt x="4608727" y="1614857"/>
                  </a:lnTo>
                  <a:lnTo>
                    <a:pt x="4610816" y="1611347"/>
                  </a:lnTo>
                  <a:lnTo>
                    <a:pt x="4612905" y="1607891"/>
                  </a:lnTo>
                  <a:lnTo>
                    <a:pt x="4614994" y="1604435"/>
                  </a:lnTo>
                  <a:lnTo>
                    <a:pt x="4617083" y="1600979"/>
                  </a:lnTo>
                  <a:lnTo>
                    <a:pt x="4619172" y="1597523"/>
                  </a:lnTo>
                  <a:lnTo>
                    <a:pt x="4621261" y="1594067"/>
                  </a:lnTo>
                  <a:lnTo>
                    <a:pt x="4623350" y="1592052"/>
                  </a:lnTo>
                  <a:lnTo>
                    <a:pt x="4625439" y="1590177"/>
                  </a:lnTo>
                  <a:lnTo>
                    <a:pt x="4627528" y="1588934"/>
                  </a:lnTo>
                  <a:lnTo>
                    <a:pt x="4629617" y="1588934"/>
                  </a:lnTo>
                  <a:lnTo>
                    <a:pt x="4631706" y="1588934"/>
                  </a:lnTo>
                  <a:lnTo>
                    <a:pt x="4633795" y="1588934"/>
                  </a:lnTo>
                  <a:lnTo>
                    <a:pt x="4635884" y="1588934"/>
                  </a:lnTo>
                  <a:lnTo>
                    <a:pt x="4637974" y="1588934"/>
                  </a:lnTo>
                  <a:lnTo>
                    <a:pt x="4640063" y="1589454"/>
                  </a:lnTo>
                  <a:lnTo>
                    <a:pt x="4642152" y="1592076"/>
                  </a:lnTo>
                  <a:lnTo>
                    <a:pt x="4644241" y="1594319"/>
                  </a:lnTo>
                  <a:lnTo>
                    <a:pt x="4646330" y="1596186"/>
                  </a:lnTo>
                  <a:lnTo>
                    <a:pt x="4648419" y="1598054"/>
                  </a:lnTo>
                  <a:lnTo>
                    <a:pt x="4650508" y="1601175"/>
                  </a:lnTo>
                  <a:lnTo>
                    <a:pt x="4652597" y="1605314"/>
                  </a:lnTo>
                  <a:lnTo>
                    <a:pt x="4654686" y="1609453"/>
                  </a:lnTo>
                  <a:lnTo>
                    <a:pt x="4656775" y="1613224"/>
                  </a:lnTo>
                  <a:lnTo>
                    <a:pt x="4658864" y="1617370"/>
                  </a:lnTo>
                  <a:lnTo>
                    <a:pt x="4660953" y="1621884"/>
                  </a:lnTo>
                  <a:lnTo>
                    <a:pt x="4663042" y="1626398"/>
                  </a:lnTo>
                  <a:lnTo>
                    <a:pt x="4665131" y="1630912"/>
                  </a:lnTo>
                  <a:lnTo>
                    <a:pt x="4667220" y="1635437"/>
                  </a:lnTo>
                  <a:lnTo>
                    <a:pt x="4669309" y="1640330"/>
                  </a:lnTo>
                  <a:lnTo>
                    <a:pt x="4671398" y="1644738"/>
                  </a:lnTo>
                  <a:lnTo>
                    <a:pt x="4673487" y="1646981"/>
                  </a:lnTo>
                  <a:lnTo>
                    <a:pt x="4675576" y="1649981"/>
                  </a:lnTo>
                  <a:lnTo>
                    <a:pt x="4677665" y="1653349"/>
                  </a:lnTo>
                  <a:lnTo>
                    <a:pt x="4679754" y="1657093"/>
                  </a:lnTo>
                  <a:lnTo>
                    <a:pt x="4681843" y="1657718"/>
                  </a:lnTo>
                  <a:lnTo>
                    <a:pt x="4683932" y="1658840"/>
                  </a:lnTo>
                  <a:lnTo>
                    <a:pt x="4686021" y="1661800"/>
                  </a:lnTo>
                  <a:lnTo>
                    <a:pt x="4688110" y="1665191"/>
                  </a:lnTo>
                  <a:lnTo>
                    <a:pt x="4690199" y="1668582"/>
                  </a:lnTo>
                  <a:lnTo>
                    <a:pt x="4692288" y="1669658"/>
                  </a:lnTo>
                  <a:lnTo>
                    <a:pt x="4694378" y="1670033"/>
                  </a:lnTo>
                  <a:lnTo>
                    <a:pt x="4696467" y="1670775"/>
                  </a:lnTo>
                  <a:lnTo>
                    <a:pt x="4698556" y="1671127"/>
                  </a:lnTo>
                  <a:lnTo>
                    <a:pt x="4700645" y="1671127"/>
                  </a:lnTo>
                  <a:lnTo>
                    <a:pt x="4702734" y="1672710"/>
                  </a:lnTo>
                  <a:lnTo>
                    <a:pt x="4704823" y="1674980"/>
                  </a:lnTo>
                  <a:lnTo>
                    <a:pt x="4706912" y="1676772"/>
                  </a:lnTo>
                  <a:lnTo>
                    <a:pt x="4709001" y="1678564"/>
                  </a:lnTo>
                  <a:lnTo>
                    <a:pt x="4711090" y="1679802"/>
                  </a:lnTo>
                  <a:lnTo>
                    <a:pt x="4713179" y="1680716"/>
                  </a:lnTo>
                  <a:lnTo>
                    <a:pt x="4715268" y="1680716"/>
                  </a:lnTo>
                  <a:lnTo>
                    <a:pt x="4717357" y="1678767"/>
                  </a:lnTo>
                  <a:lnTo>
                    <a:pt x="4719446" y="1675338"/>
                  </a:lnTo>
                  <a:lnTo>
                    <a:pt x="4721535" y="1671739"/>
                  </a:lnTo>
                  <a:lnTo>
                    <a:pt x="4723624" y="1668451"/>
                  </a:lnTo>
                  <a:lnTo>
                    <a:pt x="4725713" y="1663878"/>
                  </a:lnTo>
                  <a:lnTo>
                    <a:pt x="4727802" y="1659306"/>
                  </a:lnTo>
                  <a:lnTo>
                    <a:pt x="4729891" y="1654660"/>
                  </a:lnTo>
                  <a:lnTo>
                    <a:pt x="4731980" y="1649335"/>
                  </a:lnTo>
                  <a:lnTo>
                    <a:pt x="4734069" y="1641859"/>
                  </a:lnTo>
                  <a:lnTo>
                    <a:pt x="4736158" y="1632670"/>
                  </a:lnTo>
                  <a:lnTo>
                    <a:pt x="4738247" y="1623958"/>
                  </a:lnTo>
                  <a:lnTo>
                    <a:pt x="4740336" y="1615878"/>
                  </a:lnTo>
                  <a:lnTo>
                    <a:pt x="4742425" y="1607575"/>
                  </a:lnTo>
                  <a:lnTo>
                    <a:pt x="4744514" y="1600106"/>
                  </a:lnTo>
                  <a:lnTo>
                    <a:pt x="4746603" y="1592637"/>
                  </a:lnTo>
                  <a:lnTo>
                    <a:pt x="4748692" y="1585546"/>
                  </a:lnTo>
                  <a:lnTo>
                    <a:pt x="4750781" y="1580248"/>
                  </a:lnTo>
                  <a:lnTo>
                    <a:pt x="4752871" y="1575771"/>
                  </a:lnTo>
                  <a:lnTo>
                    <a:pt x="4754960" y="1573213"/>
                  </a:lnTo>
                  <a:lnTo>
                    <a:pt x="4757049" y="1573189"/>
                  </a:lnTo>
                  <a:lnTo>
                    <a:pt x="4759138" y="1572796"/>
                  </a:lnTo>
                  <a:lnTo>
                    <a:pt x="4761227" y="1572403"/>
                  </a:lnTo>
                  <a:lnTo>
                    <a:pt x="4763316" y="1572379"/>
                  </a:lnTo>
                  <a:lnTo>
                    <a:pt x="4765405" y="1574146"/>
                  </a:lnTo>
                  <a:lnTo>
                    <a:pt x="4767494" y="1576374"/>
                  </a:lnTo>
                  <a:lnTo>
                    <a:pt x="4769583" y="1577972"/>
                  </a:lnTo>
                  <a:lnTo>
                    <a:pt x="4771672" y="1579569"/>
                  </a:lnTo>
                  <a:lnTo>
                    <a:pt x="4773761" y="1581535"/>
                  </a:lnTo>
                  <a:lnTo>
                    <a:pt x="4775850" y="1583764"/>
                  </a:lnTo>
                  <a:lnTo>
                    <a:pt x="4777939" y="1585993"/>
                  </a:lnTo>
                  <a:lnTo>
                    <a:pt x="4780028" y="1587591"/>
                  </a:lnTo>
                  <a:lnTo>
                    <a:pt x="4782117" y="1589441"/>
                  </a:lnTo>
                  <a:lnTo>
                    <a:pt x="4784206" y="1590660"/>
                  </a:lnTo>
                  <a:lnTo>
                    <a:pt x="4786295" y="1591026"/>
                  </a:lnTo>
                  <a:lnTo>
                    <a:pt x="4788384" y="1593525"/>
                  </a:lnTo>
                  <a:lnTo>
                    <a:pt x="4790473" y="1595772"/>
                  </a:lnTo>
                  <a:lnTo>
                    <a:pt x="4792562" y="1597653"/>
                  </a:lnTo>
                  <a:lnTo>
                    <a:pt x="4794651" y="1599533"/>
                  </a:lnTo>
                  <a:lnTo>
                    <a:pt x="4796740" y="1602154"/>
                  </a:lnTo>
                  <a:lnTo>
                    <a:pt x="4798829" y="1607091"/>
                  </a:lnTo>
                  <a:lnTo>
                    <a:pt x="4800918" y="1612828"/>
                  </a:lnTo>
                  <a:lnTo>
                    <a:pt x="4803007" y="1618198"/>
                  </a:lnTo>
                  <a:lnTo>
                    <a:pt x="4805096" y="1624808"/>
                  </a:lnTo>
                  <a:lnTo>
                    <a:pt x="4807185" y="1631338"/>
                  </a:lnTo>
                  <a:lnTo>
                    <a:pt x="4809275" y="1637391"/>
                  </a:lnTo>
                  <a:lnTo>
                    <a:pt x="4811364" y="1643443"/>
                  </a:lnTo>
                  <a:lnTo>
                    <a:pt x="4813453" y="1649973"/>
                  </a:lnTo>
                  <a:lnTo>
                    <a:pt x="4815542" y="1656504"/>
                  </a:lnTo>
                  <a:lnTo>
                    <a:pt x="4817631" y="1663588"/>
                  </a:lnTo>
                  <a:lnTo>
                    <a:pt x="4819720" y="1670212"/>
                  </a:lnTo>
                  <a:lnTo>
                    <a:pt x="4821809" y="1676742"/>
                  </a:lnTo>
                  <a:lnTo>
                    <a:pt x="4823898" y="1683638"/>
                  </a:lnTo>
                  <a:lnTo>
                    <a:pt x="4825987" y="1692326"/>
                  </a:lnTo>
                  <a:lnTo>
                    <a:pt x="4828076" y="1700063"/>
                  </a:lnTo>
                  <a:lnTo>
                    <a:pt x="4830165" y="1707490"/>
                  </a:lnTo>
                  <a:lnTo>
                    <a:pt x="4832254" y="1715834"/>
                  </a:lnTo>
                  <a:lnTo>
                    <a:pt x="4834343" y="1724177"/>
                  </a:lnTo>
                  <a:lnTo>
                    <a:pt x="4836432" y="1731153"/>
                  </a:lnTo>
                  <a:lnTo>
                    <a:pt x="4838521" y="1738353"/>
                  </a:lnTo>
                  <a:lnTo>
                    <a:pt x="4840610" y="1746704"/>
                  </a:lnTo>
                  <a:lnTo>
                    <a:pt x="4842699" y="1755525"/>
                  </a:lnTo>
                  <a:lnTo>
                    <a:pt x="4844788" y="1763554"/>
                  </a:lnTo>
                  <a:lnTo>
                    <a:pt x="4846877" y="1770951"/>
                  </a:lnTo>
                  <a:lnTo>
                    <a:pt x="4848966" y="1778193"/>
                  </a:lnTo>
                  <a:lnTo>
                    <a:pt x="4851055" y="1784915"/>
                  </a:lnTo>
                  <a:lnTo>
                    <a:pt x="4853144" y="1792006"/>
                  </a:lnTo>
                  <a:lnTo>
                    <a:pt x="4855233" y="1799096"/>
                  </a:lnTo>
                  <a:lnTo>
                    <a:pt x="4857322" y="1804027"/>
                  </a:lnTo>
                  <a:lnTo>
                    <a:pt x="4859411" y="1808136"/>
                  </a:lnTo>
                  <a:lnTo>
                    <a:pt x="4861500" y="1810325"/>
                  </a:lnTo>
                  <a:lnTo>
                    <a:pt x="4863589" y="1810718"/>
                  </a:lnTo>
                  <a:lnTo>
                    <a:pt x="4865678" y="1811111"/>
                  </a:lnTo>
                  <a:lnTo>
                    <a:pt x="4867768" y="1811504"/>
                  </a:lnTo>
                  <a:lnTo>
                    <a:pt x="4869857" y="1812275"/>
                  </a:lnTo>
                  <a:lnTo>
                    <a:pt x="4871946" y="1811254"/>
                  </a:lnTo>
                  <a:lnTo>
                    <a:pt x="4874035" y="1809779"/>
                  </a:lnTo>
                  <a:lnTo>
                    <a:pt x="4876124" y="1808935"/>
                  </a:lnTo>
                  <a:lnTo>
                    <a:pt x="4878213" y="1808092"/>
                  </a:lnTo>
                  <a:lnTo>
                    <a:pt x="4880302" y="1806517"/>
                  </a:lnTo>
                  <a:lnTo>
                    <a:pt x="4882391" y="1802420"/>
                  </a:lnTo>
                  <a:lnTo>
                    <a:pt x="4884480" y="1798323"/>
                  </a:lnTo>
                  <a:lnTo>
                    <a:pt x="4886569" y="1794858"/>
                  </a:lnTo>
                  <a:lnTo>
                    <a:pt x="4888658" y="1791605"/>
                  </a:lnTo>
                  <a:lnTo>
                    <a:pt x="4890747" y="1788983"/>
                  </a:lnTo>
                  <a:lnTo>
                    <a:pt x="4892836" y="1786839"/>
                  </a:lnTo>
                  <a:lnTo>
                    <a:pt x="4894925" y="1785060"/>
                  </a:lnTo>
                  <a:lnTo>
                    <a:pt x="4897014" y="1783003"/>
                  </a:lnTo>
                  <a:lnTo>
                    <a:pt x="4899103" y="1779960"/>
                  </a:lnTo>
                  <a:lnTo>
                    <a:pt x="4901192" y="1776918"/>
                  </a:lnTo>
                  <a:lnTo>
                    <a:pt x="4903281" y="1773134"/>
                  </a:lnTo>
                  <a:lnTo>
                    <a:pt x="4905370" y="1768719"/>
                  </a:lnTo>
                  <a:lnTo>
                    <a:pt x="4907459" y="1763826"/>
                  </a:lnTo>
                  <a:lnTo>
                    <a:pt x="4909548" y="1759565"/>
                  </a:lnTo>
                  <a:lnTo>
                    <a:pt x="4911637" y="1756022"/>
                  </a:lnTo>
                  <a:lnTo>
                    <a:pt x="4913726" y="1754875"/>
                  </a:lnTo>
                  <a:lnTo>
                    <a:pt x="4915815" y="1753729"/>
                  </a:lnTo>
                  <a:lnTo>
                    <a:pt x="4917904" y="1753182"/>
                  </a:lnTo>
                  <a:lnTo>
                    <a:pt x="4919993" y="1752035"/>
                  </a:lnTo>
                  <a:lnTo>
                    <a:pt x="4922082" y="1750888"/>
                  </a:lnTo>
                  <a:lnTo>
                    <a:pt x="4924172" y="1749742"/>
                  </a:lnTo>
                  <a:lnTo>
                    <a:pt x="4926261" y="1747963"/>
                  </a:lnTo>
                  <a:lnTo>
                    <a:pt x="4928350" y="1747577"/>
                  </a:lnTo>
                  <a:lnTo>
                    <a:pt x="4930439" y="1748421"/>
                  </a:lnTo>
                  <a:lnTo>
                    <a:pt x="4932528" y="1748421"/>
                  </a:lnTo>
                  <a:lnTo>
                    <a:pt x="4934617" y="1749541"/>
                  </a:lnTo>
                  <a:lnTo>
                    <a:pt x="4936706" y="1750661"/>
                  </a:lnTo>
                  <a:lnTo>
                    <a:pt x="4938795" y="1752148"/>
                  </a:lnTo>
                  <a:lnTo>
                    <a:pt x="4940884" y="1753270"/>
                  </a:lnTo>
                  <a:lnTo>
                    <a:pt x="4942973" y="1754392"/>
                  </a:lnTo>
                  <a:lnTo>
                    <a:pt x="4945062" y="1754760"/>
                  </a:lnTo>
                  <a:lnTo>
                    <a:pt x="4947151" y="1754760"/>
                  </a:lnTo>
                  <a:lnTo>
                    <a:pt x="4949240" y="1754446"/>
                  </a:lnTo>
                  <a:lnTo>
                    <a:pt x="4951329" y="1753876"/>
                  </a:lnTo>
                  <a:lnTo>
                    <a:pt x="4953418" y="1753307"/>
                  </a:lnTo>
                  <a:lnTo>
                    <a:pt x="4955507" y="1752737"/>
                  </a:lnTo>
                  <a:lnTo>
                    <a:pt x="4957596" y="1751852"/>
                  </a:lnTo>
                  <a:lnTo>
                    <a:pt x="4959685" y="1750600"/>
                  </a:lnTo>
                  <a:lnTo>
                    <a:pt x="4961774" y="1749348"/>
                  </a:lnTo>
                  <a:lnTo>
                    <a:pt x="4963863" y="1748463"/>
                  </a:lnTo>
                  <a:lnTo>
                    <a:pt x="4965952" y="1748148"/>
                  </a:lnTo>
                  <a:lnTo>
                    <a:pt x="4968041" y="1745705"/>
                  </a:lnTo>
                  <a:lnTo>
                    <a:pt x="4970130" y="1742715"/>
                  </a:lnTo>
                  <a:lnTo>
                    <a:pt x="4972219" y="1739725"/>
                  </a:lnTo>
                  <a:lnTo>
                    <a:pt x="4974308" y="1736736"/>
                  </a:lnTo>
                  <a:lnTo>
                    <a:pt x="4976397" y="1733368"/>
                  </a:lnTo>
                  <a:lnTo>
                    <a:pt x="4978486" y="1730000"/>
                  </a:lnTo>
                  <a:lnTo>
                    <a:pt x="4980575" y="1726256"/>
                  </a:lnTo>
                  <a:lnTo>
                    <a:pt x="4982665" y="1722513"/>
                  </a:lnTo>
                  <a:lnTo>
                    <a:pt x="4984754" y="1719137"/>
                  </a:lnTo>
                  <a:lnTo>
                    <a:pt x="4986843" y="1717247"/>
                  </a:lnTo>
                  <a:lnTo>
                    <a:pt x="4988932" y="1716187"/>
                  </a:lnTo>
                  <a:lnTo>
                    <a:pt x="4991021" y="1713917"/>
                  </a:lnTo>
                  <a:lnTo>
                    <a:pt x="4993110" y="1711645"/>
                  </a:lnTo>
                  <a:lnTo>
                    <a:pt x="4995199" y="1708531"/>
                  </a:lnTo>
                  <a:lnTo>
                    <a:pt x="4997288" y="1705041"/>
                  </a:lnTo>
                  <a:lnTo>
                    <a:pt x="4999377" y="1703718"/>
                  </a:lnTo>
                  <a:lnTo>
                    <a:pt x="5001466" y="1702499"/>
                  </a:lnTo>
                  <a:lnTo>
                    <a:pt x="5003555" y="1701935"/>
                  </a:lnTo>
                  <a:lnTo>
                    <a:pt x="5005644" y="1702356"/>
                  </a:lnTo>
                  <a:lnTo>
                    <a:pt x="5007733" y="1702777"/>
                  </a:lnTo>
                  <a:lnTo>
                    <a:pt x="5009822" y="1703198"/>
                  </a:lnTo>
                  <a:lnTo>
                    <a:pt x="5011911" y="1704250"/>
                  </a:lnTo>
                  <a:lnTo>
                    <a:pt x="5014000" y="1705302"/>
                  </a:lnTo>
                  <a:lnTo>
                    <a:pt x="5016089" y="1705344"/>
                  </a:lnTo>
                  <a:lnTo>
                    <a:pt x="5018178" y="1704462"/>
                  </a:lnTo>
                  <a:lnTo>
                    <a:pt x="5020267" y="1702681"/>
                  </a:lnTo>
                  <a:lnTo>
                    <a:pt x="5022356" y="1702706"/>
                  </a:lnTo>
                  <a:lnTo>
                    <a:pt x="5024445" y="1702130"/>
                  </a:lnTo>
                  <a:lnTo>
                    <a:pt x="5026534" y="1702155"/>
                  </a:lnTo>
                  <a:lnTo>
                    <a:pt x="5028623" y="1702179"/>
                  </a:lnTo>
                  <a:lnTo>
                    <a:pt x="5030712" y="1701889"/>
                  </a:lnTo>
                  <a:lnTo>
                    <a:pt x="5032801" y="1702231"/>
                  </a:lnTo>
                  <a:lnTo>
                    <a:pt x="5034890" y="1701180"/>
                  </a:lnTo>
                  <a:lnTo>
                    <a:pt x="5036979" y="1698900"/>
                  </a:lnTo>
                  <a:lnTo>
                    <a:pt x="5039069" y="1697097"/>
                  </a:lnTo>
                  <a:lnTo>
                    <a:pt x="5041158" y="1695294"/>
                  </a:lnTo>
                  <a:lnTo>
                    <a:pt x="5043247" y="1693491"/>
                  </a:lnTo>
                  <a:lnTo>
                    <a:pt x="5045336" y="1691689"/>
                  </a:lnTo>
                  <a:lnTo>
                    <a:pt x="5047425" y="1690252"/>
                  </a:lnTo>
                  <a:lnTo>
                    <a:pt x="5049514" y="1688815"/>
                  </a:lnTo>
                  <a:lnTo>
                    <a:pt x="5051603" y="1688132"/>
                  </a:lnTo>
                  <a:lnTo>
                    <a:pt x="5053692" y="1687818"/>
                  </a:lnTo>
                  <a:lnTo>
                    <a:pt x="5055781" y="1687817"/>
                  </a:lnTo>
                  <a:lnTo>
                    <a:pt x="5057870" y="1689448"/>
                  </a:lnTo>
                  <a:lnTo>
                    <a:pt x="5059959" y="1691079"/>
                  </a:lnTo>
                  <a:lnTo>
                    <a:pt x="5062048" y="1692710"/>
                  </a:lnTo>
                  <a:lnTo>
                    <a:pt x="5064137" y="1694341"/>
                  </a:lnTo>
                  <a:lnTo>
                    <a:pt x="5066226" y="1695972"/>
                  </a:lnTo>
                  <a:lnTo>
                    <a:pt x="5068315" y="1697602"/>
                  </a:lnTo>
                  <a:lnTo>
                    <a:pt x="5070404" y="1699233"/>
                  </a:lnTo>
                  <a:lnTo>
                    <a:pt x="5072493" y="1700294"/>
                  </a:lnTo>
                  <a:lnTo>
                    <a:pt x="5074582" y="1703860"/>
                  </a:lnTo>
                  <a:lnTo>
                    <a:pt x="5076671" y="1707969"/>
                  </a:lnTo>
                  <a:lnTo>
                    <a:pt x="5078760" y="1712557"/>
                  </a:lnTo>
                  <a:lnTo>
                    <a:pt x="5080849" y="1717144"/>
                  </a:lnTo>
                  <a:lnTo>
                    <a:pt x="5082938" y="1721731"/>
                  </a:lnTo>
                  <a:lnTo>
                    <a:pt x="5085027" y="1725841"/>
                  </a:lnTo>
                  <a:lnTo>
                    <a:pt x="5087116" y="1729951"/>
                  </a:lnTo>
                  <a:lnTo>
                    <a:pt x="5089205" y="1733319"/>
                  </a:lnTo>
                  <a:lnTo>
                    <a:pt x="5091294" y="1735625"/>
                  </a:lnTo>
                  <a:lnTo>
                    <a:pt x="5093383" y="1735991"/>
                  </a:lnTo>
                  <a:lnTo>
                    <a:pt x="5095472" y="1737894"/>
                  </a:lnTo>
                  <a:lnTo>
                    <a:pt x="5097562" y="1741009"/>
                  </a:lnTo>
                  <a:lnTo>
                    <a:pt x="5099651" y="1744755"/>
                  </a:lnTo>
                  <a:lnTo>
                    <a:pt x="5101740" y="1748501"/>
                  </a:lnTo>
                  <a:lnTo>
                    <a:pt x="5103829" y="1753222"/>
                  </a:lnTo>
                  <a:lnTo>
                    <a:pt x="5105918" y="1755776"/>
                  </a:lnTo>
                  <a:lnTo>
                    <a:pt x="5108007" y="1755678"/>
                  </a:lnTo>
                  <a:lnTo>
                    <a:pt x="5110096" y="1755257"/>
                  </a:lnTo>
                  <a:lnTo>
                    <a:pt x="5112185" y="1755436"/>
                  </a:lnTo>
                  <a:lnTo>
                    <a:pt x="5114274" y="1755616"/>
                  </a:lnTo>
                  <a:lnTo>
                    <a:pt x="5116363" y="1755795"/>
                  </a:lnTo>
                  <a:lnTo>
                    <a:pt x="5118452" y="1755974"/>
                  </a:lnTo>
                  <a:lnTo>
                    <a:pt x="5120541" y="1756154"/>
                  </a:lnTo>
                  <a:lnTo>
                    <a:pt x="5122630" y="1757251"/>
                  </a:lnTo>
                  <a:lnTo>
                    <a:pt x="5124719" y="1760163"/>
                  </a:lnTo>
                  <a:lnTo>
                    <a:pt x="5126808" y="1761313"/>
                  </a:lnTo>
                  <a:lnTo>
                    <a:pt x="5128897" y="1760657"/>
                  </a:lnTo>
                  <a:lnTo>
                    <a:pt x="5130986" y="1759523"/>
                  </a:lnTo>
                  <a:lnTo>
                    <a:pt x="5133075" y="1758389"/>
                  </a:lnTo>
                  <a:lnTo>
                    <a:pt x="5135164" y="1756514"/>
                  </a:lnTo>
                  <a:lnTo>
                    <a:pt x="5137253" y="1754954"/>
                  </a:lnTo>
                  <a:lnTo>
                    <a:pt x="5139342" y="1755595"/>
                  </a:lnTo>
                  <a:lnTo>
                    <a:pt x="5141431" y="1757032"/>
                  </a:lnTo>
                  <a:lnTo>
                    <a:pt x="5143520" y="1757715"/>
                  </a:lnTo>
                  <a:lnTo>
                    <a:pt x="5145609" y="1758398"/>
                  </a:lnTo>
                  <a:lnTo>
                    <a:pt x="5147698" y="1759080"/>
                  </a:lnTo>
                  <a:lnTo>
                    <a:pt x="5149787" y="1760142"/>
                  </a:lnTo>
                  <a:lnTo>
                    <a:pt x="5151876" y="1760825"/>
                  </a:lnTo>
                  <a:lnTo>
                    <a:pt x="5153966" y="1761508"/>
                  </a:lnTo>
                  <a:lnTo>
                    <a:pt x="5156055" y="1762191"/>
                  </a:lnTo>
                  <a:lnTo>
                    <a:pt x="5158144" y="1762874"/>
                  </a:lnTo>
                  <a:lnTo>
                    <a:pt x="5160233" y="1763557"/>
                  </a:lnTo>
                  <a:lnTo>
                    <a:pt x="5162322" y="1764239"/>
                  </a:lnTo>
                  <a:lnTo>
                    <a:pt x="5164411" y="1763861"/>
                  </a:lnTo>
                  <a:lnTo>
                    <a:pt x="5166500" y="1761753"/>
                  </a:lnTo>
                  <a:lnTo>
                    <a:pt x="5168589" y="1758385"/>
                  </a:lnTo>
                  <a:lnTo>
                    <a:pt x="5170678" y="1755016"/>
                  </a:lnTo>
                  <a:lnTo>
                    <a:pt x="5172767" y="1751333"/>
                  </a:lnTo>
                  <a:lnTo>
                    <a:pt x="5174856" y="1747965"/>
                  </a:lnTo>
                  <a:lnTo>
                    <a:pt x="5176945" y="1744597"/>
                  </a:lnTo>
                  <a:lnTo>
                    <a:pt x="5179034" y="1741228"/>
                  </a:lnTo>
                  <a:lnTo>
                    <a:pt x="5181123" y="1736573"/>
                  </a:lnTo>
                  <a:lnTo>
                    <a:pt x="5183212" y="1729877"/>
                  </a:lnTo>
                  <a:lnTo>
                    <a:pt x="5185301" y="1722704"/>
                  </a:lnTo>
                  <a:lnTo>
                    <a:pt x="5187390" y="1715531"/>
                  </a:lnTo>
                  <a:lnTo>
                    <a:pt x="5189479" y="1708358"/>
                  </a:lnTo>
                  <a:lnTo>
                    <a:pt x="5191568" y="1701662"/>
                  </a:lnTo>
                  <a:lnTo>
                    <a:pt x="5193657" y="1694967"/>
                  </a:lnTo>
                  <a:lnTo>
                    <a:pt x="5195746" y="1689012"/>
                  </a:lnTo>
                  <a:lnTo>
                    <a:pt x="5197835" y="1684850"/>
                  </a:lnTo>
                  <a:lnTo>
                    <a:pt x="5199924" y="1683048"/>
                  </a:lnTo>
                  <a:lnTo>
                    <a:pt x="5202013" y="1680768"/>
                  </a:lnTo>
                  <a:lnTo>
                    <a:pt x="5204102" y="1678487"/>
                  </a:lnTo>
                  <a:lnTo>
                    <a:pt x="5206191" y="1675575"/>
                  </a:lnTo>
                  <a:lnTo>
                    <a:pt x="5208280" y="1672663"/>
                  </a:lnTo>
                  <a:lnTo>
                    <a:pt x="5210369" y="1669152"/>
                  </a:lnTo>
                  <a:lnTo>
                    <a:pt x="5212459" y="1666258"/>
                  </a:lnTo>
                  <a:lnTo>
                    <a:pt x="5214548" y="1667917"/>
                  </a:lnTo>
                  <a:lnTo>
                    <a:pt x="5216637" y="1669899"/>
                  </a:lnTo>
                  <a:lnTo>
                    <a:pt x="5218726" y="1671280"/>
                  </a:lnTo>
                  <a:lnTo>
                    <a:pt x="5220815" y="1672661"/>
                  </a:lnTo>
                  <a:lnTo>
                    <a:pt x="5222904" y="1674357"/>
                  </a:lnTo>
                  <a:lnTo>
                    <a:pt x="5224993" y="1676421"/>
                  </a:lnTo>
                  <a:lnTo>
                    <a:pt x="5227082" y="1678485"/>
                  </a:lnTo>
                  <a:lnTo>
                    <a:pt x="5229171" y="1680009"/>
                  </a:lnTo>
                  <a:lnTo>
                    <a:pt x="5231260" y="1680780"/>
                  </a:lnTo>
                  <a:lnTo>
                    <a:pt x="5233349" y="1682183"/>
                  </a:lnTo>
                  <a:lnTo>
                    <a:pt x="5235438" y="1683586"/>
                  </a:lnTo>
                  <a:lnTo>
                    <a:pt x="5237527" y="1685087"/>
                  </a:lnTo>
                  <a:lnTo>
                    <a:pt x="5239616" y="1686590"/>
                  </a:lnTo>
                  <a:lnTo>
                    <a:pt x="5241705" y="1688833"/>
                  </a:lnTo>
                  <a:lnTo>
                    <a:pt x="5243794" y="1691076"/>
                  </a:lnTo>
                  <a:lnTo>
                    <a:pt x="5245883" y="1690836"/>
                  </a:lnTo>
                  <a:lnTo>
                    <a:pt x="5247972" y="1687461"/>
                  </a:lnTo>
                  <a:lnTo>
                    <a:pt x="5250061" y="1684839"/>
                  </a:lnTo>
                  <a:lnTo>
                    <a:pt x="5252150" y="1682217"/>
                  </a:lnTo>
                  <a:lnTo>
                    <a:pt x="5254239" y="1678054"/>
                  </a:lnTo>
                  <a:lnTo>
                    <a:pt x="5256328" y="1670988"/>
                  </a:lnTo>
                  <a:lnTo>
                    <a:pt x="5258417" y="1663724"/>
                  </a:lnTo>
                  <a:lnTo>
                    <a:pt x="5260506" y="1655811"/>
                  </a:lnTo>
                  <a:lnTo>
                    <a:pt x="5262595" y="1646440"/>
                  </a:lnTo>
                  <a:lnTo>
                    <a:pt x="5264684" y="1637069"/>
                  </a:lnTo>
                  <a:lnTo>
                    <a:pt x="5266773" y="1627698"/>
                  </a:lnTo>
                  <a:lnTo>
                    <a:pt x="5268863" y="1618327"/>
                  </a:lnTo>
                  <a:lnTo>
                    <a:pt x="5270952" y="1608207"/>
                  </a:lnTo>
                  <a:lnTo>
                    <a:pt x="5273041" y="1599260"/>
                  </a:lnTo>
                  <a:lnTo>
                    <a:pt x="5275130" y="1590742"/>
                  </a:lnTo>
                  <a:lnTo>
                    <a:pt x="5277219" y="1582086"/>
                  </a:lnTo>
                  <a:lnTo>
                    <a:pt x="5279308" y="1575081"/>
                  </a:lnTo>
                  <a:lnTo>
                    <a:pt x="5281397" y="1567305"/>
                  </a:lnTo>
                  <a:lnTo>
                    <a:pt x="5283486" y="1558294"/>
                  </a:lnTo>
                  <a:lnTo>
                    <a:pt x="5285575" y="1548801"/>
                  </a:lnTo>
                  <a:lnTo>
                    <a:pt x="5287664" y="1541936"/>
                  </a:lnTo>
                  <a:lnTo>
                    <a:pt x="5289753" y="1537203"/>
                  </a:lnTo>
                  <a:lnTo>
                    <a:pt x="5291842" y="1533398"/>
                  </a:lnTo>
                  <a:lnTo>
                    <a:pt x="5293931" y="1529514"/>
                  </a:lnTo>
                  <a:lnTo>
                    <a:pt x="5296020" y="1525534"/>
                  </a:lnTo>
                  <a:lnTo>
                    <a:pt x="5298109" y="1521554"/>
                  </a:lnTo>
                  <a:lnTo>
                    <a:pt x="5300198" y="1516166"/>
                  </a:lnTo>
                  <a:lnTo>
                    <a:pt x="5302287" y="1511357"/>
                  </a:lnTo>
                  <a:lnTo>
                    <a:pt x="5304376" y="1505167"/>
                  </a:lnTo>
                  <a:lnTo>
                    <a:pt x="5306465" y="1499078"/>
                  </a:lnTo>
                  <a:lnTo>
                    <a:pt x="5308554" y="1493671"/>
                  </a:lnTo>
                  <a:lnTo>
                    <a:pt x="5310643" y="1488264"/>
                  </a:lnTo>
                  <a:lnTo>
                    <a:pt x="5312732" y="1483959"/>
                  </a:lnTo>
                  <a:lnTo>
                    <a:pt x="5314821" y="1481062"/>
                  </a:lnTo>
                  <a:lnTo>
                    <a:pt x="5316910" y="1479700"/>
                  </a:lnTo>
                  <a:lnTo>
                    <a:pt x="5318999" y="1477719"/>
                  </a:lnTo>
                  <a:lnTo>
                    <a:pt x="5321088" y="1473734"/>
                  </a:lnTo>
                  <a:lnTo>
                    <a:pt x="5323177" y="1469750"/>
                  </a:lnTo>
                  <a:lnTo>
                    <a:pt x="5325266" y="1465485"/>
                  </a:lnTo>
                  <a:lnTo>
                    <a:pt x="5327356" y="1459077"/>
                  </a:lnTo>
                  <a:lnTo>
                    <a:pt x="5329445" y="1452986"/>
                  </a:lnTo>
                  <a:lnTo>
                    <a:pt x="5331534" y="1448225"/>
                  </a:lnTo>
                  <a:lnTo>
                    <a:pt x="5333623" y="1443558"/>
                  </a:lnTo>
                  <a:lnTo>
                    <a:pt x="5335712" y="1440262"/>
                  </a:lnTo>
                  <a:lnTo>
                    <a:pt x="5337801" y="1436588"/>
                  </a:lnTo>
                  <a:lnTo>
                    <a:pt x="5339890" y="1431506"/>
                  </a:lnTo>
                  <a:lnTo>
                    <a:pt x="5341979" y="1425351"/>
                  </a:lnTo>
                  <a:lnTo>
                    <a:pt x="5344068" y="1418833"/>
                  </a:lnTo>
                  <a:lnTo>
                    <a:pt x="5346157" y="1411938"/>
                  </a:lnTo>
                  <a:lnTo>
                    <a:pt x="5348246" y="1405042"/>
                  </a:lnTo>
                  <a:lnTo>
                    <a:pt x="5350335" y="1397778"/>
                  </a:lnTo>
                  <a:lnTo>
                    <a:pt x="5352424" y="1390795"/>
                  </a:lnTo>
                  <a:lnTo>
                    <a:pt x="5354513" y="1386153"/>
                  </a:lnTo>
                  <a:lnTo>
                    <a:pt x="5356602" y="1383197"/>
                  </a:lnTo>
                  <a:lnTo>
                    <a:pt x="5358691" y="1382829"/>
                  </a:lnTo>
                  <a:lnTo>
                    <a:pt x="5360780" y="1383687"/>
                  </a:lnTo>
                  <a:lnTo>
                    <a:pt x="5362869" y="1387070"/>
                  </a:lnTo>
                  <a:lnTo>
                    <a:pt x="5364958" y="1388620"/>
                  </a:lnTo>
                  <a:lnTo>
                    <a:pt x="5367047" y="1390388"/>
                  </a:lnTo>
                  <a:lnTo>
                    <a:pt x="5369136" y="1392659"/>
                  </a:lnTo>
                  <a:lnTo>
                    <a:pt x="5371225" y="1395323"/>
                  </a:lnTo>
                  <a:lnTo>
                    <a:pt x="5373314" y="1399118"/>
                  </a:lnTo>
                  <a:lnTo>
                    <a:pt x="5375403" y="1402913"/>
                  </a:lnTo>
                  <a:lnTo>
                    <a:pt x="5377492" y="1407457"/>
                  </a:lnTo>
                  <a:lnTo>
                    <a:pt x="5379581" y="1412558"/>
                  </a:lnTo>
                  <a:lnTo>
                    <a:pt x="5381670" y="1418489"/>
                  </a:lnTo>
                  <a:lnTo>
                    <a:pt x="5383759" y="1424560"/>
                  </a:lnTo>
                  <a:lnTo>
                    <a:pt x="5385849" y="1429293"/>
                  </a:lnTo>
                  <a:lnTo>
                    <a:pt x="5387938" y="1434484"/>
                  </a:lnTo>
                  <a:lnTo>
                    <a:pt x="5390027" y="1441224"/>
                  </a:lnTo>
                  <a:lnTo>
                    <a:pt x="5392116" y="1448446"/>
                  </a:lnTo>
                  <a:lnTo>
                    <a:pt x="5394205" y="1453952"/>
                  </a:lnTo>
                  <a:lnTo>
                    <a:pt x="5396294" y="1460792"/>
                  </a:lnTo>
                  <a:lnTo>
                    <a:pt x="5398383" y="1467183"/>
                  </a:lnTo>
                  <a:lnTo>
                    <a:pt x="5400472" y="1475265"/>
                  </a:lnTo>
                  <a:lnTo>
                    <a:pt x="5402561" y="1484138"/>
                  </a:lnTo>
                  <a:lnTo>
                    <a:pt x="5404650" y="1493325"/>
                  </a:lnTo>
                  <a:lnTo>
                    <a:pt x="5406739" y="1503921"/>
                  </a:lnTo>
                  <a:lnTo>
                    <a:pt x="5408828" y="1513938"/>
                  </a:lnTo>
                  <a:lnTo>
                    <a:pt x="5410917" y="1524239"/>
                  </a:lnTo>
                  <a:lnTo>
                    <a:pt x="5413006" y="1534011"/>
                  </a:lnTo>
                  <a:lnTo>
                    <a:pt x="5415095" y="1541224"/>
                  </a:lnTo>
                  <a:lnTo>
                    <a:pt x="5417184" y="1547692"/>
                  </a:lnTo>
                  <a:lnTo>
                    <a:pt x="5419273" y="1553059"/>
                  </a:lnTo>
                  <a:lnTo>
                    <a:pt x="5421362" y="1556639"/>
                  </a:lnTo>
                  <a:lnTo>
                    <a:pt x="5423451" y="1558684"/>
                  </a:lnTo>
                  <a:lnTo>
                    <a:pt x="5425540" y="1560730"/>
                  </a:lnTo>
                  <a:lnTo>
                    <a:pt x="5427629" y="1562775"/>
                  </a:lnTo>
                  <a:lnTo>
                    <a:pt x="5429718" y="1564820"/>
                  </a:lnTo>
                  <a:lnTo>
                    <a:pt x="5431807" y="1567525"/>
                  </a:lnTo>
                  <a:lnTo>
                    <a:pt x="5433896" y="1572372"/>
                  </a:lnTo>
                  <a:lnTo>
                    <a:pt x="5435985" y="1573833"/>
                  </a:lnTo>
                  <a:lnTo>
                    <a:pt x="5438074" y="1572452"/>
                  </a:lnTo>
                  <a:lnTo>
                    <a:pt x="5440163" y="1570977"/>
                  </a:lnTo>
                  <a:lnTo>
                    <a:pt x="5442253" y="1568130"/>
                  </a:lnTo>
                  <a:lnTo>
                    <a:pt x="5444342" y="1564530"/>
                  </a:lnTo>
                  <a:lnTo>
                    <a:pt x="5446431" y="1563715"/>
                  </a:lnTo>
                  <a:lnTo>
                    <a:pt x="5448520" y="1564977"/>
                  </a:lnTo>
                  <a:lnTo>
                    <a:pt x="5450609" y="1566980"/>
                  </a:lnTo>
                  <a:lnTo>
                    <a:pt x="5452698" y="1570103"/>
                  </a:lnTo>
                  <a:lnTo>
                    <a:pt x="5454787" y="1573704"/>
                  </a:lnTo>
                  <a:lnTo>
                    <a:pt x="5456876" y="1577673"/>
                  </a:lnTo>
                  <a:lnTo>
                    <a:pt x="5458965" y="1580214"/>
                  </a:lnTo>
                  <a:lnTo>
                    <a:pt x="5461054" y="1582180"/>
                  </a:lnTo>
                  <a:lnTo>
                    <a:pt x="5463143" y="1582458"/>
                  </a:lnTo>
                  <a:lnTo>
                    <a:pt x="5465232" y="1579961"/>
                  </a:lnTo>
                  <a:lnTo>
                    <a:pt x="5467321" y="1578062"/>
                  </a:lnTo>
                  <a:lnTo>
                    <a:pt x="5469410" y="1577594"/>
                  </a:lnTo>
                  <a:lnTo>
                    <a:pt x="5471499" y="1579535"/>
                  </a:lnTo>
                  <a:lnTo>
                    <a:pt x="5473588" y="1581907"/>
                  </a:lnTo>
                  <a:lnTo>
                    <a:pt x="5475677" y="1585234"/>
                  </a:lnTo>
                  <a:lnTo>
                    <a:pt x="5477766" y="1588167"/>
                  </a:lnTo>
                  <a:lnTo>
                    <a:pt x="5479855" y="1589604"/>
                  </a:lnTo>
                  <a:lnTo>
                    <a:pt x="5481944" y="1589324"/>
                  </a:lnTo>
                  <a:lnTo>
                    <a:pt x="5484033" y="1587174"/>
                  </a:lnTo>
                  <a:lnTo>
                    <a:pt x="5486122" y="1584062"/>
                  </a:lnTo>
                  <a:lnTo>
                    <a:pt x="5488211" y="1580949"/>
                  </a:lnTo>
                  <a:lnTo>
                    <a:pt x="5490300" y="1579071"/>
                  </a:lnTo>
                  <a:lnTo>
                    <a:pt x="5492389" y="1577751"/>
                  </a:lnTo>
                  <a:lnTo>
                    <a:pt x="5494478" y="1576431"/>
                  </a:lnTo>
                  <a:lnTo>
                    <a:pt x="5496567" y="1574434"/>
                  </a:lnTo>
                  <a:lnTo>
                    <a:pt x="5498656" y="1572799"/>
                  </a:lnTo>
                  <a:lnTo>
                    <a:pt x="5500746" y="1571164"/>
                  </a:lnTo>
                  <a:lnTo>
                    <a:pt x="5502835" y="1567737"/>
                  </a:lnTo>
                  <a:lnTo>
                    <a:pt x="5504924" y="1563831"/>
                  </a:lnTo>
                  <a:lnTo>
                    <a:pt x="5507013" y="1558312"/>
                  </a:lnTo>
                  <a:lnTo>
                    <a:pt x="5509102" y="1552477"/>
                  </a:lnTo>
                  <a:lnTo>
                    <a:pt x="5511191" y="1546328"/>
                  </a:lnTo>
                  <a:lnTo>
                    <a:pt x="5513280" y="1542241"/>
                  </a:lnTo>
                  <a:lnTo>
                    <a:pt x="5515369" y="1539820"/>
                  </a:lnTo>
                  <a:lnTo>
                    <a:pt x="5517458" y="1538320"/>
                  </a:lnTo>
                  <a:lnTo>
                    <a:pt x="5519547" y="1536440"/>
                  </a:lnTo>
                  <a:lnTo>
                    <a:pt x="5521636" y="1536913"/>
                  </a:lnTo>
                  <a:lnTo>
                    <a:pt x="5523725" y="1538764"/>
                  </a:lnTo>
                  <a:lnTo>
                    <a:pt x="5525814" y="1541215"/>
                  </a:lnTo>
                  <a:lnTo>
                    <a:pt x="5527903" y="1546463"/>
                  </a:lnTo>
                  <a:lnTo>
                    <a:pt x="5529992" y="1553072"/>
                  </a:lnTo>
                  <a:lnTo>
                    <a:pt x="5532081" y="1561108"/>
                  </a:lnTo>
                  <a:lnTo>
                    <a:pt x="5534170" y="1567796"/>
                  </a:lnTo>
                  <a:lnTo>
                    <a:pt x="5536259" y="1573821"/>
                  </a:lnTo>
                  <a:lnTo>
                    <a:pt x="5538348" y="1579194"/>
                  </a:lnTo>
                  <a:lnTo>
                    <a:pt x="5540437" y="1585014"/>
                  </a:lnTo>
                  <a:lnTo>
                    <a:pt x="5542526" y="1592109"/>
                  </a:lnTo>
                  <a:lnTo>
                    <a:pt x="5544615" y="1601431"/>
                  </a:lnTo>
                  <a:lnTo>
                    <a:pt x="5546704" y="1610752"/>
                  </a:lnTo>
                  <a:lnTo>
                    <a:pt x="5548793" y="1621385"/>
                  </a:lnTo>
                  <a:lnTo>
                    <a:pt x="5550882" y="1634225"/>
                  </a:lnTo>
                  <a:lnTo>
                    <a:pt x="5552971" y="1645689"/>
                  </a:lnTo>
                  <a:lnTo>
                    <a:pt x="5555060" y="1656147"/>
                  </a:lnTo>
                  <a:lnTo>
                    <a:pt x="5557150" y="1666682"/>
                  </a:lnTo>
                  <a:lnTo>
                    <a:pt x="5559239" y="1677497"/>
                  </a:lnTo>
                  <a:lnTo>
                    <a:pt x="5561328" y="1685908"/>
                  </a:lnTo>
                  <a:lnTo>
                    <a:pt x="5563417" y="1691981"/>
                  </a:lnTo>
                  <a:lnTo>
                    <a:pt x="5565506" y="1700363"/>
                  </a:lnTo>
                  <a:lnTo>
                    <a:pt x="5567595" y="1709392"/>
                  </a:lnTo>
                  <a:lnTo>
                    <a:pt x="5569684" y="1718143"/>
                  </a:lnTo>
                  <a:lnTo>
                    <a:pt x="5571773" y="1726540"/>
                  </a:lnTo>
                  <a:lnTo>
                    <a:pt x="5573862" y="1734788"/>
                  </a:lnTo>
                  <a:lnTo>
                    <a:pt x="5575951" y="1741141"/>
                  </a:lnTo>
                  <a:lnTo>
                    <a:pt x="5578040" y="1746853"/>
                  </a:lnTo>
                  <a:lnTo>
                    <a:pt x="5580129" y="1751946"/>
                  </a:lnTo>
                  <a:lnTo>
                    <a:pt x="5582218" y="1755323"/>
                  </a:lnTo>
                  <a:lnTo>
                    <a:pt x="5584307" y="1758699"/>
                  </a:lnTo>
                  <a:lnTo>
                    <a:pt x="5586396" y="1762441"/>
                  </a:lnTo>
                  <a:lnTo>
                    <a:pt x="5588485" y="1767472"/>
                  </a:lnTo>
                  <a:lnTo>
                    <a:pt x="5590574" y="1773435"/>
                  </a:lnTo>
                  <a:lnTo>
                    <a:pt x="5592663" y="1779612"/>
                  </a:lnTo>
                  <a:lnTo>
                    <a:pt x="5594752" y="1788351"/>
                  </a:lnTo>
                  <a:lnTo>
                    <a:pt x="5596841" y="1795140"/>
                  </a:lnTo>
                  <a:lnTo>
                    <a:pt x="5598930" y="1800433"/>
                  </a:lnTo>
                  <a:lnTo>
                    <a:pt x="5601019" y="1806331"/>
                  </a:lnTo>
                  <a:lnTo>
                    <a:pt x="5603108" y="1812886"/>
                  </a:lnTo>
                  <a:lnTo>
                    <a:pt x="5605197" y="1818902"/>
                  </a:lnTo>
                  <a:lnTo>
                    <a:pt x="5607286" y="1824893"/>
                  </a:lnTo>
                  <a:lnTo>
                    <a:pt x="5607956" y="1826954"/>
                  </a:lnTo>
                  <a:lnTo>
                    <a:pt x="5638364" y="1826954"/>
                  </a:lnTo>
                  <a:lnTo>
                    <a:pt x="5638622" y="1825574"/>
                  </a:lnTo>
                  <a:lnTo>
                    <a:pt x="5640711" y="1814990"/>
                  </a:lnTo>
                  <a:lnTo>
                    <a:pt x="5642800" y="1805070"/>
                  </a:lnTo>
                  <a:lnTo>
                    <a:pt x="5644889" y="1795422"/>
                  </a:lnTo>
                  <a:lnTo>
                    <a:pt x="5646978" y="1785328"/>
                  </a:lnTo>
                  <a:lnTo>
                    <a:pt x="5649067" y="1776714"/>
                  </a:lnTo>
                  <a:lnTo>
                    <a:pt x="5651156" y="1766206"/>
                  </a:lnTo>
                  <a:lnTo>
                    <a:pt x="5653245" y="1755699"/>
                  </a:lnTo>
                  <a:lnTo>
                    <a:pt x="5655334" y="1744691"/>
                  </a:lnTo>
                  <a:lnTo>
                    <a:pt x="5657423" y="1731850"/>
                  </a:lnTo>
                  <a:lnTo>
                    <a:pt x="5659512" y="1719764"/>
                  </a:lnTo>
                  <a:lnTo>
                    <a:pt x="5661601" y="1707678"/>
                  </a:lnTo>
                  <a:lnTo>
                    <a:pt x="5663690" y="1695515"/>
                  </a:lnTo>
                  <a:lnTo>
                    <a:pt x="5665779" y="1681865"/>
                  </a:lnTo>
                  <a:lnTo>
                    <a:pt x="5667868" y="1670420"/>
                  </a:lnTo>
                  <a:lnTo>
                    <a:pt x="5669957" y="1662708"/>
                  </a:lnTo>
                  <a:lnTo>
                    <a:pt x="5672047" y="1654909"/>
                  </a:lnTo>
                  <a:lnTo>
                    <a:pt x="5674136" y="1647405"/>
                  </a:lnTo>
                  <a:lnTo>
                    <a:pt x="5676225" y="1640179"/>
                  </a:lnTo>
                  <a:lnTo>
                    <a:pt x="5678314" y="1634605"/>
                  </a:lnTo>
                  <a:lnTo>
                    <a:pt x="5680403" y="1629497"/>
                  </a:lnTo>
                  <a:lnTo>
                    <a:pt x="5682492" y="1626294"/>
                  </a:lnTo>
                  <a:lnTo>
                    <a:pt x="5684581" y="1624562"/>
                  </a:lnTo>
                  <a:lnTo>
                    <a:pt x="5686670" y="1623950"/>
                  </a:lnTo>
                  <a:lnTo>
                    <a:pt x="5688759" y="1625053"/>
                  </a:lnTo>
                  <a:lnTo>
                    <a:pt x="5690848" y="1625657"/>
                  </a:lnTo>
                  <a:lnTo>
                    <a:pt x="5692937" y="1626761"/>
                  </a:lnTo>
                  <a:lnTo>
                    <a:pt x="5695026" y="1628293"/>
                  </a:lnTo>
                  <a:lnTo>
                    <a:pt x="5697115" y="1632041"/>
                  </a:lnTo>
                  <a:lnTo>
                    <a:pt x="5699204" y="1638540"/>
                  </a:lnTo>
                  <a:lnTo>
                    <a:pt x="5701293" y="1642476"/>
                  </a:lnTo>
                  <a:lnTo>
                    <a:pt x="5703382" y="1647129"/>
                  </a:lnTo>
                  <a:lnTo>
                    <a:pt x="5705471" y="1652721"/>
                  </a:lnTo>
                  <a:lnTo>
                    <a:pt x="5707560" y="1657707"/>
                  </a:lnTo>
                  <a:lnTo>
                    <a:pt x="5709649" y="1661737"/>
                  </a:lnTo>
                  <a:lnTo>
                    <a:pt x="5711738" y="1665946"/>
                  </a:lnTo>
                  <a:lnTo>
                    <a:pt x="5713827" y="1669679"/>
                  </a:lnTo>
                  <a:lnTo>
                    <a:pt x="5715916" y="1673475"/>
                  </a:lnTo>
                  <a:lnTo>
                    <a:pt x="5718005" y="1676596"/>
                  </a:lnTo>
                  <a:lnTo>
                    <a:pt x="5720094" y="1680319"/>
                  </a:lnTo>
                  <a:lnTo>
                    <a:pt x="5722183" y="1684672"/>
                  </a:lnTo>
                  <a:lnTo>
                    <a:pt x="5724272" y="1688525"/>
                  </a:lnTo>
                  <a:lnTo>
                    <a:pt x="5726361" y="1692378"/>
                  </a:lnTo>
                  <a:lnTo>
                    <a:pt x="5728450" y="1696461"/>
                  </a:lnTo>
                  <a:lnTo>
                    <a:pt x="5730540" y="1703063"/>
                  </a:lnTo>
                  <a:lnTo>
                    <a:pt x="5732629" y="1708587"/>
                  </a:lnTo>
                  <a:lnTo>
                    <a:pt x="5734718" y="1714711"/>
                  </a:lnTo>
                  <a:lnTo>
                    <a:pt x="5736807" y="1720010"/>
                  </a:lnTo>
                  <a:lnTo>
                    <a:pt x="5738896" y="1726619"/>
                  </a:lnTo>
                  <a:lnTo>
                    <a:pt x="5740985" y="1732850"/>
                  </a:lnTo>
                  <a:lnTo>
                    <a:pt x="5743074" y="1738762"/>
                  </a:lnTo>
                  <a:lnTo>
                    <a:pt x="5745163" y="1745888"/>
                  </a:lnTo>
                  <a:lnTo>
                    <a:pt x="5747252" y="1753772"/>
                  </a:lnTo>
                  <a:lnTo>
                    <a:pt x="5749341" y="1762408"/>
                  </a:lnTo>
                  <a:lnTo>
                    <a:pt x="5751430" y="1771045"/>
                  </a:lnTo>
                  <a:lnTo>
                    <a:pt x="5753519" y="1781135"/>
                  </a:lnTo>
                  <a:lnTo>
                    <a:pt x="5755608" y="1792115"/>
                  </a:lnTo>
                  <a:lnTo>
                    <a:pt x="5757697" y="1803004"/>
                  </a:lnTo>
                  <a:lnTo>
                    <a:pt x="5759786" y="1810300"/>
                  </a:lnTo>
                  <a:lnTo>
                    <a:pt x="5761875" y="1814093"/>
                  </a:lnTo>
                  <a:lnTo>
                    <a:pt x="5763964" y="1818193"/>
                  </a:lnTo>
                  <a:lnTo>
                    <a:pt x="5766053" y="1821539"/>
                  </a:lnTo>
                  <a:lnTo>
                    <a:pt x="5768142" y="1824885"/>
                  </a:lnTo>
                  <a:lnTo>
                    <a:pt x="5769434" y="1826954"/>
                  </a:lnTo>
                  <a:lnTo>
                    <a:pt x="5787169" y="1826954"/>
                  </a:lnTo>
                  <a:lnTo>
                    <a:pt x="5789033" y="1822703"/>
                  </a:lnTo>
                  <a:lnTo>
                    <a:pt x="5791122" y="1819584"/>
                  </a:lnTo>
                  <a:lnTo>
                    <a:pt x="5793211" y="1818971"/>
                  </a:lnTo>
                  <a:lnTo>
                    <a:pt x="5795300" y="1817562"/>
                  </a:lnTo>
                  <a:lnTo>
                    <a:pt x="5797389" y="1816654"/>
                  </a:lnTo>
                  <a:lnTo>
                    <a:pt x="5799478" y="1814464"/>
                  </a:lnTo>
                  <a:lnTo>
                    <a:pt x="5801567" y="1812275"/>
                  </a:lnTo>
                  <a:lnTo>
                    <a:pt x="5803656" y="1808808"/>
                  </a:lnTo>
                  <a:lnTo>
                    <a:pt x="5805745" y="1803337"/>
                  </a:lnTo>
                  <a:lnTo>
                    <a:pt x="5807834" y="1800520"/>
                  </a:lnTo>
                  <a:lnTo>
                    <a:pt x="5809923" y="1800175"/>
                  </a:lnTo>
                  <a:lnTo>
                    <a:pt x="5812012" y="1800175"/>
                  </a:lnTo>
                  <a:lnTo>
                    <a:pt x="5814101" y="1800928"/>
                  </a:lnTo>
                  <a:lnTo>
                    <a:pt x="5816190" y="1801587"/>
                  </a:lnTo>
                  <a:lnTo>
                    <a:pt x="5818279" y="1803672"/>
                  </a:lnTo>
                  <a:lnTo>
                    <a:pt x="5820368" y="1807927"/>
                  </a:lnTo>
                  <a:lnTo>
                    <a:pt x="5822457" y="1813591"/>
                  </a:lnTo>
                  <a:lnTo>
                    <a:pt x="5824546" y="1819255"/>
                  </a:lnTo>
                  <a:lnTo>
                    <a:pt x="5826635" y="1826001"/>
                  </a:lnTo>
                  <a:lnTo>
                    <a:pt x="5826844" y="1826954"/>
                  </a:lnTo>
                  <a:lnTo>
                    <a:pt x="5997329" y="1826954"/>
                  </a:lnTo>
                  <a:lnTo>
                    <a:pt x="5997936" y="1824682"/>
                  </a:lnTo>
                  <a:lnTo>
                    <a:pt x="6000025" y="1816866"/>
                  </a:lnTo>
                  <a:lnTo>
                    <a:pt x="6002114" y="1809495"/>
                  </a:lnTo>
                  <a:lnTo>
                    <a:pt x="6004203" y="1799839"/>
                  </a:lnTo>
                  <a:lnTo>
                    <a:pt x="6006292" y="1789324"/>
                  </a:lnTo>
                  <a:lnTo>
                    <a:pt x="6008381" y="1778808"/>
                  </a:lnTo>
                  <a:lnTo>
                    <a:pt x="6010470" y="1768291"/>
                  </a:lnTo>
                  <a:lnTo>
                    <a:pt x="6012559" y="1756491"/>
                  </a:lnTo>
                  <a:lnTo>
                    <a:pt x="6014648" y="1746132"/>
                  </a:lnTo>
                  <a:lnTo>
                    <a:pt x="6016738" y="1735773"/>
                  </a:lnTo>
                  <a:lnTo>
                    <a:pt x="6018827" y="1726585"/>
                  </a:lnTo>
                  <a:lnTo>
                    <a:pt x="6020916" y="1720519"/>
                  </a:lnTo>
                  <a:lnTo>
                    <a:pt x="6023005" y="1716617"/>
                  </a:lnTo>
                  <a:lnTo>
                    <a:pt x="6025094" y="1714248"/>
                  </a:lnTo>
                  <a:lnTo>
                    <a:pt x="6027183" y="1711878"/>
                  </a:lnTo>
                  <a:lnTo>
                    <a:pt x="6029272" y="1709328"/>
                  </a:lnTo>
                  <a:lnTo>
                    <a:pt x="6031361" y="1706156"/>
                  </a:lnTo>
                  <a:lnTo>
                    <a:pt x="6033450" y="1704288"/>
                  </a:lnTo>
                  <a:lnTo>
                    <a:pt x="6035539" y="1704908"/>
                  </a:lnTo>
                  <a:lnTo>
                    <a:pt x="6037628" y="1707516"/>
                  </a:lnTo>
                  <a:lnTo>
                    <a:pt x="6039717" y="1711329"/>
                  </a:lnTo>
                  <a:lnTo>
                    <a:pt x="6041806" y="1715657"/>
                  </a:lnTo>
                  <a:lnTo>
                    <a:pt x="6043895" y="1720292"/>
                  </a:lnTo>
                  <a:lnTo>
                    <a:pt x="6045984" y="1727562"/>
                  </a:lnTo>
                  <a:lnTo>
                    <a:pt x="6048073" y="1734831"/>
                  </a:lnTo>
                  <a:lnTo>
                    <a:pt x="6050162" y="1742856"/>
                  </a:lnTo>
                  <a:lnTo>
                    <a:pt x="6052251" y="1749540"/>
                  </a:lnTo>
                  <a:lnTo>
                    <a:pt x="6054340" y="1755056"/>
                  </a:lnTo>
                  <a:lnTo>
                    <a:pt x="6056429" y="1761883"/>
                  </a:lnTo>
                  <a:lnTo>
                    <a:pt x="6058518" y="1768711"/>
                  </a:lnTo>
                  <a:lnTo>
                    <a:pt x="6060607" y="1777332"/>
                  </a:lnTo>
                  <a:lnTo>
                    <a:pt x="6062696" y="1789898"/>
                  </a:lnTo>
                  <a:lnTo>
                    <a:pt x="6064785" y="1803158"/>
                  </a:lnTo>
                  <a:lnTo>
                    <a:pt x="6066874" y="1813796"/>
                  </a:lnTo>
                  <a:lnTo>
                    <a:pt x="6068963" y="1824434"/>
                  </a:lnTo>
                  <a:lnTo>
                    <a:pt x="6069458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572887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572992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4572887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39333" y="5564464"/>
              <a:ext cx="558221" cy="195938"/>
            </a:xfrm>
            <a:custGeom>
              <a:avLst/>
              <a:pathLst>
                <a:path w="558221" h="195938">
                  <a:moveTo>
                    <a:pt x="0" y="128478"/>
                  </a:moveTo>
                  <a:lnTo>
                    <a:pt x="313" y="128682"/>
                  </a:lnTo>
                  <a:lnTo>
                    <a:pt x="2402" y="128682"/>
                  </a:lnTo>
                  <a:lnTo>
                    <a:pt x="4491" y="129068"/>
                  </a:lnTo>
                  <a:lnTo>
                    <a:pt x="6580" y="128886"/>
                  </a:lnTo>
                  <a:lnTo>
                    <a:pt x="8669" y="128705"/>
                  </a:lnTo>
                  <a:lnTo>
                    <a:pt x="10758" y="128500"/>
                  </a:lnTo>
                  <a:lnTo>
                    <a:pt x="12847" y="128114"/>
                  </a:lnTo>
                  <a:lnTo>
                    <a:pt x="14936" y="127729"/>
                  </a:lnTo>
                  <a:lnTo>
                    <a:pt x="17025" y="127321"/>
                  </a:lnTo>
                  <a:lnTo>
                    <a:pt x="19114" y="126935"/>
                  </a:lnTo>
                  <a:lnTo>
                    <a:pt x="21203" y="126346"/>
                  </a:lnTo>
                  <a:lnTo>
                    <a:pt x="23292" y="125492"/>
                  </a:lnTo>
                  <a:lnTo>
                    <a:pt x="25381" y="124386"/>
                  </a:lnTo>
                  <a:lnTo>
                    <a:pt x="27470" y="123184"/>
                  </a:lnTo>
                  <a:lnTo>
                    <a:pt x="29559" y="121820"/>
                  </a:lnTo>
                  <a:lnTo>
                    <a:pt x="31648" y="120457"/>
                  </a:lnTo>
                  <a:lnTo>
                    <a:pt x="33737" y="119359"/>
                  </a:lnTo>
                  <a:lnTo>
                    <a:pt x="35826" y="118380"/>
                  </a:lnTo>
                  <a:lnTo>
                    <a:pt x="37916" y="117606"/>
                  </a:lnTo>
                  <a:lnTo>
                    <a:pt x="40005" y="116627"/>
                  </a:lnTo>
                  <a:lnTo>
                    <a:pt x="42094" y="115649"/>
                  </a:lnTo>
                  <a:lnTo>
                    <a:pt x="44183" y="114874"/>
                  </a:lnTo>
                  <a:lnTo>
                    <a:pt x="46272" y="113958"/>
                  </a:lnTo>
                  <a:lnTo>
                    <a:pt x="48361" y="112860"/>
                  </a:lnTo>
                  <a:lnTo>
                    <a:pt x="50450" y="111881"/>
                  </a:lnTo>
                  <a:lnTo>
                    <a:pt x="52539" y="110902"/>
                  </a:lnTo>
                  <a:lnTo>
                    <a:pt x="54628" y="110332"/>
                  </a:lnTo>
                  <a:lnTo>
                    <a:pt x="56717" y="109760"/>
                  </a:lnTo>
                  <a:lnTo>
                    <a:pt x="58806" y="109252"/>
                  </a:lnTo>
                  <a:lnTo>
                    <a:pt x="60895" y="108743"/>
                  </a:lnTo>
                  <a:lnTo>
                    <a:pt x="62984" y="108395"/>
                  </a:lnTo>
                  <a:lnTo>
                    <a:pt x="65073" y="107941"/>
                  </a:lnTo>
                  <a:lnTo>
                    <a:pt x="67162" y="107486"/>
                  </a:lnTo>
                  <a:lnTo>
                    <a:pt x="69251" y="107235"/>
                  </a:lnTo>
                  <a:lnTo>
                    <a:pt x="71340" y="106984"/>
                  </a:lnTo>
                  <a:lnTo>
                    <a:pt x="73429" y="106733"/>
                  </a:lnTo>
                  <a:lnTo>
                    <a:pt x="75518" y="106279"/>
                  </a:lnTo>
                  <a:lnTo>
                    <a:pt x="77607" y="106279"/>
                  </a:lnTo>
                  <a:lnTo>
                    <a:pt x="79696" y="106427"/>
                  </a:lnTo>
                  <a:lnTo>
                    <a:pt x="81785" y="106427"/>
                  </a:lnTo>
                  <a:lnTo>
                    <a:pt x="83874" y="106630"/>
                  </a:lnTo>
                  <a:lnTo>
                    <a:pt x="85963" y="106630"/>
                  </a:lnTo>
                  <a:lnTo>
                    <a:pt x="88052" y="106630"/>
                  </a:lnTo>
                  <a:lnTo>
                    <a:pt x="90141" y="106833"/>
                  </a:lnTo>
                  <a:lnTo>
                    <a:pt x="92230" y="106833"/>
                  </a:lnTo>
                  <a:lnTo>
                    <a:pt x="94319" y="106833"/>
                  </a:lnTo>
                  <a:lnTo>
                    <a:pt x="96409" y="107036"/>
                  </a:lnTo>
                  <a:lnTo>
                    <a:pt x="98498" y="107444"/>
                  </a:lnTo>
                  <a:lnTo>
                    <a:pt x="100587" y="107443"/>
                  </a:lnTo>
                  <a:lnTo>
                    <a:pt x="102676" y="107625"/>
                  </a:lnTo>
                  <a:lnTo>
                    <a:pt x="104765" y="107625"/>
                  </a:lnTo>
                  <a:lnTo>
                    <a:pt x="106854" y="108072"/>
                  </a:lnTo>
                  <a:lnTo>
                    <a:pt x="108943" y="108254"/>
                  </a:lnTo>
                  <a:lnTo>
                    <a:pt x="111032" y="108254"/>
                  </a:lnTo>
                  <a:lnTo>
                    <a:pt x="113121" y="108435"/>
                  </a:lnTo>
                  <a:lnTo>
                    <a:pt x="115210" y="108435"/>
                  </a:lnTo>
                  <a:lnTo>
                    <a:pt x="117299" y="108639"/>
                  </a:lnTo>
                  <a:lnTo>
                    <a:pt x="119388" y="108844"/>
                  </a:lnTo>
                  <a:lnTo>
                    <a:pt x="121477" y="109229"/>
                  </a:lnTo>
                  <a:lnTo>
                    <a:pt x="123566" y="109819"/>
                  </a:lnTo>
                  <a:lnTo>
                    <a:pt x="125655" y="108472"/>
                  </a:lnTo>
                  <a:lnTo>
                    <a:pt x="127744" y="106642"/>
                  </a:lnTo>
                  <a:lnTo>
                    <a:pt x="129833" y="104629"/>
                  </a:lnTo>
                  <a:lnTo>
                    <a:pt x="131922" y="102664"/>
                  </a:lnTo>
                  <a:lnTo>
                    <a:pt x="134011" y="100796"/>
                  </a:lnTo>
                  <a:lnTo>
                    <a:pt x="136100" y="99089"/>
                  </a:lnTo>
                  <a:lnTo>
                    <a:pt x="138189" y="97381"/>
                  </a:lnTo>
                  <a:lnTo>
                    <a:pt x="140278" y="95674"/>
                  </a:lnTo>
                  <a:lnTo>
                    <a:pt x="142367" y="93826"/>
                  </a:lnTo>
                  <a:lnTo>
                    <a:pt x="144456" y="91977"/>
                  </a:lnTo>
                  <a:lnTo>
                    <a:pt x="146545" y="90129"/>
                  </a:lnTo>
                  <a:lnTo>
                    <a:pt x="148634" y="88484"/>
                  </a:lnTo>
                  <a:lnTo>
                    <a:pt x="150723" y="87043"/>
                  </a:lnTo>
                  <a:lnTo>
                    <a:pt x="152813" y="85336"/>
                  </a:lnTo>
                  <a:lnTo>
                    <a:pt x="154902" y="83425"/>
                  </a:lnTo>
                  <a:lnTo>
                    <a:pt x="156991" y="83230"/>
                  </a:lnTo>
                  <a:lnTo>
                    <a:pt x="159080" y="84005"/>
                  </a:lnTo>
                  <a:lnTo>
                    <a:pt x="161169" y="84779"/>
                  </a:lnTo>
                  <a:lnTo>
                    <a:pt x="163258" y="85166"/>
                  </a:lnTo>
                  <a:lnTo>
                    <a:pt x="165347" y="83663"/>
                  </a:lnTo>
                  <a:lnTo>
                    <a:pt x="167436" y="82160"/>
                  </a:lnTo>
                  <a:lnTo>
                    <a:pt x="169525" y="80291"/>
                  </a:lnTo>
                  <a:lnTo>
                    <a:pt x="171614" y="78326"/>
                  </a:lnTo>
                  <a:lnTo>
                    <a:pt x="173703" y="76361"/>
                  </a:lnTo>
                  <a:lnTo>
                    <a:pt x="175792" y="74396"/>
                  </a:lnTo>
                  <a:lnTo>
                    <a:pt x="177881" y="72635"/>
                  </a:lnTo>
                  <a:lnTo>
                    <a:pt x="179970" y="70874"/>
                  </a:lnTo>
                  <a:lnTo>
                    <a:pt x="182059" y="68909"/>
                  </a:lnTo>
                  <a:lnTo>
                    <a:pt x="184148" y="66693"/>
                  </a:lnTo>
                  <a:lnTo>
                    <a:pt x="186237" y="64476"/>
                  </a:lnTo>
                  <a:lnTo>
                    <a:pt x="188326" y="62464"/>
                  </a:lnTo>
                  <a:lnTo>
                    <a:pt x="190415" y="60044"/>
                  </a:lnTo>
                  <a:lnTo>
                    <a:pt x="192504" y="57625"/>
                  </a:lnTo>
                  <a:lnTo>
                    <a:pt x="194593" y="55342"/>
                  </a:lnTo>
                  <a:lnTo>
                    <a:pt x="196682" y="55139"/>
                  </a:lnTo>
                  <a:lnTo>
                    <a:pt x="198771" y="54936"/>
                  </a:lnTo>
                  <a:lnTo>
                    <a:pt x="200860" y="53059"/>
                  </a:lnTo>
                  <a:lnTo>
                    <a:pt x="202949" y="50640"/>
                  </a:lnTo>
                  <a:lnTo>
                    <a:pt x="205038" y="48220"/>
                  </a:lnTo>
                  <a:lnTo>
                    <a:pt x="207127" y="45800"/>
                  </a:lnTo>
                  <a:lnTo>
                    <a:pt x="209216" y="43199"/>
                  </a:lnTo>
                  <a:lnTo>
                    <a:pt x="211306" y="40394"/>
                  </a:lnTo>
                  <a:lnTo>
                    <a:pt x="213395" y="37323"/>
                  </a:lnTo>
                  <a:lnTo>
                    <a:pt x="215484" y="34518"/>
                  </a:lnTo>
                  <a:lnTo>
                    <a:pt x="217573" y="31712"/>
                  </a:lnTo>
                  <a:lnTo>
                    <a:pt x="219662" y="27726"/>
                  </a:lnTo>
                  <a:lnTo>
                    <a:pt x="221751" y="23006"/>
                  </a:lnTo>
                  <a:lnTo>
                    <a:pt x="223840" y="18286"/>
                  </a:lnTo>
                  <a:lnTo>
                    <a:pt x="225929" y="13566"/>
                  </a:lnTo>
                  <a:lnTo>
                    <a:pt x="228018" y="8869"/>
                  </a:lnTo>
                  <a:lnTo>
                    <a:pt x="230107" y="3967"/>
                  </a:lnTo>
                  <a:lnTo>
                    <a:pt x="232196" y="2561"/>
                  </a:lnTo>
                  <a:lnTo>
                    <a:pt x="234285" y="1972"/>
                  </a:lnTo>
                  <a:lnTo>
                    <a:pt x="236374" y="1416"/>
                  </a:lnTo>
                  <a:lnTo>
                    <a:pt x="238463" y="961"/>
                  </a:lnTo>
                  <a:lnTo>
                    <a:pt x="240552" y="609"/>
                  </a:lnTo>
                  <a:lnTo>
                    <a:pt x="242641" y="406"/>
                  </a:lnTo>
                  <a:lnTo>
                    <a:pt x="244730" y="203"/>
                  </a:lnTo>
                  <a:lnTo>
                    <a:pt x="246819" y="0"/>
                  </a:lnTo>
                  <a:lnTo>
                    <a:pt x="248908" y="0"/>
                  </a:lnTo>
                  <a:lnTo>
                    <a:pt x="250997" y="1042"/>
                  </a:lnTo>
                  <a:lnTo>
                    <a:pt x="253086" y="3462"/>
                  </a:lnTo>
                  <a:lnTo>
                    <a:pt x="255175" y="5530"/>
                  </a:lnTo>
                  <a:lnTo>
                    <a:pt x="257264" y="7393"/>
                  </a:lnTo>
                  <a:lnTo>
                    <a:pt x="259353" y="9261"/>
                  </a:lnTo>
                  <a:lnTo>
                    <a:pt x="261442" y="11429"/>
                  </a:lnTo>
                  <a:lnTo>
                    <a:pt x="263531" y="11944"/>
                  </a:lnTo>
                  <a:lnTo>
                    <a:pt x="265620" y="11489"/>
                  </a:lnTo>
                  <a:lnTo>
                    <a:pt x="267710" y="11035"/>
                  </a:lnTo>
                  <a:lnTo>
                    <a:pt x="269799" y="10969"/>
                  </a:lnTo>
                  <a:lnTo>
                    <a:pt x="271888" y="12633"/>
                  </a:lnTo>
                  <a:lnTo>
                    <a:pt x="273977" y="14215"/>
                  </a:lnTo>
                  <a:lnTo>
                    <a:pt x="276066" y="15923"/>
                  </a:lnTo>
                  <a:lnTo>
                    <a:pt x="278155" y="17630"/>
                  </a:lnTo>
                  <a:lnTo>
                    <a:pt x="280244" y="19338"/>
                  </a:lnTo>
                  <a:lnTo>
                    <a:pt x="282333" y="20983"/>
                  </a:lnTo>
                  <a:lnTo>
                    <a:pt x="284422" y="22424"/>
                  </a:lnTo>
                  <a:lnTo>
                    <a:pt x="286511" y="23865"/>
                  </a:lnTo>
                  <a:lnTo>
                    <a:pt x="288600" y="25510"/>
                  </a:lnTo>
                  <a:lnTo>
                    <a:pt x="290689" y="27155"/>
                  </a:lnTo>
                  <a:lnTo>
                    <a:pt x="292778" y="28706"/>
                  </a:lnTo>
                  <a:lnTo>
                    <a:pt x="294867" y="30147"/>
                  </a:lnTo>
                  <a:lnTo>
                    <a:pt x="296956" y="31855"/>
                  </a:lnTo>
                  <a:lnTo>
                    <a:pt x="299045" y="33562"/>
                  </a:lnTo>
                  <a:lnTo>
                    <a:pt x="301134" y="35212"/>
                  </a:lnTo>
                  <a:lnTo>
                    <a:pt x="303223" y="34782"/>
                  </a:lnTo>
                  <a:lnTo>
                    <a:pt x="305312" y="34351"/>
                  </a:lnTo>
                  <a:lnTo>
                    <a:pt x="307401" y="35798"/>
                  </a:lnTo>
                  <a:lnTo>
                    <a:pt x="309490" y="37584"/>
                  </a:lnTo>
                  <a:lnTo>
                    <a:pt x="311579" y="39345"/>
                  </a:lnTo>
                  <a:lnTo>
                    <a:pt x="313668" y="41106"/>
                  </a:lnTo>
                  <a:lnTo>
                    <a:pt x="315757" y="42867"/>
                  </a:lnTo>
                  <a:lnTo>
                    <a:pt x="317846" y="44832"/>
                  </a:lnTo>
                  <a:lnTo>
                    <a:pt x="319935" y="46797"/>
                  </a:lnTo>
                  <a:lnTo>
                    <a:pt x="322024" y="48763"/>
                  </a:lnTo>
                  <a:lnTo>
                    <a:pt x="324113" y="50728"/>
                  </a:lnTo>
                  <a:lnTo>
                    <a:pt x="326203" y="53778"/>
                  </a:lnTo>
                  <a:lnTo>
                    <a:pt x="328292" y="57660"/>
                  </a:lnTo>
                  <a:lnTo>
                    <a:pt x="330381" y="61542"/>
                  </a:lnTo>
                  <a:lnTo>
                    <a:pt x="332470" y="65345"/>
                  </a:lnTo>
                  <a:lnTo>
                    <a:pt x="334559" y="68944"/>
                  </a:lnTo>
                  <a:lnTo>
                    <a:pt x="336648" y="72827"/>
                  </a:lnTo>
                  <a:lnTo>
                    <a:pt x="338737" y="74946"/>
                  </a:lnTo>
                  <a:lnTo>
                    <a:pt x="340826" y="76935"/>
                  </a:lnTo>
                  <a:lnTo>
                    <a:pt x="342915" y="78932"/>
                  </a:lnTo>
                  <a:lnTo>
                    <a:pt x="345004" y="81094"/>
                  </a:lnTo>
                  <a:lnTo>
                    <a:pt x="347093" y="83315"/>
                  </a:lnTo>
                  <a:lnTo>
                    <a:pt x="349182" y="85483"/>
                  </a:lnTo>
                  <a:lnTo>
                    <a:pt x="351271" y="87652"/>
                  </a:lnTo>
                  <a:lnTo>
                    <a:pt x="353360" y="90071"/>
                  </a:lnTo>
                  <a:lnTo>
                    <a:pt x="355449" y="92491"/>
                  </a:lnTo>
                  <a:lnTo>
                    <a:pt x="357538" y="93867"/>
                  </a:lnTo>
                  <a:lnTo>
                    <a:pt x="359627" y="93868"/>
                  </a:lnTo>
                  <a:lnTo>
                    <a:pt x="361716" y="94016"/>
                  </a:lnTo>
                  <a:lnTo>
                    <a:pt x="363805" y="94165"/>
                  </a:lnTo>
                  <a:lnTo>
                    <a:pt x="365894" y="94513"/>
                  </a:lnTo>
                  <a:lnTo>
                    <a:pt x="367983" y="94968"/>
                  </a:lnTo>
                  <a:lnTo>
                    <a:pt x="370072" y="95626"/>
                  </a:lnTo>
                  <a:lnTo>
                    <a:pt x="372161" y="96285"/>
                  </a:lnTo>
                  <a:lnTo>
                    <a:pt x="374250" y="96943"/>
                  </a:lnTo>
                  <a:lnTo>
                    <a:pt x="376339" y="97397"/>
                  </a:lnTo>
                  <a:lnTo>
                    <a:pt x="378428" y="97745"/>
                  </a:lnTo>
                  <a:lnTo>
                    <a:pt x="380517" y="98176"/>
                  </a:lnTo>
                  <a:lnTo>
                    <a:pt x="382607" y="98685"/>
                  </a:lnTo>
                  <a:lnTo>
                    <a:pt x="384696" y="99045"/>
                  </a:lnTo>
                  <a:lnTo>
                    <a:pt x="386785" y="99405"/>
                  </a:lnTo>
                  <a:lnTo>
                    <a:pt x="388874" y="99827"/>
                  </a:lnTo>
                  <a:lnTo>
                    <a:pt x="390963" y="100398"/>
                  </a:lnTo>
                  <a:lnTo>
                    <a:pt x="393052" y="100970"/>
                  </a:lnTo>
                  <a:lnTo>
                    <a:pt x="395141" y="101541"/>
                  </a:lnTo>
                  <a:lnTo>
                    <a:pt x="397230" y="102112"/>
                  </a:lnTo>
                  <a:lnTo>
                    <a:pt x="399319" y="102526"/>
                  </a:lnTo>
                  <a:lnTo>
                    <a:pt x="401408" y="102667"/>
                  </a:lnTo>
                  <a:lnTo>
                    <a:pt x="403497" y="102746"/>
                  </a:lnTo>
                  <a:lnTo>
                    <a:pt x="405586" y="102907"/>
                  </a:lnTo>
                  <a:lnTo>
                    <a:pt x="407675" y="103086"/>
                  </a:lnTo>
                  <a:lnTo>
                    <a:pt x="409764" y="103265"/>
                  </a:lnTo>
                  <a:lnTo>
                    <a:pt x="411853" y="103347"/>
                  </a:lnTo>
                  <a:lnTo>
                    <a:pt x="413942" y="103526"/>
                  </a:lnTo>
                  <a:lnTo>
                    <a:pt x="416031" y="103705"/>
                  </a:lnTo>
                  <a:lnTo>
                    <a:pt x="418120" y="103807"/>
                  </a:lnTo>
                  <a:lnTo>
                    <a:pt x="420209" y="104058"/>
                  </a:lnTo>
                  <a:lnTo>
                    <a:pt x="422298" y="104161"/>
                  </a:lnTo>
                  <a:lnTo>
                    <a:pt x="424387" y="104263"/>
                  </a:lnTo>
                  <a:lnTo>
                    <a:pt x="426476" y="104263"/>
                  </a:lnTo>
                  <a:lnTo>
                    <a:pt x="428565" y="104264"/>
                  </a:lnTo>
                  <a:lnTo>
                    <a:pt x="430654" y="104264"/>
                  </a:lnTo>
                  <a:lnTo>
                    <a:pt x="432743" y="104360"/>
                  </a:lnTo>
                  <a:lnTo>
                    <a:pt x="434832" y="104539"/>
                  </a:lnTo>
                  <a:lnTo>
                    <a:pt x="436921" y="104718"/>
                  </a:lnTo>
                  <a:lnTo>
                    <a:pt x="439010" y="104879"/>
                  </a:lnTo>
                  <a:lnTo>
                    <a:pt x="441100" y="105137"/>
                  </a:lnTo>
                  <a:lnTo>
                    <a:pt x="443189" y="105316"/>
                  </a:lnTo>
                  <a:lnTo>
                    <a:pt x="445278" y="105398"/>
                  </a:lnTo>
                  <a:lnTo>
                    <a:pt x="447367" y="105480"/>
                  </a:lnTo>
                  <a:lnTo>
                    <a:pt x="449456" y="105703"/>
                  </a:lnTo>
                  <a:lnTo>
                    <a:pt x="451545" y="105782"/>
                  </a:lnTo>
                  <a:lnTo>
                    <a:pt x="453634" y="105700"/>
                  </a:lnTo>
                  <a:lnTo>
                    <a:pt x="455723" y="105521"/>
                  </a:lnTo>
                  <a:lnTo>
                    <a:pt x="457812" y="105342"/>
                  </a:lnTo>
                  <a:lnTo>
                    <a:pt x="459901" y="104994"/>
                  </a:lnTo>
                  <a:lnTo>
                    <a:pt x="461990" y="104743"/>
                  </a:lnTo>
                  <a:lnTo>
                    <a:pt x="464079" y="104492"/>
                  </a:lnTo>
                  <a:lnTo>
                    <a:pt x="466168" y="104241"/>
                  </a:lnTo>
                  <a:lnTo>
                    <a:pt x="468257" y="103893"/>
                  </a:lnTo>
                  <a:lnTo>
                    <a:pt x="470346" y="103545"/>
                  </a:lnTo>
                  <a:lnTo>
                    <a:pt x="472435" y="103294"/>
                  </a:lnTo>
                  <a:lnTo>
                    <a:pt x="474524" y="102942"/>
                  </a:lnTo>
                  <a:lnTo>
                    <a:pt x="476613" y="102386"/>
                  </a:lnTo>
                  <a:lnTo>
                    <a:pt x="478702" y="101978"/>
                  </a:lnTo>
                  <a:lnTo>
                    <a:pt x="480791" y="101422"/>
                  </a:lnTo>
                  <a:lnTo>
                    <a:pt x="482880" y="101219"/>
                  </a:lnTo>
                  <a:lnTo>
                    <a:pt x="484969" y="101422"/>
                  </a:lnTo>
                  <a:lnTo>
                    <a:pt x="487058" y="101625"/>
                  </a:lnTo>
                  <a:lnTo>
                    <a:pt x="489147" y="101828"/>
                  </a:lnTo>
                  <a:lnTo>
                    <a:pt x="491236" y="102384"/>
                  </a:lnTo>
                  <a:lnTo>
                    <a:pt x="493325" y="102940"/>
                  </a:lnTo>
                  <a:lnTo>
                    <a:pt x="495414" y="103678"/>
                  </a:lnTo>
                  <a:lnTo>
                    <a:pt x="497504" y="104267"/>
                  </a:lnTo>
                  <a:lnTo>
                    <a:pt x="499593" y="104856"/>
                  </a:lnTo>
                  <a:lnTo>
                    <a:pt x="501682" y="105445"/>
                  </a:lnTo>
                  <a:lnTo>
                    <a:pt x="503771" y="105852"/>
                  </a:lnTo>
                  <a:lnTo>
                    <a:pt x="505860" y="106511"/>
                  </a:lnTo>
                  <a:lnTo>
                    <a:pt x="507949" y="107530"/>
                  </a:lnTo>
                  <a:lnTo>
                    <a:pt x="510038" y="108368"/>
                  </a:lnTo>
                  <a:lnTo>
                    <a:pt x="512127" y="109570"/>
                  </a:lnTo>
                  <a:lnTo>
                    <a:pt x="514216" y="110675"/>
                  </a:lnTo>
                  <a:lnTo>
                    <a:pt x="516305" y="111781"/>
                  </a:lnTo>
                  <a:lnTo>
                    <a:pt x="518394" y="113597"/>
                  </a:lnTo>
                  <a:lnTo>
                    <a:pt x="520483" y="115317"/>
                  </a:lnTo>
                  <a:lnTo>
                    <a:pt x="522572" y="117036"/>
                  </a:lnTo>
                  <a:lnTo>
                    <a:pt x="524661" y="118348"/>
                  </a:lnTo>
                  <a:lnTo>
                    <a:pt x="526750" y="119816"/>
                  </a:lnTo>
                  <a:lnTo>
                    <a:pt x="528839" y="121433"/>
                  </a:lnTo>
                  <a:lnTo>
                    <a:pt x="530928" y="123050"/>
                  </a:lnTo>
                  <a:lnTo>
                    <a:pt x="533017" y="125117"/>
                  </a:lnTo>
                  <a:lnTo>
                    <a:pt x="535106" y="127639"/>
                  </a:lnTo>
                  <a:lnTo>
                    <a:pt x="537195" y="130656"/>
                  </a:lnTo>
                  <a:lnTo>
                    <a:pt x="539284" y="134847"/>
                  </a:lnTo>
                  <a:lnTo>
                    <a:pt x="541373" y="140670"/>
                  </a:lnTo>
                  <a:lnTo>
                    <a:pt x="543462" y="146494"/>
                  </a:lnTo>
                  <a:lnTo>
                    <a:pt x="545551" y="153046"/>
                  </a:lnTo>
                  <a:lnTo>
                    <a:pt x="547640" y="160477"/>
                  </a:lnTo>
                  <a:lnTo>
                    <a:pt x="549729" y="166725"/>
                  </a:lnTo>
                  <a:lnTo>
                    <a:pt x="551818" y="172614"/>
                  </a:lnTo>
                  <a:lnTo>
                    <a:pt x="553907" y="179405"/>
                  </a:lnTo>
                  <a:lnTo>
                    <a:pt x="555997" y="187370"/>
                  </a:lnTo>
                  <a:lnTo>
                    <a:pt x="558086" y="195418"/>
                  </a:lnTo>
                  <a:lnTo>
                    <a:pt x="558221" y="19593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115998" y="5656312"/>
              <a:ext cx="743566" cy="104090"/>
            </a:xfrm>
            <a:custGeom>
              <a:avLst/>
              <a:pathLst>
                <a:path w="743566" h="104090">
                  <a:moveTo>
                    <a:pt x="0" y="104090"/>
                  </a:moveTo>
                  <a:lnTo>
                    <a:pt x="495" y="102182"/>
                  </a:lnTo>
                  <a:lnTo>
                    <a:pt x="2584" y="94972"/>
                  </a:lnTo>
                  <a:lnTo>
                    <a:pt x="4673" y="87762"/>
                  </a:lnTo>
                  <a:lnTo>
                    <a:pt x="6762" y="81727"/>
                  </a:lnTo>
                  <a:lnTo>
                    <a:pt x="8851" y="75873"/>
                  </a:lnTo>
                  <a:lnTo>
                    <a:pt x="10940" y="69454"/>
                  </a:lnTo>
                  <a:lnTo>
                    <a:pt x="13029" y="64320"/>
                  </a:lnTo>
                  <a:lnTo>
                    <a:pt x="15118" y="58981"/>
                  </a:lnTo>
                  <a:lnTo>
                    <a:pt x="17208" y="55196"/>
                  </a:lnTo>
                  <a:lnTo>
                    <a:pt x="19297" y="52044"/>
                  </a:lnTo>
                  <a:lnTo>
                    <a:pt x="21386" y="49753"/>
                  </a:lnTo>
                  <a:lnTo>
                    <a:pt x="23475" y="48234"/>
                  </a:lnTo>
                  <a:lnTo>
                    <a:pt x="25564" y="46715"/>
                  </a:lnTo>
                  <a:lnTo>
                    <a:pt x="27653" y="46369"/>
                  </a:lnTo>
                  <a:lnTo>
                    <a:pt x="29742" y="46973"/>
                  </a:lnTo>
                  <a:lnTo>
                    <a:pt x="31831" y="47327"/>
                  </a:lnTo>
                  <a:lnTo>
                    <a:pt x="33920" y="48129"/>
                  </a:lnTo>
                  <a:lnTo>
                    <a:pt x="36009" y="49081"/>
                  </a:lnTo>
                  <a:lnTo>
                    <a:pt x="38098" y="50540"/>
                  </a:lnTo>
                  <a:lnTo>
                    <a:pt x="40187" y="51797"/>
                  </a:lnTo>
                  <a:lnTo>
                    <a:pt x="42276" y="52483"/>
                  </a:lnTo>
                  <a:lnTo>
                    <a:pt x="44365" y="51320"/>
                  </a:lnTo>
                  <a:lnTo>
                    <a:pt x="46454" y="50669"/>
                  </a:lnTo>
                  <a:lnTo>
                    <a:pt x="48543" y="49709"/>
                  </a:lnTo>
                  <a:lnTo>
                    <a:pt x="50632" y="48749"/>
                  </a:lnTo>
                  <a:lnTo>
                    <a:pt x="52721" y="47688"/>
                  </a:lnTo>
                  <a:lnTo>
                    <a:pt x="54810" y="46627"/>
                  </a:lnTo>
                  <a:lnTo>
                    <a:pt x="56899" y="45567"/>
                  </a:lnTo>
                  <a:lnTo>
                    <a:pt x="58988" y="44302"/>
                  </a:lnTo>
                  <a:lnTo>
                    <a:pt x="61077" y="42689"/>
                  </a:lnTo>
                  <a:lnTo>
                    <a:pt x="63166" y="41424"/>
                  </a:lnTo>
                  <a:lnTo>
                    <a:pt x="65255" y="40159"/>
                  </a:lnTo>
                  <a:lnTo>
                    <a:pt x="67344" y="38344"/>
                  </a:lnTo>
                  <a:lnTo>
                    <a:pt x="69433" y="36876"/>
                  </a:lnTo>
                  <a:lnTo>
                    <a:pt x="71522" y="35407"/>
                  </a:lnTo>
                  <a:lnTo>
                    <a:pt x="73612" y="33939"/>
                  </a:lnTo>
                  <a:lnTo>
                    <a:pt x="75701" y="32471"/>
                  </a:lnTo>
                  <a:lnTo>
                    <a:pt x="77790" y="30853"/>
                  </a:lnTo>
                  <a:lnTo>
                    <a:pt x="79879" y="29850"/>
                  </a:lnTo>
                  <a:lnTo>
                    <a:pt x="81968" y="28996"/>
                  </a:lnTo>
                  <a:lnTo>
                    <a:pt x="84057" y="28258"/>
                  </a:lnTo>
                  <a:lnTo>
                    <a:pt x="86146" y="27520"/>
                  </a:lnTo>
                  <a:lnTo>
                    <a:pt x="88235" y="26963"/>
                  </a:lnTo>
                  <a:lnTo>
                    <a:pt x="90324" y="26305"/>
                  </a:lnTo>
                  <a:lnTo>
                    <a:pt x="92413" y="25646"/>
                  </a:lnTo>
                  <a:lnTo>
                    <a:pt x="94502" y="24987"/>
                  </a:lnTo>
                  <a:lnTo>
                    <a:pt x="96591" y="24533"/>
                  </a:lnTo>
                  <a:lnTo>
                    <a:pt x="98680" y="24682"/>
                  </a:lnTo>
                  <a:lnTo>
                    <a:pt x="100769" y="25034"/>
                  </a:lnTo>
                  <a:lnTo>
                    <a:pt x="102858" y="25442"/>
                  </a:lnTo>
                  <a:lnTo>
                    <a:pt x="104947" y="25828"/>
                  </a:lnTo>
                  <a:lnTo>
                    <a:pt x="107036" y="26009"/>
                  </a:lnTo>
                  <a:lnTo>
                    <a:pt x="109125" y="26456"/>
                  </a:lnTo>
                  <a:lnTo>
                    <a:pt x="111214" y="26903"/>
                  </a:lnTo>
                  <a:lnTo>
                    <a:pt x="113303" y="27350"/>
                  </a:lnTo>
                  <a:lnTo>
                    <a:pt x="115392" y="27615"/>
                  </a:lnTo>
                  <a:lnTo>
                    <a:pt x="117481" y="28062"/>
                  </a:lnTo>
                  <a:lnTo>
                    <a:pt x="119570" y="28509"/>
                  </a:lnTo>
                  <a:lnTo>
                    <a:pt x="121659" y="29469"/>
                  </a:lnTo>
                  <a:lnTo>
                    <a:pt x="123748" y="30937"/>
                  </a:lnTo>
                  <a:lnTo>
                    <a:pt x="125837" y="32100"/>
                  </a:lnTo>
                  <a:lnTo>
                    <a:pt x="127926" y="33568"/>
                  </a:lnTo>
                  <a:lnTo>
                    <a:pt x="130015" y="34731"/>
                  </a:lnTo>
                  <a:lnTo>
                    <a:pt x="132105" y="35585"/>
                  </a:lnTo>
                  <a:lnTo>
                    <a:pt x="134194" y="36440"/>
                  </a:lnTo>
                  <a:lnTo>
                    <a:pt x="136283" y="37294"/>
                  </a:lnTo>
                  <a:lnTo>
                    <a:pt x="138372" y="38400"/>
                  </a:lnTo>
                  <a:lnTo>
                    <a:pt x="140461" y="39138"/>
                  </a:lnTo>
                  <a:lnTo>
                    <a:pt x="142550" y="39545"/>
                  </a:lnTo>
                  <a:lnTo>
                    <a:pt x="144639" y="39749"/>
                  </a:lnTo>
                  <a:lnTo>
                    <a:pt x="146728" y="40157"/>
                  </a:lnTo>
                  <a:lnTo>
                    <a:pt x="148817" y="40564"/>
                  </a:lnTo>
                  <a:lnTo>
                    <a:pt x="150906" y="40971"/>
                  </a:lnTo>
                  <a:lnTo>
                    <a:pt x="152995" y="40971"/>
                  </a:lnTo>
                  <a:lnTo>
                    <a:pt x="155084" y="40769"/>
                  </a:lnTo>
                  <a:lnTo>
                    <a:pt x="157173" y="40565"/>
                  </a:lnTo>
                  <a:lnTo>
                    <a:pt x="159262" y="40009"/>
                  </a:lnTo>
                  <a:lnTo>
                    <a:pt x="161351" y="39602"/>
                  </a:lnTo>
                  <a:lnTo>
                    <a:pt x="163440" y="39194"/>
                  </a:lnTo>
                  <a:lnTo>
                    <a:pt x="165529" y="38991"/>
                  </a:lnTo>
                  <a:lnTo>
                    <a:pt x="167618" y="38788"/>
                  </a:lnTo>
                  <a:lnTo>
                    <a:pt x="169707" y="38586"/>
                  </a:lnTo>
                  <a:lnTo>
                    <a:pt x="171796" y="38382"/>
                  </a:lnTo>
                  <a:lnTo>
                    <a:pt x="173885" y="38585"/>
                  </a:lnTo>
                  <a:lnTo>
                    <a:pt x="175974" y="38788"/>
                  </a:lnTo>
                  <a:lnTo>
                    <a:pt x="178063" y="38788"/>
                  </a:lnTo>
                  <a:lnTo>
                    <a:pt x="180152" y="38788"/>
                  </a:lnTo>
                  <a:lnTo>
                    <a:pt x="182241" y="38639"/>
                  </a:lnTo>
                  <a:lnTo>
                    <a:pt x="184330" y="38537"/>
                  </a:lnTo>
                  <a:lnTo>
                    <a:pt x="186419" y="38435"/>
                  </a:lnTo>
                  <a:lnTo>
                    <a:pt x="188509" y="38184"/>
                  </a:lnTo>
                  <a:lnTo>
                    <a:pt x="190598" y="38082"/>
                  </a:lnTo>
                  <a:lnTo>
                    <a:pt x="192687" y="37883"/>
                  </a:lnTo>
                  <a:lnTo>
                    <a:pt x="194776" y="37684"/>
                  </a:lnTo>
                  <a:lnTo>
                    <a:pt x="196865" y="37684"/>
                  </a:lnTo>
                  <a:lnTo>
                    <a:pt x="198954" y="37587"/>
                  </a:lnTo>
                  <a:lnTo>
                    <a:pt x="201043" y="37491"/>
                  </a:lnTo>
                  <a:lnTo>
                    <a:pt x="203132" y="37394"/>
                  </a:lnTo>
                  <a:lnTo>
                    <a:pt x="205221" y="36964"/>
                  </a:lnTo>
                  <a:lnTo>
                    <a:pt x="207310" y="36413"/>
                  </a:lnTo>
                  <a:lnTo>
                    <a:pt x="209399" y="35657"/>
                  </a:lnTo>
                  <a:lnTo>
                    <a:pt x="211488" y="34720"/>
                  </a:lnTo>
                  <a:lnTo>
                    <a:pt x="213577" y="33783"/>
                  </a:lnTo>
                  <a:lnTo>
                    <a:pt x="215666" y="32581"/>
                  </a:lnTo>
                  <a:lnTo>
                    <a:pt x="217755" y="31475"/>
                  </a:lnTo>
                  <a:lnTo>
                    <a:pt x="219844" y="30370"/>
                  </a:lnTo>
                  <a:lnTo>
                    <a:pt x="221933" y="29167"/>
                  </a:lnTo>
                  <a:lnTo>
                    <a:pt x="224022" y="27965"/>
                  </a:lnTo>
                  <a:lnTo>
                    <a:pt x="226111" y="26763"/>
                  </a:lnTo>
                  <a:lnTo>
                    <a:pt x="228200" y="25091"/>
                  </a:lnTo>
                  <a:lnTo>
                    <a:pt x="230289" y="23192"/>
                  </a:lnTo>
                  <a:lnTo>
                    <a:pt x="232378" y="21599"/>
                  </a:lnTo>
                  <a:lnTo>
                    <a:pt x="234467" y="19701"/>
                  </a:lnTo>
                  <a:lnTo>
                    <a:pt x="236556" y="18107"/>
                  </a:lnTo>
                  <a:lnTo>
                    <a:pt x="238645" y="16823"/>
                  </a:lnTo>
                  <a:lnTo>
                    <a:pt x="240734" y="15621"/>
                  </a:lnTo>
                  <a:lnTo>
                    <a:pt x="242823" y="14418"/>
                  </a:lnTo>
                  <a:lnTo>
                    <a:pt x="244912" y="13216"/>
                  </a:lnTo>
                  <a:lnTo>
                    <a:pt x="247002" y="12279"/>
                  </a:lnTo>
                  <a:lnTo>
                    <a:pt x="249091" y="11442"/>
                  </a:lnTo>
                  <a:lnTo>
                    <a:pt x="251180" y="10604"/>
                  </a:lnTo>
                  <a:lnTo>
                    <a:pt x="253269" y="9849"/>
                  </a:lnTo>
                  <a:lnTo>
                    <a:pt x="255358" y="9093"/>
                  </a:lnTo>
                  <a:lnTo>
                    <a:pt x="257447" y="8434"/>
                  </a:lnTo>
                  <a:lnTo>
                    <a:pt x="259536" y="7980"/>
                  </a:lnTo>
                  <a:lnTo>
                    <a:pt x="261625" y="7729"/>
                  </a:lnTo>
                  <a:lnTo>
                    <a:pt x="263714" y="7478"/>
                  </a:lnTo>
                  <a:lnTo>
                    <a:pt x="265803" y="7376"/>
                  </a:lnTo>
                  <a:lnTo>
                    <a:pt x="267892" y="7125"/>
                  </a:lnTo>
                  <a:lnTo>
                    <a:pt x="269981" y="6776"/>
                  </a:lnTo>
                  <a:lnTo>
                    <a:pt x="272070" y="6347"/>
                  </a:lnTo>
                  <a:lnTo>
                    <a:pt x="274159" y="5916"/>
                  </a:lnTo>
                  <a:lnTo>
                    <a:pt x="276248" y="5486"/>
                  </a:lnTo>
                  <a:lnTo>
                    <a:pt x="278337" y="5056"/>
                  </a:lnTo>
                  <a:lnTo>
                    <a:pt x="280426" y="4423"/>
                  </a:lnTo>
                  <a:lnTo>
                    <a:pt x="282515" y="3872"/>
                  </a:lnTo>
                  <a:lnTo>
                    <a:pt x="284604" y="3442"/>
                  </a:lnTo>
                  <a:lnTo>
                    <a:pt x="286693" y="3011"/>
                  </a:lnTo>
                  <a:lnTo>
                    <a:pt x="288782" y="2651"/>
                  </a:lnTo>
                  <a:lnTo>
                    <a:pt x="290871" y="2394"/>
                  </a:lnTo>
                  <a:lnTo>
                    <a:pt x="292960" y="2074"/>
                  </a:lnTo>
                  <a:lnTo>
                    <a:pt x="295049" y="1754"/>
                  </a:lnTo>
                  <a:lnTo>
                    <a:pt x="297138" y="1434"/>
                  </a:lnTo>
                  <a:lnTo>
                    <a:pt x="299227" y="1210"/>
                  </a:lnTo>
                  <a:lnTo>
                    <a:pt x="301316" y="987"/>
                  </a:lnTo>
                  <a:lnTo>
                    <a:pt x="303406" y="729"/>
                  </a:lnTo>
                  <a:lnTo>
                    <a:pt x="305495" y="568"/>
                  </a:lnTo>
                  <a:lnTo>
                    <a:pt x="307584" y="486"/>
                  </a:lnTo>
                  <a:lnTo>
                    <a:pt x="309673" y="404"/>
                  </a:lnTo>
                  <a:lnTo>
                    <a:pt x="311762" y="404"/>
                  </a:lnTo>
                  <a:lnTo>
                    <a:pt x="313851" y="243"/>
                  </a:lnTo>
                  <a:lnTo>
                    <a:pt x="315940" y="82"/>
                  </a:lnTo>
                  <a:lnTo>
                    <a:pt x="318029" y="0"/>
                  </a:lnTo>
                  <a:lnTo>
                    <a:pt x="320118" y="0"/>
                  </a:lnTo>
                  <a:lnTo>
                    <a:pt x="322207" y="0"/>
                  </a:lnTo>
                  <a:lnTo>
                    <a:pt x="324296" y="0"/>
                  </a:lnTo>
                  <a:lnTo>
                    <a:pt x="326385" y="102"/>
                  </a:lnTo>
                  <a:lnTo>
                    <a:pt x="328474" y="301"/>
                  </a:lnTo>
                  <a:lnTo>
                    <a:pt x="330563" y="500"/>
                  </a:lnTo>
                  <a:lnTo>
                    <a:pt x="332652" y="848"/>
                  </a:lnTo>
                  <a:lnTo>
                    <a:pt x="334741" y="1208"/>
                  </a:lnTo>
                  <a:lnTo>
                    <a:pt x="336830" y="1489"/>
                  </a:lnTo>
                  <a:lnTo>
                    <a:pt x="338919" y="1668"/>
                  </a:lnTo>
                  <a:lnTo>
                    <a:pt x="341008" y="1847"/>
                  </a:lnTo>
                  <a:lnTo>
                    <a:pt x="343097" y="2026"/>
                  </a:lnTo>
                  <a:lnTo>
                    <a:pt x="345186" y="2205"/>
                  </a:lnTo>
                  <a:lnTo>
                    <a:pt x="347275" y="2302"/>
                  </a:lnTo>
                  <a:lnTo>
                    <a:pt x="349364" y="2501"/>
                  </a:lnTo>
                  <a:lnTo>
                    <a:pt x="351453" y="2849"/>
                  </a:lnTo>
                  <a:lnTo>
                    <a:pt x="353542" y="3197"/>
                  </a:lnTo>
                  <a:lnTo>
                    <a:pt x="355631" y="3627"/>
                  </a:lnTo>
                  <a:lnTo>
                    <a:pt x="357720" y="4057"/>
                  </a:lnTo>
                  <a:lnTo>
                    <a:pt x="359809" y="4405"/>
                  </a:lnTo>
                  <a:lnTo>
                    <a:pt x="361899" y="4753"/>
                  </a:lnTo>
                  <a:lnTo>
                    <a:pt x="363988" y="5207"/>
                  </a:lnTo>
                  <a:lnTo>
                    <a:pt x="366077" y="5662"/>
                  </a:lnTo>
                  <a:lnTo>
                    <a:pt x="368166" y="6320"/>
                  </a:lnTo>
                  <a:lnTo>
                    <a:pt x="370255" y="7160"/>
                  </a:lnTo>
                  <a:lnTo>
                    <a:pt x="372344" y="8001"/>
                  </a:lnTo>
                  <a:lnTo>
                    <a:pt x="374433" y="8841"/>
                  </a:lnTo>
                  <a:lnTo>
                    <a:pt x="376522" y="10043"/>
                  </a:lnTo>
                  <a:lnTo>
                    <a:pt x="378611" y="11328"/>
                  </a:lnTo>
                  <a:lnTo>
                    <a:pt x="380700" y="12347"/>
                  </a:lnTo>
                  <a:lnTo>
                    <a:pt x="382789" y="13184"/>
                  </a:lnTo>
                  <a:lnTo>
                    <a:pt x="384878" y="14022"/>
                  </a:lnTo>
                  <a:lnTo>
                    <a:pt x="386967" y="14859"/>
                  </a:lnTo>
                  <a:lnTo>
                    <a:pt x="389056" y="15411"/>
                  </a:lnTo>
                  <a:lnTo>
                    <a:pt x="391145" y="16248"/>
                  </a:lnTo>
                  <a:lnTo>
                    <a:pt x="393234" y="17267"/>
                  </a:lnTo>
                  <a:lnTo>
                    <a:pt x="395323" y="18184"/>
                  </a:lnTo>
                  <a:lnTo>
                    <a:pt x="397412" y="19281"/>
                  </a:lnTo>
                  <a:lnTo>
                    <a:pt x="399501" y="20056"/>
                  </a:lnTo>
                  <a:lnTo>
                    <a:pt x="401590" y="20830"/>
                  </a:lnTo>
                  <a:lnTo>
                    <a:pt x="403679" y="21604"/>
                  </a:lnTo>
                  <a:lnTo>
                    <a:pt x="405768" y="22175"/>
                  </a:lnTo>
                  <a:lnTo>
                    <a:pt x="407857" y="22746"/>
                  </a:lnTo>
                  <a:lnTo>
                    <a:pt x="409946" y="23255"/>
                  </a:lnTo>
                  <a:lnTo>
                    <a:pt x="412035" y="23764"/>
                  </a:lnTo>
                  <a:lnTo>
                    <a:pt x="414124" y="24194"/>
                  </a:lnTo>
                  <a:lnTo>
                    <a:pt x="416213" y="24625"/>
                  </a:lnTo>
                  <a:lnTo>
                    <a:pt x="418303" y="25055"/>
                  </a:lnTo>
                  <a:lnTo>
                    <a:pt x="420392" y="25564"/>
                  </a:lnTo>
                  <a:lnTo>
                    <a:pt x="422481" y="26073"/>
                  </a:lnTo>
                  <a:lnTo>
                    <a:pt x="424570" y="26252"/>
                  </a:lnTo>
                  <a:lnTo>
                    <a:pt x="426659" y="26349"/>
                  </a:lnTo>
                  <a:lnTo>
                    <a:pt x="428748" y="26266"/>
                  </a:lnTo>
                  <a:lnTo>
                    <a:pt x="430837" y="26087"/>
                  </a:lnTo>
                  <a:lnTo>
                    <a:pt x="432926" y="25806"/>
                  </a:lnTo>
                  <a:lnTo>
                    <a:pt x="435015" y="25704"/>
                  </a:lnTo>
                  <a:lnTo>
                    <a:pt x="437104" y="25602"/>
                  </a:lnTo>
                  <a:lnTo>
                    <a:pt x="439193" y="25254"/>
                  </a:lnTo>
                  <a:lnTo>
                    <a:pt x="441282" y="24973"/>
                  </a:lnTo>
                  <a:lnTo>
                    <a:pt x="443371" y="24692"/>
                  </a:lnTo>
                  <a:lnTo>
                    <a:pt x="445460" y="24595"/>
                  </a:lnTo>
                  <a:lnTo>
                    <a:pt x="447549" y="24498"/>
                  </a:lnTo>
                  <a:lnTo>
                    <a:pt x="449638" y="24319"/>
                  </a:lnTo>
                  <a:lnTo>
                    <a:pt x="451727" y="24223"/>
                  </a:lnTo>
                  <a:lnTo>
                    <a:pt x="453816" y="24223"/>
                  </a:lnTo>
                  <a:lnTo>
                    <a:pt x="455905" y="24223"/>
                  </a:lnTo>
                  <a:lnTo>
                    <a:pt x="457994" y="24074"/>
                  </a:lnTo>
                  <a:lnTo>
                    <a:pt x="460083" y="23925"/>
                  </a:lnTo>
                  <a:lnTo>
                    <a:pt x="462172" y="23776"/>
                  </a:lnTo>
                  <a:lnTo>
                    <a:pt x="464261" y="23776"/>
                  </a:lnTo>
                  <a:lnTo>
                    <a:pt x="466350" y="23627"/>
                  </a:lnTo>
                  <a:lnTo>
                    <a:pt x="468439" y="23627"/>
                  </a:lnTo>
                  <a:lnTo>
                    <a:pt x="470528" y="23424"/>
                  </a:lnTo>
                  <a:lnTo>
                    <a:pt x="472617" y="23423"/>
                  </a:lnTo>
                  <a:lnTo>
                    <a:pt x="474706" y="23219"/>
                  </a:lnTo>
                  <a:lnTo>
                    <a:pt x="476796" y="22833"/>
                  </a:lnTo>
                  <a:lnTo>
                    <a:pt x="478885" y="22447"/>
                  </a:lnTo>
                  <a:lnTo>
                    <a:pt x="480974" y="22265"/>
                  </a:lnTo>
                  <a:lnTo>
                    <a:pt x="483063" y="21818"/>
                  </a:lnTo>
                  <a:lnTo>
                    <a:pt x="485152" y="21372"/>
                  </a:lnTo>
                  <a:lnTo>
                    <a:pt x="487241" y="21637"/>
                  </a:lnTo>
                  <a:lnTo>
                    <a:pt x="489330" y="22084"/>
                  </a:lnTo>
                  <a:lnTo>
                    <a:pt x="491419" y="22530"/>
                  </a:lnTo>
                  <a:lnTo>
                    <a:pt x="493508" y="22977"/>
                  </a:lnTo>
                  <a:lnTo>
                    <a:pt x="495597" y="23629"/>
                  </a:lnTo>
                  <a:lnTo>
                    <a:pt x="497686" y="24076"/>
                  </a:lnTo>
                  <a:lnTo>
                    <a:pt x="499775" y="24341"/>
                  </a:lnTo>
                  <a:lnTo>
                    <a:pt x="501864" y="24788"/>
                  </a:lnTo>
                  <a:lnTo>
                    <a:pt x="503953" y="24788"/>
                  </a:lnTo>
                  <a:lnTo>
                    <a:pt x="506042" y="25174"/>
                  </a:lnTo>
                  <a:lnTo>
                    <a:pt x="508131" y="25559"/>
                  </a:lnTo>
                  <a:lnTo>
                    <a:pt x="510220" y="25945"/>
                  </a:lnTo>
                  <a:lnTo>
                    <a:pt x="512309" y="26535"/>
                  </a:lnTo>
                  <a:lnTo>
                    <a:pt x="514398" y="27124"/>
                  </a:lnTo>
                  <a:lnTo>
                    <a:pt x="516487" y="27713"/>
                  </a:lnTo>
                  <a:lnTo>
                    <a:pt x="518576" y="27916"/>
                  </a:lnTo>
                  <a:lnTo>
                    <a:pt x="520665" y="28119"/>
                  </a:lnTo>
                  <a:lnTo>
                    <a:pt x="522754" y="28322"/>
                  </a:lnTo>
                  <a:lnTo>
                    <a:pt x="524843" y="28525"/>
                  </a:lnTo>
                  <a:lnTo>
                    <a:pt x="526932" y="28728"/>
                  </a:lnTo>
                  <a:lnTo>
                    <a:pt x="529021" y="28931"/>
                  </a:lnTo>
                  <a:lnTo>
                    <a:pt x="531110" y="29386"/>
                  </a:lnTo>
                  <a:lnTo>
                    <a:pt x="533200" y="29637"/>
                  </a:lnTo>
                  <a:lnTo>
                    <a:pt x="535289" y="30271"/>
                  </a:lnTo>
                  <a:lnTo>
                    <a:pt x="537378" y="30904"/>
                  </a:lnTo>
                  <a:lnTo>
                    <a:pt x="539467" y="31741"/>
                  </a:lnTo>
                  <a:lnTo>
                    <a:pt x="541556" y="32582"/>
                  </a:lnTo>
                  <a:lnTo>
                    <a:pt x="543645" y="33240"/>
                  </a:lnTo>
                  <a:lnTo>
                    <a:pt x="545734" y="33791"/>
                  </a:lnTo>
                  <a:lnTo>
                    <a:pt x="547823" y="34425"/>
                  </a:lnTo>
                  <a:lnTo>
                    <a:pt x="549912" y="35262"/>
                  </a:lnTo>
                  <a:lnTo>
                    <a:pt x="552001" y="36018"/>
                  </a:lnTo>
                  <a:lnTo>
                    <a:pt x="554090" y="36773"/>
                  </a:lnTo>
                  <a:lnTo>
                    <a:pt x="556179" y="37611"/>
                  </a:lnTo>
                  <a:lnTo>
                    <a:pt x="558268" y="38366"/>
                  </a:lnTo>
                  <a:lnTo>
                    <a:pt x="560357" y="39024"/>
                  </a:lnTo>
                  <a:lnTo>
                    <a:pt x="562446" y="39581"/>
                  </a:lnTo>
                  <a:lnTo>
                    <a:pt x="564535" y="40137"/>
                  </a:lnTo>
                  <a:lnTo>
                    <a:pt x="566624" y="40693"/>
                  </a:lnTo>
                  <a:lnTo>
                    <a:pt x="568713" y="41045"/>
                  </a:lnTo>
                  <a:lnTo>
                    <a:pt x="570802" y="41248"/>
                  </a:lnTo>
                  <a:lnTo>
                    <a:pt x="572891" y="41397"/>
                  </a:lnTo>
                  <a:lnTo>
                    <a:pt x="574980" y="41397"/>
                  </a:lnTo>
                  <a:lnTo>
                    <a:pt x="577069" y="41397"/>
                  </a:lnTo>
                  <a:lnTo>
                    <a:pt x="579158" y="41195"/>
                  </a:lnTo>
                  <a:lnTo>
                    <a:pt x="581247" y="40842"/>
                  </a:lnTo>
                  <a:lnTo>
                    <a:pt x="583336" y="40388"/>
                  </a:lnTo>
                  <a:lnTo>
                    <a:pt x="585425" y="39934"/>
                  </a:lnTo>
                  <a:lnTo>
                    <a:pt x="587514" y="39096"/>
                  </a:lnTo>
                  <a:lnTo>
                    <a:pt x="589603" y="38258"/>
                  </a:lnTo>
                  <a:lnTo>
                    <a:pt x="591693" y="37421"/>
                  </a:lnTo>
                  <a:lnTo>
                    <a:pt x="593782" y="36058"/>
                  </a:lnTo>
                  <a:lnTo>
                    <a:pt x="595871" y="34695"/>
                  </a:lnTo>
                  <a:lnTo>
                    <a:pt x="597960" y="33410"/>
                  </a:lnTo>
                  <a:lnTo>
                    <a:pt x="600049" y="32126"/>
                  </a:lnTo>
                  <a:lnTo>
                    <a:pt x="602138" y="30841"/>
                  </a:lnTo>
                  <a:lnTo>
                    <a:pt x="604227" y="29478"/>
                  </a:lnTo>
                  <a:lnTo>
                    <a:pt x="606316" y="28114"/>
                  </a:lnTo>
                  <a:lnTo>
                    <a:pt x="608405" y="26751"/>
                  </a:lnTo>
                  <a:lnTo>
                    <a:pt x="610494" y="25732"/>
                  </a:lnTo>
                  <a:lnTo>
                    <a:pt x="612583" y="24713"/>
                  </a:lnTo>
                  <a:lnTo>
                    <a:pt x="614672" y="23694"/>
                  </a:lnTo>
                  <a:lnTo>
                    <a:pt x="616761" y="22675"/>
                  </a:lnTo>
                  <a:lnTo>
                    <a:pt x="618850" y="21577"/>
                  </a:lnTo>
                  <a:lnTo>
                    <a:pt x="620939" y="20558"/>
                  </a:lnTo>
                  <a:lnTo>
                    <a:pt x="623028" y="19621"/>
                  </a:lnTo>
                  <a:lnTo>
                    <a:pt x="625117" y="19070"/>
                  </a:lnTo>
                  <a:lnTo>
                    <a:pt x="627206" y="18519"/>
                  </a:lnTo>
                  <a:lnTo>
                    <a:pt x="629295" y="17885"/>
                  </a:lnTo>
                  <a:lnTo>
                    <a:pt x="631384" y="17252"/>
                  </a:lnTo>
                  <a:lnTo>
                    <a:pt x="633473" y="16619"/>
                  </a:lnTo>
                  <a:lnTo>
                    <a:pt x="635562" y="15986"/>
                  </a:lnTo>
                  <a:lnTo>
                    <a:pt x="637651" y="15353"/>
                  </a:lnTo>
                  <a:lnTo>
                    <a:pt x="639740" y="14922"/>
                  </a:lnTo>
                  <a:lnTo>
                    <a:pt x="641829" y="14210"/>
                  </a:lnTo>
                  <a:lnTo>
                    <a:pt x="643918" y="13577"/>
                  </a:lnTo>
                  <a:lnTo>
                    <a:pt x="646007" y="12822"/>
                  </a:lnTo>
                  <a:lnTo>
                    <a:pt x="648097" y="11981"/>
                  </a:lnTo>
                  <a:lnTo>
                    <a:pt x="650186" y="11323"/>
                  </a:lnTo>
                  <a:lnTo>
                    <a:pt x="652275" y="10772"/>
                  </a:lnTo>
                  <a:lnTo>
                    <a:pt x="654364" y="10317"/>
                  </a:lnTo>
                  <a:lnTo>
                    <a:pt x="656453" y="9659"/>
                  </a:lnTo>
                  <a:lnTo>
                    <a:pt x="658542" y="9251"/>
                  </a:lnTo>
                  <a:lnTo>
                    <a:pt x="660631" y="8844"/>
                  </a:lnTo>
                  <a:lnTo>
                    <a:pt x="662720" y="8436"/>
                  </a:lnTo>
                  <a:lnTo>
                    <a:pt x="664809" y="8232"/>
                  </a:lnTo>
                  <a:lnTo>
                    <a:pt x="666898" y="8027"/>
                  </a:lnTo>
                  <a:lnTo>
                    <a:pt x="668987" y="7823"/>
                  </a:lnTo>
                  <a:lnTo>
                    <a:pt x="671076" y="8004"/>
                  </a:lnTo>
                  <a:lnTo>
                    <a:pt x="673165" y="8451"/>
                  </a:lnTo>
                  <a:lnTo>
                    <a:pt x="675254" y="8837"/>
                  </a:lnTo>
                  <a:lnTo>
                    <a:pt x="677343" y="9223"/>
                  </a:lnTo>
                  <a:lnTo>
                    <a:pt x="679432" y="9631"/>
                  </a:lnTo>
                  <a:lnTo>
                    <a:pt x="681521" y="10038"/>
                  </a:lnTo>
                  <a:lnTo>
                    <a:pt x="683610" y="10627"/>
                  </a:lnTo>
                  <a:lnTo>
                    <a:pt x="685699" y="11035"/>
                  </a:lnTo>
                  <a:lnTo>
                    <a:pt x="687788" y="12038"/>
                  </a:lnTo>
                  <a:lnTo>
                    <a:pt x="689877" y="13143"/>
                  </a:lnTo>
                  <a:lnTo>
                    <a:pt x="691966" y="14558"/>
                  </a:lnTo>
                  <a:lnTo>
                    <a:pt x="694055" y="16151"/>
                  </a:lnTo>
                  <a:lnTo>
                    <a:pt x="696144" y="17744"/>
                  </a:lnTo>
                  <a:lnTo>
                    <a:pt x="698233" y="19989"/>
                  </a:lnTo>
                  <a:lnTo>
                    <a:pt x="700322" y="22770"/>
                  </a:lnTo>
                  <a:lnTo>
                    <a:pt x="702411" y="26044"/>
                  </a:lnTo>
                  <a:lnTo>
                    <a:pt x="704500" y="29240"/>
                  </a:lnTo>
                  <a:lnTo>
                    <a:pt x="706590" y="32436"/>
                  </a:lnTo>
                  <a:lnTo>
                    <a:pt x="708679" y="36191"/>
                  </a:lnTo>
                  <a:lnTo>
                    <a:pt x="710768" y="40025"/>
                  </a:lnTo>
                  <a:lnTo>
                    <a:pt x="712857" y="44473"/>
                  </a:lnTo>
                  <a:lnTo>
                    <a:pt x="714946" y="48921"/>
                  </a:lnTo>
                  <a:lnTo>
                    <a:pt x="717035" y="53290"/>
                  </a:lnTo>
                  <a:lnTo>
                    <a:pt x="719124" y="57659"/>
                  </a:lnTo>
                  <a:lnTo>
                    <a:pt x="721213" y="62028"/>
                  </a:lnTo>
                  <a:lnTo>
                    <a:pt x="723302" y="66397"/>
                  </a:lnTo>
                  <a:lnTo>
                    <a:pt x="725391" y="71616"/>
                  </a:lnTo>
                  <a:lnTo>
                    <a:pt x="727480" y="76757"/>
                  </a:lnTo>
                  <a:lnTo>
                    <a:pt x="729569" y="81043"/>
                  </a:lnTo>
                  <a:lnTo>
                    <a:pt x="731658" y="85330"/>
                  </a:lnTo>
                  <a:lnTo>
                    <a:pt x="733747" y="89003"/>
                  </a:lnTo>
                  <a:lnTo>
                    <a:pt x="735836" y="92759"/>
                  </a:lnTo>
                  <a:lnTo>
                    <a:pt x="737925" y="95954"/>
                  </a:lnTo>
                  <a:lnTo>
                    <a:pt x="740014" y="99151"/>
                  </a:lnTo>
                  <a:lnTo>
                    <a:pt x="742103" y="101852"/>
                  </a:lnTo>
                  <a:lnTo>
                    <a:pt x="743566" y="10409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929294" y="5656690"/>
              <a:ext cx="701005" cy="103712"/>
            </a:xfrm>
            <a:custGeom>
              <a:avLst/>
              <a:pathLst>
                <a:path w="701005" h="103712">
                  <a:moveTo>
                    <a:pt x="0" y="103712"/>
                  </a:moveTo>
                  <a:lnTo>
                    <a:pt x="1924" y="100254"/>
                  </a:lnTo>
                  <a:lnTo>
                    <a:pt x="4013" y="96498"/>
                  </a:lnTo>
                  <a:lnTo>
                    <a:pt x="6102" y="92212"/>
                  </a:lnTo>
                  <a:lnTo>
                    <a:pt x="8191" y="87843"/>
                  </a:lnTo>
                  <a:lnTo>
                    <a:pt x="10280" y="83474"/>
                  </a:lnTo>
                  <a:lnTo>
                    <a:pt x="12369" y="79105"/>
                  </a:lnTo>
                  <a:lnTo>
                    <a:pt x="14458" y="74737"/>
                  </a:lnTo>
                  <a:lnTo>
                    <a:pt x="16547" y="70368"/>
                  </a:lnTo>
                  <a:lnTo>
                    <a:pt x="18636" y="65149"/>
                  </a:lnTo>
                  <a:lnTo>
                    <a:pt x="20725" y="59930"/>
                  </a:lnTo>
                  <a:lnTo>
                    <a:pt x="22814" y="55482"/>
                  </a:lnTo>
                  <a:lnTo>
                    <a:pt x="24903" y="51034"/>
                  </a:lnTo>
                  <a:lnTo>
                    <a:pt x="26992" y="47138"/>
                  </a:lnTo>
                  <a:lnTo>
                    <a:pt x="29081" y="43241"/>
                  </a:lnTo>
                  <a:lnTo>
                    <a:pt x="31170" y="39904"/>
                  </a:lnTo>
                  <a:lnTo>
                    <a:pt x="33259" y="36567"/>
                  </a:lnTo>
                  <a:lnTo>
                    <a:pt x="35348" y="33724"/>
                  </a:lnTo>
                  <a:lnTo>
                    <a:pt x="37437" y="30293"/>
                  </a:lnTo>
                  <a:lnTo>
                    <a:pt x="39526" y="27355"/>
                  </a:lnTo>
                  <a:lnTo>
                    <a:pt x="41615" y="24418"/>
                  </a:lnTo>
                  <a:lnTo>
                    <a:pt x="43704" y="21481"/>
                  </a:lnTo>
                  <a:lnTo>
                    <a:pt x="45793" y="18544"/>
                  </a:lnTo>
                  <a:lnTo>
                    <a:pt x="47882" y="16063"/>
                  </a:lnTo>
                  <a:lnTo>
                    <a:pt x="49971" y="14544"/>
                  </a:lnTo>
                  <a:lnTo>
                    <a:pt x="52061" y="13024"/>
                  </a:lnTo>
                  <a:lnTo>
                    <a:pt x="54150" y="11769"/>
                  </a:lnTo>
                  <a:lnTo>
                    <a:pt x="56239" y="10609"/>
                  </a:lnTo>
                  <a:lnTo>
                    <a:pt x="58328" y="9448"/>
                  </a:lnTo>
                  <a:lnTo>
                    <a:pt x="60417" y="8429"/>
                  </a:lnTo>
                  <a:lnTo>
                    <a:pt x="62506" y="7493"/>
                  </a:lnTo>
                  <a:lnTo>
                    <a:pt x="64595" y="6556"/>
                  </a:lnTo>
                  <a:lnTo>
                    <a:pt x="66684" y="5353"/>
                  </a:lnTo>
                  <a:lnTo>
                    <a:pt x="68773" y="4598"/>
                  </a:lnTo>
                  <a:lnTo>
                    <a:pt x="70862" y="3661"/>
                  </a:lnTo>
                  <a:lnTo>
                    <a:pt x="72951" y="2906"/>
                  </a:lnTo>
                  <a:lnTo>
                    <a:pt x="75040" y="2355"/>
                  </a:lnTo>
                  <a:lnTo>
                    <a:pt x="77129" y="2002"/>
                  </a:lnTo>
                  <a:lnTo>
                    <a:pt x="79218" y="1650"/>
                  </a:lnTo>
                  <a:lnTo>
                    <a:pt x="81307" y="1298"/>
                  </a:lnTo>
                  <a:lnTo>
                    <a:pt x="83396" y="946"/>
                  </a:lnTo>
                  <a:lnTo>
                    <a:pt x="85485" y="744"/>
                  </a:lnTo>
                  <a:lnTo>
                    <a:pt x="87574" y="595"/>
                  </a:lnTo>
                  <a:lnTo>
                    <a:pt x="89663" y="446"/>
                  </a:lnTo>
                  <a:lnTo>
                    <a:pt x="91752" y="297"/>
                  </a:lnTo>
                  <a:lnTo>
                    <a:pt x="93841" y="148"/>
                  </a:lnTo>
                  <a:lnTo>
                    <a:pt x="95930" y="0"/>
                  </a:lnTo>
                  <a:lnTo>
                    <a:pt x="98019" y="0"/>
                  </a:lnTo>
                  <a:lnTo>
                    <a:pt x="100108" y="0"/>
                  </a:lnTo>
                  <a:lnTo>
                    <a:pt x="102197" y="149"/>
                  </a:lnTo>
                  <a:lnTo>
                    <a:pt x="104286" y="501"/>
                  </a:lnTo>
                  <a:lnTo>
                    <a:pt x="106375" y="1134"/>
                  </a:lnTo>
                  <a:lnTo>
                    <a:pt x="108465" y="1564"/>
                  </a:lnTo>
                  <a:lnTo>
                    <a:pt x="110554" y="1994"/>
                  </a:lnTo>
                  <a:lnTo>
                    <a:pt x="112643" y="2342"/>
                  </a:lnTo>
                  <a:lnTo>
                    <a:pt x="114732" y="2772"/>
                  </a:lnTo>
                  <a:lnTo>
                    <a:pt x="116821" y="3054"/>
                  </a:lnTo>
                  <a:lnTo>
                    <a:pt x="118910" y="3335"/>
                  </a:lnTo>
                  <a:lnTo>
                    <a:pt x="120999" y="3616"/>
                  </a:lnTo>
                  <a:lnTo>
                    <a:pt x="123088" y="3698"/>
                  </a:lnTo>
                  <a:lnTo>
                    <a:pt x="125177" y="3777"/>
                  </a:lnTo>
                  <a:lnTo>
                    <a:pt x="127266" y="3856"/>
                  </a:lnTo>
                  <a:lnTo>
                    <a:pt x="129355" y="3794"/>
                  </a:lnTo>
                  <a:lnTo>
                    <a:pt x="131444" y="3731"/>
                  </a:lnTo>
                  <a:lnTo>
                    <a:pt x="133533" y="3731"/>
                  </a:lnTo>
                  <a:lnTo>
                    <a:pt x="135622" y="3731"/>
                  </a:lnTo>
                  <a:lnTo>
                    <a:pt x="137711" y="3731"/>
                  </a:lnTo>
                  <a:lnTo>
                    <a:pt x="139800" y="3731"/>
                  </a:lnTo>
                  <a:lnTo>
                    <a:pt x="141889" y="3732"/>
                  </a:lnTo>
                  <a:lnTo>
                    <a:pt x="143978" y="3826"/>
                  </a:lnTo>
                  <a:lnTo>
                    <a:pt x="146067" y="3920"/>
                  </a:lnTo>
                  <a:lnTo>
                    <a:pt x="148156" y="4015"/>
                  </a:lnTo>
                  <a:lnTo>
                    <a:pt x="150245" y="4109"/>
                  </a:lnTo>
                  <a:lnTo>
                    <a:pt x="152334" y="4265"/>
                  </a:lnTo>
                  <a:lnTo>
                    <a:pt x="154423" y="4500"/>
                  </a:lnTo>
                  <a:lnTo>
                    <a:pt x="156512" y="4818"/>
                  </a:lnTo>
                  <a:lnTo>
                    <a:pt x="158601" y="5136"/>
                  </a:lnTo>
                  <a:lnTo>
                    <a:pt x="160690" y="5453"/>
                  </a:lnTo>
                  <a:lnTo>
                    <a:pt x="162779" y="5676"/>
                  </a:lnTo>
                  <a:lnTo>
                    <a:pt x="164868" y="5900"/>
                  </a:lnTo>
                  <a:lnTo>
                    <a:pt x="166958" y="5982"/>
                  </a:lnTo>
                  <a:lnTo>
                    <a:pt x="169047" y="6078"/>
                  </a:lnTo>
                  <a:lnTo>
                    <a:pt x="171136" y="6175"/>
                  </a:lnTo>
                  <a:lnTo>
                    <a:pt x="173225" y="6272"/>
                  </a:lnTo>
                  <a:lnTo>
                    <a:pt x="175314" y="6471"/>
                  </a:lnTo>
                  <a:lnTo>
                    <a:pt x="177403" y="7022"/>
                  </a:lnTo>
                  <a:lnTo>
                    <a:pt x="179492" y="7573"/>
                  </a:lnTo>
                  <a:lnTo>
                    <a:pt x="181581" y="8329"/>
                  </a:lnTo>
                  <a:lnTo>
                    <a:pt x="183670" y="8885"/>
                  </a:lnTo>
                  <a:lnTo>
                    <a:pt x="185759" y="9441"/>
                  </a:lnTo>
                  <a:lnTo>
                    <a:pt x="187848" y="9793"/>
                  </a:lnTo>
                  <a:lnTo>
                    <a:pt x="189937" y="10349"/>
                  </a:lnTo>
                  <a:lnTo>
                    <a:pt x="192026" y="10757"/>
                  </a:lnTo>
                  <a:lnTo>
                    <a:pt x="194115" y="11313"/>
                  </a:lnTo>
                  <a:lnTo>
                    <a:pt x="196204" y="12051"/>
                  </a:lnTo>
                  <a:lnTo>
                    <a:pt x="198293" y="12607"/>
                  </a:lnTo>
                  <a:lnTo>
                    <a:pt x="200382" y="13163"/>
                  </a:lnTo>
                  <a:lnTo>
                    <a:pt x="202471" y="13720"/>
                  </a:lnTo>
                  <a:lnTo>
                    <a:pt x="204560" y="14308"/>
                  </a:lnTo>
                  <a:lnTo>
                    <a:pt x="206649" y="14716"/>
                  </a:lnTo>
                  <a:lnTo>
                    <a:pt x="208738" y="14919"/>
                  </a:lnTo>
                  <a:lnTo>
                    <a:pt x="210827" y="14716"/>
                  </a:lnTo>
                  <a:lnTo>
                    <a:pt x="212916" y="14364"/>
                  </a:lnTo>
                  <a:lnTo>
                    <a:pt x="215005" y="14113"/>
                  </a:lnTo>
                  <a:lnTo>
                    <a:pt x="217094" y="13862"/>
                  </a:lnTo>
                  <a:lnTo>
                    <a:pt x="219183" y="13713"/>
                  </a:lnTo>
                  <a:lnTo>
                    <a:pt x="221272" y="13462"/>
                  </a:lnTo>
                  <a:lnTo>
                    <a:pt x="223362" y="13360"/>
                  </a:lnTo>
                  <a:lnTo>
                    <a:pt x="225451" y="13257"/>
                  </a:lnTo>
                  <a:lnTo>
                    <a:pt x="227540" y="13058"/>
                  </a:lnTo>
                  <a:lnTo>
                    <a:pt x="229629" y="13058"/>
                  </a:lnTo>
                  <a:lnTo>
                    <a:pt x="231718" y="13140"/>
                  </a:lnTo>
                  <a:lnTo>
                    <a:pt x="233807" y="13140"/>
                  </a:lnTo>
                  <a:lnTo>
                    <a:pt x="235896" y="13203"/>
                  </a:lnTo>
                  <a:lnTo>
                    <a:pt x="237985" y="13265"/>
                  </a:lnTo>
                  <a:lnTo>
                    <a:pt x="240074" y="13406"/>
                  </a:lnTo>
                  <a:lnTo>
                    <a:pt x="242163" y="13547"/>
                  </a:lnTo>
                  <a:lnTo>
                    <a:pt x="244252" y="13688"/>
                  </a:lnTo>
                  <a:lnTo>
                    <a:pt x="246341" y="13830"/>
                  </a:lnTo>
                  <a:lnTo>
                    <a:pt x="248430" y="13971"/>
                  </a:lnTo>
                  <a:lnTo>
                    <a:pt x="250519" y="14033"/>
                  </a:lnTo>
                  <a:lnTo>
                    <a:pt x="252608" y="14174"/>
                  </a:lnTo>
                  <a:lnTo>
                    <a:pt x="254697" y="14315"/>
                  </a:lnTo>
                  <a:lnTo>
                    <a:pt x="256786" y="14539"/>
                  </a:lnTo>
                  <a:lnTo>
                    <a:pt x="258875" y="14700"/>
                  </a:lnTo>
                  <a:lnTo>
                    <a:pt x="260964" y="14879"/>
                  </a:lnTo>
                  <a:lnTo>
                    <a:pt x="263053" y="14975"/>
                  </a:lnTo>
                  <a:lnTo>
                    <a:pt x="265142" y="15072"/>
                  </a:lnTo>
                  <a:lnTo>
                    <a:pt x="267231" y="15169"/>
                  </a:lnTo>
                  <a:lnTo>
                    <a:pt x="269320" y="15266"/>
                  </a:lnTo>
                  <a:lnTo>
                    <a:pt x="271409" y="15266"/>
                  </a:lnTo>
                  <a:lnTo>
                    <a:pt x="273498" y="15465"/>
                  </a:lnTo>
                  <a:lnTo>
                    <a:pt x="275587" y="15567"/>
                  </a:lnTo>
                  <a:lnTo>
                    <a:pt x="277676" y="15669"/>
                  </a:lnTo>
                  <a:lnTo>
                    <a:pt x="279765" y="15771"/>
                  </a:lnTo>
                  <a:lnTo>
                    <a:pt x="281855" y="15771"/>
                  </a:lnTo>
                  <a:lnTo>
                    <a:pt x="283944" y="15419"/>
                  </a:lnTo>
                  <a:lnTo>
                    <a:pt x="286033" y="14965"/>
                  </a:lnTo>
                  <a:lnTo>
                    <a:pt x="288122" y="14210"/>
                  </a:lnTo>
                  <a:lnTo>
                    <a:pt x="290211" y="13454"/>
                  </a:lnTo>
                  <a:lnTo>
                    <a:pt x="292300" y="12616"/>
                  </a:lnTo>
                  <a:lnTo>
                    <a:pt x="294389" y="11983"/>
                  </a:lnTo>
                  <a:lnTo>
                    <a:pt x="296478" y="11146"/>
                  </a:lnTo>
                  <a:lnTo>
                    <a:pt x="298567" y="10308"/>
                  </a:lnTo>
                  <a:lnTo>
                    <a:pt x="300656" y="9553"/>
                  </a:lnTo>
                  <a:lnTo>
                    <a:pt x="302745" y="8815"/>
                  </a:lnTo>
                  <a:lnTo>
                    <a:pt x="304834" y="8059"/>
                  </a:lnTo>
                  <a:lnTo>
                    <a:pt x="306923" y="7401"/>
                  </a:lnTo>
                  <a:lnTo>
                    <a:pt x="309012" y="6742"/>
                  </a:lnTo>
                  <a:lnTo>
                    <a:pt x="311101" y="6004"/>
                  </a:lnTo>
                  <a:lnTo>
                    <a:pt x="313190" y="5448"/>
                  </a:lnTo>
                  <a:lnTo>
                    <a:pt x="315279" y="4993"/>
                  </a:lnTo>
                  <a:lnTo>
                    <a:pt x="317368" y="4742"/>
                  </a:lnTo>
                  <a:lnTo>
                    <a:pt x="319457" y="4640"/>
                  </a:lnTo>
                  <a:lnTo>
                    <a:pt x="321546" y="4640"/>
                  </a:lnTo>
                  <a:lnTo>
                    <a:pt x="323635" y="4640"/>
                  </a:lnTo>
                  <a:lnTo>
                    <a:pt x="325724" y="4538"/>
                  </a:lnTo>
                  <a:lnTo>
                    <a:pt x="327813" y="4538"/>
                  </a:lnTo>
                  <a:lnTo>
                    <a:pt x="329902" y="4538"/>
                  </a:lnTo>
                  <a:lnTo>
                    <a:pt x="331991" y="4538"/>
                  </a:lnTo>
                  <a:lnTo>
                    <a:pt x="334080" y="4635"/>
                  </a:lnTo>
                  <a:lnTo>
                    <a:pt x="336169" y="4732"/>
                  </a:lnTo>
                  <a:lnTo>
                    <a:pt x="338259" y="4732"/>
                  </a:lnTo>
                  <a:lnTo>
                    <a:pt x="340348" y="4814"/>
                  </a:lnTo>
                  <a:lnTo>
                    <a:pt x="342437" y="4893"/>
                  </a:lnTo>
                  <a:lnTo>
                    <a:pt x="344526" y="4972"/>
                  </a:lnTo>
                  <a:lnTo>
                    <a:pt x="346615" y="4972"/>
                  </a:lnTo>
                  <a:lnTo>
                    <a:pt x="348704" y="5054"/>
                  </a:lnTo>
                  <a:lnTo>
                    <a:pt x="350793" y="5233"/>
                  </a:lnTo>
                  <a:lnTo>
                    <a:pt x="352882" y="5663"/>
                  </a:lnTo>
                  <a:lnTo>
                    <a:pt x="354971" y="6093"/>
                  </a:lnTo>
                  <a:lnTo>
                    <a:pt x="357060" y="6602"/>
                  </a:lnTo>
                  <a:lnTo>
                    <a:pt x="359149" y="7032"/>
                  </a:lnTo>
                  <a:lnTo>
                    <a:pt x="361238" y="7462"/>
                  </a:lnTo>
                  <a:lnTo>
                    <a:pt x="363327" y="7662"/>
                  </a:lnTo>
                  <a:lnTo>
                    <a:pt x="365416" y="7758"/>
                  </a:lnTo>
                  <a:lnTo>
                    <a:pt x="367505" y="7861"/>
                  </a:lnTo>
                  <a:lnTo>
                    <a:pt x="369594" y="8112"/>
                  </a:lnTo>
                  <a:lnTo>
                    <a:pt x="371683" y="8363"/>
                  </a:lnTo>
                  <a:lnTo>
                    <a:pt x="373772" y="8817"/>
                  </a:lnTo>
                  <a:lnTo>
                    <a:pt x="375861" y="9271"/>
                  </a:lnTo>
                  <a:lnTo>
                    <a:pt x="377950" y="9822"/>
                  </a:lnTo>
                  <a:lnTo>
                    <a:pt x="380039" y="10174"/>
                  </a:lnTo>
                  <a:lnTo>
                    <a:pt x="382128" y="10526"/>
                  </a:lnTo>
                  <a:lnTo>
                    <a:pt x="384217" y="10878"/>
                  </a:lnTo>
                  <a:lnTo>
                    <a:pt x="386306" y="11230"/>
                  </a:lnTo>
                  <a:lnTo>
                    <a:pt x="388395" y="11581"/>
                  </a:lnTo>
                  <a:lnTo>
                    <a:pt x="390484" y="12138"/>
                  </a:lnTo>
                  <a:lnTo>
                    <a:pt x="392573" y="12796"/>
                  </a:lnTo>
                  <a:lnTo>
                    <a:pt x="394662" y="13552"/>
                  </a:lnTo>
                  <a:lnTo>
                    <a:pt x="396752" y="14102"/>
                  </a:lnTo>
                  <a:lnTo>
                    <a:pt x="398841" y="14736"/>
                  </a:lnTo>
                  <a:lnTo>
                    <a:pt x="400930" y="15369"/>
                  </a:lnTo>
                  <a:lnTo>
                    <a:pt x="403019" y="15799"/>
                  </a:lnTo>
                  <a:lnTo>
                    <a:pt x="405108" y="16229"/>
                  </a:lnTo>
                  <a:lnTo>
                    <a:pt x="407197" y="16577"/>
                  </a:lnTo>
                  <a:lnTo>
                    <a:pt x="409286" y="16726"/>
                  </a:lnTo>
                  <a:lnTo>
                    <a:pt x="411375" y="16925"/>
                  </a:lnTo>
                  <a:lnTo>
                    <a:pt x="413464" y="17027"/>
                  </a:lnTo>
                  <a:lnTo>
                    <a:pt x="415553" y="16930"/>
                  </a:lnTo>
                  <a:lnTo>
                    <a:pt x="417642" y="16731"/>
                  </a:lnTo>
                  <a:lnTo>
                    <a:pt x="419731" y="16450"/>
                  </a:lnTo>
                  <a:lnTo>
                    <a:pt x="421820" y="16271"/>
                  </a:lnTo>
                  <a:lnTo>
                    <a:pt x="423909" y="16092"/>
                  </a:lnTo>
                  <a:lnTo>
                    <a:pt x="425998" y="15913"/>
                  </a:lnTo>
                  <a:lnTo>
                    <a:pt x="428087" y="15734"/>
                  </a:lnTo>
                  <a:lnTo>
                    <a:pt x="430176" y="15556"/>
                  </a:lnTo>
                  <a:lnTo>
                    <a:pt x="432265" y="15377"/>
                  </a:lnTo>
                  <a:lnTo>
                    <a:pt x="434354" y="15280"/>
                  </a:lnTo>
                  <a:lnTo>
                    <a:pt x="436443" y="15184"/>
                  </a:lnTo>
                  <a:lnTo>
                    <a:pt x="438532" y="15087"/>
                  </a:lnTo>
                  <a:lnTo>
                    <a:pt x="440621" y="14990"/>
                  </a:lnTo>
                  <a:lnTo>
                    <a:pt x="442710" y="14894"/>
                  </a:lnTo>
                  <a:lnTo>
                    <a:pt x="444799" y="14894"/>
                  </a:lnTo>
                  <a:lnTo>
                    <a:pt x="446888" y="14894"/>
                  </a:lnTo>
                  <a:lnTo>
                    <a:pt x="448977" y="14976"/>
                  </a:lnTo>
                  <a:lnTo>
                    <a:pt x="451066" y="15257"/>
                  </a:lnTo>
                  <a:lnTo>
                    <a:pt x="453156" y="15437"/>
                  </a:lnTo>
                  <a:lnTo>
                    <a:pt x="455245" y="15533"/>
                  </a:lnTo>
                  <a:lnTo>
                    <a:pt x="457334" y="15533"/>
                  </a:lnTo>
                  <a:lnTo>
                    <a:pt x="459423" y="15282"/>
                  </a:lnTo>
                  <a:lnTo>
                    <a:pt x="461512" y="15031"/>
                  </a:lnTo>
                  <a:lnTo>
                    <a:pt x="463601" y="14683"/>
                  </a:lnTo>
                  <a:lnTo>
                    <a:pt x="465690" y="14252"/>
                  </a:lnTo>
                  <a:lnTo>
                    <a:pt x="467779" y="13823"/>
                  </a:lnTo>
                  <a:lnTo>
                    <a:pt x="469868" y="13623"/>
                  </a:lnTo>
                  <a:lnTo>
                    <a:pt x="471957" y="13527"/>
                  </a:lnTo>
                  <a:lnTo>
                    <a:pt x="474046" y="13328"/>
                  </a:lnTo>
                  <a:lnTo>
                    <a:pt x="476135" y="12980"/>
                  </a:lnTo>
                  <a:lnTo>
                    <a:pt x="478224" y="12831"/>
                  </a:lnTo>
                  <a:lnTo>
                    <a:pt x="480313" y="12479"/>
                  </a:lnTo>
                  <a:lnTo>
                    <a:pt x="482402" y="11928"/>
                  </a:lnTo>
                  <a:lnTo>
                    <a:pt x="484491" y="11377"/>
                  </a:lnTo>
                  <a:lnTo>
                    <a:pt x="486580" y="10826"/>
                  </a:lnTo>
                  <a:lnTo>
                    <a:pt x="488669" y="10275"/>
                  </a:lnTo>
                  <a:lnTo>
                    <a:pt x="490758" y="9724"/>
                  </a:lnTo>
                  <a:lnTo>
                    <a:pt x="492847" y="9269"/>
                  </a:lnTo>
                  <a:lnTo>
                    <a:pt x="494936" y="8815"/>
                  </a:lnTo>
                  <a:lnTo>
                    <a:pt x="497025" y="8259"/>
                  </a:lnTo>
                  <a:lnTo>
                    <a:pt x="499114" y="7851"/>
                  </a:lnTo>
                  <a:lnTo>
                    <a:pt x="501203" y="7295"/>
                  </a:lnTo>
                  <a:lnTo>
                    <a:pt x="503292" y="6841"/>
                  </a:lnTo>
                  <a:lnTo>
                    <a:pt x="505381" y="6386"/>
                  </a:lnTo>
                  <a:lnTo>
                    <a:pt x="507470" y="5932"/>
                  </a:lnTo>
                  <a:lnTo>
                    <a:pt x="509559" y="5502"/>
                  </a:lnTo>
                  <a:lnTo>
                    <a:pt x="511649" y="5072"/>
                  </a:lnTo>
                  <a:lnTo>
                    <a:pt x="513738" y="4642"/>
                  </a:lnTo>
                  <a:lnTo>
                    <a:pt x="515827" y="4212"/>
                  </a:lnTo>
                  <a:lnTo>
                    <a:pt x="517916" y="3930"/>
                  </a:lnTo>
                  <a:lnTo>
                    <a:pt x="520005" y="3649"/>
                  </a:lnTo>
                  <a:lnTo>
                    <a:pt x="522094" y="3649"/>
                  </a:lnTo>
                  <a:lnTo>
                    <a:pt x="524183" y="3567"/>
                  </a:lnTo>
                  <a:lnTo>
                    <a:pt x="526272" y="3567"/>
                  </a:lnTo>
                  <a:lnTo>
                    <a:pt x="528361" y="3488"/>
                  </a:lnTo>
                  <a:lnTo>
                    <a:pt x="530450" y="3347"/>
                  </a:lnTo>
                  <a:lnTo>
                    <a:pt x="532539" y="3206"/>
                  </a:lnTo>
                  <a:lnTo>
                    <a:pt x="534628" y="3065"/>
                  </a:lnTo>
                  <a:lnTo>
                    <a:pt x="536717" y="2924"/>
                  </a:lnTo>
                  <a:lnTo>
                    <a:pt x="538806" y="2845"/>
                  </a:lnTo>
                  <a:lnTo>
                    <a:pt x="540895" y="2684"/>
                  </a:lnTo>
                  <a:lnTo>
                    <a:pt x="542984" y="2523"/>
                  </a:lnTo>
                  <a:lnTo>
                    <a:pt x="545073" y="2361"/>
                  </a:lnTo>
                  <a:lnTo>
                    <a:pt x="547162" y="2279"/>
                  </a:lnTo>
                  <a:lnTo>
                    <a:pt x="549251" y="2197"/>
                  </a:lnTo>
                  <a:lnTo>
                    <a:pt x="551340" y="2115"/>
                  </a:lnTo>
                  <a:lnTo>
                    <a:pt x="553429" y="1954"/>
                  </a:lnTo>
                  <a:lnTo>
                    <a:pt x="555518" y="1872"/>
                  </a:lnTo>
                  <a:lnTo>
                    <a:pt x="557607" y="1590"/>
                  </a:lnTo>
                  <a:lnTo>
                    <a:pt x="559696" y="1412"/>
                  </a:lnTo>
                  <a:lnTo>
                    <a:pt x="561785" y="1233"/>
                  </a:lnTo>
                  <a:lnTo>
                    <a:pt x="563874" y="1136"/>
                  </a:lnTo>
                  <a:lnTo>
                    <a:pt x="565963" y="1039"/>
                  </a:lnTo>
                  <a:lnTo>
                    <a:pt x="568053" y="1039"/>
                  </a:lnTo>
                  <a:lnTo>
                    <a:pt x="570142" y="1238"/>
                  </a:lnTo>
                  <a:lnTo>
                    <a:pt x="572231" y="1668"/>
                  </a:lnTo>
                  <a:lnTo>
                    <a:pt x="574320" y="2098"/>
                  </a:lnTo>
                  <a:lnTo>
                    <a:pt x="576409" y="2446"/>
                  </a:lnTo>
                  <a:lnTo>
                    <a:pt x="578498" y="2997"/>
                  </a:lnTo>
                  <a:lnTo>
                    <a:pt x="580587" y="3548"/>
                  </a:lnTo>
                  <a:lnTo>
                    <a:pt x="582676" y="4099"/>
                  </a:lnTo>
                  <a:lnTo>
                    <a:pt x="584765" y="4656"/>
                  </a:lnTo>
                  <a:lnTo>
                    <a:pt x="586854" y="5007"/>
                  </a:lnTo>
                  <a:lnTo>
                    <a:pt x="588943" y="5944"/>
                  </a:lnTo>
                  <a:lnTo>
                    <a:pt x="591032" y="6881"/>
                  </a:lnTo>
                  <a:lnTo>
                    <a:pt x="593121" y="8084"/>
                  </a:lnTo>
                  <a:lnTo>
                    <a:pt x="595210" y="9020"/>
                  </a:lnTo>
                  <a:lnTo>
                    <a:pt x="597299" y="10223"/>
                  </a:lnTo>
                  <a:lnTo>
                    <a:pt x="599388" y="11328"/>
                  </a:lnTo>
                  <a:lnTo>
                    <a:pt x="601477" y="12168"/>
                  </a:lnTo>
                  <a:lnTo>
                    <a:pt x="603566" y="12906"/>
                  </a:lnTo>
                  <a:lnTo>
                    <a:pt x="605655" y="13496"/>
                  </a:lnTo>
                  <a:lnTo>
                    <a:pt x="607744" y="14233"/>
                  </a:lnTo>
                  <a:lnTo>
                    <a:pt x="609833" y="14892"/>
                  </a:lnTo>
                  <a:lnTo>
                    <a:pt x="611922" y="15346"/>
                  </a:lnTo>
                  <a:lnTo>
                    <a:pt x="614011" y="16005"/>
                  </a:lnTo>
                  <a:lnTo>
                    <a:pt x="616100" y="16842"/>
                  </a:lnTo>
                  <a:lnTo>
                    <a:pt x="618189" y="17680"/>
                  </a:lnTo>
                  <a:lnTo>
                    <a:pt x="620278" y="18313"/>
                  </a:lnTo>
                  <a:lnTo>
                    <a:pt x="622367" y="18946"/>
                  </a:lnTo>
                  <a:lnTo>
                    <a:pt x="624456" y="19579"/>
                  </a:lnTo>
                  <a:lnTo>
                    <a:pt x="626546" y="20213"/>
                  </a:lnTo>
                  <a:lnTo>
                    <a:pt x="628635" y="20764"/>
                  </a:lnTo>
                  <a:lnTo>
                    <a:pt x="630724" y="21194"/>
                  </a:lnTo>
                  <a:lnTo>
                    <a:pt x="632813" y="21624"/>
                  </a:lnTo>
                  <a:lnTo>
                    <a:pt x="634902" y="22133"/>
                  </a:lnTo>
                  <a:lnTo>
                    <a:pt x="636991" y="22704"/>
                  </a:lnTo>
                  <a:lnTo>
                    <a:pt x="639080" y="23127"/>
                  </a:lnTo>
                  <a:lnTo>
                    <a:pt x="641169" y="23549"/>
                  </a:lnTo>
                  <a:lnTo>
                    <a:pt x="643258" y="23971"/>
                  </a:lnTo>
                  <a:lnTo>
                    <a:pt x="645347" y="24229"/>
                  </a:lnTo>
                  <a:lnTo>
                    <a:pt x="647436" y="24390"/>
                  </a:lnTo>
                  <a:lnTo>
                    <a:pt x="649525" y="24551"/>
                  </a:lnTo>
                  <a:lnTo>
                    <a:pt x="651614" y="24552"/>
                  </a:lnTo>
                  <a:lnTo>
                    <a:pt x="653703" y="24473"/>
                  </a:lnTo>
                  <a:lnTo>
                    <a:pt x="655792" y="24555"/>
                  </a:lnTo>
                  <a:lnTo>
                    <a:pt x="657881" y="24734"/>
                  </a:lnTo>
                  <a:lnTo>
                    <a:pt x="659970" y="24895"/>
                  </a:lnTo>
                  <a:lnTo>
                    <a:pt x="662059" y="24977"/>
                  </a:lnTo>
                  <a:lnTo>
                    <a:pt x="664148" y="25059"/>
                  </a:lnTo>
                  <a:lnTo>
                    <a:pt x="666237" y="25142"/>
                  </a:lnTo>
                  <a:lnTo>
                    <a:pt x="668326" y="25320"/>
                  </a:lnTo>
                  <a:lnTo>
                    <a:pt x="670415" y="25417"/>
                  </a:lnTo>
                  <a:lnTo>
                    <a:pt x="672504" y="25968"/>
                  </a:lnTo>
                  <a:lnTo>
                    <a:pt x="674593" y="27074"/>
                  </a:lnTo>
                  <a:lnTo>
                    <a:pt x="676682" y="29495"/>
                  </a:lnTo>
                  <a:lnTo>
                    <a:pt x="678771" y="32261"/>
                  </a:lnTo>
                  <a:lnTo>
                    <a:pt x="680860" y="36199"/>
                  </a:lnTo>
                  <a:lnTo>
                    <a:pt x="682950" y="40910"/>
                  </a:lnTo>
                  <a:lnTo>
                    <a:pt x="685039" y="46279"/>
                  </a:lnTo>
                  <a:lnTo>
                    <a:pt x="687128" y="52280"/>
                  </a:lnTo>
                  <a:lnTo>
                    <a:pt x="689217" y="58281"/>
                  </a:lnTo>
                  <a:lnTo>
                    <a:pt x="691306" y="65052"/>
                  </a:lnTo>
                  <a:lnTo>
                    <a:pt x="693395" y="72811"/>
                  </a:lnTo>
                  <a:lnTo>
                    <a:pt x="695484" y="80183"/>
                  </a:lnTo>
                  <a:lnTo>
                    <a:pt x="697573" y="88456"/>
                  </a:lnTo>
                  <a:lnTo>
                    <a:pt x="699662" y="97639"/>
                  </a:lnTo>
                  <a:lnTo>
                    <a:pt x="701005" y="10371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791097" y="5576343"/>
              <a:ext cx="723878" cy="184059"/>
            </a:xfrm>
            <a:custGeom>
              <a:avLst/>
              <a:pathLst>
                <a:path w="723878" h="184059">
                  <a:moveTo>
                    <a:pt x="0" y="184059"/>
                  </a:moveTo>
                  <a:lnTo>
                    <a:pt x="804" y="183360"/>
                  </a:lnTo>
                  <a:lnTo>
                    <a:pt x="2893" y="181892"/>
                  </a:lnTo>
                  <a:lnTo>
                    <a:pt x="4982" y="179824"/>
                  </a:lnTo>
                  <a:lnTo>
                    <a:pt x="7071" y="177552"/>
                  </a:lnTo>
                  <a:lnTo>
                    <a:pt x="9160" y="174786"/>
                  </a:lnTo>
                  <a:lnTo>
                    <a:pt x="11249" y="170848"/>
                  </a:lnTo>
                  <a:lnTo>
                    <a:pt x="13338" y="166909"/>
                  </a:lnTo>
                  <a:lnTo>
                    <a:pt x="15427" y="162402"/>
                  </a:lnTo>
                  <a:lnTo>
                    <a:pt x="17516" y="157895"/>
                  </a:lnTo>
                  <a:lnTo>
                    <a:pt x="19605" y="153388"/>
                  </a:lnTo>
                  <a:lnTo>
                    <a:pt x="21694" y="149267"/>
                  </a:lnTo>
                  <a:lnTo>
                    <a:pt x="23783" y="145146"/>
                  </a:lnTo>
                  <a:lnTo>
                    <a:pt x="25872" y="141290"/>
                  </a:lnTo>
                  <a:lnTo>
                    <a:pt x="27961" y="137742"/>
                  </a:lnTo>
                  <a:lnTo>
                    <a:pt x="30050" y="134195"/>
                  </a:lnTo>
                  <a:lnTo>
                    <a:pt x="32139" y="130648"/>
                  </a:lnTo>
                  <a:lnTo>
                    <a:pt x="34228" y="127100"/>
                  </a:lnTo>
                  <a:lnTo>
                    <a:pt x="36317" y="122322"/>
                  </a:lnTo>
                  <a:lnTo>
                    <a:pt x="38406" y="118046"/>
                  </a:lnTo>
                  <a:lnTo>
                    <a:pt x="40495" y="114329"/>
                  </a:lnTo>
                  <a:lnTo>
                    <a:pt x="42584" y="109815"/>
                  </a:lnTo>
                  <a:lnTo>
                    <a:pt x="44673" y="104952"/>
                  </a:lnTo>
                  <a:lnTo>
                    <a:pt x="46763" y="100742"/>
                  </a:lnTo>
                  <a:lnTo>
                    <a:pt x="48852" y="96840"/>
                  </a:lnTo>
                  <a:lnTo>
                    <a:pt x="50941" y="93286"/>
                  </a:lnTo>
                  <a:lnTo>
                    <a:pt x="53030" y="89384"/>
                  </a:lnTo>
                  <a:lnTo>
                    <a:pt x="55119" y="85177"/>
                  </a:lnTo>
                  <a:lnTo>
                    <a:pt x="57208" y="80927"/>
                  </a:lnTo>
                  <a:lnTo>
                    <a:pt x="59297" y="76677"/>
                  </a:lnTo>
                  <a:lnTo>
                    <a:pt x="61386" y="72608"/>
                  </a:lnTo>
                  <a:lnTo>
                    <a:pt x="63475" y="68540"/>
                  </a:lnTo>
                  <a:lnTo>
                    <a:pt x="65564" y="64206"/>
                  </a:lnTo>
                  <a:lnTo>
                    <a:pt x="67653" y="61856"/>
                  </a:lnTo>
                  <a:lnTo>
                    <a:pt x="69742" y="59232"/>
                  </a:lnTo>
                  <a:lnTo>
                    <a:pt x="71831" y="56813"/>
                  </a:lnTo>
                  <a:lnTo>
                    <a:pt x="73920" y="55800"/>
                  </a:lnTo>
                  <a:lnTo>
                    <a:pt x="76009" y="55597"/>
                  </a:lnTo>
                  <a:lnTo>
                    <a:pt x="78098" y="55394"/>
                  </a:lnTo>
                  <a:lnTo>
                    <a:pt x="80187" y="55191"/>
                  </a:lnTo>
                  <a:lnTo>
                    <a:pt x="82276" y="54736"/>
                  </a:lnTo>
                  <a:lnTo>
                    <a:pt x="84365" y="54587"/>
                  </a:lnTo>
                  <a:lnTo>
                    <a:pt x="86454" y="54587"/>
                  </a:lnTo>
                  <a:lnTo>
                    <a:pt x="88543" y="54485"/>
                  </a:lnTo>
                  <a:lnTo>
                    <a:pt x="90632" y="54485"/>
                  </a:lnTo>
                  <a:lnTo>
                    <a:pt x="92721" y="54485"/>
                  </a:lnTo>
                  <a:lnTo>
                    <a:pt x="94810" y="54664"/>
                  </a:lnTo>
                  <a:lnTo>
                    <a:pt x="96899" y="54825"/>
                  </a:lnTo>
                  <a:lnTo>
                    <a:pt x="98988" y="54825"/>
                  </a:lnTo>
                  <a:lnTo>
                    <a:pt x="101077" y="54825"/>
                  </a:lnTo>
                  <a:lnTo>
                    <a:pt x="103166" y="54907"/>
                  </a:lnTo>
                  <a:lnTo>
                    <a:pt x="105256" y="55004"/>
                  </a:lnTo>
                  <a:lnTo>
                    <a:pt x="107345" y="55204"/>
                  </a:lnTo>
                  <a:lnTo>
                    <a:pt x="109434" y="55055"/>
                  </a:lnTo>
                  <a:lnTo>
                    <a:pt x="111523" y="54703"/>
                  </a:lnTo>
                  <a:lnTo>
                    <a:pt x="113612" y="54554"/>
                  </a:lnTo>
                  <a:lnTo>
                    <a:pt x="115701" y="54302"/>
                  </a:lnTo>
                  <a:lnTo>
                    <a:pt x="117790" y="53955"/>
                  </a:lnTo>
                  <a:lnTo>
                    <a:pt x="119879" y="53607"/>
                  </a:lnTo>
                  <a:lnTo>
                    <a:pt x="121968" y="53254"/>
                  </a:lnTo>
                  <a:lnTo>
                    <a:pt x="124057" y="53051"/>
                  </a:lnTo>
                  <a:lnTo>
                    <a:pt x="126146" y="52848"/>
                  </a:lnTo>
                  <a:lnTo>
                    <a:pt x="128235" y="52259"/>
                  </a:lnTo>
                  <a:lnTo>
                    <a:pt x="130324" y="51670"/>
                  </a:lnTo>
                  <a:lnTo>
                    <a:pt x="132413" y="50816"/>
                  </a:lnTo>
                  <a:lnTo>
                    <a:pt x="134502" y="49652"/>
                  </a:lnTo>
                  <a:lnTo>
                    <a:pt x="136591" y="48490"/>
                  </a:lnTo>
                  <a:lnTo>
                    <a:pt x="138680" y="47178"/>
                  </a:lnTo>
                  <a:lnTo>
                    <a:pt x="140769" y="45866"/>
                  </a:lnTo>
                  <a:lnTo>
                    <a:pt x="142858" y="47318"/>
                  </a:lnTo>
                  <a:lnTo>
                    <a:pt x="144947" y="48269"/>
                  </a:lnTo>
                  <a:lnTo>
                    <a:pt x="147036" y="49424"/>
                  </a:lnTo>
                  <a:lnTo>
                    <a:pt x="149125" y="51869"/>
                  </a:lnTo>
                  <a:lnTo>
                    <a:pt x="151214" y="55119"/>
                  </a:lnTo>
                  <a:lnTo>
                    <a:pt x="153303" y="58370"/>
                  </a:lnTo>
                  <a:lnTo>
                    <a:pt x="155392" y="61620"/>
                  </a:lnTo>
                  <a:lnTo>
                    <a:pt x="157481" y="64320"/>
                  </a:lnTo>
                  <a:lnTo>
                    <a:pt x="159570" y="67368"/>
                  </a:lnTo>
                  <a:lnTo>
                    <a:pt x="161660" y="70923"/>
                  </a:lnTo>
                  <a:lnTo>
                    <a:pt x="163749" y="74788"/>
                  </a:lnTo>
                  <a:lnTo>
                    <a:pt x="165838" y="78652"/>
                  </a:lnTo>
                  <a:lnTo>
                    <a:pt x="167927" y="82313"/>
                  </a:lnTo>
                  <a:lnTo>
                    <a:pt x="170016" y="86177"/>
                  </a:lnTo>
                  <a:lnTo>
                    <a:pt x="172105" y="90307"/>
                  </a:lnTo>
                  <a:lnTo>
                    <a:pt x="174194" y="92249"/>
                  </a:lnTo>
                  <a:lnTo>
                    <a:pt x="176283" y="94669"/>
                  </a:lnTo>
                  <a:lnTo>
                    <a:pt x="178372" y="96885"/>
                  </a:lnTo>
                  <a:lnTo>
                    <a:pt x="180461" y="97695"/>
                  </a:lnTo>
                  <a:lnTo>
                    <a:pt x="182550" y="97695"/>
                  </a:lnTo>
                  <a:lnTo>
                    <a:pt x="184639" y="97546"/>
                  </a:lnTo>
                  <a:lnTo>
                    <a:pt x="186728" y="97546"/>
                  </a:lnTo>
                  <a:lnTo>
                    <a:pt x="188817" y="97797"/>
                  </a:lnTo>
                  <a:lnTo>
                    <a:pt x="190906" y="97946"/>
                  </a:lnTo>
                  <a:lnTo>
                    <a:pt x="192995" y="97946"/>
                  </a:lnTo>
                  <a:lnTo>
                    <a:pt x="195084" y="98198"/>
                  </a:lnTo>
                  <a:lnTo>
                    <a:pt x="197173" y="98449"/>
                  </a:lnTo>
                  <a:lnTo>
                    <a:pt x="199262" y="98903"/>
                  </a:lnTo>
                  <a:lnTo>
                    <a:pt x="201351" y="99357"/>
                  </a:lnTo>
                  <a:lnTo>
                    <a:pt x="203440" y="99908"/>
                  </a:lnTo>
                  <a:lnTo>
                    <a:pt x="205529" y="100541"/>
                  </a:lnTo>
                  <a:lnTo>
                    <a:pt x="207618" y="100972"/>
                  </a:lnTo>
                  <a:lnTo>
                    <a:pt x="209707" y="101320"/>
                  </a:lnTo>
                  <a:lnTo>
                    <a:pt x="211796" y="101571"/>
                  </a:lnTo>
                  <a:lnTo>
                    <a:pt x="213885" y="101923"/>
                  </a:lnTo>
                  <a:lnTo>
                    <a:pt x="215974" y="102275"/>
                  </a:lnTo>
                  <a:lnTo>
                    <a:pt x="218063" y="102627"/>
                  </a:lnTo>
                  <a:lnTo>
                    <a:pt x="220153" y="102979"/>
                  </a:lnTo>
                  <a:lnTo>
                    <a:pt x="222242" y="103230"/>
                  </a:lnTo>
                  <a:lnTo>
                    <a:pt x="224331" y="103578"/>
                  </a:lnTo>
                  <a:lnTo>
                    <a:pt x="226420" y="103777"/>
                  </a:lnTo>
                  <a:lnTo>
                    <a:pt x="228509" y="103777"/>
                  </a:lnTo>
                  <a:lnTo>
                    <a:pt x="230598" y="103628"/>
                  </a:lnTo>
                  <a:lnTo>
                    <a:pt x="232687" y="103377"/>
                  </a:lnTo>
                  <a:lnTo>
                    <a:pt x="234776" y="103125"/>
                  </a:lnTo>
                  <a:lnTo>
                    <a:pt x="236865" y="102977"/>
                  </a:lnTo>
                  <a:lnTo>
                    <a:pt x="238954" y="102828"/>
                  </a:lnTo>
                  <a:lnTo>
                    <a:pt x="241043" y="102679"/>
                  </a:lnTo>
                  <a:lnTo>
                    <a:pt x="243132" y="102428"/>
                  </a:lnTo>
                  <a:lnTo>
                    <a:pt x="245221" y="102068"/>
                  </a:lnTo>
                  <a:lnTo>
                    <a:pt x="247310" y="101707"/>
                  </a:lnTo>
                  <a:lnTo>
                    <a:pt x="249399" y="101198"/>
                  </a:lnTo>
                  <a:lnTo>
                    <a:pt x="251488" y="100768"/>
                  </a:lnTo>
                  <a:lnTo>
                    <a:pt x="253577" y="100135"/>
                  </a:lnTo>
                  <a:lnTo>
                    <a:pt x="255666" y="99584"/>
                  </a:lnTo>
                  <a:lnTo>
                    <a:pt x="257755" y="99033"/>
                  </a:lnTo>
                  <a:lnTo>
                    <a:pt x="259844" y="98482"/>
                  </a:lnTo>
                  <a:lnTo>
                    <a:pt x="261933" y="97849"/>
                  </a:lnTo>
                  <a:lnTo>
                    <a:pt x="264022" y="97419"/>
                  </a:lnTo>
                  <a:lnTo>
                    <a:pt x="266111" y="96988"/>
                  </a:lnTo>
                  <a:lnTo>
                    <a:pt x="268200" y="96277"/>
                  </a:lnTo>
                  <a:lnTo>
                    <a:pt x="270289" y="95565"/>
                  </a:lnTo>
                  <a:lnTo>
                    <a:pt x="272378" y="94853"/>
                  </a:lnTo>
                  <a:lnTo>
                    <a:pt x="274467" y="94344"/>
                  </a:lnTo>
                  <a:lnTo>
                    <a:pt x="276557" y="93632"/>
                  </a:lnTo>
                  <a:lnTo>
                    <a:pt x="278646" y="92920"/>
                  </a:lnTo>
                  <a:lnTo>
                    <a:pt x="280735" y="92411"/>
                  </a:lnTo>
                  <a:lnTo>
                    <a:pt x="282824" y="91636"/>
                  </a:lnTo>
                  <a:lnTo>
                    <a:pt x="284913" y="91065"/>
                  </a:lnTo>
                  <a:lnTo>
                    <a:pt x="287002" y="90400"/>
                  </a:lnTo>
                  <a:lnTo>
                    <a:pt x="289091" y="89734"/>
                  </a:lnTo>
                  <a:lnTo>
                    <a:pt x="291180" y="89218"/>
                  </a:lnTo>
                  <a:lnTo>
                    <a:pt x="293269" y="88552"/>
                  </a:lnTo>
                  <a:lnTo>
                    <a:pt x="295358" y="87887"/>
                  </a:lnTo>
                  <a:lnTo>
                    <a:pt x="297447" y="87221"/>
                  </a:lnTo>
                  <a:lnTo>
                    <a:pt x="299536" y="86555"/>
                  </a:lnTo>
                  <a:lnTo>
                    <a:pt x="301625" y="86046"/>
                  </a:lnTo>
                  <a:lnTo>
                    <a:pt x="303714" y="85616"/>
                  </a:lnTo>
                  <a:lnTo>
                    <a:pt x="305803" y="85065"/>
                  </a:lnTo>
                  <a:lnTo>
                    <a:pt x="307892" y="84611"/>
                  </a:lnTo>
                  <a:lnTo>
                    <a:pt x="309981" y="84157"/>
                  </a:lnTo>
                  <a:lnTo>
                    <a:pt x="312070" y="83805"/>
                  </a:lnTo>
                  <a:lnTo>
                    <a:pt x="314159" y="83656"/>
                  </a:lnTo>
                  <a:lnTo>
                    <a:pt x="316248" y="83507"/>
                  </a:lnTo>
                  <a:lnTo>
                    <a:pt x="318337" y="83507"/>
                  </a:lnTo>
                  <a:lnTo>
                    <a:pt x="320426" y="83304"/>
                  </a:lnTo>
                  <a:lnTo>
                    <a:pt x="322515" y="83304"/>
                  </a:lnTo>
                  <a:lnTo>
                    <a:pt x="324604" y="83508"/>
                  </a:lnTo>
                  <a:lnTo>
                    <a:pt x="326693" y="83894"/>
                  </a:lnTo>
                  <a:lnTo>
                    <a:pt x="328782" y="84748"/>
                  </a:lnTo>
                  <a:lnTo>
                    <a:pt x="330871" y="85602"/>
                  </a:lnTo>
                  <a:lnTo>
                    <a:pt x="332960" y="86605"/>
                  </a:lnTo>
                  <a:lnTo>
                    <a:pt x="335050" y="87609"/>
                  </a:lnTo>
                  <a:lnTo>
                    <a:pt x="337139" y="88612"/>
                  </a:lnTo>
                  <a:lnTo>
                    <a:pt x="339228" y="89717"/>
                  </a:lnTo>
                  <a:lnTo>
                    <a:pt x="341317" y="91132"/>
                  </a:lnTo>
                  <a:lnTo>
                    <a:pt x="343406" y="92749"/>
                  </a:lnTo>
                  <a:lnTo>
                    <a:pt x="345495" y="94713"/>
                  </a:lnTo>
                  <a:lnTo>
                    <a:pt x="347584" y="97133"/>
                  </a:lnTo>
                  <a:lnTo>
                    <a:pt x="349673" y="99656"/>
                  </a:lnTo>
                  <a:lnTo>
                    <a:pt x="351762" y="102437"/>
                  </a:lnTo>
                  <a:lnTo>
                    <a:pt x="353851" y="105712"/>
                  </a:lnTo>
                  <a:lnTo>
                    <a:pt x="355940" y="108987"/>
                  </a:lnTo>
                  <a:lnTo>
                    <a:pt x="358029" y="111688"/>
                  </a:lnTo>
                  <a:lnTo>
                    <a:pt x="360118" y="114390"/>
                  </a:lnTo>
                  <a:lnTo>
                    <a:pt x="362207" y="117009"/>
                  </a:lnTo>
                  <a:lnTo>
                    <a:pt x="364296" y="119629"/>
                  </a:lnTo>
                  <a:lnTo>
                    <a:pt x="366385" y="122249"/>
                  </a:lnTo>
                  <a:lnTo>
                    <a:pt x="368474" y="124950"/>
                  </a:lnTo>
                  <a:lnTo>
                    <a:pt x="370563" y="127652"/>
                  </a:lnTo>
                  <a:lnTo>
                    <a:pt x="372652" y="129897"/>
                  </a:lnTo>
                  <a:lnTo>
                    <a:pt x="374741" y="131874"/>
                  </a:lnTo>
                  <a:lnTo>
                    <a:pt x="376830" y="133546"/>
                  </a:lnTo>
                  <a:lnTo>
                    <a:pt x="378919" y="134910"/>
                  </a:lnTo>
                  <a:lnTo>
                    <a:pt x="381008" y="136273"/>
                  </a:lnTo>
                  <a:lnTo>
                    <a:pt x="383097" y="137371"/>
                  </a:lnTo>
                  <a:lnTo>
                    <a:pt x="385186" y="137731"/>
                  </a:lnTo>
                  <a:lnTo>
                    <a:pt x="387275" y="138241"/>
                  </a:lnTo>
                  <a:lnTo>
                    <a:pt x="389364" y="138812"/>
                  </a:lnTo>
                  <a:lnTo>
                    <a:pt x="391454" y="139383"/>
                  </a:lnTo>
                  <a:lnTo>
                    <a:pt x="393543" y="140251"/>
                  </a:lnTo>
                  <a:lnTo>
                    <a:pt x="395632" y="141506"/>
                  </a:lnTo>
                  <a:lnTo>
                    <a:pt x="397721" y="142760"/>
                  </a:lnTo>
                  <a:lnTo>
                    <a:pt x="399810" y="144894"/>
                  </a:lnTo>
                  <a:lnTo>
                    <a:pt x="401899" y="147375"/>
                  </a:lnTo>
                  <a:lnTo>
                    <a:pt x="403988" y="149855"/>
                  </a:lnTo>
                  <a:lnTo>
                    <a:pt x="406077" y="152336"/>
                  </a:lnTo>
                  <a:lnTo>
                    <a:pt x="408166" y="154660"/>
                  </a:lnTo>
                  <a:lnTo>
                    <a:pt x="410255" y="157362"/>
                  </a:lnTo>
                  <a:lnTo>
                    <a:pt x="412344" y="159525"/>
                  </a:lnTo>
                  <a:lnTo>
                    <a:pt x="414433" y="162048"/>
                  </a:lnTo>
                  <a:lnTo>
                    <a:pt x="416522" y="164571"/>
                  </a:lnTo>
                  <a:lnTo>
                    <a:pt x="418611" y="166991"/>
                  </a:lnTo>
                  <a:lnTo>
                    <a:pt x="420700" y="169412"/>
                  </a:lnTo>
                  <a:lnTo>
                    <a:pt x="422789" y="171832"/>
                  </a:lnTo>
                  <a:lnTo>
                    <a:pt x="424878" y="174104"/>
                  </a:lnTo>
                  <a:lnTo>
                    <a:pt x="426967" y="175919"/>
                  </a:lnTo>
                  <a:lnTo>
                    <a:pt x="429056" y="177531"/>
                  </a:lnTo>
                  <a:lnTo>
                    <a:pt x="431145" y="177978"/>
                  </a:lnTo>
                  <a:lnTo>
                    <a:pt x="433234" y="177978"/>
                  </a:lnTo>
                  <a:lnTo>
                    <a:pt x="435323" y="177531"/>
                  </a:lnTo>
                  <a:lnTo>
                    <a:pt x="437412" y="177084"/>
                  </a:lnTo>
                  <a:lnTo>
                    <a:pt x="439501" y="176230"/>
                  </a:lnTo>
                  <a:lnTo>
                    <a:pt x="441590" y="175375"/>
                  </a:lnTo>
                  <a:lnTo>
                    <a:pt x="443679" y="174372"/>
                  </a:lnTo>
                  <a:lnTo>
                    <a:pt x="445768" y="173266"/>
                  </a:lnTo>
                  <a:lnTo>
                    <a:pt x="447857" y="171756"/>
                  </a:lnTo>
                  <a:lnTo>
                    <a:pt x="449947" y="169857"/>
                  </a:lnTo>
                  <a:lnTo>
                    <a:pt x="452036" y="167533"/>
                  </a:lnTo>
                  <a:lnTo>
                    <a:pt x="454125" y="164690"/>
                  </a:lnTo>
                  <a:lnTo>
                    <a:pt x="456214" y="161847"/>
                  </a:lnTo>
                  <a:lnTo>
                    <a:pt x="458303" y="159004"/>
                  </a:lnTo>
                  <a:lnTo>
                    <a:pt x="460392" y="155668"/>
                  </a:lnTo>
                  <a:lnTo>
                    <a:pt x="462481" y="152330"/>
                  </a:lnTo>
                  <a:lnTo>
                    <a:pt x="464570" y="149488"/>
                  </a:lnTo>
                  <a:lnTo>
                    <a:pt x="466659" y="146707"/>
                  </a:lnTo>
                  <a:lnTo>
                    <a:pt x="468748" y="143926"/>
                  </a:lnTo>
                  <a:lnTo>
                    <a:pt x="470837" y="141146"/>
                  </a:lnTo>
                  <a:lnTo>
                    <a:pt x="472926" y="138444"/>
                  </a:lnTo>
                  <a:lnTo>
                    <a:pt x="475015" y="135742"/>
                  </a:lnTo>
                  <a:lnTo>
                    <a:pt x="477104" y="133041"/>
                  </a:lnTo>
                  <a:lnTo>
                    <a:pt x="479193" y="130974"/>
                  </a:lnTo>
                  <a:lnTo>
                    <a:pt x="481282" y="129357"/>
                  </a:lnTo>
                  <a:lnTo>
                    <a:pt x="483371" y="128194"/>
                  </a:lnTo>
                  <a:lnTo>
                    <a:pt x="485460" y="127543"/>
                  </a:lnTo>
                  <a:lnTo>
                    <a:pt x="487549" y="126892"/>
                  </a:lnTo>
                  <a:lnTo>
                    <a:pt x="489638" y="125820"/>
                  </a:lnTo>
                  <a:lnTo>
                    <a:pt x="491727" y="123957"/>
                  </a:lnTo>
                  <a:lnTo>
                    <a:pt x="493816" y="122392"/>
                  </a:lnTo>
                  <a:lnTo>
                    <a:pt x="495905" y="121135"/>
                  </a:lnTo>
                  <a:lnTo>
                    <a:pt x="497994" y="120184"/>
                  </a:lnTo>
                  <a:lnTo>
                    <a:pt x="500083" y="119377"/>
                  </a:lnTo>
                  <a:lnTo>
                    <a:pt x="502172" y="118640"/>
                  </a:lnTo>
                  <a:lnTo>
                    <a:pt x="504261" y="117903"/>
                  </a:lnTo>
                  <a:lnTo>
                    <a:pt x="506351" y="116287"/>
                  </a:lnTo>
                  <a:lnTo>
                    <a:pt x="508440" y="111745"/>
                  </a:lnTo>
                  <a:lnTo>
                    <a:pt x="510529" y="105837"/>
                  </a:lnTo>
                  <a:lnTo>
                    <a:pt x="512618" y="99929"/>
                  </a:lnTo>
                  <a:lnTo>
                    <a:pt x="514707" y="94021"/>
                  </a:lnTo>
                  <a:lnTo>
                    <a:pt x="516796" y="87657"/>
                  </a:lnTo>
                  <a:lnTo>
                    <a:pt x="518885" y="81749"/>
                  </a:lnTo>
                  <a:lnTo>
                    <a:pt x="520974" y="76007"/>
                  </a:lnTo>
                  <a:lnTo>
                    <a:pt x="523063" y="71492"/>
                  </a:lnTo>
                  <a:lnTo>
                    <a:pt x="525152" y="66520"/>
                  </a:lnTo>
                  <a:lnTo>
                    <a:pt x="527241" y="61548"/>
                  </a:lnTo>
                  <a:lnTo>
                    <a:pt x="529330" y="55924"/>
                  </a:lnTo>
                  <a:lnTo>
                    <a:pt x="531419" y="49991"/>
                  </a:lnTo>
                  <a:lnTo>
                    <a:pt x="533508" y="44515"/>
                  </a:lnTo>
                  <a:lnTo>
                    <a:pt x="535597" y="39039"/>
                  </a:lnTo>
                  <a:lnTo>
                    <a:pt x="537686" y="32673"/>
                  </a:lnTo>
                  <a:lnTo>
                    <a:pt x="539775" y="28921"/>
                  </a:lnTo>
                  <a:lnTo>
                    <a:pt x="541864" y="27257"/>
                  </a:lnTo>
                  <a:lnTo>
                    <a:pt x="543953" y="25593"/>
                  </a:lnTo>
                  <a:lnTo>
                    <a:pt x="546042" y="24641"/>
                  </a:lnTo>
                  <a:lnTo>
                    <a:pt x="548131" y="23690"/>
                  </a:lnTo>
                  <a:lnTo>
                    <a:pt x="550220" y="21436"/>
                  </a:lnTo>
                  <a:lnTo>
                    <a:pt x="552309" y="18987"/>
                  </a:lnTo>
                  <a:lnTo>
                    <a:pt x="554398" y="17091"/>
                  </a:lnTo>
                  <a:lnTo>
                    <a:pt x="556487" y="15277"/>
                  </a:lnTo>
                  <a:lnTo>
                    <a:pt x="558576" y="13542"/>
                  </a:lnTo>
                  <a:lnTo>
                    <a:pt x="560665" y="12363"/>
                  </a:lnTo>
                  <a:lnTo>
                    <a:pt x="562754" y="11185"/>
                  </a:lnTo>
                  <a:lnTo>
                    <a:pt x="564844" y="10006"/>
                  </a:lnTo>
                  <a:lnTo>
                    <a:pt x="566933" y="8828"/>
                  </a:lnTo>
                  <a:lnTo>
                    <a:pt x="569022" y="8209"/>
                  </a:lnTo>
                  <a:lnTo>
                    <a:pt x="571111" y="7030"/>
                  </a:lnTo>
                  <a:lnTo>
                    <a:pt x="573200" y="5789"/>
                  </a:lnTo>
                  <a:lnTo>
                    <a:pt x="575289" y="5109"/>
                  </a:lnTo>
                  <a:lnTo>
                    <a:pt x="577378" y="3868"/>
                  </a:lnTo>
                  <a:lnTo>
                    <a:pt x="579467" y="2548"/>
                  </a:lnTo>
                  <a:lnTo>
                    <a:pt x="581556" y="2497"/>
                  </a:lnTo>
                  <a:lnTo>
                    <a:pt x="583645" y="2780"/>
                  </a:lnTo>
                  <a:lnTo>
                    <a:pt x="585734" y="2883"/>
                  </a:lnTo>
                  <a:lnTo>
                    <a:pt x="587823" y="2884"/>
                  </a:lnTo>
                  <a:lnTo>
                    <a:pt x="589912" y="2736"/>
                  </a:lnTo>
                  <a:lnTo>
                    <a:pt x="592001" y="1928"/>
                  </a:lnTo>
                  <a:lnTo>
                    <a:pt x="594090" y="774"/>
                  </a:lnTo>
                  <a:lnTo>
                    <a:pt x="596179" y="0"/>
                  </a:lnTo>
                  <a:lnTo>
                    <a:pt x="598268" y="755"/>
                  </a:lnTo>
                  <a:lnTo>
                    <a:pt x="600357" y="2787"/>
                  </a:lnTo>
                  <a:lnTo>
                    <a:pt x="602446" y="4898"/>
                  </a:lnTo>
                  <a:lnTo>
                    <a:pt x="604535" y="6438"/>
                  </a:lnTo>
                  <a:lnTo>
                    <a:pt x="606624" y="7897"/>
                  </a:lnTo>
                  <a:lnTo>
                    <a:pt x="608713" y="8899"/>
                  </a:lnTo>
                  <a:lnTo>
                    <a:pt x="610802" y="10210"/>
                  </a:lnTo>
                  <a:lnTo>
                    <a:pt x="612891" y="11186"/>
                  </a:lnTo>
                  <a:lnTo>
                    <a:pt x="614980" y="12225"/>
                  </a:lnTo>
                  <a:lnTo>
                    <a:pt x="617069" y="13618"/>
                  </a:lnTo>
                  <a:lnTo>
                    <a:pt x="619158" y="15010"/>
                  </a:lnTo>
                  <a:lnTo>
                    <a:pt x="621248" y="16402"/>
                  </a:lnTo>
                  <a:lnTo>
                    <a:pt x="623337" y="17795"/>
                  </a:lnTo>
                  <a:lnTo>
                    <a:pt x="625426" y="19187"/>
                  </a:lnTo>
                  <a:lnTo>
                    <a:pt x="627515" y="20414"/>
                  </a:lnTo>
                  <a:lnTo>
                    <a:pt x="629604" y="20235"/>
                  </a:lnTo>
                  <a:lnTo>
                    <a:pt x="631693" y="19897"/>
                  </a:lnTo>
                  <a:lnTo>
                    <a:pt x="633782" y="20172"/>
                  </a:lnTo>
                  <a:lnTo>
                    <a:pt x="635871" y="21098"/>
                  </a:lnTo>
                  <a:lnTo>
                    <a:pt x="637960" y="23105"/>
                  </a:lnTo>
                  <a:lnTo>
                    <a:pt x="640049" y="25113"/>
                  </a:lnTo>
                  <a:lnTo>
                    <a:pt x="642138" y="27120"/>
                  </a:lnTo>
                  <a:lnTo>
                    <a:pt x="644227" y="31419"/>
                  </a:lnTo>
                  <a:lnTo>
                    <a:pt x="646316" y="35348"/>
                  </a:lnTo>
                  <a:lnTo>
                    <a:pt x="648405" y="37661"/>
                  </a:lnTo>
                  <a:lnTo>
                    <a:pt x="650494" y="40606"/>
                  </a:lnTo>
                  <a:lnTo>
                    <a:pt x="652583" y="44221"/>
                  </a:lnTo>
                  <a:lnTo>
                    <a:pt x="654672" y="46430"/>
                  </a:lnTo>
                  <a:lnTo>
                    <a:pt x="656761" y="49648"/>
                  </a:lnTo>
                  <a:lnTo>
                    <a:pt x="658850" y="53163"/>
                  </a:lnTo>
                  <a:lnTo>
                    <a:pt x="660939" y="56845"/>
                  </a:lnTo>
                  <a:lnTo>
                    <a:pt x="663028" y="61753"/>
                  </a:lnTo>
                  <a:lnTo>
                    <a:pt x="665117" y="65685"/>
                  </a:lnTo>
                  <a:lnTo>
                    <a:pt x="667206" y="70098"/>
                  </a:lnTo>
                  <a:lnTo>
                    <a:pt x="669295" y="74512"/>
                  </a:lnTo>
                  <a:lnTo>
                    <a:pt x="671384" y="78925"/>
                  </a:lnTo>
                  <a:lnTo>
                    <a:pt x="673473" y="83339"/>
                  </a:lnTo>
                  <a:lnTo>
                    <a:pt x="675562" y="87192"/>
                  </a:lnTo>
                  <a:lnTo>
                    <a:pt x="677651" y="93718"/>
                  </a:lnTo>
                  <a:lnTo>
                    <a:pt x="679741" y="101010"/>
                  </a:lnTo>
                  <a:lnTo>
                    <a:pt x="681830" y="107742"/>
                  </a:lnTo>
                  <a:lnTo>
                    <a:pt x="683919" y="113485"/>
                  </a:lnTo>
                  <a:lnTo>
                    <a:pt x="686008" y="120226"/>
                  </a:lnTo>
                  <a:lnTo>
                    <a:pt x="688097" y="126384"/>
                  </a:lnTo>
                  <a:lnTo>
                    <a:pt x="690186" y="130878"/>
                  </a:lnTo>
                  <a:lnTo>
                    <a:pt x="692275" y="136353"/>
                  </a:lnTo>
                  <a:lnTo>
                    <a:pt x="694364" y="140595"/>
                  </a:lnTo>
                  <a:lnTo>
                    <a:pt x="696453" y="144115"/>
                  </a:lnTo>
                  <a:lnTo>
                    <a:pt x="698542" y="148050"/>
                  </a:lnTo>
                  <a:lnTo>
                    <a:pt x="700631" y="152331"/>
                  </a:lnTo>
                  <a:lnTo>
                    <a:pt x="702720" y="156918"/>
                  </a:lnTo>
                  <a:lnTo>
                    <a:pt x="704809" y="161504"/>
                  </a:lnTo>
                  <a:lnTo>
                    <a:pt x="706898" y="164368"/>
                  </a:lnTo>
                  <a:lnTo>
                    <a:pt x="708987" y="166843"/>
                  </a:lnTo>
                  <a:lnTo>
                    <a:pt x="711076" y="168952"/>
                  </a:lnTo>
                  <a:lnTo>
                    <a:pt x="713165" y="169763"/>
                  </a:lnTo>
                  <a:lnTo>
                    <a:pt x="715254" y="170662"/>
                  </a:lnTo>
                  <a:lnTo>
                    <a:pt x="717343" y="172041"/>
                  </a:lnTo>
                  <a:lnTo>
                    <a:pt x="719432" y="173368"/>
                  </a:lnTo>
                  <a:lnTo>
                    <a:pt x="721521" y="177598"/>
                  </a:lnTo>
                  <a:lnTo>
                    <a:pt x="723610" y="183042"/>
                  </a:lnTo>
                  <a:lnTo>
                    <a:pt x="723878" y="18405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638163" y="5701689"/>
              <a:ext cx="117018" cy="58713"/>
            </a:xfrm>
            <a:custGeom>
              <a:avLst/>
              <a:pathLst>
                <a:path w="117018" h="58713">
                  <a:moveTo>
                    <a:pt x="0" y="58713"/>
                  </a:moveTo>
                  <a:lnTo>
                    <a:pt x="1886" y="53204"/>
                  </a:lnTo>
                  <a:lnTo>
                    <a:pt x="3975" y="46418"/>
                  </a:lnTo>
                  <a:lnTo>
                    <a:pt x="6064" y="40962"/>
                  </a:lnTo>
                  <a:lnTo>
                    <a:pt x="8153" y="35886"/>
                  </a:lnTo>
                  <a:lnTo>
                    <a:pt x="10242" y="30997"/>
                  </a:lnTo>
                  <a:lnTo>
                    <a:pt x="12331" y="24922"/>
                  </a:lnTo>
                  <a:lnTo>
                    <a:pt x="14420" y="18497"/>
                  </a:lnTo>
                  <a:lnTo>
                    <a:pt x="16510" y="12212"/>
                  </a:lnTo>
                  <a:lnTo>
                    <a:pt x="18599" y="6265"/>
                  </a:lnTo>
                  <a:lnTo>
                    <a:pt x="20688" y="2824"/>
                  </a:lnTo>
                  <a:lnTo>
                    <a:pt x="22777" y="0"/>
                  </a:lnTo>
                  <a:lnTo>
                    <a:pt x="24866" y="331"/>
                  </a:lnTo>
                  <a:lnTo>
                    <a:pt x="26955" y="663"/>
                  </a:lnTo>
                  <a:lnTo>
                    <a:pt x="29044" y="994"/>
                  </a:lnTo>
                  <a:lnTo>
                    <a:pt x="31133" y="2053"/>
                  </a:lnTo>
                  <a:lnTo>
                    <a:pt x="33222" y="3112"/>
                  </a:lnTo>
                  <a:lnTo>
                    <a:pt x="35311" y="4565"/>
                  </a:lnTo>
                  <a:lnTo>
                    <a:pt x="37400" y="6582"/>
                  </a:lnTo>
                  <a:lnTo>
                    <a:pt x="39489" y="8121"/>
                  </a:lnTo>
                  <a:lnTo>
                    <a:pt x="41578" y="10629"/>
                  </a:lnTo>
                  <a:lnTo>
                    <a:pt x="43667" y="13137"/>
                  </a:lnTo>
                  <a:lnTo>
                    <a:pt x="45756" y="17031"/>
                  </a:lnTo>
                  <a:lnTo>
                    <a:pt x="47845" y="22342"/>
                  </a:lnTo>
                  <a:lnTo>
                    <a:pt x="49934" y="27889"/>
                  </a:lnTo>
                  <a:lnTo>
                    <a:pt x="52023" y="31956"/>
                  </a:lnTo>
                  <a:lnTo>
                    <a:pt x="54112" y="35586"/>
                  </a:lnTo>
                  <a:lnTo>
                    <a:pt x="56201" y="34458"/>
                  </a:lnTo>
                  <a:lnTo>
                    <a:pt x="58290" y="34407"/>
                  </a:lnTo>
                  <a:lnTo>
                    <a:pt x="60379" y="33585"/>
                  </a:lnTo>
                  <a:lnTo>
                    <a:pt x="62468" y="33534"/>
                  </a:lnTo>
                  <a:lnTo>
                    <a:pt x="64557" y="33830"/>
                  </a:lnTo>
                  <a:lnTo>
                    <a:pt x="66646" y="34126"/>
                  </a:lnTo>
                  <a:lnTo>
                    <a:pt x="68735" y="33651"/>
                  </a:lnTo>
                  <a:lnTo>
                    <a:pt x="70824" y="33631"/>
                  </a:lnTo>
                  <a:lnTo>
                    <a:pt x="72914" y="33612"/>
                  </a:lnTo>
                  <a:lnTo>
                    <a:pt x="75003" y="33909"/>
                  </a:lnTo>
                  <a:lnTo>
                    <a:pt x="77092" y="34205"/>
                  </a:lnTo>
                  <a:lnTo>
                    <a:pt x="79181" y="32735"/>
                  </a:lnTo>
                  <a:lnTo>
                    <a:pt x="81270" y="31438"/>
                  </a:lnTo>
                  <a:lnTo>
                    <a:pt x="83359" y="30140"/>
                  </a:lnTo>
                  <a:lnTo>
                    <a:pt x="85448" y="29337"/>
                  </a:lnTo>
                  <a:lnTo>
                    <a:pt x="87537" y="28990"/>
                  </a:lnTo>
                  <a:lnTo>
                    <a:pt x="89626" y="28338"/>
                  </a:lnTo>
                  <a:lnTo>
                    <a:pt x="91715" y="28643"/>
                  </a:lnTo>
                  <a:lnTo>
                    <a:pt x="93804" y="29296"/>
                  </a:lnTo>
                  <a:lnTo>
                    <a:pt x="95893" y="29947"/>
                  </a:lnTo>
                  <a:lnTo>
                    <a:pt x="97982" y="31859"/>
                  </a:lnTo>
                  <a:lnTo>
                    <a:pt x="100071" y="34217"/>
                  </a:lnTo>
                  <a:lnTo>
                    <a:pt x="102160" y="37135"/>
                  </a:lnTo>
                  <a:lnTo>
                    <a:pt x="104249" y="39493"/>
                  </a:lnTo>
                  <a:lnTo>
                    <a:pt x="106338" y="42230"/>
                  </a:lnTo>
                  <a:lnTo>
                    <a:pt x="108427" y="44966"/>
                  </a:lnTo>
                  <a:lnTo>
                    <a:pt x="110516" y="48316"/>
                  </a:lnTo>
                  <a:lnTo>
                    <a:pt x="112605" y="51666"/>
                  </a:lnTo>
                  <a:lnTo>
                    <a:pt x="114694" y="55015"/>
                  </a:lnTo>
                  <a:lnTo>
                    <a:pt x="116783" y="58365"/>
                  </a:lnTo>
                  <a:lnTo>
                    <a:pt x="117018" y="5871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775220" y="5589406"/>
              <a:ext cx="2252656" cy="170996"/>
            </a:xfrm>
            <a:custGeom>
              <a:avLst/>
              <a:pathLst>
                <a:path w="2252656" h="170996">
                  <a:moveTo>
                    <a:pt x="0" y="170996"/>
                  </a:moveTo>
                  <a:lnTo>
                    <a:pt x="617" y="169974"/>
                  </a:lnTo>
                  <a:lnTo>
                    <a:pt x="2706" y="166214"/>
                  </a:lnTo>
                  <a:lnTo>
                    <a:pt x="4795" y="162146"/>
                  </a:lnTo>
                  <a:lnTo>
                    <a:pt x="6884" y="157834"/>
                  </a:lnTo>
                  <a:lnTo>
                    <a:pt x="8973" y="153319"/>
                  </a:lnTo>
                  <a:lnTo>
                    <a:pt x="11062" y="148152"/>
                  </a:lnTo>
                  <a:lnTo>
                    <a:pt x="13151" y="143387"/>
                  </a:lnTo>
                  <a:lnTo>
                    <a:pt x="15240" y="139702"/>
                  </a:lnTo>
                  <a:lnTo>
                    <a:pt x="17329" y="136222"/>
                  </a:lnTo>
                  <a:lnTo>
                    <a:pt x="19418" y="132923"/>
                  </a:lnTo>
                  <a:lnTo>
                    <a:pt x="21508" y="129443"/>
                  </a:lnTo>
                  <a:lnTo>
                    <a:pt x="23597" y="125963"/>
                  </a:lnTo>
                  <a:lnTo>
                    <a:pt x="25686" y="122969"/>
                  </a:lnTo>
                  <a:lnTo>
                    <a:pt x="27775" y="119670"/>
                  </a:lnTo>
                  <a:lnTo>
                    <a:pt x="29864" y="116597"/>
                  </a:lnTo>
                  <a:lnTo>
                    <a:pt x="31953" y="115536"/>
                  </a:lnTo>
                  <a:lnTo>
                    <a:pt x="34042" y="114128"/>
                  </a:lnTo>
                  <a:lnTo>
                    <a:pt x="36131" y="112721"/>
                  </a:lnTo>
                  <a:lnTo>
                    <a:pt x="38220" y="111313"/>
                  </a:lnTo>
                  <a:lnTo>
                    <a:pt x="40309" y="109449"/>
                  </a:lnTo>
                  <a:lnTo>
                    <a:pt x="42398" y="107766"/>
                  </a:lnTo>
                  <a:lnTo>
                    <a:pt x="44487" y="106155"/>
                  </a:lnTo>
                  <a:lnTo>
                    <a:pt x="46576" y="104542"/>
                  </a:lnTo>
                  <a:lnTo>
                    <a:pt x="48665" y="103277"/>
                  </a:lnTo>
                  <a:lnTo>
                    <a:pt x="50754" y="101809"/>
                  </a:lnTo>
                  <a:lnTo>
                    <a:pt x="52843" y="100341"/>
                  </a:lnTo>
                  <a:lnTo>
                    <a:pt x="54932" y="98873"/>
                  </a:lnTo>
                  <a:lnTo>
                    <a:pt x="57021" y="97255"/>
                  </a:lnTo>
                  <a:lnTo>
                    <a:pt x="59110" y="96092"/>
                  </a:lnTo>
                  <a:lnTo>
                    <a:pt x="61199" y="94624"/>
                  </a:lnTo>
                  <a:lnTo>
                    <a:pt x="63288" y="92809"/>
                  </a:lnTo>
                  <a:lnTo>
                    <a:pt x="65377" y="90994"/>
                  </a:lnTo>
                  <a:lnTo>
                    <a:pt x="67466" y="88228"/>
                  </a:lnTo>
                  <a:lnTo>
                    <a:pt x="69555" y="85462"/>
                  </a:lnTo>
                  <a:lnTo>
                    <a:pt x="71644" y="82137"/>
                  </a:lnTo>
                  <a:lnTo>
                    <a:pt x="73733" y="79223"/>
                  </a:lnTo>
                  <a:lnTo>
                    <a:pt x="75822" y="75748"/>
                  </a:lnTo>
                  <a:lnTo>
                    <a:pt x="77912" y="72274"/>
                  </a:lnTo>
                  <a:lnTo>
                    <a:pt x="80001" y="68186"/>
                  </a:lnTo>
                  <a:lnTo>
                    <a:pt x="82090" y="64099"/>
                  </a:lnTo>
                  <a:lnTo>
                    <a:pt x="84179" y="60160"/>
                  </a:lnTo>
                  <a:lnTo>
                    <a:pt x="86268" y="56221"/>
                  </a:lnTo>
                  <a:lnTo>
                    <a:pt x="88357" y="52745"/>
                  </a:lnTo>
                  <a:lnTo>
                    <a:pt x="90446" y="50455"/>
                  </a:lnTo>
                  <a:lnTo>
                    <a:pt x="92535" y="48935"/>
                  </a:lnTo>
                  <a:lnTo>
                    <a:pt x="94624" y="47416"/>
                  </a:lnTo>
                  <a:lnTo>
                    <a:pt x="96713" y="46511"/>
                  </a:lnTo>
                  <a:lnTo>
                    <a:pt x="98802" y="46016"/>
                  </a:lnTo>
                  <a:lnTo>
                    <a:pt x="100891" y="46015"/>
                  </a:lnTo>
                  <a:lnTo>
                    <a:pt x="102980" y="46368"/>
                  </a:lnTo>
                  <a:lnTo>
                    <a:pt x="105069" y="47542"/>
                  </a:lnTo>
                  <a:lnTo>
                    <a:pt x="107158" y="50590"/>
                  </a:lnTo>
                  <a:lnTo>
                    <a:pt x="109247" y="53942"/>
                  </a:lnTo>
                  <a:lnTo>
                    <a:pt x="111336" y="57454"/>
                  </a:lnTo>
                  <a:lnTo>
                    <a:pt x="113425" y="61562"/>
                  </a:lnTo>
                  <a:lnTo>
                    <a:pt x="115514" y="65725"/>
                  </a:lnTo>
                  <a:lnTo>
                    <a:pt x="117603" y="70038"/>
                  </a:lnTo>
                  <a:lnTo>
                    <a:pt x="119692" y="73948"/>
                  </a:lnTo>
                  <a:lnTo>
                    <a:pt x="121781" y="76368"/>
                  </a:lnTo>
                  <a:lnTo>
                    <a:pt x="123870" y="79234"/>
                  </a:lnTo>
                  <a:lnTo>
                    <a:pt x="125959" y="81919"/>
                  </a:lnTo>
                  <a:lnTo>
                    <a:pt x="128048" y="84785"/>
                  </a:lnTo>
                  <a:lnTo>
                    <a:pt x="130137" y="87652"/>
                  </a:lnTo>
                  <a:lnTo>
                    <a:pt x="132226" y="90646"/>
                  </a:lnTo>
                  <a:lnTo>
                    <a:pt x="134315" y="93639"/>
                  </a:lnTo>
                  <a:lnTo>
                    <a:pt x="136405" y="96407"/>
                  </a:lnTo>
                  <a:lnTo>
                    <a:pt x="138494" y="97163"/>
                  </a:lnTo>
                  <a:lnTo>
                    <a:pt x="140583" y="97918"/>
                  </a:lnTo>
                  <a:lnTo>
                    <a:pt x="142672" y="98673"/>
                  </a:lnTo>
                  <a:lnTo>
                    <a:pt x="144761" y="99120"/>
                  </a:lnTo>
                  <a:lnTo>
                    <a:pt x="146850" y="99876"/>
                  </a:lnTo>
                  <a:lnTo>
                    <a:pt x="148939" y="100141"/>
                  </a:lnTo>
                  <a:lnTo>
                    <a:pt x="151028" y="100792"/>
                  </a:lnTo>
                  <a:lnTo>
                    <a:pt x="153117" y="101443"/>
                  </a:lnTo>
                  <a:lnTo>
                    <a:pt x="155206" y="101240"/>
                  </a:lnTo>
                  <a:lnTo>
                    <a:pt x="157295" y="101240"/>
                  </a:lnTo>
                  <a:lnTo>
                    <a:pt x="159384" y="101240"/>
                  </a:lnTo>
                  <a:lnTo>
                    <a:pt x="161473" y="101091"/>
                  </a:lnTo>
                  <a:lnTo>
                    <a:pt x="163562" y="101240"/>
                  </a:lnTo>
                  <a:lnTo>
                    <a:pt x="165651" y="100989"/>
                  </a:lnTo>
                  <a:lnTo>
                    <a:pt x="167740" y="100738"/>
                  </a:lnTo>
                  <a:lnTo>
                    <a:pt x="169829" y="100487"/>
                  </a:lnTo>
                  <a:lnTo>
                    <a:pt x="171918" y="100338"/>
                  </a:lnTo>
                  <a:lnTo>
                    <a:pt x="174007" y="100189"/>
                  </a:lnTo>
                  <a:lnTo>
                    <a:pt x="176096" y="100040"/>
                  </a:lnTo>
                  <a:lnTo>
                    <a:pt x="178185" y="99692"/>
                  </a:lnTo>
                  <a:lnTo>
                    <a:pt x="180274" y="99590"/>
                  </a:lnTo>
                  <a:lnTo>
                    <a:pt x="182363" y="99488"/>
                  </a:lnTo>
                  <a:lnTo>
                    <a:pt x="184452" y="99386"/>
                  </a:lnTo>
                  <a:lnTo>
                    <a:pt x="186541" y="99283"/>
                  </a:lnTo>
                  <a:lnTo>
                    <a:pt x="188630" y="99181"/>
                  </a:lnTo>
                  <a:lnTo>
                    <a:pt x="190719" y="98930"/>
                  </a:lnTo>
                  <a:lnTo>
                    <a:pt x="192809" y="98930"/>
                  </a:lnTo>
                  <a:lnTo>
                    <a:pt x="194898" y="98476"/>
                  </a:lnTo>
                  <a:lnTo>
                    <a:pt x="196987" y="98225"/>
                  </a:lnTo>
                  <a:lnTo>
                    <a:pt x="199076" y="97974"/>
                  </a:lnTo>
                  <a:lnTo>
                    <a:pt x="201165" y="97825"/>
                  </a:lnTo>
                  <a:lnTo>
                    <a:pt x="203254" y="97574"/>
                  </a:lnTo>
                  <a:lnTo>
                    <a:pt x="205343" y="97471"/>
                  </a:lnTo>
                  <a:lnTo>
                    <a:pt x="207432" y="97369"/>
                  </a:lnTo>
                  <a:lnTo>
                    <a:pt x="209521" y="97369"/>
                  </a:lnTo>
                  <a:lnTo>
                    <a:pt x="211610" y="97021"/>
                  </a:lnTo>
                  <a:lnTo>
                    <a:pt x="213699" y="96673"/>
                  </a:lnTo>
                  <a:lnTo>
                    <a:pt x="215788" y="96325"/>
                  </a:lnTo>
                  <a:lnTo>
                    <a:pt x="217877" y="96223"/>
                  </a:lnTo>
                  <a:lnTo>
                    <a:pt x="219966" y="95972"/>
                  </a:lnTo>
                  <a:lnTo>
                    <a:pt x="222055" y="95870"/>
                  </a:lnTo>
                  <a:lnTo>
                    <a:pt x="224144" y="95439"/>
                  </a:lnTo>
                  <a:lnTo>
                    <a:pt x="226233" y="95009"/>
                  </a:lnTo>
                  <a:lnTo>
                    <a:pt x="228322" y="94376"/>
                  </a:lnTo>
                  <a:lnTo>
                    <a:pt x="230411" y="93092"/>
                  </a:lnTo>
                  <a:lnTo>
                    <a:pt x="232500" y="91807"/>
                  </a:lnTo>
                  <a:lnTo>
                    <a:pt x="234589" y="90523"/>
                  </a:lnTo>
                  <a:lnTo>
                    <a:pt x="236678" y="89238"/>
                  </a:lnTo>
                  <a:lnTo>
                    <a:pt x="238767" y="87645"/>
                  </a:lnTo>
                  <a:lnTo>
                    <a:pt x="240856" y="86052"/>
                  </a:lnTo>
                  <a:lnTo>
                    <a:pt x="242945" y="84459"/>
                  </a:lnTo>
                  <a:lnTo>
                    <a:pt x="245034" y="82786"/>
                  </a:lnTo>
                  <a:lnTo>
                    <a:pt x="247123" y="81115"/>
                  </a:lnTo>
                  <a:lnTo>
                    <a:pt x="249212" y="79380"/>
                  </a:lnTo>
                  <a:lnTo>
                    <a:pt x="251302" y="77954"/>
                  </a:lnTo>
                  <a:lnTo>
                    <a:pt x="253391" y="76220"/>
                  </a:lnTo>
                  <a:lnTo>
                    <a:pt x="255480" y="74795"/>
                  </a:lnTo>
                  <a:lnTo>
                    <a:pt x="257569" y="73369"/>
                  </a:lnTo>
                  <a:lnTo>
                    <a:pt x="259658" y="71943"/>
                  </a:lnTo>
                  <a:lnTo>
                    <a:pt x="261747" y="71372"/>
                  </a:lnTo>
                  <a:lnTo>
                    <a:pt x="263836" y="70707"/>
                  </a:lnTo>
                  <a:lnTo>
                    <a:pt x="265925" y="70041"/>
                  </a:lnTo>
                  <a:lnTo>
                    <a:pt x="268014" y="69524"/>
                  </a:lnTo>
                  <a:lnTo>
                    <a:pt x="270103" y="68859"/>
                  </a:lnTo>
                  <a:lnTo>
                    <a:pt x="272192" y="68444"/>
                  </a:lnTo>
                  <a:lnTo>
                    <a:pt x="274281" y="68030"/>
                  </a:lnTo>
                  <a:lnTo>
                    <a:pt x="276370" y="67616"/>
                  </a:lnTo>
                  <a:lnTo>
                    <a:pt x="278459" y="67099"/>
                  </a:lnTo>
                  <a:lnTo>
                    <a:pt x="280548" y="66582"/>
                  </a:lnTo>
                  <a:lnTo>
                    <a:pt x="282637" y="66066"/>
                  </a:lnTo>
                  <a:lnTo>
                    <a:pt x="284726" y="65748"/>
                  </a:lnTo>
                  <a:lnTo>
                    <a:pt x="286815" y="65334"/>
                  </a:lnTo>
                  <a:lnTo>
                    <a:pt x="288904" y="64920"/>
                  </a:lnTo>
                  <a:lnTo>
                    <a:pt x="290993" y="64505"/>
                  </a:lnTo>
                  <a:lnTo>
                    <a:pt x="293082" y="64091"/>
                  </a:lnTo>
                  <a:lnTo>
                    <a:pt x="295171" y="63677"/>
                  </a:lnTo>
                  <a:lnTo>
                    <a:pt x="297260" y="63262"/>
                  </a:lnTo>
                  <a:lnTo>
                    <a:pt x="299349" y="62597"/>
                  </a:lnTo>
                  <a:lnTo>
                    <a:pt x="301438" y="62182"/>
                  </a:lnTo>
                  <a:lnTo>
                    <a:pt x="303527" y="61768"/>
                  </a:lnTo>
                  <a:lnTo>
                    <a:pt x="305616" y="61354"/>
                  </a:lnTo>
                  <a:lnTo>
                    <a:pt x="307705" y="61155"/>
                  </a:lnTo>
                  <a:lnTo>
                    <a:pt x="309795" y="61058"/>
                  </a:lnTo>
                  <a:lnTo>
                    <a:pt x="311884" y="61058"/>
                  </a:lnTo>
                  <a:lnTo>
                    <a:pt x="313973" y="61059"/>
                  </a:lnTo>
                  <a:lnTo>
                    <a:pt x="316062" y="61059"/>
                  </a:lnTo>
                  <a:lnTo>
                    <a:pt x="318151" y="61155"/>
                  </a:lnTo>
                  <a:lnTo>
                    <a:pt x="320240" y="61355"/>
                  </a:lnTo>
                  <a:lnTo>
                    <a:pt x="322329" y="61554"/>
                  </a:lnTo>
                  <a:lnTo>
                    <a:pt x="324418" y="61805"/>
                  </a:lnTo>
                  <a:lnTo>
                    <a:pt x="326507" y="62057"/>
                  </a:lnTo>
                  <a:lnTo>
                    <a:pt x="328596" y="62308"/>
                  </a:lnTo>
                  <a:lnTo>
                    <a:pt x="330685" y="62941"/>
                  </a:lnTo>
                  <a:lnTo>
                    <a:pt x="332774" y="63574"/>
                  </a:lnTo>
                  <a:lnTo>
                    <a:pt x="334863" y="64208"/>
                  </a:lnTo>
                  <a:lnTo>
                    <a:pt x="336952" y="64841"/>
                  </a:lnTo>
                  <a:lnTo>
                    <a:pt x="339041" y="65122"/>
                  </a:lnTo>
                  <a:lnTo>
                    <a:pt x="341130" y="65403"/>
                  </a:lnTo>
                  <a:lnTo>
                    <a:pt x="343219" y="65583"/>
                  </a:lnTo>
                  <a:lnTo>
                    <a:pt x="345308" y="65761"/>
                  </a:lnTo>
                  <a:lnTo>
                    <a:pt x="347397" y="65940"/>
                  </a:lnTo>
                  <a:lnTo>
                    <a:pt x="349486" y="66119"/>
                  </a:lnTo>
                  <a:lnTo>
                    <a:pt x="351575" y="66281"/>
                  </a:lnTo>
                  <a:lnTo>
                    <a:pt x="353664" y="66442"/>
                  </a:lnTo>
                  <a:lnTo>
                    <a:pt x="355753" y="66583"/>
                  </a:lnTo>
                  <a:lnTo>
                    <a:pt x="357842" y="66724"/>
                  </a:lnTo>
                  <a:lnTo>
                    <a:pt x="359931" y="66786"/>
                  </a:lnTo>
                  <a:lnTo>
                    <a:pt x="362020" y="66692"/>
                  </a:lnTo>
                  <a:lnTo>
                    <a:pt x="364109" y="66597"/>
                  </a:lnTo>
                  <a:lnTo>
                    <a:pt x="366199" y="66503"/>
                  </a:lnTo>
                  <a:lnTo>
                    <a:pt x="368288" y="66408"/>
                  </a:lnTo>
                  <a:lnTo>
                    <a:pt x="370377" y="66408"/>
                  </a:lnTo>
                  <a:lnTo>
                    <a:pt x="372466" y="66408"/>
                  </a:lnTo>
                  <a:lnTo>
                    <a:pt x="374555" y="66408"/>
                  </a:lnTo>
                  <a:lnTo>
                    <a:pt x="376644" y="66408"/>
                  </a:lnTo>
                  <a:lnTo>
                    <a:pt x="378733" y="66408"/>
                  </a:lnTo>
                  <a:lnTo>
                    <a:pt x="380822" y="66408"/>
                  </a:lnTo>
                  <a:lnTo>
                    <a:pt x="382911" y="66408"/>
                  </a:lnTo>
                  <a:lnTo>
                    <a:pt x="385000" y="66408"/>
                  </a:lnTo>
                  <a:lnTo>
                    <a:pt x="387089" y="66408"/>
                  </a:lnTo>
                  <a:lnTo>
                    <a:pt x="389178" y="66408"/>
                  </a:lnTo>
                  <a:lnTo>
                    <a:pt x="391267" y="66408"/>
                  </a:lnTo>
                  <a:lnTo>
                    <a:pt x="393356" y="66408"/>
                  </a:lnTo>
                  <a:lnTo>
                    <a:pt x="395445" y="66408"/>
                  </a:lnTo>
                  <a:lnTo>
                    <a:pt x="397534" y="66408"/>
                  </a:lnTo>
                  <a:lnTo>
                    <a:pt x="399623" y="66564"/>
                  </a:lnTo>
                  <a:lnTo>
                    <a:pt x="401712" y="66799"/>
                  </a:lnTo>
                  <a:lnTo>
                    <a:pt x="403801" y="67214"/>
                  </a:lnTo>
                  <a:lnTo>
                    <a:pt x="405890" y="67730"/>
                  </a:lnTo>
                  <a:lnTo>
                    <a:pt x="407979" y="68247"/>
                  </a:lnTo>
                  <a:lnTo>
                    <a:pt x="410068" y="68913"/>
                  </a:lnTo>
                  <a:lnTo>
                    <a:pt x="412157" y="69578"/>
                  </a:lnTo>
                  <a:lnTo>
                    <a:pt x="414246" y="69926"/>
                  </a:lnTo>
                  <a:lnTo>
                    <a:pt x="416335" y="70274"/>
                  </a:lnTo>
                  <a:lnTo>
                    <a:pt x="418424" y="70728"/>
                  </a:lnTo>
                  <a:lnTo>
                    <a:pt x="420513" y="71182"/>
                  </a:lnTo>
                  <a:lnTo>
                    <a:pt x="422602" y="71637"/>
                  </a:lnTo>
                  <a:lnTo>
                    <a:pt x="424692" y="72091"/>
                  </a:lnTo>
                  <a:lnTo>
                    <a:pt x="426781" y="72443"/>
                  </a:lnTo>
                  <a:lnTo>
                    <a:pt x="428870" y="72795"/>
                  </a:lnTo>
                  <a:lnTo>
                    <a:pt x="430959" y="72795"/>
                  </a:lnTo>
                  <a:lnTo>
                    <a:pt x="433048" y="72795"/>
                  </a:lnTo>
                  <a:lnTo>
                    <a:pt x="435137" y="72544"/>
                  </a:lnTo>
                  <a:lnTo>
                    <a:pt x="437226" y="71993"/>
                  </a:lnTo>
                  <a:lnTo>
                    <a:pt x="439315" y="71539"/>
                  </a:lnTo>
                  <a:lnTo>
                    <a:pt x="441404" y="70988"/>
                  </a:lnTo>
                  <a:lnTo>
                    <a:pt x="443493" y="70437"/>
                  </a:lnTo>
                  <a:lnTo>
                    <a:pt x="445582" y="70238"/>
                  </a:lnTo>
                  <a:lnTo>
                    <a:pt x="447671" y="69957"/>
                  </a:lnTo>
                  <a:lnTo>
                    <a:pt x="449760" y="69778"/>
                  </a:lnTo>
                  <a:lnTo>
                    <a:pt x="451849" y="69599"/>
                  </a:lnTo>
                  <a:lnTo>
                    <a:pt x="453938" y="69420"/>
                  </a:lnTo>
                  <a:lnTo>
                    <a:pt x="456027" y="69242"/>
                  </a:lnTo>
                  <a:lnTo>
                    <a:pt x="458116" y="69159"/>
                  </a:lnTo>
                  <a:lnTo>
                    <a:pt x="460205" y="69077"/>
                  </a:lnTo>
                  <a:lnTo>
                    <a:pt x="462294" y="69159"/>
                  </a:lnTo>
                  <a:lnTo>
                    <a:pt x="464383" y="69338"/>
                  </a:lnTo>
                  <a:lnTo>
                    <a:pt x="466472" y="69596"/>
                  </a:lnTo>
                  <a:lnTo>
                    <a:pt x="468561" y="70010"/>
                  </a:lnTo>
                  <a:lnTo>
                    <a:pt x="470650" y="70424"/>
                  </a:lnTo>
                  <a:lnTo>
                    <a:pt x="472739" y="70941"/>
                  </a:lnTo>
                  <a:lnTo>
                    <a:pt x="474828" y="71606"/>
                  </a:lnTo>
                  <a:lnTo>
                    <a:pt x="476917" y="72475"/>
                  </a:lnTo>
                  <a:lnTo>
                    <a:pt x="479006" y="73344"/>
                  </a:lnTo>
                  <a:lnTo>
                    <a:pt x="481096" y="74212"/>
                  </a:lnTo>
                  <a:lnTo>
                    <a:pt x="483185" y="75081"/>
                  </a:lnTo>
                  <a:lnTo>
                    <a:pt x="485274" y="76153"/>
                  </a:lnTo>
                  <a:lnTo>
                    <a:pt x="487363" y="77408"/>
                  </a:lnTo>
                  <a:lnTo>
                    <a:pt x="489452" y="78662"/>
                  </a:lnTo>
                  <a:lnTo>
                    <a:pt x="491541" y="80182"/>
                  </a:lnTo>
                  <a:lnTo>
                    <a:pt x="493630" y="81702"/>
                  </a:lnTo>
                  <a:lnTo>
                    <a:pt x="495719" y="83222"/>
                  </a:lnTo>
                  <a:lnTo>
                    <a:pt x="497808" y="84742"/>
                  </a:lnTo>
                  <a:lnTo>
                    <a:pt x="499897" y="86262"/>
                  </a:lnTo>
                  <a:lnTo>
                    <a:pt x="501986" y="87781"/>
                  </a:lnTo>
                  <a:lnTo>
                    <a:pt x="504075" y="89301"/>
                  </a:lnTo>
                  <a:lnTo>
                    <a:pt x="506164" y="90664"/>
                  </a:lnTo>
                  <a:lnTo>
                    <a:pt x="508253" y="91948"/>
                  </a:lnTo>
                  <a:lnTo>
                    <a:pt x="510342" y="93054"/>
                  </a:lnTo>
                  <a:lnTo>
                    <a:pt x="512431" y="93792"/>
                  </a:lnTo>
                  <a:lnTo>
                    <a:pt x="514520" y="94530"/>
                  </a:lnTo>
                  <a:lnTo>
                    <a:pt x="516609" y="95119"/>
                  </a:lnTo>
                  <a:lnTo>
                    <a:pt x="518698" y="95526"/>
                  </a:lnTo>
                  <a:lnTo>
                    <a:pt x="520787" y="95729"/>
                  </a:lnTo>
                  <a:lnTo>
                    <a:pt x="522876" y="95932"/>
                  </a:lnTo>
                  <a:lnTo>
                    <a:pt x="524965" y="95729"/>
                  </a:lnTo>
                  <a:lnTo>
                    <a:pt x="527054" y="95526"/>
                  </a:lnTo>
                  <a:lnTo>
                    <a:pt x="529143" y="95174"/>
                  </a:lnTo>
                  <a:lnTo>
                    <a:pt x="531232" y="94971"/>
                  </a:lnTo>
                  <a:lnTo>
                    <a:pt x="533321" y="94619"/>
                  </a:lnTo>
                  <a:lnTo>
                    <a:pt x="535410" y="94267"/>
                  </a:lnTo>
                  <a:lnTo>
                    <a:pt x="537499" y="94016"/>
                  </a:lnTo>
                  <a:lnTo>
                    <a:pt x="539589" y="93765"/>
                  </a:lnTo>
                  <a:lnTo>
                    <a:pt x="541678" y="93766"/>
                  </a:lnTo>
                  <a:lnTo>
                    <a:pt x="543767" y="93862"/>
                  </a:lnTo>
                  <a:lnTo>
                    <a:pt x="545856" y="93862"/>
                  </a:lnTo>
                  <a:lnTo>
                    <a:pt x="547945" y="93959"/>
                  </a:lnTo>
                  <a:lnTo>
                    <a:pt x="550034" y="94056"/>
                  </a:lnTo>
                  <a:lnTo>
                    <a:pt x="552123" y="94153"/>
                  </a:lnTo>
                  <a:lnTo>
                    <a:pt x="554212" y="94332"/>
                  </a:lnTo>
                  <a:lnTo>
                    <a:pt x="556301" y="94414"/>
                  </a:lnTo>
                  <a:lnTo>
                    <a:pt x="558390" y="94414"/>
                  </a:lnTo>
                  <a:lnTo>
                    <a:pt x="560479" y="94415"/>
                  </a:lnTo>
                  <a:lnTo>
                    <a:pt x="562568" y="94414"/>
                  </a:lnTo>
                  <a:lnTo>
                    <a:pt x="564657" y="94414"/>
                  </a:lnTo>
                  <a:lnTo>
                    <a:pt x="566746" y="94414"/>
                  </a:lnTo>
                  <a:lnTo>
                    <a:pt x="568835" y="94414"/>
                  </a:lnTo>
                  <a:lnTo>
                    <a:pt x="570924" y="94235"/>
                  </a:lnTo>
                  <a:lnTo>
                    <a:pt x="573013" y="94057"/>
                  </a:lnTo>
                  <a:lnTo>
                    <a:pt x="575102" y="93878"/>
                  </a:lnTo>
                  <a:lnTo>
                    <a:pt x="577191" y="93699"/>
                  </a:lnTo>
                  <a:lnTo>
                    <a:pt x="579280" y="93418"/>
                  </a:lnTo>
                  <a:lnTo>
                    <a:pt x="581369" y="93070"/>
                  </a:lnTo>
                  <a:lnTo>
                    <a:pt x="583458" y="92718"/>
                  </a:lnTo>
                  <a:lnTo>
                    <a:pt x="585547" y="92366"/>
                  </a:lnTo>
                  <a:lnTo>
                    <a:pt x="587636" y="92014"/>
                  </a:lnTo>
                  <a:lnTo>
                    <a:pt x="589725" y="92014"/>
                  </a:lnTo>
                  <a:lnTo>
                    <a:pt x="591814" y="91606"/>
                  </a:lnTo>
                  <a:lnTo>
                    <a:pt x="593903" y="91017"/>
                  </a:lnTo>
                  <a:lnTo>
                    <a:pt x="595993" y="90428"/>
                  </a:lnTo>
                  <a:lnTo>
                    <a:pt x="598082" y="89776"/>
                  </a:lnTo>
                  <a:lnTo>
                    <a:pt x="600171" y="88922"/>
                  </a:lnTo>
                  <a:lnTo>
                    <a:pt x="602260" y="88270"/>
                  </a:lnTo>
                  <a:lnTo>
                    <a:pt x="604349" y="87823"/>
                  </a:lnTo>
                  <a:lnTo>
                    <a:pt x="606438" y="87558"/>
                  </a:lnTo>
                  <a:lnTo>
                    <a:pt x="608527" y="87293"/>
                  </a:lnTo>
                  <a:lnTo>
                    <a:pt x="610616" y="87293"/>
                  </a:lnTo>
                  <a:lnTo>
                    <a:pt x="612705" y="87027"/>
                  </a:lnTo>
                  <a:lnTo>
                    <a:pt x="614794" y="86762"/>
                  </a:lnTo>
                  <a:lnTo>
                    <a:pt x="616883" y="86496"/>
                  </a:lnTo>
                  <a:lnTo>
                    <a:pt x="618972" y="86496"/>
                  </a:lnTo>
                  <a:lnTo>
                    <a:pt x="621061" y="86315"/>
                  </a:lnTo>
                  <a:lnTo>
                    <a:pt x="623150" y="86133"/>
                  </a:lnTo>
                  <a:lnTo>
                    <a:pt x="625239" y="86133"/>
                  </a:lnTo>
                  <a:lnTo>
                    <a:pt x="627328" y="86338"/>
                  </a:lnTo>
                  <a:lnTo>
                    <a:pt x="629417" y="86542"/>
                  </a:lnTo>
                  <a:lnTo>
                    <a:pt x="631506" y="86949"/>
                  </a:lnTo>
                  <a:lnTo>
                    <a:pt x="633595" y="87152"/>
                  </a:lnTo>
                  <a:lnTo>
                    <a:pt x="635684" y="87504"/>
                  </a:lnTo>
                  <a:lnTo>
                    <a:pt x="637773" y="87505"/>
                  </a:lnTo>
                  <a:lnTo>
                    <a:pt x="639862" y="87505"/>
                  </a:lnTo>
                  <a:lnTo>
                    <a:pt x="641951" y="87402"/>
                  </a:lnTo>
                  <a:lnTo>
                    <a:pt x="644040" y="87402"/>
                  </a:lnTo>
                  <a:lnTo>
                    <a:pt x="646129" y="87306"/>
                  </a:lnTo>
                  <a:lnTo>
                    <a:pt x="648218" y="87209"/>
                  </a:lnTo>
                  <a:lnTo>
                    <a:pt x="650307" y="87030"/>
                  </a:lnTo>
                  <a:lnTo>
                    <a:pt x="652396" y="86851"/>
                  </a:lnTo>
                  <a:lnTo>
                    <a:pt x="654486" y="86594"/>
                  </a:lnTo>
                  <a:lnTo>
                    <a:pt x="656575" y="86274"/>
                  </a:lnTo>
                  <a:lnTo>
                    <a:pt x="658664" y="85954"/>
                  </a:lnTo>
                  <a:lnTo>
                    <a:pt x="660753" y="85634"/>
                  </a:lnTo>
                  <a:lnTo>
                    <a:pt x="662842" y="85410"/>
                  </a:lnTo>
                  <a:lnTo>
                    <a:pt x="664931" y="85331"/>
                  </a:lnTo>
                  <a:lnTo>
                    <a:pt x="667020" y="85253"/>
                  </a:lnTo>
                  <a:lnTo>
                    <a:pt x="669109" y="85253"/>
                  </a:lnTo>
                  <a:lnTo>
                    <a:pt x="671198" y="85335"/>
                  </a:lnTo>
                  <a:lnTo>
                    <a:pt x="673287" y="85417"/>
                  </a:lnTo>
                  <a:lnTo>
                    <a:pt x="675376" y="85417"/>
                  </a:lnTo>
                  <a:lnTo>
                    <a:pt x="677465" y="85499"/>
                  </a:lnTo>
                  <a:lnTo>
                    <a:pt x="679554" y="85582"/>
                  </a:lnTo>
                  <a:lnTo>
                    <a:pt x="681643" y="85664"/>
                  </a:lnTo>
                  <a:lnTo>
                    <a:pt x="683732" y="85746"/>
                  </a:lnTo>
                  <a:lnTo>
                    <a:pt x="685821" y="85828"/>
                  </a:lnTo>
                  <a:lnTo>
                    <a:pt x="687910" y="85828"/>
                  </a:lnTo>
                  <a:lnTo>
                    <a:pt x="689999" y="85629"/>
                  </a:lnTo>
                  <a:lnTo>
                    <a:pt x="692088" y="85430"/>
                  </a:lnTo>
                  <a:lnTo>
                    <a:pt x="694177" y="85231"/>
                  </a:lnTo>
                  <a:lnTo>
                    <a:pt x="696266" y="84597"/>
                  </a:lnTo>
                  <a:lnTo>
                    <a:pt x="698355" y="84167"/>
                  </a:lnTo>
                  <a:lnTo>
                    <a:pt x="700444" y="83819"/>
                  </a:lnTo>
                  <a:lnTo>
                    <a:pt x="702533" y="83471"/>
                  </a:lnTo>
                  <a:lnTo>
                    <a:pt x="704622" y="82920"/>
                  </a:lnTo>
                  <a:lnTo>
                    <a:pt x="706711" y="82669"/>
                  </a:lnTo>
                  <a:lnTo>
                    <a:pt x="708800" y="82317"/>
                  </a:lnTo>
                  <a:lnTo>
                    <a:pt x="710890" y="81761"/>
                  </a:lnTo>
                  <a:lnTo>
                    <a:pt x="712979" y="81023"/>
                  </a:lnTo>
                  <a:lnTo>
                    <a:pt x="715068" y="80285"/>
                  </a:lnTo>
                  <a:lnTo>
                    <a:pt x="717157" y="79282"/>
                  </a:lnTo>
                  <a:lnTo>
                    <a:pt x="719246" y="78544"/>
                  </a:lnTo>
                  <a:lnTo>
                    <a:pt x="721335" y="77806"/>
                  </a:lnTo>
                  <a:lnTo>
                    <a:pt x="723424" y="77217"/>
                  </a:lnTo>
                  <a:lnTo>
                    <a:pt x="725513" y="76628"/>
                  </a:lnTo>
                  <a:lnTo>
                    <a:pt x="727602" y="76220"/>
                  </a:lnTo>
                  <a:lnTo>
                    <a:pt x="729691" y="75813"/>
                  </a:lnTo>
                  <a:lnTo>
                    <a:pt x="731780" y="75257"/>
                  </a:lnTo>
                  <a:lnTo>
                    <a:pt x="733869" y="74598"/>
                  </a:lnTo>
                  <a:lnTo>
                    <a:pt x="735958" y="74042"/>
                  </a:lnTo>
                  <a:lnTo>
                    <a:pt x="738047" y="73383"/>
                  </a:lnTo>
                  <a:lnTo>
                    <a:pt x="740136" y="72929"/>
                  </a:lnTo>
                  <a:lnTo>
                    <a:pt x="742225" y="72577"/>
                  </a:lnTo>
                  <a:lnTo>
                    <a:pt x="744314" y="72428"/>
                  </a:lnTo>
                  <a:lnTo>
                    <a:pt x="746403" y="72577"/>
                  </a:lnTo>
                  <a:lnTo>
                    <a:pt x="748492" y="72828"/>
                  </a:lnTo>
                  <a:lnTo>
                    <a:pt x="750581" y="73080"/>
                  </a:lnTo>
                  <a:lnTo>
                    <a:pt x="752670" y="73427"/>
                  </a:lnTo>
                  <a:lnTo>
                    <a:pt x="754759" y="73524"/>
                  </a:lnTo>
                  <a:lnTo>
                    <a:pt x="756848" y="73703"/>
                  </a:lnTo>
                  <a:lnTo>
                    <a:pt x="758937" y="73882"/>
                  </a:lnTo>
                  <a:lnTo>
                    <a:pt x="761026" y="74043"/>
                  </a:lnTo>
                  <a:lnTo>
                    <a:pt x="763115" y="74266"/>
                  </a:lnTo>
                  <a:lnTo>
                    <a:pt x="765204" y="74490"/>
                  </a:lnTo>
                  <a:lnTo>
                    <a:pt x="767293" y="74631"/>
                  </a:lnTo>
                  <a:lnTo>
                    <a:pt x="769383" y="74772"/>
                  </a:lnTo>
                  <a:lnTo>
                    <a:pt x="771472" y="74851"/>
                  </a:lnTo>
                  <a:lnTo>
                    <a:pt x="773561" y="74851"/>
                  </a:lnTo>
                  <a:lnTo>
                    <a:pt x="775650" y="74772"/>
                  </a:lnTo>
                  <a:lnTo>
                    <a:pt x="777739" y="74549"/>
                  </a:lnTo>
                  <a:lnTo>
                    <a:pt x="779828" y="74326"/>
                  </a:lnTo>
                  <a:lnTo>
                    <a:pt x="781917" y="74102"/>
                  </a:lnTo>
                  <a:lnTo>
                    <a:pt x="784006" y="73879"/>
                  </a:lnTo>
                  <a:lnTo>
                    <a:pt x="786095" y="73656"/>
                  </a:lnTo>
                  <a:lnTo>
                    <a:pt x="788184" y="73432"/>
                  </a:lnTo>
                  <a:lnTo>
                    <a:pt x="790273" y="73209"/>
                  </a:lnTo>
                  <a:lnTo>
                    <a:pt x="792362" y="73048"/>
                  </a:lnTo>
                  <a:lnTo>
                    <a:pt x="794451" y="72887"/>
                  </a:lnTo>
                  <a:lnTo>
                    <a:pt x="796540" y="72726"/>
                  </a:lnTo>
                  <a:lnTo>
                    <a:pt x="798629" y="72644"/>
                  </a:lnTo>
                  <a:lnTo>
                    <a:pt x="800718" y="72644"/>
                  </a:lnTo>
                  <a:lnTo>
                    <a:pt x="802807" y="72643"/>
                  </a:lnTo>
                  <a:lnTo>
                    <a:pt x="804896" y="72643"/>
                  </a:lnTo>
                  <a:lnTo>
                    <a:pt x="806985" y="72561"/>
                  </a:lnTo>
                  <a:lnTo>
                    <a:pt x="809074" y="72479"/>
                  </a:lnTo>
                  <a:lnTo>
                    <a:pt x="811163" y="72397"/>
                  </a:lnTo>
                  <a:lnTo>
                    <a:pt x="813252" y="72218"/>
                  </a:lnTo>
                  <a:lnTo>
                    <a:pt x="815341" y="71937"/>
                  </a:lnTo>
                  <a:lnTo>
                    <a:pt x="817430" y="71655"/>
                  </a:lnTo>
                  <a:lnTo>
                    <a:pt x="819519" y="71374"/>
                  </a:lnTo>
                  <a:lnTo>
                    <a:pt x="821608" y="71175"/>
                  </a:lnTo>
                  <a:lnTo>
                    <a:pt x="823697" y="70894"/>
                  </a:lnTo>
                  <a:lnTo>
                    <a:pt x="825787" y="70612"/>
                  </a:lnTo>
                  <a:lnTo>
                    <a:pt x="827876" y="70331"/>
                  </a:lnTo>
                  <a:lnTo>
                    <a:pt x="829965" y="69822"/>
                  </a:lnTo>
                  <a:lnTo>
                    <a:pt x="832054" y="69251"/>
                  </a:lnTo>
                  <a:lnTo>
                    <a:pt x="834143" y="68680"/>
                  </a:lnTo>
                  <a:lnTo>
                    <a:pt x="836232" y="68108"/>
                  </a:lnTo>
                  <a:lnTo>
                    <a:pt x="838321" y="67686"/>
                  </a:lnTo>
                  <a:lnTo>
                    <a:pt x="840410" y="67366"/>
                  </a:lnTo>
                  <a:lnTo>
                    <a:pt x="842499" y="66944"/>
                  </a:lnTo>
                  <a:lnTo>
                    <a:pt x="844588" y="66623"/>
                  </a:lnTo>
                  <a:lnTo>
                    <a:pt x="846677" y="66304"/>
                  </a:lnTo>
                  <a:lnTo>
                    <a:pt x="848766" y="65881"/>
                  </a:lnTo>
                  <a:lnTo>
                    <a:pt x="850855" y="65459"/>
                  </a:lnTo>
                  <a:lnTo>
                    <a:pt x="852944" y="64793"/>
                  </a:lnTo>
                  <a:lnTo>
                    <a:pt x="855033" y="64128"/>
                  </a:lnTo>
                  <a:lnTo>
                    <a:pt x="857122" y="63463"/>
                  </a:lnTo>
                  <a:lnTo>
                    <a:pt x="859211" y="62797"/>
                  </a:lnTo>
                  <a:lnTo>
                    <a:pt x="861300" y="62383"/>
                  </a:lnTo>
                  <a:lnTo>
                    <a:pt x="863389" y="61968"/>
                  </a:lnTo>
                  <a:lnTo>
                    <a:pt x="865478" y="61554"/>
                  </a:lnTo>
                  <a:lnTo>
                    <a:pt x="867567" y="61237"/>
                  </a:lnTo>
                  <a:lnTo>
                    <a:pt x="869656" y="60919"/>
                  </a:lnTo>
                  <a:lnTo>
                    <a:pt x="871745" y="60696"/>
                  </a:lnTo>
                  <a:lnTo>
                    <a:pt x="873834" y="60555"/>
                  </a:lnTo>
                  <a:lnTo>
                    <a:pt x="875923" y="60476"/>
                  </a:lnTo>
                  <a:lnTo>
                    <a:pt x="878012" y="60476"/>
                  </a:lnTo>
                  <a:lnTo>
                    <a:pt x="880101" y="60555"/>
                  </a:lnTo>
                  <a:lnTo>
                    <a:pt x="882190" y="60716"/>
                  </a:lnTo>
                  <a:lnTo>
                    <a:pt x="884280" y="61036"/>
                  </a:lnTo>
                  <a:lnTo>
                    <a:pt x="886369" y="61607"/>
                  </a:lnTo>
                  <a:lnTo>
                    <a:pt x="888458" y="62178"/>
                  </a:lnTo>
                  <a:lnTo>
                    <a:pt x="890547" y="62749"/>
                  </a:lnTo>
                  <a:lnTo>
                    <a:pt x="892636" y="63321"/>
                  </a:lnTo>
                  <a:lnTo>
                    <a:pt x="894725" y="64095"/>
                  </a:lnTo>
                  <a:lnTo>
                    <a:pt x="896814" y="64869"/>
                  </a:lnTo>
                  <a:lnTo>
                    <a:pt x="898903" y="65581"/>
                  </a:lnTo>
                  <a:lnTo>
                    <a:pt x="900992" y="66498"/>
                  </a:lnTo>
                  <a:lnTo>
                    <a:pt x="903081" y="67414"/>
                  </a:lnTo>
                  <a:lnTo>
                    <a:pt x="905170" y="68252"/>
                  </a:lnTo>
                  <a:lnTo>
                    <a:pt x="907259" y="69007"/>
                  </a:lnTo>
                  <a:lnTo>
                    <a:pt x="909348" y="69845"/>
                  </a:lnTo>
                  <a:lnTo>
                    <a:pt x="911437" y="70683"/>
                  </a:lnTo>
                  <a:lnTo>
                    <a:pt x="913526" y="71520"/>
                  </a:lnTo>
                  <a:lnTo>
                    <a:pt x="915615" y="72153"/>
                  </a:lnTo>
                  <a:lnTo>
                    <a:pt x="917704" y="72991"/>
                  </a:lnTo>
                  <a:lnTo>
                    <a:pt x="919793" y="73829"/>
                  </a:lnTo>
                  <a:lnTo>
                    <a:pt x="921882" y="74848"/>
                  </a:lnTo>
                  <a:lnTo>
                    <a:pt x="923971" y="75685"/>
                  </a:lnTo>
                  <a:lnTo>
                    <a:pt x="926060" y="76319"/>
                  </a:lnTo>
                  <a:lnTo>
                    <a:pt x="928149" y="76870"/>
                  </a:lnTo>
                  <a:lnTo>
                    <a:pt x="930238" y="77503"/>
                  </a:lnTo>
                  <a:lnTo>
                    <a:pt x="932327" y="78136"/>
                  </a:lnTo>
                  <a:lnTo>
                    <a:pt x="934416" y="78769"/>
                  </a:lnTo>
                  <a:lnTo>
                    <a:pt x="936505" y="79481"/>
                  </a:lnTo>
                  <a:lnTo>
                    <a:pt x="938594" y="80255"/>
                  </a:lnTo>
                  <a:lnTo>
                    <a:pt x="940684" y="81029"/>
                  </a:lnTo>
                  <a:lnTo>
                    <a:pt x="942773" y="81803"/>
                  </a:lnTo>
                  <a:lnTo>
                    <a:pt x="944862" y="82577"/>
                  </a:lnTo>
                  <a:lnTo>
                    <a:pt x="946951" y="83352"/>
                  </a:lnTo>
                  <a:lnTo>
                    <a:pt x="949040" y="83774"/>
                  </a:lnTo>
                  <a:lnTo>
                    <a:pt x="951129" y="84094"/>
                  </a:lnTo>
                  <a:lnTo>
                    <a:pt x="953218" y="84317"/>
                  </a:lnTo>
                  <a:lnTo>
                    <a:pt x="955307" y="84541"/>
                  </a:lnTo>
                  <a:lnTo>
                    <a:pt x="957396" y="84764"/>
                  </a:lnTo>
                  <a:lnTo>
                    <a:pt x="959485" y="85082"/>
                  </a:lnTo>
                  <a:lnTo>
                    <a:pt x="961574" y="85747"/>
                  </a:lnTo>
                  <a:lnTo>
                    <a:pt x="963663" y="86264"/>
                  </a:lnTo>
                  <a:lnTo>
                    <a:pt x="965752" y="86679"/>
                  </a:lnTo>
                  <a:lnTo>
                    <a:pt x="967841" y="86996"/>
                  </a:lnTo>
                  <a:lnTo>
                    <a:pt x="969930" y="87232"/>
                  </a:lnTo>
                  <a:lnTo>
                    <a:pt x="972019" y="87549"/>
                  </a:lnTo>
                  <a:lnTo>
                    <a:pt x="974108" y="87867"/>
                  </a:lnTo>
                  <a:lnTo>
                    <a:pt x="976197" y="88281"/>
                  </a:lnTo>
                  <a:lnTo>
                    <a:pt x="978286" y="88852"/>
                  </a:lnTo>
                  <a:lnTo>
                    <a:pt x="980375" y="89627"/>
                  </a:lnTo>
                  <a:lnTo>
                    <a:pt x="982464" y="90543"/>
                  </a:lnTo>
                  <a:lnTo>
                    <a:pt x="984553" y="91563"/>
                  </a:lnTo>
                  <a:lnTo>
                    <a:pt x="986642" y="92582"/>
                  </a:lnTo>
                  <a:lnTo>
                    <a:pt x="988731" y="93519"/>
                  </a:lnTo>
                  <a:lnTo>
                    <a:pt x="990820" y="94359"/>
                  </a:lnTo>
                  <a:lnTo>
                    <a:pt x="992909" y="94767"/>
                  </a:lnTo>
                  <a:lnTo>
                    <a:pt x="994998" y="95174"/>
                  </a:lnTo>
                  <a:lnTo>
                    <a:pt x="997087" y="95763"/>
                  </a:lnTo>
                  <a:lnTo>
                    <a:pt x="999177" y="96352"/>
                  </a:lnTo>
                  <a:lnTo>
                    <a:pt x="1001266" y="96738"/>
                  </a:lnTo>
                  <a:lnTo>
                    <a:pt x="1003355" y="97124"/>
                  </a:lnTo>
                  <a:lnTo>
                    <a:pt x="1005444" y="97510"/>
                  </a:lnTo>
                  <a:lnTo>
                    <a:pt x="1007533" y="97510"/>
                  </a:lnTo>
                  <a:lnTo>
                    <a:pt x="1009622" y="97305"/>
                  </a:lnTo>
                  <a:lnTo>
                    <a:pt x="1011711" y="96898"/>
                  </a:lnTo>
                  <a:lnTo>
                    <a:pt x="1013800" y="96341"/>
                  </a:lnTo>
                  <a:lnTo>
                    <a:pt x="1015889" y="95683"/>
                  </a:lnTo>
                  <a:lnTo>
                    <a:pt x="1017978" y="95024"/>
                  </a:lnTo>
                  <a:lnTo>
                    <a:pt x="1020067" y="94269"/>
                  </a:lnTo>
                  <a:lnTo>
                    <a:pt x="1022156" y="93718"/>
                  </a:lnTo>
                  <a:lnTo>
                    <a:pt x="1024245" y="92962"/>
                  </a:lnTo>
                  <a:lnTo>
                    <a:pt x="1026334" y="92207"/>
                  </a:lnTo>
                  <a:lnTo>
                    <a:pt x="1028423" y="91109"/>
                  </a:lnTo>
                  <a:lnTo>
                    <a:pt x="1030512" y="90192"/>
                  </a:lnTo>
                  <a:lnTo>
                    <a:pt x="1032601" y="89641"/>
                  </a:lnTo>
                  <a:lnTo>
                    <a:pt x="1034690" y="89090"/>
                  </a:lnTo>
                  <a:lnTo>
                    <a:pt x="1036779" y="88738"/>
                  </a:lnTo>
                  <a:lnTo>
                    <a:pt x="1038868" y="88738"/>
                  </a:lnTo>
                  <a:lnTo>
                    <a:pt x="1040957" y="88943"/>
                  </a:lnTo>
                  <a:lnTo>
                    <a:pt x="1043046" y="89328"/>
                  </a:lnTo>
                  <a:lnTo>
                    <a:pt x="1045135" y="89714"/>
                  </a:lnTo>
                  <a:lnTo>
                    <a:pt x="1047224" y="90366"/>
                  </a:lnTo>
                  <a:lnTo>
                    <a:pt x="1049313" y="91017"/>
                  </a:lnTo>
                  <a:lnTo>
                    <a:pt x="1051402" y="91668"/>
                  </a:lnTo>
                  <a:lnTo>
                    <a:pt x="1053491" y="92628"/>
                  </a:lnTo>
                  <a:lnTo>
                    <a:pt x="1055581" y="93940"/>
                  </a:lnTo>
                  <a:lnTo>
                    <a:pt x="1057670" y="95354"/>
                  </a:lnTo>
                  <a:lnTo>
                    <a:pt x="1059759" y="97170"/>
                  </a:lnTo>
                  <a:lnTo>
                    <a:pt x="1061848" y="98987"/>
                  </a:lnTo>
                  <a:lnTo>
                    <a:pt x="1063937" y="100497"/>
                  </a:lnTo>
                  <a:lnTo>
                    <a:pt x="1066026" y="102008"/>
                  </a:lnTo>
                  <a:lnTo>
                    <a:pt x="1068115" y="103171"/>
                  </a:lnTo>
                  <a:lnTo>
                    <a:pt x="1070204" y="104174"/>
                  </a:lnTo>
                  <a:lnTo>
                    <a:pt x="1072293" y="105014"/>
                  </a:lnTo>
                  <a:lnTo>
                    <a:pt x="1074382" y="105770"/>
                  </a:lnTo>
                  <a:lnTo>
                    <a:pt x="1076471" y="106789"/>
                  </a:lnTo>
                  <a:lnTo>
                    <a:pt x="1078560" y="107339"/>
                  </a:lnTo>
                  <a:lnTo>
                    <a:pt x="1080649" y="108095"/>
                  </a:lnTo>
                  <a:lnTo>
                    <a:pt x="1082738" y="108753"/>
                  </a:lnTo>
                  <a:lnTo>
                    <a:pt x="1084827" y="108956"/>
                  </a:lnTo>
                  <a:lnTo>
                    <a:pt x="1086916" y="108956"/>
                  </a:lnTo>
                  <a:lnTo>
                    <a:pt x="1089005" y="108549"/>
                  </a:lnTo>
                  <a:lnTo>
                    <a:pt x="1091094" y="107709"/>
                  </a:lnTo>
                  <a:lnTo>
                    <a:pt x="1093183" y="106869"/>
                  </a:lnTo>
                  <a:lnTo>
                    <a:pt x="1095272" y="106028"/>
                  </a:lnTo>
                  <a:lnTo>
                    <a:pt x="1097361" y="105092"/>
                  </a:lnTo>
                  <a:lnTo>
                    <a:pt x="1099450" y="104433"/>
                  </a:lnTo>
                  <a:lnTo>
                    <a:pt x="1101539" y="103877"/>
                  </a:lnTo>
                  <a:lnTo>
                    <a:pt x="1103628" y="103288"/>
                  </a:lnTo>
                  <a:lnTo>
                    <a:pt x="1105717" y="102699"/>
                  </a:lnTo>
                  <a:lnTo>
                    <a:pt x="1107806" y="102110"/>
                  </a:lnTo>
                  <a:lnTo>
                    <a:pt x="1109895" y="101521"/>
                  </a:lnTo>
                  <a:lnTo>
                    <a:pt x="1111984" y="100783"/>
                  </a:lnTo>
                  <a:lnTo>
                    <a:pt x="1114074" y="100227"/>
                  </a:lnTo>
                  <a:lnTo>
                    <a:pt x="1116163" y="99773"/>
                  </a:lnTo>
                  <a:lnTo>
                    <a:pt x="1118252" y="99624"/>
                  </a:lnTo>
                  <a:lnTo>
                    <a:pt x="1120341" y="99773"/>
                  </a:lnTo>
                  <a:lnTo>
                    <a:pt x="1122430" y="100024"/>
                  </a:lnTo>
                  <a:lnTo>
                    <a:pt x="1124519" y="100275"/>
                  </a:lnTo>
                  <a:lnTo>
                    <a:pt x="1126608" y="100623"/>
                  </a:lnTo>
                  <a:lnTo>
                    <a:pt x="1128697" y="100971"/>
                  </a:lnTo>
                  <a:lnTo>
                    <a:pt x="1130786" y="101170"/>
                  </a:lnTo>
                  <a:lnTo>
                    <a:pt x="1132875" y="101369"/>
                  </a:lnTo>
                  <a:lnTo>
                    <a:pt x="1134964" y="101627"/>
                  </a:lnTo>
                  <a:lnTo>
                    <a:pt x="1137053" y="101788"/>
                  </a:lnTo>
                  <a:lnTo>
                    <a:pt x="1139142" y="101706"/>
                  </a:lnTo>
                  <a:lnTo>
                    <a:pt x="1141231" y="101624"/>
                  </a:lnTo>
                  <a:lnTo>
                    <a:pt x="1143320" y="101343"/>
                  </a:lnTo>
                  <a:lnTo>
                    <a:pt x="1145409" y="100709"/>
                  </a:lnTo>
                  <a:lnTo>
                    <a:pt x="1147498" y="99872"/>
                  </a:lnTo>
                  <a:lnTo>
                    <a:pt x="1149587" y="98774"/>
                  </a:lnTo>
                  <a:lnTo>
                    <a:pt x="1151676" y="97614"/>
                  </a:lnTo>
                  <a:lnTo>
                    <a:pt x="1153765" y="96188"/>
                  </a:lnTo>
                  <a:lnTo>
                    <a:pt x="1155854" y="94762"/>
                  </a:lnTo>
                  <a:lnTo>
                    <a:pt x="1157943" y="93337"/>
                  </a:lnTo>
                  <a:lnTo>
                    <a:pt x="1160032" y="91602"/>
                  </a:lnTo>
                  <a:lnTo>
                    <a:pt x="1162121" y="89868"/>
                  </a:lnTo>
                  <a:lnTo>
                    <a:pt x="1164210" y="88039"/>
                  </a:lnTo>
                  <a:lnTo>
                    <a:pt x="1166299" y="86000"/>
                  </a:lnTo>
                  <a:lnTo>
                    <a:pt x="1168388" y="83961"/>
                  </a:lnTo>
                  <a:lnTo>
                    <a:pt x="1170478" y="82227"/>
                  </a:lnTo>
                  <a:lnTo>
                    <a:pt x="1172567" y="80492"/>
                  </a:lnTo>
                  <a:lnTo>
                    <a:pt x="1174656" y="78758"/>
                  </a:lnTo>
                  <a:lnTo>
                    <a:pt x="1176745" y="77332"/>
                  </a:lnTo>
                  <a:lnTo>
                    <a:pt x="1178834" y="76172"/>
                  </a:lnTo>
                  <a:lnTo>
                    <a:pt x="1180923" y="75193"/>
                  </a:lnTo>
                  <a:lnTo>
                    <a:pt x="1183012" y="74095"/>
                  </a:lnTo>
                  <a:lnTo>
                    <a:pt x="1185101" y="73462"/>
                  </a:lnTo>
                  <a:lnTo>
                    <a:pt x="1187190" y="72625"/>
                  </a:lnTo>
                  <a:lnTo>
                    <a:pt x="1189279" y="71787"/>
                  </a:lnTo>
                  <a:lnTo>
                    <a:pt x="1191368" y="71154"/>
                  </a:lnTo>
                  <a:lnTo>
                    <a:pt x="1193457" y="70603"/>
                  </a:lnTo>
                  <a:lnTo>
                    <a:pt x="1195546" y="70255"/>
                  </a:lnTo>
                  <a:lnTo>
                    <a:pt x="1197635" y="70076"/>
                  </a:lnTo>
                  <a:lnTo>
                    <a:pt x="1199724" y="69897"/>
                  </a:lnTo>
                  <a:lnTo>
                    <a:pt x="1201813" y="69800"/>
                  </a:lnTo>
                  <a:lnTo>
                    <a:pt x="1203902" y="69897"/>
                  </a:lnTo>
                  <a:lnTo>
                    <a:pt x="1205991" y="69897"/>
                  </a:lnTo>
                  <a:lnTo>
                    <a:pt x="1208080" y="69795"/>
                  </a:lnTo>
                  <a:lnTo>
                    <a:pt x="1210169" y="69544"/>
                  </a:lnTo>
                  <a:lnTo>
                    <a:pt x="1212258" y="69293"/>
                  </a:lnTo>
                  <a:lnTo>
                    <a:pt x="1214347" y="69041"/>
                  </a:lnTo>
                  <a:lnTo>
                    <a:pt x="1216436" y="68694"/>
                  </a:lnTo>
                  <a:lnTo>
                    <a:pt x="1218525" y="68495"/>
                  </a:lnTo>
                  <a:lnTo>
                    <a:pt x="1220614" y="68296"/>
                  </a:lnTo>
                  <a:lnTo>
                    <a:pt x="1222703" y="68199"/>
                  </a:lnTo>
                  <a:lnTo>
                    <a:pt x="1224792" y="67918"/>
                  </a:lnTo>
                  <a:lnTo>
                    <a:pt x="1226881" y="67488"/>
                  </a:lnTo>
                  <a:lnTo>
                    <a:pt x="1228971" y="67140"/>
                  </a:lnTo>
                  <a:lnTo>
                    <a:pt x="1231060" y="66792"/>
                  </a:lnTo>
                  <a:lnTo>
                    <a:pt x="1233149" y="66362"/>
                  </a:lnTo>
                  <a:lnTo>
                    <a:pt x="1235238" y="65853"/>
                  </a:lnTo>
                  <a:lnTo>
                    <a:pt x="1237327" y="65493"/>
                  </a:lnTo>
                  <a:lnTo>
                    <a:pt x="1239416" y="65133"/>
                  </a:lnTo>
                  <a:lnTo>
                    <a:pt x="1241505" y="64875"/>
                  </a:lnTo>
                  <a:lnTo>
                    <a:pt x="1243594" y="64793"/>
                  </a:lnTo>
                  <a:lnTo>
                    <a:pt x="1245683" y="64793"/>
                  </a:lnTo>
                  <a:lnTo>
                    <a:pt x="1247772" y="64793"/>
                  </a:lnTo>
                  <a:lnTo>
                    <a:pt x="1249861" y="64793"/>
                  </a:lnTo>
                  <a:lnTo>
                    <a:pt x="1251950" y="64875"/>
                  </a:lnTo>
                  <a:lnTo>
                    <a:pt x="1254039" y="64957"/>
                  </a:lnTo>
                  <a:lnTo>
                    <a:pt x="1256128" y="65118"/>
                  </a:lnTo>
                  <a:lnTo>
                    <a:pt x="1258217" y="65540"/>
                  </a:lnTo>
                  <a:lnTo>
                    <a:pt x="1260306" y="65860"/>
                  </a:lnTo>
                  <a:lnTo>
                    <a:pt x="1262395" y="66283"/>
                  </a:lnTo>
                  <a:lnTo>
                    <a:pt x="1264484" y="66705"/>
                  </a:lnTo>
                  <a:lnTo>
                    <a:pt x="1266573" y="67127"/>
                  </a:lnTo>
                  <a:lnTo>
                    <a:pt x="1268662" y="67550"/>
                  </a:lnTo>
                  <a:lnTo>
                    <a:pt x="1270751" y="68066"/>
                  </a:lnTo>
                  <a:lnTo>
                    <a:pt x="1272840" y="68489"/>
                  </a:lnTo>
                  <a:lnTo>
                    <a:pt x="1274929" y="68911"/>
                  </a:lnTo>
                  <a:lnTo>
                    <a:pt x="1277018" y="69231"/>
                  </a:lnTo>
                  <a:lnTo>
                    <a:pt x="1279107" y="69551"/>
                  </a:lnTo>
                  <a:lnTo>
                    <a:pt x="1281196" y="69871"/>
                  </a:lnTo>
                  <a:lnTo>
                    <a:pt x="1283285" y="70191"/>
                  </a:lnTo>
                  <a:lnTo>
                    <a:pt x="1285375" y="70511"/>
                  </a:lnTo>
                  <a:lnTo>
                    <a:pt x="1287464" y="70831"/>
                  </a:lnTo>
                  <a:lnTo>
                    <a:pt x="1289553" y="70992"/>
                  </a:lnTo>
                  <a:lnTo>
                    <a:pt x="1291642" y="71074"/>
                  </a:lnTo>
                  <a:lnTo>
                    <a:pt x="1293731" y="71074"/>
                  </a:lnTo>
                  <a:lnTo>
                    <a:pt x="1295820" y="71074"/>
                  </a:lnTo>
                  <a:lnTo>
                    <a:pt x="1297909" y="71074"/>
                  </a:lnTo>
                  <a:lnTo>
                    <a:pt x="1299998" y="71074"/>
                  </a:lnTo>
                  <a:lnTo>
                    <a:pt x="1302087" y="71074"/>
                  </a:lnTo>
                  <a:lnTo>
                    <a:pt x="1304176" y="71156"/>
                  </a:lnTo>
                  <a:lnTo>
                    <a:pt x="1306265" y="71156"/>
                  </a:lnTo>
                  <a:lnTo>
                    <a:pt x="1308354" y="71074"/>
                  </a:lnTo>
                  <a:lnTo>
                    <a:pt x="1310443" y="70895"/>
                  </a:lnTo>
                  <a:lnTo>
                    <a:pt x="1312532" y="70716"/>
                  </a:lnTo>
                  <a:lnTo>
                    <a:pt x="1314621" y="70458"/>
                  </a:lnTo>
                  <a:lnTo>
                    <a:pt x="1316710" y="70279"/>
                  </a:lnTo>
                  <a:lnTo>
                    <a:pt x="1318799" y="70101"/>
                  </a:lnTo>
                  <a:lnTo>
                    <a:pt x="1320888" y="69843"/>
                  </a:lnTo>
                  <a:lnTo>
                    <a:pt x="1322977" y="69682"/>
                  </a:lnTo>
                  <a:lnTo>
                    <a:pt x="1325066" y="69600"/>
                  </a:lnTo>
                  <a:lnTo>
                    <a:pt x="1327155" y="69518"/>
                  </a:lnTo>
                  <a:lnTo>
                    <a:pt x="1329244" y="69436"/>
                  </a:lnTo>
                  <a:lnTo>
                    <a:pt x="1331333" y="69357"/>
                  </a:lnTo>
                  <a:lnTo>
                    <a:pt x="1333422" y="69357"/>
                  </a:lnTo>
                  <a:lnTo>
                    <a:pt x="1335511" y="69275"/>
                  </a:lnTo>
                  <a:lnTo>
                    <a:pt x="1337600" y="69192"/>
                  </a:lnTo>
                  <a:lnTo>
                    <a:pt x="1339689" y="69274"/>
                  </a:lnTo>
                  <a:lnTo>
                    <a:pt x="1341778" y="69435"/>
                  </a:lnTo>
                  <a:lnTo>
                    <a:pt x="1343868" y="69693"/>
                  </a:lnTo>
                  <a:lnTo>
                    <a:pt x="1345957" y="69951"/>
                  </a:lnTo>
                  <a:lnTo>
                    <a:pt x="1348046" y="70209"/>
                  </a:lnTo>
                  <a:lnTo>
                    <a:pt x="1350135" y="70490"/>
                  </a:lnTo>
                  <a:lnTo>
                    <a:pt x="1352224" y="70771"/>
                  </a:lnTo>
                  <a:lnTo>
                    <a:pt x="1354313" y="71053"/>
                  </a:lnTo>
                  <a:lnTo>
                    <a:pt x="1356402" y="71232"/>
                  </a:lnTo>
                  <a:lnTo>
                    <a:pt x="1358491" y="71328"/>
                  </a:lnTo>
                  <a:lnTo>
                    <a:pt x="1360580" y="71527"/>
                  </a:lnTo>
                  <a:lnTo>
                    <a:pt x="1362669" y="71726"/>
                  </a:lnTo>
                  <a:lnTo>
                    <a:pt x="1364758" y="71726"/>
                  </a:lnTo>
                  <a:lnTo>
                    <a:pt x="1366847" y="71978"/>
                  </a:lnTo>
                  <a:lnTo>
                    <a:pt x="1368936" y="72126"/>
                  </a:lnTo>
                  <a:lnTo>
                    <a:pt x="1371025" y="72126"/>
                  </a:lnTo>
                  <a:lnTo>
                    <a:pt x="1373114" y="72126"/>
                  </a:lnTo>
                  <a:lnTo>
                    <a:pt x="1375203" y="72024"/>
                  </a:lnTo>
                  <a:lnTo>
                    <a:pt x="1377292" y="72024"/>
                  </a:lnTo>
                  <a:lnTo>
                    <a:pt x="1379381" y="72024"/>
                  </a:lnTo>
                  <a:lnTo>
                    <a:pt x="1381470" y="71921"/>
                  </a:lnTo>
                  <a:lnTo>
                    <a:pt x="1383559" y="72024"/>
                  </a:lnTo>
                  <a:lnTo>
                    <a:pt x="1385648" y="72126"/>
                  </a:lnTo>
                  <a:lnTo>
                    <a:pt x="1387737" y="72377"/>
                  </a:lnTo>
                  <a:lnTo>
                    <a:pt x="1389826" y="72629"/>
                  </a:lnTo>
                  <a:lnTo>
                    <a:pt x="1391915" y="72880"/>
                  </a:lnTo>
                  <a:lnTo>
                    <a:pt x="1394004" y="73131"/>
                  </a:lnTo>
                  <a:lnTo>
                    <a:pt x="1396093" y="73330"/>
                  </a:lnTo>
                  <a:lnTo>
                    <a:pt x="1398182" y="73529"/>
                  </a:lnTo>
                  <a:lnTo>
                    <a:pt x="1400272" y="73810"/>
                  </a:lnTo>
                  <a:lnTo>
                    <a:pt x="1402361" y="74241"/>
                  </a:lnTo>
                  <a:lnTo>
                    <a:pt x="1404450" y="74874"/>
                  </a:lnTo>
                  <a:lnTo>
                    <a:pt x="1406539" y="75425"/>
                  </a:lnTo>
                  <a:lnTo>
                    <a:pt x="1408628" y="75773"/>
                  </a:lnTo>
                  <a:lnTo>
                    <a:pt x="1410717" y="76121"/>
                  </a:lnTo>
                  <a:lnTo>
                    <a:pt x="1412806" y="76551"/>
                  </a:lnTo>
                  <a:lnTo>
                    <a:pt x="1414895" y="76981"/>
                  </a:lnTo>
                  <a:lnTo>
                    <a:pt x="1416984" y="77614"/>
                  </a:lnTo>
                  <a:lnTo>
                    <a:pt x="1419073" y="78247"/>
                  </a:lnTo>
                  <a:lnTo>
                    <a:pt x="1421162" y="78959"/>
                  </a:lnTo>
                  <a:lnTo>
                    <a:pt x="1423251" y="79593"/>
                  </a:lnTo>
                  <a:lnTo>
                    <a:pt x="1425340" y="80226"/>
                  </a:lnTo>
                  <a:lnTo>
                    <a:pt x="1427429" y="80938"/>
                  </a:lnTo>
                  <a:lnTo>
                    <a:pt x="1429518" y="81650"/>
                  </a:lnTo>
                  <a:lnTo>
                    <a:pt x="1431607" y="82283"/>
                  </a:lnTo>
                  <a:lnTo>
                    <a:pt x="1433696" y="82713"/>
                  </a:lnTo>
                  <a:lnTo>
                    <a:pt x="1435785" y="83143"/>
                  </a:lnTo>
                  <a:lnTo>
                    <a:pt x="1437874" y="83652"/>
                  </a:lnTo>
                  <a:lnTo>
                    <a:pt x="1439963" y="84286"/>
                  </a:lnTo>
                  <a:lnTo>
                    <a:pt x="1442052" y="84918"/>
                  </a:lnTo>
                  <a:lnTo>
                    <a:pt x="1444141" y="85349"/>
                  </a:lnTo>
                  <a:lnTo>
                    <a:pt x="1446230" y="85900"/>
                  </a:lnTo>
                  <a:lnTo>
                    <a:pt x="1448319" y="86247"/>
                  </a:lnTo>
                  <a:lnTo>
                    <a:pt x="1450408" y="86350"/>
                  </a:lnTo>
                  <a:lnTo>
                    <a:pt x="1452497" y="86350"/>
                  </a:lnTo>
                  <a:lnTo>
                    <a:pt x="1454586" y="86253"/>
                  </a:lnTo>
                  <a:lnTo>
                    <a:pt x="1456675" y="86054"/>
                  </a:lnTo>
                  <a:lnTo>
                    <a:pt x="1458765" y="85855"/>
                  </a:lnTo>
                  <a:lnTo>
                    <a:pt x="1460854" y="85855"/>
                  </a:lnTo>
                  <a:lnTo>
                    <a:pt x="1462943" y="85957"/>
                  </a:lnTo>
                  <a:lnTo>
                    <a:pt x="1465032" y="86209"/>
                  </a:lnTo>
                  <a:lnTo>
                    <a:pt x="1467121" y="86357"/>
                  </a:lnTo>
                  <a:lnTo>
                    <a:pt x="1469210" y="86357"/>
                  </a:lnTo>
                  <a:lnTo>
                    <a:pt x="1471299" y="86255"/>
                  </a:lnTo>
                  <a:lnTo>
                    <a:pt x="1473388" y="86004"/>
                  </a:lnTo>
                  <a:lnTo>
                    <a:pt x="1475477" y="85753"/>
                  </a:lnTo>
                  <a:lnTo>
                    <a:pt x="1477566" y="85651"/>
                  </a:lnTo>
                  <a:lnTo>
                    <a:pt x="1479655" y="85548"/>
                  </a:lnTo>
                  <a:lnTo>
                    <a:pt x="1481744" y="85549"/>
                  </a:lnTo>
                  <a:lnTo>
                    <a:pt x="1483833" y="85447"/>
                  </a:lnTo>
                  <a:lnTo>
                    <a:pt x="1485922" y="85344"/>
                  </a:lnTo>
                  <a:lnTo>
                    <a:pt x="1488011" y="85344"/>
                  </a:lnTo>
                  <a:lnTo>
                    <a:pt x="1490100" y="85344"/>
                  </a:lnTo>
                  <a:lnTo>
                    <a:pt x="1492189" y="85063"/>
                  </a:lnTo>
                  <a:lnTo>
                    <a:pt x="1494278" y="84633"/>
                  </a:lnTo>
                  <a:lnTo>
                    <a:pt x="1496367" y="84124"/>
                  </a:lnTo>
                  <a:lnTo>
                    <a:pt x="1498456" y="83615"/>
                  </a:lnTo>
                  <a:lnTo>
                    <a:pt x="1500545" y="83106"/>
                  </a:lnTo>
                  <a:lnTo>
                    <a:pt x="1502634" y="82746"/>
                  </a:lnTo>
                  <a:lnTo>
                    <a:pt x="1504723" y="80191"/>
                  </a:lnTo>
                  <a:lnTo>
                    <a:pt x="1506812" y="77412"/>
                  </a:lnTo>
                  <a:lnTo>
                    <a:pt x="1508901" y="74421"/>
                  </a:lnTo>
                  <a:lnTo>
                    <a:pt x="1510990" y="71227"/>
                  </a:lnTo>
                  <a:lnTo>
                    <a:pt x="1513079" y="68033"/>
                  </a:lnTo>
                  <a:lnTo>
                    <a:pt x="1515169" y="65105"/>
                  </a:lnTo>
                  <a:lnTo>
                    <a:pt x="1517258" y="62256"/>
                  </a:lnTo>
                  <a:lnTo>
                    <a:pt x="1519347" y="59406"/>
                  </a:lnTo>
                  <a:lnTo>
                    <a:pt x="1521436" y="56477"/>
                  </a:lnTo>
                  <a:lnTo>
                    <a:pt x="1523525" y="53346"/>
                  </a:lnTo>
                  <a:lnTo>
                    <a:pt x="1525614" y="50214"/>
                  </a:lnTo>
                  <a:lnTo>
                    <a:pt x="1527703" y="46078"/>
                  </a:lnTo>
                  <a:lnTo>
                    <a:pt x="1529792" y="40929"/>
                  </a:lnTo>
                  <a:lnTo>
                    <a:pt x="1531881" y="35780"/>
                  </a:lnTo>
                  <a:lnTo>
                    <a:pt x="1533970" y="30714"/>
                  </a:lnTo>
                  <a:lnTo>
                    <a:pt x="1536059" y="27520"/>
                  </a:lnTo>
                  <a:lnTo>
                    <a:pt x="1538148" y="24646"/>
                  </a:lnTo>
                  <a:lnTo>
                    <a:pt x="1540237" y="21975"/>
                  </a:lnTo>
                  <a:lnTo>
                    <a:pt x="1542326" y="19305"/>
                  </a:lnTo>
                  <a:lnTo>
                    <a:pt x="1544415" y="16736"/>
                  </a:lnTo>
                  <a:lnTo>
                    <a:pt x="1546504" y="13863"/>
                  </a:lnTo>
                  <a:lnTo>
                    <a:pt x="1548593" y="10988"/>
                  </a:lnTo>
                  <a:lnTo>
                    <a:pt x="1550682" y="8318"/>
                  </a:lnTo>
                  <a:lnTo>
                    <a:pt x="1552771" y="5695"/>
                  </a:lnTo>
                  <a:lnTo>
                    <a:pt x="1554860" y="3276"/>
                  </a:lnTo>
                  <a:lnTo>
                    <a:pt x="1556949" y="1005"/>
                  </a:lnTo>
                  <a:lnTo>
                    <a:pt x="1559038" y="0"/>
                  </a:lnTo>
                  <a:lnTo>
                    <a:pt x="1561127" y="551"/>
                  </a:lnTo>
                  <a:lnTo>
                    <a:pt x="1563216" y="1102"/>
                  </a:lnTo>
                  <a:lnTo>
                    <a:pt x="1565305" y="1653"/>
                  </a:lnTo>
                  <a:lnTo>
                    <a:pt x="1567394" y="2004"/>
                  </a:lnTo>
                  <a:lnTo>
                    <a:pt x="1569483" y="2153"/>
                  </a:lnTo>
                  <a:lnTo>
                    <a:pt x="1571572" y="2153"/>
                  </a:lnTo>
                  <a:lnTo>
                    <a:pt x="1573662" y="2356"/>
                  </a:lnTo>
                  <a:lnTo>
                    <a:pt x="1575751" y="2505"/>
                  </a:lnTo>
                  <a:lnTo>
                    <a:pt x="1577840" y="2959"/>
                  </a:lnTo>
                  <a:lnTo>
                    <a:pt x="1579929" y="3414"/>
                  </a:lnTo>
                  <a:lnTo>
                    <a:pt x="1582018" y="4073"/>
                  </a:lnTo>
                  <a:lnTo>
                    <a:pt x="1584107" y="4527"/>
                  </a:lnTo>
                  <a:lnTo>
                    <a:pt x="1586196" y="4981"/>
                  </a:lnTo>
                  <a:lnTo>
                    <a:pt x="1588285" y="5436"/>
                  </a:lnTo>
                  <a:lnTo>
                    <a:pt x="1590374" y="5687"/>
                  </a:lnTo>
                  <a:lnTo>
                    <a:pt x="1592463" y="5938"/>
                  </a:lnTo>
                  <a:lnTo>
                    <a:pt x="1594552" y="6189"/>
                  </a:lnTo>
                  <a:lnTo>
                    <a:pt x="1596641" y="6189"/>
                  </a:lnTo>
                  <a:lnTo>
                    <a:pt x="1598730" y="6470"/>
                  </a:lnTo>
                  <a:lnTo>
                    <a:pt x="1600819" y="6751"/>
                  </a:lnTo>
                  <a:lnTo>
                    <a:pt x="1602908" y="7111"/>
                  </a:lnTo>
                  <a:lnTo>
                    <a:pt x="1604997" y="7369"/>
                  </a:lnTo>
                  <a:lnTo>
                    <a:pt x="1607086" y="7627"/>
                  </a:lnTo>
                  <a:lnTo>
                    <a:pt x="1609175" y="7706"/>
                  </a:lnTo>
                  <a:lnTo>
                    <a:pt x="1611264" y="9900"/>
                  </a:lnTo>
                  <a:lnTo>
                    <a:pt x="1613353" y="12257"/>
                  </a:lnTo>
                  <a:lnTo>
                    <a:pt x="1615442" y="14582"/>
                  </a:lnTo>
                  <a:lnTo>
                    <a:pt x="1617531" y="16908"/>
                  </a:lnTo>
                  <a:lnTo>
                    <a:pt x="1619620" y="19233"/>
                  </a:lnTo>
                  <a:lnTo>
                    <a:pt x="1621709" y="21496"/>
                  </a:lnTo>
                  <a:lnTo>
                    <a:pt x="1623798" y="23680"/>
                  </a:lnTo>
                  <a:lnTo>
                    <a:pt x="1625887" y="25864"/>
                  </a:lnTo>
                  <a:lnTo>
                    <a:pt x="1627976" y="28127"/>
                  </a:lnTo>
                  <a:lnTo>
                    <a:pt x="1630066" y="30485"/>
                  </a:lnTo>
                  <a:lnTo>
                    <a:pt x="1632155" y="32843"/>
                  </a:lnTo>
                  <a:lnTo>
                    <a:pt x="1634244" y="36266"/>
                  </a:lnTo>
                  <a:lnTo>
                    <a:pt x="1636333" y="40703"/>
                  </a:lnTo>
                  <a:lnTo>
                    <a:pt x="1638422" y="45139"/>
                  </a:lnTo>
                  <a:lnTo>
                    <a:pt x="1640511" y="49494"/>
                  </a:lnTo>
                  <a:lnTo>
                    <a:pt x="1642600" y="51975"/>
                  </a:lnTo>
                  <a:lnTo>
                    <a:pt x="1644689" y="54137"/>
                  </a:lnTo>
                  <a:lnTo>
                    <a:pt x="1646778" y="56298"/>
                  </a:lnTo>
                  <a:lnTo>
                    <a:pt x="1648867" y="58539"/>
                  </a:lnTo>
                  <a:lnTo>
                    <a:pt x="1650956" y="60856"/>
                  </a:lnTo>
                  <a:lnTo>
                    <a:pt x="1653045" y="63276"/>
                  </a:lnTo>
                  <a:lnTo>
                    <a:pt x="1655134" y="65696"/>
                  </a:lnTo>
                  <a:lnTo>
                    <a:pt x="1657223" y="68116"/>
                  </a:lnTo>
                  <a:lnTo>
                    <a:pt x="1659312" y="70284"/>
                  </a:lnTo>
                  <a:lnTo>
                    <a:pt x="1661401" y="72356"/>
                  </a:lnTo>
                  <a:lnTo>
                    <a:pt x="1663490" y="74524"/>
                  </a:lnTo>
                  <a:lnTo>
                    <a:pt x="1665579" y="75432"/>
                  </a:lnTo>
                  <a:lnTo>
                    <a:pt x="1667668" y="74881"/>
                  </a:lnTo>
                  <a:lnTo>
                    <a:pt x="1669757" y="74330"/>
                  </a:lnTo>
                  <a:lnTo>
                    <a:pt x="1671846" y="73780"/>
                  </a:lnTo>
                  <a:lnTo>
                    <a:pt x="1673935" y="73228"/>
                  </a:lnTo>
                  <a:lnTo>
                    <a:pt x="1676024" y="72881"/>
                  </a:lnTo>
                  <a:lnTo>
                    <a:pt x="1678113" y="72533"/>
                  </a:lnTo>
                  <a:lnTo>
                    <a:pt x="1680202" y="71900"/>
                  </a:lnTo>
                  <a:lnTo>
                    <a:pt x="1682291" y="71329"/>
                  </a:lnTo>
                  <a:lnTo>
                    <a:pt x="1684380" y="70554"/>
                  </a:lnTo>
                  <a:lnTo>
                    <a:pt x="1686469" y="69842"/>
                  </a:lnTo>
                  <a:lnTo>
                    <a:pt x="1688559" y="68926"/>
                  </a:lnTo>
                  <a:lnTo>
                    <a:pt x="1690648" y="68214"/>
                  </a:lnTo>
                  <a:lnTo>
                    <a:pt x="1692737" y="67501"/>
                  </a:lnTo>
                  <a:lnTo>
                    <a:pt x="1694826" y="66727"/>
                  </a:lnTo>
                  <a:lnTo>
                    <a:pt x="1696915" y="66156"/>
                  </a:lnTo>
                  <a:lnTo>
                    <a:pt x="1699004" y="65584"/>
                  </a:lnTo>
                  <a:lnTo>
                    <a:pt x="1701093" y="65013"/>
                  </a:lnTo>
                  <a:lnTo>
                    <a:pt x="1703182" y="64590"/>
                  </a:lnTo>
                  <a:lnTo>
                    <a:pt x="1705271" y="64168"/>
                  </a:lnTo>
                  <a:lnTo>
                    <a:pt x="1707360" y="63745"/>
                  </a:lnTo>
                  <a:lnTo>
                    <a:pt x="1709449" y="63323"/>
                  </a:lnTo>
                  <a:lnTo>
                    <a:pt x="1711538" y="63003"/>
                  </a:lnTo>
                  <a:lnTo>
                    <a:pt x="1713627" y="62683"/>
                  </a:lnTo>
                  <a:lnTo>
                    <a:pt x="1715716" y="62542"/>
                  </a:lnTo>
                  <a:lnTo>
                    <a:pt x="1717805" y="62480"/>
                  </a:lnTo>
                  <a:lnTo>
                    <a:pt x="1719894" y="62480"/>
                  </a:lnTo>
                  <a:lnTo>
                    <a:pt x="1721983" y="62797"/>
                  </a:lnTo>
                  <a:lnTo>
                    <a:pt x="1724072" y="63115"/>
                  </a:lnTo>
                  <a:lnTo>
                    <a:pt x="1726161" y="63432"/>
                  </a:lnTo>
                  <a:lnTo>
                    <a:pt x="1728250" y="63750"/>
                  </a:lnTo>
                  <a:lnTo>
                    <a:pt x="1730339" y="64068"/>
                  </a:lnTo>
                  <a:lnTo>
                    <a:pt x="1732428" y="64385"/>
                  </a:lnTo>
                  <a:lnTo>
                    <a:pt x="1734517" y="64703"/>
                  </a:lnTo>
                  <a:lnTo>
                    <a:pt x="1736606" y="64926"/>
                  </a:lnTo>
                  <a:lnTo>
                    <a:pt x="1738695" y="65246"/>
                  </a:lnTo>
                  <a:lnTo>
                    <a:pt x="1740784" y="65606"/>
                  </a:lnTo>
                  <a:lnTo>
                    <a:pt x="1742873" y="66115"/>
                  </a:lnTo>
                  <a:lnTo>
                    <a:pt x="1744962" y="66623"/>
                  </a:lnTo>
                  <a:lnTo>
                    <a:pt x="1747052" y="67133"/>
                  </a:lnTo>
                  <a:lnTo>
                    <a:pt x="1749141" y="67493"/>
                  </a:lnTo>
                  <a:lnTo>
                    <a:pt x="1751230" y="67853"/>
                  </a:lnTo>
                  <a:lnTo>
                    <a:pt x="1753319" y="68014"/>
                  </a:lnTo>
                  <a:lnTo>
                    <a:pt x="1755408" y="68096"/>
                  </a:lnTo>
                  <a:lnTo>
                    <a:pt x="1757497" y="68199"/>
                  </a:lnTo>
                  <a:lnTo>
                    <a:pt x="1759586" y="68450"/>
                  </a:lnTo>
                  <a:lnTo>
                    <a:pt x="1761675" y="68701"/>
                  </a:lnTo>
                  <a:lnTo>
                    <a:pt x="1763764" y="69156"/>
                  </a:lnTo>
                  <a:lnTo>
                    <a:pt x="1765853" y="69610"/>
                  </a:lnTo>
                  <a:lnTo>
                    <a:pt x="1767942" y="70365"/>
                  </a:lnTo>
                  <a:lnTo>
                    <a:pt x="1770031" y="71024"/>
                  </a:lnTo>
                  <a:lnTo>
                    <a:pt x="1772120" y="71575"/>
                  </a:lnTo>
                  <a:lnTo>
                    <a:pt x="1774209" y="72126"/>
                  </a:lnTo>
                  <a:lnTo>
                    <a:pt x="1776298" y="72881"/>
                  </a:lnTo>
                  <a:lnTo>
                    <a:pt x="1778387" y="73637"/>
                  </a:lnTo>
                  <a:lnTo>
                    <a:pt x="1780476" y="74392"/>
                  </a:lnTo>
                  <a:lnTo>
                    <a:pt x="1782565" y="75147"/>
                  </a:lnTo>
                  <a:lnTo>
                    <a:pt x="1784654" y="75903"/>
                  </a:lnTo>
                  <a:lnTo>
                    <a:pt x="1786743" y="76740"/>
                  </a:lnTo>
                  <a:lnTo>
                    <a:pt x="1788832" y="77515"/>
                  </a:lnTo>
                  <a:lnTo>
                    <a:pt x="1790921" y="78086"/>
                  </a:lnTo>
                  <a:lnTo>
                    <a:pt x="1793010" y="78595"/>
                  </a:lnTo>
                  <a:lnTo>
                    <a:pt x="1795099" y="78955"/>
                  </a:lnTo>
                  <a:lnTo>
                    <a:pt x="1797188" y="79315"/>
                  </a:lnTo>
                  <a:lnTo>
                    <a:pt x="1799277" y="79476"/>
                  </a:lnTo>
                  <a:lnTo>
                    <a:pt x="1801366" y="79700"/>
                  </a:lnTo>
                  <a:lnTo>
                    <a:pt x="1803456" y="79923"/>
                  </a:lnTo>
                  <a:lnTo>
                    <a:pt x="1805545" y="80243"/>
                  </a:lnTo>
                  <a:lnTo>
                    <a:pt x="1807634" y="80384"/>
                  </a:lnTo>
                  <a:lnTo>
                    <a:pt x="1809723" y="80525"/>
                  </a:lnTo>
                  <a:lnTo>
                    <a:pt x="1811812" y="80666"/>
                  </a:lnTo>
                  <a:lnTo>
                    <a:pt x="1813901" y="80889"/>
                  </a:lnTo>
                  <a:lnTo>
                    <a:pt x="1815990" y="81030"/>
                  </a:lnTo>
                  <a:lnTo>
                    <a:pt x="1818079" y="81171"/>
                  </a:lnTo>
                  <a:lnTo>
                    <a:pt x="1820168" y="81313"/>
                  </a:lnTo>
                  <a:lnTo>
                    <a:pt x="1822257" y="81454"/>
                  </a:lnTo>
                  <a:lnTo>
                    <a:pt x="1824346" y="81595"/>
                  </a:lnTo>
                  <a:lnTo>
                    <a:pt x="1826435" y="81736"/>
                  </a:lnTo>
                  <a:lnTo>
                    <a:pt x="1828524" y="81654"/>
                  </a:lnTo>
                  <a:lnTo>
                    <a:pt x="1830613" y="81493"/>
                  </a:lnTo>
                  <a:lnTo>
                    <a:pt x="1832702" y="81332"/>
                  </a:lnTo>
                  <a:lnTo>
                    <a:pt x="1834791" y="81171"/>
                  </a:lnTo>
                  <a:lnTo>
                    <a:pt x="1836880" y="80948"/>
                  </a:lnTo>
                  <a:lnTo>
                    <a:pt x="1838969" y="80787"/>
                  </a:lnTo>
                  <a:lnTo>
                    <a:pt x="1841058" y="80626"/>
                  </a:lnTo>
                  <a:lnTo>
                    <a:pt x="1843147" y="80465"/>
                  </a:lnTo>
                  <a:lnTo>
                    <a:pt x="1845236" y="80145"/>
                  </a:lnTo>
                  <a:lnTo>
                    <a:pt x="1847325" y="79723"/>
                  </a:lnTo>
                  <a:lnTo>
                    <a:pt x="1849414" y="79151"/>
                  </a:lnTo>
                  <a:lnTo>
                    <a:pt x="1851503" y="78580"/>
                  </a:lnTo>
                  <a:lnTo>
                    <a:pt x="1853592" y="78009"/>
                  </a:lnTo>
                  <a:lnTo>
                    <a:pt x="1855681" y="77587"/>
                  </a:lnTo>
                  <a:lnTo>
                    <a:pt x="1857770" y="77164"/>
                  </a:lnTo>
                  <a:lnTo>
                    <a:pt x="1859859" y="76941"/>
                  </a:lnTo>
                  <a:lnTo>
                    <a:pt x="1861949" y="76718"/>
                  </a:lnTo>
                  <a:lnTo>
                    <a:pt x="1864038" y="76295"/>
                  </a:lnTo>
                  <a:lnTo>
                    <a:pt x="1866127" y="75724"/>
                  </a:lnTo>
                  <a:lnTo>
                    <a:pt x="1868216" y="75153"/>
                  </a:lnTo>
                  <a:lnTo>
                    <a:pt x="1870305" y="74379"/>
                  </a:lnTo>
                  <a:lnTo>
                    <a:pt x="1872394" y="73604"/>
                  </a:lnTo>
                  <a:lnTo>
                    <a:pt x="1874483" y="72626"/>
                  </a:lnTo>
                  <a:lnTo>
                    <a:pt x="1876572" y="71647"/>
                  </a:lnTo>
                  <a:lnTo>
                    <a:pt x="1878661" y="70872"/>
                  </a:lnTo>
                  <a:lnTo>
                    <a:pt x="1880750" y="70098"/>
                  </a:lnTo>
                  <a:lnTo>
                    <a:pt x="1882839" y="69119"/>
                  </a:lnTo>
                  <a:lnTo>
                    <a:pt x="1884928" y="68140"/>
                  </a:lnTo>
                  <a:lnTo>
                    <a:pt x="1887017" y="67224"/>
                  </a:lnTo>
                  <a:lnTo>
                    <a:pt x="1889106" y="66386"/>
                  </a:lnTo>
                  <a:lnTo>
                    <a:pt x="1891195" y="65549"/>
                  </a:lnTo>
                  <a:lnTo>
                    <a:pt x="1893284" y="64711"/>
                  </a:lnTo>
                  <a:lnTo>
                    <a:pt x="1895373" y="64160"/>
                  </a:lnTo>
                  <a:lnTo>
                    <a:pt x="1897462" y="63812"/>
                  </a:lnTo>
                  <a:lnTo>
                    <a:pt x="1899551" y="63464"/>
                  </a:lnTo>
                  <a:lnTo>
                    <a:pt x="1901640" y="63183"/>
                  </a:lnTo>
                  <a:lnTo>
                    <a:pt x="1903729" y="62902"/>
                  </a:lnTo>
                  <a:lnTo>
                    <a:pt x="1905818" y="62820"/>
                  </a:lnTo>
                  <a:lnTo>
                    <a:pt x="1907907" y="62737"/>
                  </a:lnTo>
                  <a:lnTo>
                    <a:pt x="1909996" y="62655"/>
                  </a:lnTo>
                  <a:lnTo>
                    <a:pt x="1912085" y="62476"/>
                  </a:lnTo>
                  <a:lnTo>
                    <a:pt x="1914174" y="62476"/>
                  </a:lnTo>
                  <a:lnTo>
                    <a:pt x="1916263" y="62476"/>
                  </a:lnTo>
                  <a:lnTo>
                    <a:pt x="1918353" y="62398"/>
                  </a:lnTo>
                  <a:lnTo>
                    <a:pt x="1920442" y="62236"/>
                  </a:lnTo>
                  <a:lnTo>
                    <a:pt x="1922531" y="62158"/>
                  </a:lnTo>
                  <a:lnTo>
                    <a:pt x="1924620" y="62079"/>
                  </a:lnTo>
                  <a:lnTo>
                    <a:pt x="1926709" y="61938"/>
                  </a:lnTo>
                  <a:lnTo>
                    <a:pt x="1928798" y="61797"/>
                  </a:lnTo>
                  <a:lnTo>
                    <a:pt x="1930887" y="61655"/>
                  </a:lnTo>
                  <a:lnTo>
                    <a:pt x="1932976" y="61514"/>
                  </a:lnTo>
                  <a:lnTo>
                    <a:pt x="1935065" y="61373"/>
                  </a:lnTo>
                  <a:lnTo>
                    <a:pt x="1937154" y="61373"/>
                  </a:lnTo>
                  <a:lnTo>
                    <a:pt x="1939243" y="61373"/>
                  </a:lnTo>
                  <a:lnTo>
                    <a:pt x="1941332" y="61452"/>
                  </a:lnTo>
                  <a:lnTo>
                    <a:pt x="1943421" y="61594"/>
                  </a:lnTo>
                  <a:lnTo>
                    <a:pt x="1945510" y="61672"/>
                  </a:lnTo>
                  <a:lnTo>
                    <a:pt x="1947599" y="61751"/>
                  </a:lnTo>
                  <a:lnTo>
                    <a:pt x="1949688" y="61830"/>
                  </a:lnTo>
                  <a:lnTo>
                    <a:pt x="1951777" y="61971"/>
                  </a:lnTo>
                  <a:lnTo>
                    <a:pt x="1953866" y="62113"/>
                  </a:lnTo>
                  <a:lnTo>
                    <a:pt x="1955955" y="62336"/>
                  </a:lnTo>
                  <a:lnTo>
                    <a:pt x="1958044" y="62559"/>
                  </a:lnTo>
                  <a:lnTo>
                    <a:pt x="1960133" y="62879"/>
                  </a:lnTo>
                  <a:lnTo>
                    <a:pt x="1962222" y="63199"/>
                  </a:lnTo>
                  <a:lnTo>
                    <a:pt x="1964311" y="63519"/>
                  </a:lnTo>
                  <a:lnTo>
                    <a:pt x="1966400" y="63839"/>
                  </a:lnTo>
                  <a:lnTo>
                    <a:pt x="1968489" y="64262"/>
                  </a:lnTo>
                  <a:lnTo>
                    <a:pt x="1970578" y="64833"/>
                  </a:lnTo>
                  <a:lnTo>
                    <a:pt x="1972667" y="65404"/>
                  </a:lnTo>
                  <a:lnTo>
                    <a:pt x="1974756" y="65975"/>
                  </a:lnTo>
                  <a:lnTo>
                    <a:pt x="1976846" y="66749"/>
                  </a:lnTo>
                  <a:lnTo>
                    <a:pt x="1978935" y="67524"/>
                  </a:lnTo>
                  <a:lnTo>
                    <a:pt x="1981024" y="68298"/>
                  </a:lnTo>
                  <a:lnTo>
                    <a:pt x="1983113" y="69072"/>
                  </a:lnTo>
                  <a:lnTo>
                    <a:pt x="1985202" y="69846"/>
                  </a:lnTo>
                  <a:lnTo>
                    <a:pt x="1987291" y="70621"/>
                  </a:lnTo>
                  <a:lnTo>
                    <a:pt x="1989380" y="71395"/>
                  </a:lnTo>
                  <a:lnTo>
                    <a:pt x="1991469" y="71966"/>
                  </a:lnTo>
                  <a:lnTo>
                    <a:pt x="1993558" y="72678"/>
                  </a:lnTo>
                  <a:lnTo>
                    <a:pt x="1995647" y="73311"/>
                  </a:lnTo>
                  <a:lnTo>
                    <a:pt x="1997736" y="73944"/>
                  </a:lnTo>
                  <a:lnTo>
                    <a:pt x="1999825" y="74375"/>
                  </a:lnTo>
                  <a:lnTo>
                    <a:pt x="2001914" y="74723"/>
                  </a:lnTo>
                  <a:lnTo>
                    <a:pt x="2004003" y="74922"/>
                  </a:lnTo>
                  <a:lnTo>
                    <a:pt x="2006092" y="75121"/>
                  </a:lnTo>
                  <a:lnTo>
                    <a:pt x="2008181" y="75203"/>
                  </a:lnTo>
                  <a:lnTo>
                    <a:pt x="2010270" y="75203"/>
                  </a:lnTo>
                  <a:lnTo>
                    <a:pt x="2012359" y="75203"/>
                  </a:lnTo>
                  <a:lnTo>
                    <a:pt x="2014448" y="75124"/>
                  </a:lnTo>
                  <a:lnTo>
                    <a:pt x="2016537" y="75045"/>
                  </a:lnTo>
                  <a:lnTo>
                    <a:pt x="2018626" y="74966"/>
                  </a:lnTo>
                  <a:lnTo>
                    <a:pt x="2020715" y="74887"/>
                  </a:lnTo>
                  <a:lnTo>
                    <a:pt x="2022804" y="74808"/>
                  </a:lnTo>
                  <a:lnTo>
                    <a:pt x="2024893" y="74746"/>
                  </a:lnTo>
                  <a:lnTo>
                    <a:pt x="2026982" y="74684"/>
                  </a:lnTo>
                  <a:lnTo>
                    <a:pt x="2029071" y="74527"/>
                  </a:lnTo>
                  <a:lnTo>
                    <a:pt x="2031160" y="74371"/>
                  </a:lnTo>
                  <a:lnTo>
                    <a:pt x="2033250" y="74371"/>
                  </a:lnTo>
                  <a:lnTo>
                    <a:pt x="2035339" y="74371"/>
                  </a:lnTo>
                  <a:lnTo>
                    <a:pt x="2037428" y="74371"/>
                  </a:lnTo>
                  <a:lnTo>
                    <a:pt x="2039517" y="74371"/>
                  </a:lnTo>
                  <a:lnTo>
                    <a:pt x="2041606" y="74371"/>
                  </a:lnTo>
                  <a:lnTo>
                    <a:pt x="2043695" y="74309"/>
                  </a:lnTo>
                  <a:lnTo>
                    <a:pt x="2045784" y="74247"/>
                  </a:lnTo>
                  <a:lnTo>
                    <a:pt x="2047873" y="74106"/>
                  </a:lnTo>
                  <a:lnTo>
                    <a:pt x="2049962" y="73965"/>
                  </a:lnTo>
                  <a:lnTo>
                    <a:pt x="2052051" y="73824"/>
                  </a:lnTo>
                  <a:lnTo>
                    <a:pt x="2054140" y="73745"/>
                  </a:lnTo>
                  <a:lnTo>
                    <a:pt x="2056229" y="73666"/>
                  </a:lnTo>
                  <a:lnTo>
                    <a:pt x="2058318" y="73587"/>
                  </a:lnTo>
                  <a:lnTo>
                    <a:pt x="2060407" y="73508"/>
                  </a:lnTo>
                  <a:lnTo>
                    <a:pt x="2062496" y="73347"/>
                  </a:lnTo>
                  <a:lnTo>
                    <a:pt x="2064585" y="73124"/>
                  </a:lnTo>
                  <a:lnTo>
                    <a:pt x="2066674" y="72804"/>
                  </a:lnTo>
                  <a:lnTo>
                    <a:pt x="2068763" y="72546"/>
                  </a:lnTo>
                  <a:lnTo>
                    <a:pt x="2070852" y="72288"/>
                  </a:lnTo>
                  <a:lnTo>
                    <a:pt x="2072941" y="72030"/>
                  </a:lnTo>
                  <a:lnTo>
                    <a:pt x="2075030" y="71670"/>
                  </a:lnTo>
                  <a:lnTo>
                    <a:pt x="2077119" y="71322"/>
                  </a:lnTo>
                  <a:lnTo>
                    <a:pt x="2079208" y="70974"/>
                  </a:lnTo>
                  <a:lnTo>
                    <a:pt x="2081297" y="70626"/>
                  </a:lnTo>
                  <a:lnTo>
                    <a:pt x="2083386" y="70075"/>
                  </a:lnTo>
                  <a:lnTo>
                    <a:pt x="2085475" y="69442"/>
                  </a:lnTo>
                  <a:lnTo>
                    <a:pt x="2087564" y="68809"/>
                  </a:lnTo>
                  <a:lnTo>
                    <a:pt x="2089653" y="68176"/>
                  </a:lnTo>
                  <a:lnTo>
                    <a:pt x="2091743" y="67542"/>
                  </a:lnTo>
                  <a:lnTo>
                    <a:pt x="2093832" y="66909"/>
                  </a:lnTo>
                  <a:lnTo>
                    <a:pt x="2095921" y="66358"/>
                  </a:lnTo>
                  <a:lnTo>
                    <a:pt x="2098010" y="66010"/>
                  </a:lnTo>
                  <a:lnTo>
                    <a:pt x="2100099" y="65377"/>
                  </a:lnTo>
                  <a:lnTo>
                    <a:pt x="2102188" y="64923"/>
                  </a:lnTo>
                  <a:lnTo>
                    <a:pt x="2104277" y="64469"/>
                  </a:lnTo>
                  <a:lnTo>
                    <a:pt x="2106366" y="64218"/>
                  </a:lnTo>
                  <a:lnTo>
                    <a:pt x="2108455" y="63787"/>
                  </a:lnTo>
                  <a:lnTo>
                    <a:pt x="2110544" y="63506"/>
                  </a:lnTo>
                  <a:lnTo>
                    <a:pt x="2112633" y="63307"/>
                  </a:lnTo>
                  <a:lnTo>
                    <a:pt x="2114722" y="63307"/>
                  </a:lnTo>
                  <a:lnTo>
                    <a:pt x="2116811" y="63588"/>
                  </a:lnTo>
                  <a:lnTo>
                    <a:pt x="2118900" y="64018"/>
                  </a:lnTo>
                  <a:lnTo>
                    <a:pt x="2120989" y="64527"/>
                  </a:lnTo>
                  <a:lnTo>
                    <a:pt x="2123078" y="65036"/>
                  </a:lnTo>
                  <a:lnTo>
                    <a:pt x="2125167" y="65545"/>
                  </a:lnTo>
                  <a:lnTo>
                    <a:pt x="2127256" y="66054"/>
                  </a:lnTo>
                  <a:lnTo>
                    <a:pt x="2129345" y="66563"/>
                  </a:lnTo>
                  <a:lnTo>
                    <a:pt x="2131434" y="67134"/>
                  </a:lnTo>
                  <a:lnTo>
                    <a:pt x="2133523" y="67557"/>
                  </a:lnTo>
                  <a:lnTo>
                    <a:pt x="2135612" y="68073"/>
                  </a:lnTo>
                  <a:lnTo>
                    <a:pt x="2137701" y="68590"/>
                  </a:lnTo>
                  <a:lnTo>
                    <a:pt x="2139790" y="69012"/>
                  </a:lnTo>
                  <a:lnTo>
                    <a:pt x="2141879" y="69435"/>
                  </a:lnTo>
                  <a:lnTo>
                    <a:pt x="2143968" y="67561"/>
                  </a:lnTo>
                  <a:lnTo>
                    <a:pt x="2146057" y="65461"/>
                  </a:lnTo>
                  <a:lnTo>
                    <a:pt x="2148147" y="63183"/>
                  </a:lnTo>
                  <a:lnTo>
                    <a:pt x="2150236" y="60905"/>
                  </a:lnTo>
                  <a:lnTo>
                    <a:pt x="2152325" y="58626"/>
                  </a:lnTo>
                  <a:lnTo>
                    <a:pt x="2154414" y="56348"/>
                  </a:lnTo>
                  <a:lnTo>
                    <a:pt x="2156503" y="54069"/>
                  </a:lnTo>
                  <a:lnTo>
                    <a:pt x="2158592" y="51791"/>
                  </a:lnTo>
                  <a:lnTo>
                    <a:pt x="2160681" y="49532"/>
                  </a:lnTo>
                  <a:lnTo>
                    <a:pt x="2162770" y="45695"/>
                  </a:lnTo>
                  <a:lnTo>
                    <a:pt x="2164859" y="41259"/>
                  </a:lnTo>
                  <a:lnTo>
                    <a:pt x="2166948" y="36822"/>
                  </a:lnTo>
                  <a:lnTo>
                    <a:pt x="2169037" y="32386"/>
                  </a:lnTo>
                  <a:lnTo>
                    <a:pt x="2171126" y="28011"/>
                  </a:lnTo>
                  <a:lnTo>
                    <a:pt x="2173215" y="23719"/>
                  </a:lnTo>
                  <a:lnTo>
                    <a:pt x="2175304" y="21238"/>
                  </a:lnTo>
                  <a:lnTo>
                    <a:pt x="2177393" y="19076"/>
                  </a:lnTo>
                  <a:lnTo>
                    <a:pt x="2179482" y="17017"/>
                  </a:lnTo>
                  <a:lnTo>
                    <a:pt x="2181571" y="14855"/>
                  </a:lnTo>
                  <a:lnTo>
                    <a:pt x="2183660" y="12634"/>
                  </a:lnTo>
                  <a:lnTo>
                    <a:pt x="2185749" y="10563"/>
                  </a:lnTo>
                  <a:lnTo>
                    <a:pt x="2187838" y="8694"/>
                  </a:lnTo>
                  <a:lnTo>
                    <a:pt x="2189927" y="7030"/>
                  </a:lnTo>
                  <a:lnTo>
                    <a:pt x="2192016" y="5895"/>
                  </a:lnTo>
                  <a:lnTo>
                    <a:pt x="2194105" y="6414"/>
                  </a:lnTo>
                  <a:lnTo>
                    <a:pt x="2196194" y="8313"/>
                  </a:lnTo>
                  <a:lnTo>
                    <a:pt x="2198283" y="10558"/>
                  </a:lnTo>
                  <a:lnTo>
                    <a:pt x="2200372" y="13260"/>
                  </a:lnTo>
                  <a:lnTo>
                    <a:pt x="2202461" y="16373"/>
                  </a:lnTo>
                  <a:lnTo>
                    <a:pt x="2204550" y="20046"/>
                  </a:lnTo>
                  <a:lnTo>
                    <a:pt x="2206640" y="23802"/>
                  </a:lnTo>
                  <a:lnTo>
                    <a:pt x="2208729" y="27992"/>
                  </a:lnTo>
                  <a:lnTo>
                    <a:pt x="2210818" y="32181"/>
                  </a:lnTo>
                  <a:lnTo>
                    <a:pt x="2212907" y="37143"/>
                  </a:lnTo>
                  <a:lnTo>
                    <a:pt x="2214996" y="43146"/>
                  </a:lnTo>
                  <a:lnTo>
                    <a:pt x="2217085" y="49148"/>
                  </a:lnTo>
                  <a:lnTo>
                    <a:pt x="2219174" y="55068"/>
                  </a:lnTo>
                  <a:lnTo>
                    <a:pt x="2221263" y="61621"/>
                  </a:lnTo>
                  <a:lnTo>
                    <a:pt x="2223352" y="68949"/>
                  </a:lnTo>
                  <a:lnTo>
                    <a:pt x="2225441" y="76128"/>
                  </a:lnTo>
                  <a:lnTo>
                    <a:pt x="2227530" y="83307"/>
                  </a:lnTo>
                  <a:lnTo>
                    <a:pt x="2229619" y="90486"/>
                  </a:lnTo>
                  <a:lnTo>
                    <a:pt x="2231708" y="97666"/>
                  </a:lnTo>
                  <a:lnTo>
                    <a:pt x="2233797" y="104845"/>
                  </a:lnTo>
                  <a:lnTo>
                    <a:pt x="2235886" y="112024"/>
                  </a:lnTo>
                  <a:lnTo>
                    <a:pt x="2237975" y="119203"/>
                  </a:lnTo>
                  <a:lnTo>
                    <a:pt x="2240064" y="126531"/>
                  </a:lnTo>
                  <a:lnTo>
                    <a:pt x="2242153" y="133859"/>
                  </a:lnTo>
                  <a:lnTo>
                    <a:pt x="2244242" y="141187"/>
                  </a:lnTo>
                  <a:lnTo>
                    <a:pt x="2246331" y="147540"/>
                  </a:lnTo>
                  <a:lnTo>
                    <a:pt x="2248420" y="153893"/>
                  </a:lnTo>
                  <a:lnTo>
                    <a:pt x="2250509" y="162542"/>
                  </a:lnTo>
                  <a:lnTo>
                    <a:pt x="2252598" y="170785"/>
                  </a:lnTo>
                  <a:lnTo>
                    <a:pt x="2252656" y="17099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113758" y="5682406"/>
              <a:ext cx="123301" cy="77996"/>
            </a:xfrm>
            <a:custGeom>
              <a:avLst/>
              <a:pathLst>
                <a:path w="123301" h="77996">
                  <a:moveTo>
                    <a:pt x="0" y="77996"/>
                  </a:moveTo>
                  <a:lnTo>
                    <a:pt x="1799" y="71682"/>
                  </a:lnTo>
                  <a:lnTo>
                    <a:pt x="3888" y="64706"/>
                  </a:lnTo>
                  <a:lnTo>
                    <a:pt x="5977" y="57934"/>
                  </a:lnTo>
                  <a:lnTo>
                    <a:pt x="8066" y="51163"/>
                  </a:lnTo>
                  <a:lnTo>
                    <a:pt x="10155" y="44391"/>
                  </a:lnTo>
                  <a:lnTo>
                    <a:pt x="12244" y="37801"/>
                  </a:lnTo>
                  <a:lnTo>
                    <a:pt x="14333" y="32186"/>
                  </a:lnTo>
                  <a:lnTo>
                    <a:pt x="16423" y="26389"/>
                  </a:lnTo>
                  <a:lnTo>
                    <a:pt x="18512" y="20774"/>
                  </a:lnTo>
                  <a:lnTo>
                    <a:pt x="20601" y="15790"/>
                  </a:lnTo>
                  <a:lnTo>
                    <a:pt x="22690" y="11935"/>
                  </a:lnTo>
                  <a:lnTo>
                    <a:pt x="24779" y="9464"/>
                  </a:lnTo>
                  <a:lnTo>
                    <a:pt x="26868" y="6993"/>
                  </a:lnTo>
                  <a:lnTo>
                    <a:pt x="28957" y="5081"/>
                  </a:lnTo>
                  <a:lnTo>
                    <a:pt x="31046" y="3664"/>
                  </a:lnTo>
                  <a:lnTo>
                    <a:pt x="33135" y="2247"/>
                  </a:lnTo>
                  <a:lnTo>
                    <a:pt x="35224" y="1021"/>
                  </a:lnTo>
                  <a:lnTo>
                    <a:pt x="37313" y="447"/>
                  </a:lnTo>
                  <a:lnTo>
                    <a:pt x="39402" y="0"/>
                  </a:lnTo>
                  <a:lnTo>
                    <a:pt x="41491" y="0"/>
                  </a:lnTo>
                  <a:lnTo>
                    <a:pt x="43580" y="181"/>
                  </a:lnTo>
                  <a:lnTo>
                    <a:pt x="45669" y="567"/>
                  </a:lnTo>
                  <a:lnTo>
                    <a:pt x="47758" y="1156"/>
                  </a:lnTo>
                  <a:lnTo>
                    <a:pt x="49847" y="1563"/>
                  </a:lnTo>
                  <a:lnTo>
                    <a:pt x="51936" y="1971"/>
                  </a:lnTo>
                  <a:lnTo>
                    <a:pt x="54025" y="2174"/>
                  </a:lnTo>
                  <a:lnTo>
                    <a:pt x="56114" y="2730"/>
                  </a:lnTo>
                  <a:lnTo>
                    <a:pt x="58203" y="2933"/>
                  </a:lnTo>
                  <a:lnTo>
                    <a:pt x="60292" y="3341"/>
                  </a:lnTo>
                  <a:lnTo>
                    <a:pt x="62381" y="3930"/>
                  </a:lnTo>
                  <a:lnTo>
                    <a:pt x="64470" y="5214"/>
                  </a:lnTo>
                  <a:lnTo>
                    <a:pt x="66559" y="6417"/>
                  </a:lnTo>
                  <a:lnTo>
                    <a:pt x="68648" y="7619"/>
                  </a:lnTo>
                  <a:lnTo>
                    <a:pt x="70737" y="8724"/>
                  </a:lnTo>
                  <a:lnTo>
                    <a:pt x="72827" y="9927"/>
                  </a:lnTo>
                  <a:lnTo>
                    <a:pt x="74916" y="11438"/>
                  </a:lnTo>
                  <a:lnTo>
                    <a:pt x="77005" y="12949"/>
                  </a:lnTo>
                  <a:lnTo>
                    <a:pt x="79094" y="15112"/>
                  </a:lnTo>
                  <a:lnTo>
                    <a:pt x="81183" y="17731"/>
                  </a:lnTo>
                  <a:lnTo>
                    <a:pt x="83272" y="20749"/>
                  </a:lnTo>
                  <a:lnTo>
                    <a:pt x="85361" y="24325"/>
                  </a:lnTo>
                  <a:lnTo>
                    <a:pt x="87450" y="27998"/>
                  </a:lnTo>
                  <a:lnTo>
                    <a:pt x="89539" y="31754"/>
                  </a:lnTo>
                  <a:lnTo>
                    <a:pt x="91628" y="35330"/>
                  </a:lnTo>
                  <a:lnTo>
                    <a:pt x="93717" y="38906"/>
                  </a:lnTo>
                  <a:lnTo>
                    <a:pt x="95806" y="42483"/>
                  </a:lnTo>
                  <a:lnTo>
                    <a:pt x="97895" y="46059"/>
                  </a:lnTo>
                  <a:lnTo>
                    <a:pt x="99984" y="49636"/>
                  </a:lnTo>
                  <a:lnTo>
                    <a:pt x="102073" y="53309"/>
                  </a:lnTo>
                  <a:lnTo>
                    <a:pt x="104162" y="56885"/>
                  </a:lnTo>
                  <a:lnTo>
                    <a:pt x="106251" y="60360"/>
                  </a:lnTo>
                  <a:lnTo>
                    <a:pt x="108340" y="63834"/>
                  </a:lnTo>
                  <a:lnTo>
                    <a:pt x="110429" y="66956"/>
                  </a:lnTo>
                  <a:lnTo>
                    <a:pt x="112518" y="69314"/>
                  </a:lnTo>
                  <a:lnTo>
                    <a:pt x="114607" y="71672"/>
                  </a:lnTo>
                  <a:lnTo>
                    <a:pt x="116696" y="73537"/>
                  </a:lnTo>
                  <a:lnTo>
                    <a:pt x="118785" y="75219"/>
                  </a:lnTo>
                  <a:lnTo>
                    <a:pt x="120874" y="76446"/>
                  </a:lnTo>
                  <a:lnTo>
                    <a:pt x="122963" y="77853"/>
                  </a:lnTo>
                  <a:lnTo>
                    <a:pt x="123301" y="7799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7411867" y="5690101"/>
              <a:ext cx="94447" cy="70301"/>
            </a:xfrm>
            <a:custGeom>
              <a:avLst/>
              <a:pathLst>
                <a:path w="94447" h="70301">
                  <a:moveTo>
                    <a:pt x="0" y="70301"/>
                  </a:moveTo>
                  <a:lnTo>
                    <a:pt x="334" y="68970"/>
                  </a:lnTo>
                  <a:lnTo>
                    <a:pt x="2423" y="60661"/>
                  </a:lnTo>
                  <a:lnTo>
                    <a:pt x="4512" y="53052"/>
                  </a:lnTo>
                  <a:lnTo>
                    <a:pt x="6601" y="46417"/>
                  </a:lnTo>
                  <a:lnTo>
                    <a:pt x="8690" y="39865"/>
                  </a:lnTo>
                  <a:lnTo>
                    <a:pt x="10779" y="34904"/>
                  </a:lnTo>
                  <a:lnTo>
                    <a:pt x="12868" y="29942"/>
                  </a:lnTo>
                  <a:lnTo>
                    <a:pt x="14957" y="26003"/>
                  </a:lnTo>
                  <a:lnTo>
                    <a:pt x="17046" y="22065"/>
                  </a:lnTo>
                  <a:lnTo>
                    <a:pt x="19135" y="19706"/>
                  </a:lnTo>
                  <a:lnTo>
                    <a:pt x="21224" y="17348"/>
                  </a:lnTo>
                  <a:lnTo>
                    <a:pt x="23313" y="14989"/>
                  </a:lnTo>
                  <a:lnTo>
                    <a:pt x="25402" y="12631"/>
                  </a:lnTo>
                  <a:lnTo>
                    <a:pt x="27491" y="10273"/>
                  </a:lnTo>
                  <a:lnTo>
                    <a:pt x="29581" y="8361"/>
                  </a:lnTo>
                  <a:lnTo>
                    <a:pt x="31670" y="6450"/>
                  </a:lnTo>
                  <a:lnTo>
                    <a:pt x="33759" y="5152"/>
                  </a:lnTo>
                  <a:lnTo>
                    <a:pt x="35848" y="4202"/>
                  </a:lnTo>
                  <a:lnTo>
                    <a:pt x="37937" y="3251"/>
                  </a:lnTo>
                  <a:lnTo>
                    <a:pt x="40026" y="1953"/>
                  </a:lnTo>
                  <a:lnTo>
                    <a:pt x="42115" y="1150"/>
                  </a:lnTo>
                  <a:lnTo>
                    <a:pt x="44204" y="346"/>
                  </a:lnTo>
                  <a:lnTo>
                    <a:pt x="46293" y="0"/>
                  </a:lnTo>
                  <a:lnTo>
                    <a:pt x="48382" y="0"/>
                  </a:lnTo>
                  <a:lnTo>
                    <a:pt x="50471" y="0"/>
                  </a:lnTo>
                  <a:lnTo>
                    <a:pt x="52560" y="613"/>
                  </a:lnTo>
                  <a:lnTo>
                    <a:pt x="54649" y="1227"/>
                  </a:lnTo>
                  <a:lnTo>
                    <a:pt x="56738" y="2453"/>
                  </a:lnTo>
                  <a:lnTo>
                    <a:pt x="58827" y="3861"/>
                  </a:lnTo>
                  <a:lnTo>
                    <a:pt x="60916" y="5676"/>
                  </a:lnTo>
                  <a:lnTo>
                    <a:pt x="63005" y="7948"/>
                  </a:lnTo>
                  <a:lnTo>
                    <a:pt x="65094" y="10014"/>
                  </a:lnTo>
                  <a:lnTo>
                    <a:pt x="67183" y="12177"/>
                  </a:lnTo>
                  <a:lnTo>
                    <a:pt x="69272" y="14700"/>
                  </a:lnTo>
                  <a:lnTo>
                    <a:pt x="71361" y="17120"/>
                  </a:lnTo>
                  <a:lnTo>
                    <a:pt x="73450" y="20137"/>
                  </a:lnTo>
                  <a:lnTo>
                    <a:pt x="75539" y="23155"/>
                  </a:lnTo>
                  <a:lnTo>
                    <a:pt x="77628" y="26731"/>
                  </a:lnTo>
                  <a:lnTo>
                    <a:pt x="79717" y="30819"/>
                  </a:lnTo>
                  <a:lnTo>
                    <a:pt x="81806" y="35678"/>
                  </a:lnTo>
                  <a:lnTo>
                    <a:pt x="83895" y="41399"/>
                  </a:lnTo>
                  <a:lnTo>
                    <a:pt x="85985" y="47121"/>
                  </a:lnTo>
                  <a:lnTo>
                    <a:pt x="88074" y="52693"/>
                  </a:lnTo>
                  <a:lnTo>
                    <a:pt x="90163" y="59148"/>
                  </a:lnTo>
                  <a:lnTo>
                    <a:pt x="92252" y="65604"/>
                  </a:lnTo>
                  <a:lnTo>
                    <a:pt x="94341" y="70095"/>
                  </a:lnTo>
                  <a:lnTo>
                    <a:pt x="94447" y="7030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7533140" y="5697861"/>
              <a:ext cx="113308" cy="62541"/>
            </a:xfrm>
            <a:custGeom>
              <a:avLst/>
              <a:pathLst>
                <a:path w="113308" h="62541">
                  <a:moveTo>
                    <a:pt x="0" y="62541"/>
                  </a:moveTo>
                  <a:lnTo>
                    <a:pt x="225" y="62214"/>
                  </a:lnTo>
                  <a:lnTo>
                    <a:pt x="2314" y="58615"/>
                  </a:lnTo>
                  <a:lnTo>
                    <a:pt x="4403" y="55576"/>
                  </a:lnTo>
                  <a:lnTo>
                    <a:pt x="6492" y="52469"/>
                  </a:lnTo>
                  <a:lnTo>
                    <a:pt x="8581" y="49658"/>
                  </a:lnTo>
                  <a:lnTo>
                    <a:pt x="10670" y="49706"/>
                  </a:lnTo>
                  <a:lnTo>
                    <a:pt x="12759" y="50766"/>
                  </a:lnTo>
                  <a:lnTo>
                    <a:pt x="14848" y="51075"/>
                  </a:lnTo>
                  <a:lnTo>
                    <a:pt x="16937" y="49190"/>
                  </a:lnTo>
                  <a:lnTo>
                    <a:pt x="19026" y="45891"/>
                  </a:lnTo>
                  <a:lnTo>
                    <a:pt x="21115" y="42064"/>
                  </a:lnTo>
                  <a:lnTo>
                    <a:pt x="23204" y="38237"/>
                  </a:lnTo>
                  <a:lnTo>
                    <a:pt x="25293" y="34756"/>
                  </a:lnTo>
                  <a:lnTo>
                    <a:pt x="27382" y="31276"/>
                  </a:lnTo>
                  <a:lnTo>
                    <a:pt x="29471" y="27977"/>
                  </a:lnTo>
                  <a:lnTo>
                    <a:pt x="31560" y="24497"/>
                  </a:lnTo>
                  <a:lnTo>
                    <a:pt x="33649" y="21463"/>
                  </a:lnTo>
                  <a:lnTo>
                    <a:pt x="35738" y="18735"/>
                  </a:lnTo>
                  <a:lnTo>
                    <a:pt x="37827" y="15702"/>
                  </a:lnTo>
                  <a:lnTo>
                    <a:pt x="39917" y="12668"/>
                  </a:lnTo>
                  <a:lnTo>
                    <a:pt x="42006" y="9597"/>
                  </a:lnTo>
                  <a:lnTo>
                    <a:pt x="44095" y="6830"/>
                  </a:lnTo>
                  <a:lnTo>
                    <a:pt x="46184" y="4411"/>
                  </a:lnTo>
                  <a:lnTo>
                    <a:pt x="48273" y="3695"/>
                  </a:lnTo>
                  <a:lnTo>
                    <a:pt x="50362" y="4151"/>
                  </a:lnTo>
                  <a:lnTo>
                    <a:pt x="52451" y="4607"/>
                  </a:lnTo>
                  <a:lnTo>
                    <a:pt x="54540" y="5102"/>
                  </a:lnTo>
                  <a:lnTo>
                    <a:pt x="56629" y="6155"/>
                  </a:lnTo>
                  <a:lnTo>
                    <a:pt x="58718" y="6715"/>
                  </a:lnTo>
                  <a:lnTo>
                    <a:pt x="60807" y="7274"/>
                  </a:lnTo>
                  <a:lnTo>
                    <a:pt x="62896" y="7888"/>
                  </a:lnTo>
                  <a:lnTo>
                    <a:pt x="64985" y="7888"/>
                  </a:lnTo>
                  <a:lnTo>
                    <a:pt x="67074" y="7116"/>
                  </a:lnTo>
                  <a:lnTo>
                    <a:pt x="69163" y="5483"/>
                  </a:lnTo>
                  <a:lnTo>
                    <a:pt x="71252" y="3850"/>
                  </a:lnTo>
                  <a:lnTo>
                    <a:pt x="73341" y="2987"/>
                  </a:lnTo>
                  <a:lnTo>
                    <a:pt x="75430" y="1493"/>
                  </a:lnTo>
                  <a:lnTo>
                    <a:pt x="77519" y="0"/>
                  </a:lnTo>
                  <a:lnTo>
                    <a:pt x="79608" y="470"/>
                  </a:lnTo>
                  <a:lnTo>
                    <a:pt x="81697" y="2257"/>
                  </a:lnTo>
                  <a:lnTo>
                    <a:pt x="83786" y="3122"/>
                  </a:lnTo>
                  <a:lnTo>
                    <a:pt x="85875" y="6353"/>
                  </a:lnTo>
                  <a:lnTo>
                    <a:pt x="87964" y="10297"/>
                  </a:lnTo>
                  <a:lnTo>
                    <a:pt x="90053" y="14242"/>
                  </a:lnTo>
                  <a:lnTo>
                    <a:pt x="92142" y="16999"/>
                  </a:lnTo>
                  <a:lnTo>
                    <a:pt x="94231" y="18848"/>
                  </a:lnTo>
                  <a:lnTo>
                    <a:pt x="96320" y="21328"/>
                  </a:lnTo>
                  <a:lnTo>
                    <a:pt x="98410" y="23809"/>
                  </a:lnTo>
                  <a:lnTo>
                    <a:pt x="100499" y="27152"/>
                  </a:lnTo>
                  <a:lnTo>
                    <a:pt x="102588" y="32241"/>
                  </a:lnTo>
                  <a:lnTo>
                    <a:pt x="104677" y="37330"/>
                  </a:lnTo>
                  <a:lnTo>
                    <a:pt x="106766" y="43033"/>
                  </a:lnTo>
                  <a:lnTo>
                    <a:pt x="108855" y="49295"/>
                  </a:lnTo>
                  <a:lnTo>
                    <a:pt x="110944" y="55372"/>
                  </a:lnTo>
                  <a:lnTo>
                    <a:pt x="113033" y="61518"/>
                  </a:lnTo>
                  <a:lnTo>
                    <a:pt x="113308" y="6254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600502" y="5760402"/>
              <a:ext cx="6267109" cy="0"/>
            </a:xfrm>
            <a:custGeom>
              <a:avLst/>
              <a:pathLst>
                <a:path w="6267109" h="0">
                  <a:moveTo>
                    <a:pt x="0" y="0"/>
                  </a:moveTo>
                  <a:lnTo>
                    <a:pt x="626710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600502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264502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68953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73405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778575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682309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867611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1212656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75950000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25717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75960000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330169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75970000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34621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75980000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390729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75990000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435247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76000000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7479765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76010000</a:t>
              </a:r>
            </a:p>
          </p:txBody>
        </p:sp>
        <p:sp>
          <p:nvSpPr>
            <p:cNvPr id="54" name="pl53"/>
            <p:cNvSpPr/>
            <p:nvPr/>
          </p:nvSpPr>
          <p:spPr>
            <a:xfrm>
              <a:off x="1188720" y="4252898"/>
              <a:ext cx="0" cy="1387168"/>
            </a:xfrm>
            <a:custGeom>
              <a:avLst/>
              <a:pathLst>
                <a:path w="0" h="1387168">
                  <a:moveTo>
                    <a:pt x="0" y="138716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097280" y="564006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1097280" y="536263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097280" y="508520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97280" y="480776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97280" y="453033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97280" y="42528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 rot="-5400000">
              <a:off x="790447" y="558243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62" name="tx61"/>
            <p:cNvSpPr/>
            <p:nvPr/>
          </p:nvSpPr>
          <p:spPr>
            <a:xfrm rot="-5400000">
              <a:off x="790447" y="502756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63" name="tx62"/>
            <p:cNvSpPr/>
            <p:nvPr/>
          </p:nvSpPr>
          <p:spPr>
            <a:xfrm rot="-5400000">
              <a:off x="790447" y="447269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64" name="pg63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4"/>
            <p:cNvSpPr/>
            <p:nvPr/>
          </p:nvSpPr>
          <p:spPr>
            <a:xfrm>
              <a:off x="3755022" y="3826542"/>
              <a:ext cx="163395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e75_emeso_cnt_n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1439333" y="5564464"/>
              <a:ext cx="6207115" cy="195938"/>
            </a:xfrm>
            <a:custGeom>
              <a:avLst/>
              <a:pathLst>
                <a:path w="6207115" h="195938">
                  <a:moveTo>
                    <a:pt x="0" y="128478"/>
                  </a:moveTo>
                  <a:lnTo>
                    <a:pt x="313" y="128682"/>
                  </a:lnTo>
                  <a:lnTo>
                    <a:pt x="2402" y="128682"/>
                  </a:lnTo>
                  <a:lnTo>
                    <a:pt x="4491" y="129068"/>
                  </a:lnTo>
                  <a:lnTo>
                    <a:pt x="6580" y="128886"/>
                  </a:lnTo>
                  <a:lnTo>
                    <a:pt x="8669" y="128705"/>
                  </a:lnTo>
                  <a:lnTo>
                    <a:pt x="10758" y="128500"/>
                  </a:lnTo>
                  <a:lnTo>
                    <a:pt x="12847" y="128114"/>
                  </a:lnTo>
                  <a:lnTo>
                    <a:pt x="14936" y="127729"/>
                  </a:lnTo>
                  <a:lnTo>
                    <a:pt x="17025" y="127321"/>
                  </a:lnTo>
                  <a:lnTo>
                    <a:pt x="19114" y="126935"/>
                  </a:lnTo>
                  <a:lnTo>
                    <a:pt x="21203" y="126346"/>
                  </a:lnTo>
                  <a:lnTo>
                    <a:pt x="23292" y="125492"/>
                  </a:lnTo>
                  <a:lnTo>
                    <a:pt x="25381" y="124386"/>
                  </a:lnTo>
                  <a:lnTo>
                    <a:pt x="27470" y="123184"/>
                  </a:lnTo>
                  <a:lnTo>
                    <a:pt x="29559" y="121820"/>
                  </a:lnTo>
                  <a:lnTo>
                    <a:pt x="31648" y="120457"/>
                  </a:lnTo>
                  <a:lnTo>
                    <a:pt x="33737" y="119359"/>
                  </a:lnTo>
                  <a:lnTo>
                    <a:pt x="35826" y="118380"/>
                  </a:lnTo>
                  <a:lnTo>
                    <a:pt x="37916" y="117606"/>
                  </a:lnTo>
                  <a:lnTo>
                    <a:pt x="40005" y="116627"/>
                  </a:lnTo>
                  <a:lnTo>
                    <a:pt x="42094" y="115649"/>
                  </a:lnTo>
                  <a:lnTo>
                    <a:pt x="44183" y="114874"/>
                  </a:lnTo>
                  <a:lnTo>
                    <a:pt x="46272" y="113958"/>
                  </a:lnTo>
                  <a:lnTo>
                    <a:pt x="48361" y="112860"/>
                  </a:lnTo>
                  <a:lnTo>
                    <a:pt x="50450" y="111881"/>
                  </a:lnTo>
                  <a:lnTo>
                    <a:pt x="52539" y="110902"/>
                  </a:lnTo>
                  <a:lnTo>
                    <a:pt x="54628" y="110332"/>
                  </a:lnTo>
                  <a:lnTo>
                    <a:pt x="56717" y="109760"/>
                  </a:lnTo>
                  <a:lnTo>
                    <a:pt x="58806" y="109252"/>
                  </a:lnTo>
                  <a:lnTo>
                    <a:pt x="60895" y="108743"/>
                  </a:lnTo>
                  <a:lnTo>
                    <a:pt x="62984" y="108395"/>
                  </a:lnTo>
                  <a:lnTo>
                    <a:pt x="65073" y="107941"/>
                  </a:lnTo>
                  <a:lnTo>
                    <a:pt x="67162" y="107486"/>
                  </a:lnTo>
                  <a:lnTo>
                    <a:pt x="69251" y="107235"/>
                  </a:lnTo>
                  <a:lnTo>
                    <a:pt x="71340" y="106984"/>
                  </a:lnTo>
                  <a:lnTo>
                    <a:pt x="73429" y="106733"/>
                  </a:lnTo>
                  <a:lnTo>
                    <a:pt x="75518" y="106279"/>
                  </a:lnTo>
                  <a:lnTo>
                    <a:pt x="77607" y="106279"/>
                  </a:lnTo>
                  <a:lnTo>
                    <a:pt x="79696" y="106427"/>
                  </a:lnTo>
                  <a:lnTo>
                    <a:pt x="81785" y="106427"/>
                  </a:lnTo>
                  <a:lnTo>
                    <a:pt x="83874" y="106630"/>
                  </a:lnTo>
                  <a:lnTo>
                    <a:pt x="85963" y="106630"/>
                  </a:lnTo>
                  <a:lnTo>
                    <a:pt x="88052" y="106630"/>
                  </a:lnTo>
                  <a:lnTo>
                    <a:pt x="90141" y="106833"/>
                  </a:lnTo>
                  <a:lnTo>
                    <a:pt x="92230" y="106833"/>
                  </a:lnTo>
                  <a:lnTo>
                    <a:pt x="94319" y="106833"/>
                  </a:lnTo>
                  <a:lnTo>
                    <a:pt x="96409" y="107036"/>
                  </a:lnTo>
                  <a:lnTo>
                    <a:pt x="98498" y="107444"/>
                  </a:lnTo>
                  <a:lnTo>
                    <a:pt x="100587" y="107443"/>
                  </a:lnTo>
                  <a:lnTo>
                    <a:pt x="102676" y="107625"/>
                  </a:lnTo>
                  <a:lnTo>
                    <a:pt x="104765" y="107625"/>
                  </a:lnTo>
                  <a:lnTo>
                    <a:pt x="106854" y="108072"/>
                  </a:lnTo>
                  <a:lnTo>
                    <a:pt x="108943" y="108254"/>
                  </a:lnTo>
                  <a:lnTo>
                    <a:pt x="111032" y="108254"/>
                  </a:lnTo>
                  <a:lnTo>
                    <a:pt x="113121" y="108435"/>
                  </a:lnTo>
                  <a:lnTo>
                    <a:pt x="115210" y="108435"/>
                  </a:lnTo>
                  <a:lnTo>
                    <a:pt x="117299" y="108639"/>
                  </a:lnTo>
                  <a:lnTo>
                    <a:pt x="119388" y="108844"/>
                  </a:lnTo>
                  <a:lnTo>
                    <a:pt x="121477" y="109229"/>
                  </a:lnTo>
                  <a:lnTo>
                    <a:pt x="123566" y="109819"/>
                  </a:lnTo>
                  <a:lnTo>
                    <a:pt x="125655" y="108472"/>
                  </a:lnTo>
                  <a:lnTo>
                    <a:pt x="127744" y="106642"/>
                  </a:lnTo>
                  <a:lnTo>
                    <a:pt x="129833" y="104629"/>
                  </a:lnTo>
                  <a:lnTo>
                    <a:pt x="131922" y="102664"/>
                  </a:lnTo>
                  <a:lnTo>
                    <a:pt x="134011" y="100796"/>
                  </a:lnTo>
                  <a:lnTo>
                    <a:pt x="136100" y="99089"/>
                  </a:lnTo>
                  <a:lnTo>
                    <a:pt x="138189" y="97381"/>
                  </a:lnTo>
                  <a:lnTo>
                    <a:pt x="140278" y="95674"/>
                  </a:lnTo>
                  <a:lnTo>
                    <a:pt x="142367" y="93826"/>
                  </a:lnTo>
                  <a:lnTo>
                    <a:pt x="144456" y="91977"/>
                  </a:lnTo>
                  <a:lnTo>
                    <a:pt x="146545" y="90129"/>
                  </a:lnTo>
                  <a:lnTo>
                    <a:pt x="148634" y="88484"/>
                  </a:lnTo>
                  <a:lnTo>
                    <a:pt x="150723" y="87043"/>
                  </a:lnTo>
                  <a:lnTo>
                    <a:pt x="152813" y="85336"/>
                  </a:lnTo>
                  <a:lnTo>
                    <a:pt x="154902" y="83425"/>
                  </a:lnTo>
                  <a:lnTo>
                    <a:pt x="156991" y="83230"/>
                  </a:lnTo>
                  <a:lnTo>
                    <a:pt x="159080" y="84005"/>
                  </a:lnTo>
                  <a:lnTo>
                    <a:pt x="161169" y="84779"/>
                  </a:lnTo>
                  <a:lnTo>
                    <a:pt x="163258" y="85166"/>
                  </a:lnTo>
                  <a:lnTo>
                    <a:pt x="165347" y="83663"/>
                  </a:lnTo>
                  <a:lnTo>
                    <a:pt x="167436" y="82160"/>
                  </a:lnTo>
                  <a:lnTo>
                    <a:pt x="169525" y="80291"/>
                  </a:lnTo>
                  <a:lnTo>
                    <a:pt x="171614" y="78326"/>
                  </a:lnTo>
                  <a:lnTo>
                    <a:pt x="173703" y="76361"/>
                  </a:lnTo>
                  <a:lnTo>
                    <a:pt x="175792" y="74396"/>
                  </a:lnTo>
                  <a:lnTo>
                    <a:pt x="177881" y="72635"/>
                  </a:lnTo>
                  <a:lnTo>
                    <a:pt x="179970" y="70874"/>
                  </a:lnTo>
                  <a:lnTo>
                    <a:pt x="182059" y="68909"/>
                  </a:lnTo>
                  <a:lnTo>
                    <a:pt x="184148" y="66693"/>
                  </a:lnTo>
                  <a:lnTo>
                    <a:pt x="186237" y="64476"/>
                  </a:lnTo>
                  <a:lnTo>
                    <a:pt x="188326" y="62464"/>
                  </a:lnTo>
                  <a:lnTo>
                    <a:pt x="190415" y="60044"/>
                  </a:lnTo>
                  <a:lnTo>
                    <a:pt x="192504" y="57625"/>
                  </a:lnTo>
                  <a:lnTo>
                    <a:pt x="194593" y="55342"/>
                  </a:lnTo>
                  <a:lnTo>
                    <a:pt x="196682" y="55139"/>
                  </a:lnTo>
                  <a:lnTo>
                    <a:pt x="198771" y="54936"/>
                  </a:lnTo>
                  <a:lnTo>
                    <a:pt x="200860" y="53059"/>
                  </a:lnTo>
                  <a:lnTo>
                    <a:pt x="202949" y="50640"/>
                  </a:lnTo>
                  <a:lnTo>
                    <a:pt x="205038" y="48220"/>
                  </a:lnTo>
                  <a:lnTo>
                    <a:pt x="207127" y="45800"/>
                  </a:lnTo>
                  <a:lnTo>
                    <a:pt x="209216" y="43199"/>
                  </a:lnTo>
                  <a:lnTo>
                    <a:pt x="211306" y="40394"/>
                  </a:lnTo>
                  <a:lnTo>
                    <a:pt x="213395" y="37323"/>
                  </a:lnTo>
                  <a:lnTo>
                    <a:pt x="215484" y="34518"/>
                  </a:lnTo>
                  <a:lnTo>
                    <a:pt x="217573" y="31712"/>
                  </a:lnTo>
                  <a:lnTo>
                    <a:pt x="219662" y="27726"/>
                  </a:lnTo>
                  <a:lnTo>
                    <a:pt x="221751" y="23006"/>
                  </a:lnTo>
                  <a:lnTo>
                    <a:pt x="223840" y="18286"/>
                  </a:lnTo>
                  <a:lnTo>
                    <a:pt x="225929" y="13566"/>
                  </a:lnTo>
                  <a:lnTo>
                    <a:pt x="228018" y="8869"/>
                  </a:lnTo>
                  <a:lnTo>
                    <a:pt x="230107" y="3967"/>
                  </a:lnTo>
                  <a:lnTo>
                    <a:pt x="232196" y="2561"/>
                  </a:lnTo>
                  <a:lnTo>
                    <a:pt x="234285" y="1972"/>
                  </a:lnTo>
                  <a:lnTo>
                    <a:pt x="236374" y="1416"/>
                  </a:lnTo>
                  <a:lnTo>
                    <a:pt x="238463" y="961"/>
                  </a:lnTo>
                  <a:lnTo>
                    <a:pt x="240552" y="609"/>
                  </a:lnTo>
                  <a:lnTo>
                    <a:pt x="242641" y="406"/>
                  </a:lnTo>
                  <a:lnTo>
                    <a:pt x="244730" y="203"/>
                  </a:lnTo>
                  <a:lnTo>
                    <a:pt x="246819" y="0"/>
                  </a:lnTo>
                  <a:lnTo>
                    <a:pt x="248908" y="0"/>
                  </a:lnTo>
                  <a:lnTo>
                    <a:pt x="250997" y="1042"/>
                  </a:lnTo>
                  <a:lnTo>
                    <a:pt x="253086" y="3462"/>
                  </a:lnTo>
                  <a:lnTo>
                    <a:pt x="255175" y="5530"/>
                  </a:lnTo>
                  <a:lnTo>
                    <a:pt x="257264" y="7393"/>
                  </a:lnTo>
                  <a:lnTo>
                    <a:pt x="259353" y="9261"/>
                  </a:lnTo>
                  <a:lnTo>
                    <a:pt x="261442" y="11429"/>
                  </a:lnTo>
                  <a:lnTo>
                    <a:pt x="263531" y="11944"/>
                  </a:lnTo>
                  <a:lnTo>
                    <a:pt x="265620" y="11489"/>
                  </a:lnTo>
                  <a:lnTo>
                    <a:pt x="267710" y="11035"/>
                  </a:lnTo>
                  <a:lnTo>
                    <a:pt x="269799" y="10969"/>
                  </a:lnTo>
                  <a:lnTo>
                    <a:pt x="271888" y="12633"/>
                  </a:lnTo>
                  <a:lnTo>
                    <a:pt x="273977" y="14215"/>
                  </a:lnTo>
                  <a:lnTo>
                    <a:pt x="276066" y="15923"/>
                  </a:lnTo>
                  <a:lnTo>
                    <a:pt x="278155" y="17630"/>
                  </a:lnTo>
                  <a:lnTo>
                    <a:pt x="280244" y="19338"/>
                  </a:lnTo>
                  <a:lnTo>
                    <a:pt x="282333" y="20983"/>
                  </a:lnTo>
                  <a:lnTo>
                    <a:pt x="284422" y="22424"/>
                  </a:lnTo>
                  <a:lnTo>
                    <a:pt x="286511" y="23865"/>
                  </a:lnTo>
                  <a:lnTo>
                    <a:pt x="288600" y="25510"/>
                  </a:lnTo>
                  <a:lnTo>
                    <a:pt x="290689" y="27155"/>
                  </a:lnTo>
                  <a:lnTo>
                    <a:pt x="292778" y="28706"/>
                  </a:lnTo>
                  <a:lnTo>
                    <a:pt x="294867" y="30147"/>
                  </a:lnTo>
                  <a:lnTo>
                    <a:pt x="296956" y="31855"/>
                  </a:lnTo>
                  <a:lnTo>
                    <a:pt x="299045" y="33562"/>
                  </a:lnTo>
                  <a:lnTo>
                    <a:pt x="301134" y="35212"/>
                  </a:lnTo>
                  <a:lnTo>
                    <a:pt x="303223" y="34782"/>
                  </a:lnTo>
                  <a:lnTo>
                    <a:pt x="305312" y="34351"/>
                  </a:lnTo>
                  <a:lnTo>
                    <a:pt x="307401" y="35798"/>
                  </a:lnTo>
                  <a:lnTo>
                    <a:pt x="309490" y="37584"/>
                  </a:lnTo>
                  <a:lnTo>
                    <a:pt x="311579" y="39345"/>
                  </a:lnTo>
                  <a:lnTo>
                    <a:pt x="313668" y="41106"/>
                  </a:lnTo>
                  <a:lnTo>
                    <a:pt x="315757" y="42867"/>
                  </a:lnTo>
                  <a:lnTo>
                    <a:pt x="317846" y="44832"/>
                  </a:lnTo>
                  <a:lnTo>
                    <a:pt x="319935" y="46797"/>
                  </a:lnTo>
                  <a:lnTo>
                    <a:pt x="322024" y="48763"/>
                  </a:lnTo>
                  <a:lnTo>
                    <a:pt x="324113" y="50728"/>
                  </a:lnTo>
                  <a:lnTo>
                    <a:pt x="326203" y="53778"/>
                  </a:lnTo>
                  <a:lnTo>
                    <a:pt x="328292" y="57660"/>
                  </a:lnTo>
                  <a:lnTo>
                    <a:pt x="330381" y="61542"/>
                  </a:lnTo>
                  <a:lnTo>
                    <a:pt x="332470" y="65345"/>
                  </a:lnTo>
                  <a:lnTo>
                    <a:pt x="334559" y="68944"/>
                  </a:lnTo>
                  <a:lnTo>
                    <a:pt x="336648" y="72827"/>
                  </a:lnTo>
                  <a:lnTo>
                    <a:pt x="338737" y="74946"/>
                  </a:lnTo>
                  <a:lnTo>
                    <a:pt x="340826" y="76935"/>
                  </a:lnTo>
                  <a:lnTo>
                    <a:pt x="342915" y="78932"/>
                  </a:lnTo>
                  <a:lnTo>
                    <a:pt x="345004" y="81094"/>
                  </a:lnTo>
                  <a:lnTo>
                    <a:pt x="347093" y="83315"/>
                  </a:lnTo>
                  <a:lnTo>
                    <a:pt x="349182" y="85483"/>
                  </a:lnTo>
                  <a:lnTo>
                    <a:pt x="351271" y="87652"/>
                  </a:lnTo>
                  <a:lnTo>
                    <a:pt x="353360" y="90071"/>
                  </a:lnTo>
                  <a:lnTo>
                    <a:pt x="355449" y="92491"/>
                  </a:lnTo>
                  <a:lnTo>
                    <a:pt x="357538" y="93867"/>
                  </a:lnTo>
                  <a:lnTo>
                    <a:pt x="359627" y="93868"/>
                  </a:lnTo>
                  <a:lnTo>
                    <a:pt x="361716" y="94016"/>
                  </a:lnTo>
                  <a:lnTo>
                    <a:pt x="363805" y="94165"/>
                  </a:lnTo>
                  <a:lnTo>
                    <a:pt x="365894" y="94513"/>
                  </a:lnTo>
                  <a:lnTo>
                    <a:pt x="367983" y="94968"/>
                  </a:lnTo>
                  <a:lnTo>
                    <a:pt x="370072" y="95626"/>
                  </a:lnTo>
                  <a:lnTo>
                    <a:pt x="372161" y="96285"/>
                  </a:lnTo>
                  <a:lnTo>
                    <a:pt x="374250" y="96943"/>
                  </a:lnTo>
                  <a:lnTo>
                    <a:pt x="376339" y="97397"/>
                  </a:lnTo>
                  <a:lnTo>
                    <a:pt x="378428" y="97745"/>
                  </a:lnTo>
                  <a:lnTo>
                    <a:pt x="380517" y="98176"/>
                  </a:lnTo>
                  <a:lnTo>
                    <a:pt x="382607" y="98685"/>
                  </a:lnTo>
                  <a:lnTo>
                    <a:pt x="384696" y="99045"/>
                  </a:lnTo>
                  <a:lnTo>
                    <a:pt x="386785" y="99405"/>
                  </a:lnTo>
                  <a:lnTo>
                    <a:pt x="388874" y="99827"/>
                  </a:lnTo>
                  <a:lnTo>
                    <a:pt x="390963" y="100398"/>
                  </a:lnTo>
                  <a:lnTo>
                    <a:pt x="393052" y="100970"/>
                  </a:lnTo>
                  <a:lnTo>
                    <a:pt x="395141" y="101541"/>
                  </a:lnTo>
                  <a:lnTo>
                    <a:pt x="397230" y="102112"/>
                  </a:lnTo>
                  <a:lnTo>
                    <a:pt x="399319" y="102526"/>
                  </a:lnTo>
                  <a:lnTo>
                    <a:pt x="401408" y="102667"/>
                  </a:lnTo>
                  <a:lnTo>
                    <a:pt x="403497" y="102746"/>
                  </a:lnTo>
                  <a:lnTo>
                    <a:pt x="405586" y="102907"/>
                  </a:lnTo>
                  <a:lnTo>
                    <a:pt x="407675" y="103086"/>
                  </a:lnTo>
                  <a:lnTo>
                    <a:pt x="409764" y="103265"/>
                  </a:lnTo>
                  <a:lnTo>
                    <a:pt x="411853" y="103347"/>
                  </a:lnTo>
                  <a:lnTo>
                    <a:pt x="413942" y="103526"/>
                  </a:lnTo>
                  <a:lnTo>
                    <a:pt x="416031" y="103705"/>
                  </a:lnTo>
                  <a:lnTo>
                    <a:pt x="418120" y="103807"/>
                  </a:lnTo>
                  <a:lnTo>
                    <a:pt x="420209" y="104058"/>
                  </a:lnTo>
                  <a:lnTo>
                    <a:pt x="422298" y="104161"/>
                  </a:lnTo>
                  <a:lnTo>
                    <a:pt x="424387" y="104263"/>
                  </a:lnTo>
                  <a:lnTo>
                    <a:pt x="426476" y="104263"/>
                  </a:lnTo>
                  <a:lnTo>
                    <a:pt x="428565" y="104264"/>
                  </a:lnTo>
                  <a:lnTo>
                    <a:pt x="430654" y="104264"/>
                  </a:lnTo>
                  <a:lnTo>
                    <a:pt x="432743" y="104360"/>
                  </a:lnTo>
                  <a:lnTo>
                    <a:pt x="434832" y="104539"/>
                  </a:lnTo>
                  <a:lnTo>
                    <a:pt x="436921" y="104718"/>
                  </a:lnTo>
                  <a:lnTo>
                    <a:pt x="439010" y="104879"/>
                  </a:lnTo>
                  <a:lnTo>
                    <a:pt x="441100" y="105137"/>
                  </a:lnTo>
                  <a:lnTo>
                    <a:pt x="443189" y="105316"/>
                  </a:lnTo>
                  <a:lnTo>
                    <a:pt x="445278" y="105398"/>
                  </a:lnTo>
                  <a:lnTo>
                    <a:pt x="447367" y="105480"/>
                  </a:lnTo>
                  <a:lnTo>
                    <a:pt x="449456" y="105703"/>
                  </a:lnTo>
                  <a:lnTo>
                    <a:pt x="451545" y="105782"/>
                  </a:lnTo>
                  <a:lnTo>
                    <a:pt x="453634" y="105700"/>
                  </a:lnTo>
                  <a:lnTo>
                    <a:pt x="455723" y="105521"/>
                  </a:lnTo>
                  <a:lnTo>
                    <a:pt x="457812" y="105342"/>
                  </a:lnTo>
                  <a:lnTo>
                    <a:pt x="459901" y="104994"/>
                  </a:lnTo>
                  <a:lnTo>
                    <a:pt x="461990" y="104743"/>
                  </a:lnTo>
                  <a:lnTo>
                    <a:pt x="464079" y="104492"/>
                  </a:lnTo>
                  <a:lnTo>
                    <a:pt x="466168" y="104241"/>
                  </a:lnTo>
                  <a:lnTo>
                    <a:pt x="468257" y="103893"/>
                  </a:lnTo>
                  <a:lnTo>
                    <a:pt x="470346" y="103545"/>
                  </a:lnTo>
                  <a:lnTo>
                    <a:pt x="472435" y="103294"/>
                  </a:lnTo>
                  <a:lnTo>
                    <a:pt x="474524" y="102942"/>
                  </a:lnTo>
                  <a:lnTo>
                    <a:pt x="476613" y="102386"/>
                  </a:lnTo>
                  <a:lnTo>
                    <a:pt x="478702" y="101978"/>
                  </a:lnTo>
                  <a:lnTo>
                    <a:pt x="480791" y="101422"/>
                  </a:lnTo>
                  <a:lnTo>
                    <a:pt x="482880" y="101219"/>
                  </a:lnTo>
                  <a:lnTo>
                    <a:pt x="484969" y="101422"/>
                  </a:lnTo>
                  <a:lnTo>
                    <a:pt x="487058" y="101625"/>
                  </a:lnTo>
                  <a:lnTo>
                    <a:pt x="489147" y="101828"/>
                  </a:lnTo>
                  <a:lnTo>
                    <a:pt x="491236" y="102384"/>
                  </a:lnTo>
                  <a:lnTo>
                    <a:pt x="493325" y="102940"/>
                  </a:lnTo>
                  <a:lnTo>
                    <a:pt x="495414" y="103678"/>
                  </a:lnTo>
                  <a:lnTo>
                    <a:pt x="497504" y="104267"/>
                  </a:lnTo>
                  <a:lnTo>
                    <a:pt x="499593" y="104856"/>
                  </a:lnTo>
                  <a:lnTo>
                    <a:pt x="501682" y="105445"/>
                  </a:lnTo>
                  <a:lnTo>
                    <a:pt x="503771" y="105852"/>
                  </a:lnTo>
                  <a:lnTo>
                    <a:pt x="505860" y="106511"/>
                  </a:lnTo>
                  <a:lnTo>
                    <a:pt x="507949" y="107530"/>
                  </a:lnTo>
                  <a:lnTo>
                    <a:pt x="510038" y="108368"/>
                  </a:lnTo>
                  <a:lnTo>
                    <a:pt x="512127" y="109570"/>
                  </a:lnTo>
                  <a:lnTo>
                    <a:pt x="514216" y="110675"/>
                  </a:lnTo>
                  <a:lnTo>
                    <a:pt x="516305" y="111781"/>
                  </a:lnTo>
                  <a:lnTo>
                    <a:pt x="518394" y="113597"/>
                  </a:lnTo>
                  <a:lnTo>
                    <a:pt x="520483" y="115317"/>
                  </a:lnTo>
                  <a:lnTo>
                    <a:pt x="522572" y="117036"/>
                  </a:lnTo>
                  <a:lnTo>
                    <a:pt x="524661" y="118348"/>
                  </a:lnTo>
                  <a:lnTo>
                    <a:pt x="526750" y="119816"/>
                  </a:lnTo>
                  <a:lnTo>
                    <a:pt x="528839" y="121433"/>
                  </a:lnTo>
                  <a:lnTo>
                    <a:pt x="530928" y="123050"/>
                  </a:lnTo>
                  <a:lnTo>
                    <a:pt x="533017" y="125117"/>
                  </a:lnTo>
                  <a:lnTo>
                    <a:pt x="535106" y="127639"/>
                  </a:lnTo>
                  <a:lnTo>
                    <a:pt x="537195" y="130656"/>
                  </a:lnTo>
                  <a:lnTo>
                    <a:pt x="539284" y="134847"/>
                  </a:lnTo>
                  <a:lnTo>
                    <a:pt x="541373" y="140670"/>
                  </a:lnTo>
                  <a:lnTo>
                    <a:pt x="543462" y="146494"/>
                  </a:lnTo>
                  <a:lnTo>
                    <a:pt x="545551" y="153046"/>
                  </a:lnTo>
                  <a:lnTo>
                    <a:pt x="547640" y="160477"/>
                  </a:lnTo>
                  <a:lnTo>
                    <a:pt x="549729" y="166725"/>
                  </a:lnTo>
                  <a:lnTo>
                    <a:pt x="551818" y="172614"/>
                  </a:lnTo>
                  <a:lnTo>
                    <a:pt x="553907" y="179405"/>
                  </a:lnTo>
                  <a:lnTo>
                    <a:pt x="555997" y="187370"/>
                  </a:lnTo>
                  <a:lnTo>
                    <a:pt x="558086" y="195418"/>
                  </a:lnTo>
                  <a:lnTo>
                    <a:pt x="558221" y="195938"/>
                  </a:lnTo>
                  <a:lnTo>
                    <a:pt x="676665" y="195938"/>
                  </a:lnTo>
                  <a:lnTo>
                    <a:pt x="677161" y="194029"/>
                  </a:lnTo>
                  <a:lnTo>
                    <a:pt x="679250" y="186819"/>
                  </a:lnTo>
                  <a:lnTo>
                    <a:pt x="681339" y="179609"/>
                  </a:lnTo>
                  <a:lnTo>
                    <a:pt x="683428" y="173574"/>
                  </a:lnTo>
                  <a:lnTo>
                    <a:pt x="685517" y="167720"/>
                  </a:lnTo>
                  <a:lnTo>
                    <a:pt x="687606" y="161301"/>
                  </a:lnTo>
                  <a:lnTo>
                    <a:pt x="689695" y="156167"/>
                  </a:lnTo>
                  <a:lnTo>
                    <a:pt x="691784" y="150828"/>
                  </a:lnTo>
                  <a:lnTo>
                    <a:pt x="693873" y="147044"/>
                  </a:lnTo>
                  <a:lnTo>
                    <a:pt x="695962" y="143891"/>
                  </a:lnTo>
                  <a:lnTo>
                    <a:pt x="698051" y="141600"/>
                  </a:lnTo>
                  <a:lnTo>
                    <a:pt x="700140" y="140081"/>
                  </a:lnTo>
                  <a:lnTo>
                    <a:pt x="702229" y="138562"/>
                  </a:lnTo>
                  <a:lnTo>
                    <a:pt x="704318" y="138216"/>
                  </a:lnTo>
                  <a:lnTo>
                    <a:pt x="706407" y="138821"/>
                  </a:lnTo>
                  <a:lnTo>
                    <a:pt x="708496" y="139174"/>
                  </a:lnTo>
                  <a:lnTo>
                    <a:pt x="710585" y="139977"/>
                  </a:lnTo>
                  <a:lnTo>
                    <a:pt x="712674" y="140928"/>
                  </a:lnTo>
                  <a:lnTo>
                    <a:pt x="714763" y="142388"/>
                  </a:lnTo>
                  <a:lnTo>
                    <a:pt x="716852" y="143644"/>
                  </a:lnTo>
                  <a:lnTo>
                    <a:pt x="718941" y="144330"/>
                  </a:lnTo>
                  <a:lnTo>
                    <a:pt x="721030" y="143168"/>
                  </a:lnTo>
                  <a:lnTo>
                    <a:pt x="723119" y="142516"/>
                  </a:lnTo>
                  <a:lnTo>
                    <a:pt x="725208" y="141556"/>
                  </a:lnTo>
                  <a:lnTo>
                    <a:pt x="727298" y="140596"/>
                  </a:lnTo>
                  <a:lnTo>
                    <a:pt x="729387" y="139536"/>
                  </a:lnTo>
                  <a:lnTo>
                    <a:pt x="731476" y="138475"/>
                  </a:lnTo>
                  <a:lnTo>
                    <a:pt x="733565" y="137414"/>
                  </a:lnTo>
                  <a:lnTo>
                    <a:pt x="735654" y="136149"/>
                  </a:lnTo>
                  <a:lnTo>
                    <a:pt x="737743" y="134537"/>
                  </a:lnTo>
                  <a:lnTo>
                    <a:pt x="739832" y="133272"/>
                  </a:lnTo>
                  <a:lnTo>
                    <a:pt x="741921" y="132007"/>
                  </a:lnTo>
                  <a:lnTo>
                    <a:pt x="744010" y="130191"/>
                  </a:lnTo>
                  <a:lnTo>
                    <a:pt x="746099" y="128723"/>
                  </a:lnTo>
                  <a:lnTo>
                    <a:pt x="748188" y="127255"/>
                  </a:lnTo>
                  <a:lnTo>
                    <a:pt x="750277" y="125787"/>
                  </a:lnTo>
                  <a:lnTo>
                    <a:pt x="752366" y="124318"/>
                  </a:lnTo>
                  <a:lnTo>
                    <a:pt x="754455" y="122701"/>
                  </a:lnTo>
                  <a:lnTo>
                    <a:pt x="756544" y="121697"/>
                  </a:lnTo>
                  <a:lnTo>
                    <a:pt x="758633" y="120843"/>
                  </a:lnTo>
                  <a:lnTo>
                    <a:pt x="760722" y="120105"/>
                  </a:lnTo>
                  <a:lnTo>
                    <a:pt x="762811" y="119367"/>
                  </a:lnTo>
                  <a:lnTo>
                    <a:pt x="764900" y="118811"/>
                  </a:lnTo>
                  <a:lnTo>
                    <a:pt x="766989" y="118152"/>
                  </a:lnTo>
                  <a:lnTo>
                    <a:pt x="769078" y="117493"/>
                  </a:lnTo>
                  <a:lnTo>
                    <a:pt x="771167" y="116835"/>
                  </a:lnTo>
                  <a:lnTo>
                    <a:pt x="773256" y="116380"/>
                  </a:lnTo>
                  <a:lnTo>
                    <a:pt x="775345" y="116529"/>
                  </a:lnTo>
                  <a:lnTo>
                    <a:pt x="777434" y="116881"/>
                  </a:lnTo>
                  <a:lnTo>
                    <a:pt x="779523" y="117289"/>
                  </a:lnTo>
                  <a:lnTo>
                    <a:pt x="781612" y="117675"/>
                  </a:lnTo>
                  <a:lnTo>
                    <a:pt x="783701" y="117856"/>
                  </a:lnTo>
                  <a:lnTo>
                    <a:pt x="785791" y="118304"/>
                  </a:lnTo>
                  <a:lnTo>
                    <a:pt x="787880" y="118751"/>
                  </a:lnTo>
                  <a:lnTo>
                    <a:pt x="789969" y="119197"/>
                  </a:lnTo>
                  <a:lnTo>
                    <a:pt x="792058" y="119463"/>
                  </a:lnTo>
                  <a:lnTo>
                    <a:pt x="794147" y="119910"/>
                  </a:lnTo>
                  <a:lnTo>
                    <a:pt x="796236" y="120357"/>
                  </a:lnTo>
                  <a:lnTo>
                    <a:pt x="798325" y="121316"/>
                  </a:lnTo>
                  <a:lnTo>
                    <a:pt x="800414" y="122784"/>
                  </a:lnTo>
                  <a:lnTo>
                    <a:pt x="802503" y="123947"/>
                  </a:lnTo>
                  <a:lnTo>
                    <a:pt x="804592" y="125415"/>
                  </a:lnTo>
                  <a:lnTo>
                    <a:pt x="806681" y="126578"/>
                  </a:lnTo>
                  <a:lnTo>
                    <a:pt x="808770" y="127433"/>
                  </a:lnTo>
                  <a:lnTo>
                    <a:pt x="810859" y="128287"/>
                  </a:lnTo>
                  <a:lnTo>
                    <a:pt x="812948" y="129141"/>
                  </a:lnTo>
                  <a:lnTo>
                    <a:pt x="815037" y="130247"/>
                  </a:lnTo>
                  <a:lnTo>
                    <a:pt x="817126" y="130985"/>
                  </a:lnTo>
                  <a:lnTo>
                    <a:pt x="819215" y="131392"/>
                  </a:lnTo>
                  <a:lnTo>
                    <a:pt x="821304" y="131596"/>
                  </a:lnTo>
                  <a:lnTo>
                    <a:pt x="823393" y="132004"/>
                  </a:lnTo>
                  <a:lnTo>
                    <a:pt x="825482" y="132411"/>
                  </a:lnTo>
                  <a:lnTo>
                    <a:pt x="827571" y="132819"/>
                  </a:lnTo>
                  <a:lnTo>
                    <a:pt x="829660" y="132819"/>
                  </a:lnTo>
                  <a:lnTo>
                    <a:pt x="831749" y="132616"/>
                  </a:lnTo>
                  <a:lnTo>
                    <a:pt x="833838" y="132413"/>
                  </a:lnTo>
                  <a:lnTo>
                    <a:pt x="835927" y="131856"/>
                  </a:lnTo>
                  <a:lnTo>
                    <a:pt x="838016" y="131449"/>
                  </a:lnTo>
                  <a:lnTo>
                    <a:pt x="840105" y="131042"/>
                  </a:lnTo>
                  <a:lnTo>
                    <a:pt x="842194" y="130839"/>
                  </a:lnTo>
                  <a:lnTo>
                    <a:pt x="844284" y="130636"/>
                  </a:lnTo>
                  <a:lnTo>
                    <a:pt x="846373" y="130433"/>
                  </a:lnTo>
                  <a:lnTo>
                    <a:pt x="848462" y="130230"/>
                  </a:lnTo>
                  <a:lnTo>
                    <a:pt x="850551" y="130433"/>
                  </a:lnTo>
                  <a:lnTo>
                    <a:pt x="852640" y="130636"/>
                  </a:lnTo>
                  <a:lnTo>
                    <a:pt x="854729" y="130636"/>
                  </a:lnTo>
                  <a:lnTo>
                    <a:pt x="856818" y="130636"/>
                  </a:lnTo>
                  <a:lnTo>
                    <a:pt x="858907" y="130487"/>
                  </a:lnTo>
                  <a:lnTo>
                    <a:pt x="860996" y="130385"/>
                  </a:lnTo>
                  <a:lnTo>
                    <a:pt x="863085" y="130282"/>
                  </a:lnTo>
                  <a:lnTo>
                    <a:pt x="865174" y="130031"/>
                  </a:lnTo>
                  <a:lnTo>
                    <a:pt x="867263" y="129929"/>
                  </a:lnTo>
                  <a:lnTo>
                    <a:pt x="869352" y="129730"/>
                  </a:lnTo>
                  <a:lnTo>
                    <a:pt x="871441" y="129531"/>
                  </a:lnTo>
                  <a:lnTo>
                    <a:pt x="873530" y="129531"/>
                  </a:lnTo>
                  <a:lnTo>
                    <a:pt x="875619" y="129435"/>
                  </a:lnTo>
                  <a:lnTo>
                    <a:pt x="877708" y="129338"/>
                  </a:lnTo>
                  <a:lnTo>
                    <a:pt x="879797" y="129241"/>
                  </a:lnTo>
                  <a:lnTo>
                    <a:pt x="881886" y="128811"/>
                  </a:lnTo>
                  <a:lnTo>
                    <a:pt x="883975" y="128260"/>
                  </a:lnTo>
                  <a:lnTo>
                    <a:pt x="886064" y="127505"/>
                  </a:lnTo>
                  <a:lnTo>
                    <a:pt x="888153" y="126568"/>
                  </a:lnTo>
                  <a:lnTo>
                    <a:pt x="890242" y="125631"/>
                  </a:lnTo>
                  <a:lnTo>
                    <a:pt x="892331" y="124428"/>
                  </a:lnTo>
                  <a:lnTo>
                    <a:pt x="894420" y="123323"/>
                  </a:lnTo>
                  <a:lnTo>
                    <a:pt x="896509" y="122217"/>
                  </a:lnTo>
                  <a:lnTo>
                    <a:pt x="898598" y="121015"/>
                  </a:lnTo>
                  <a:lnTo>
                    <a:pt x="900688" y="119812"/>
                  </a:lnTo>
                  <a:lnTo>
                    <a:pt x="902777" y="118610"/>
                  </a:lnTo>
                  <a:lnTo>
                    <a:pt x="904866" y="116938"/>
                  </a:lnTo>
                  <a:lnTo>
                    <a:pt x="906955" y="115039"/>
                  </a:lnTo>
                  <a:lnTo>
                    <a:pt x="909044" y="113446"/>
                  </a:lnTo>
                  <a:lnTo>
                    <a:pt x="911133" y="111548"/>
                  </a:lnTo>
                  <a:lnTo>
                    <a:pt x="913222" y="109955"/>
                  </a:lnTo>
                  <a:lnTo>
                    <a:pt x="915311" y="108670"/>
                  </a:lnTo>
                  <a:lnTo>
                    <a:pt x="917400" y="107468"/>
                  </a:lnTo>
                  <a:lnTo>
                    <a:pt x="919489" y="106266"/>
                  </a:lnTo>
                  <a:lnTo>
                    <a:pt x="921578" y="105063"/>
                  </a:lnTo>
                  <a:lnTo>
                    <a:pt x="923667" y="104127"/>
                  </a:lnTo>
                  <a:lnTo>
                    <a:pt x="925756" y="103289"/>
                  </a:lnTo>
                  <a:lnTo>
                    <a:pt x="927845" y="102451"/>
                  </a:lnTo>
                  <a:lnTo>
                    <a:pt x="929934" y="101696"/>
                  </a:lnTo>
                  <a:lnTo>
                    <a:pt x="932023" y="100940"/>
                  </a:lnTo>
                  <a:lnTo>
                    <a:pt x="934112" y="100282"/>
                  </a:lnTo>
                  <a:lnTo>
                    <a:pt x="936201" y="99827"/>
                  </a:lnTo>
                  <a:lnTo>
                    <a:pt x="938290" y="99577"/>
                  </a:lnTo>
                  <a:lnTo>
                    <a:pt x="940379" y="99325"/>
                  </a:lnTo>
                  <a:lnTo>
                    <a:pt x="942468" y="99223"/>
                  </a:lnTo>
                  <a:lnTo>
                    <a:pt x="944557" y="98972"/>
                  </a:lnTo>
                  <a:lnTo>
                    <a:pt x="946646" y="98624"/>
                  </a:lnTo>
                  <a:lnTo>
                    <a:pt x="948735" y="98194"/>
                  </a:lnTo>
                  <a:lnTo>
                    <a:pt x="950824" y="97764"/>
                  </a:lnTo>
                  <a:lnTo>
                    <a:pt x="952913" y="97333"/>
                  </a:lnTo>
                  <a:lnTo>
                    <a:pt x="955002" y="96903"/>
                  </a:lnTo>
                  <a:lnTo>
                    <a:pt x="957091" y="96270"/>
                  </a:lnTo>
                  <a:lnTo>
                    <a:pt x="959181" y="95719"/>
                  </a:lnTo>
                  <a:lnTo>
                    <a:pt x="961270" y="95289"/>
                  </a:lnTo>
                  <a:lnTo>
                    <a:pt x="963359" y="94859"/>
                  </a:lnTo>
                  <a:lnTo>
                    <a:pt x="965448" y="94499"/>
                  </a:lnTo>
                  <a:lnTo>
                    <a:pt x="967537" y="94241"/>
                  </a:lnTo>
                  <a:lnTo>
                    <a:pt x="969626" y="93921"/>
                  </a:lnTo>
                  <a:lnTo>
                    <a:pt x="971715" y="93601"/>
                  </a:lnTo>
                  <a:lnTo>
                    <a:pt x="973804" y="93281"/>
                  </a:lnTo>
                  <a:lnTo>
                    <a:pt x="975893" y="93058"/>
                  </a:lnTo>
                  <a:lnTo>
                    <a:pt x="977982" y="92834"/>
                  </a:lnTo>
                  <a:lnTo>
                    <a:pt x="980071" y="92577"/>
                  </a:lnTo>
                  <a:lnTo>
                    <a:pt x="982160" y="92416"/>
                  </a:lnTo>
                  <a:lnTo>
                    <a:pt x="984249" y="92334"/>
                  </a:lnTo>
                  <a:lnTo>
                    <a:pt x="986338" y="92251"/>
                  </a:lnTo>
                  <a:lnTo>
                    <a:pt x="988427" y="92251"/>
                  </a:lnTo>
                  <a:lnTo>
                    <a:pt x="990516" y="92090"/>
                  </a:lnTo>
                  <a:lnTo>
                    <a:pt x="992605" y="91929"/>
                  </a:lnTo>
                  <a:lnTo>
                    <a:pt x="994694" y="91847"/>
                  </a:lnTo>
                  <a:lnTo>
                    <a:pt x="996783" y="91847"/>
                  </a:lnTo>
                  <a:lnTo>
                    <a:pt x="998872" y="91847"/>
                  </a:lnTo>
                  <a:lnTo>
                    <a:pt x="1000961" y="91847"/>
                  </a:lnTo>
                  <a:lnTo>
                    <a:pt x="1003050" y="91949"/>
                  </a:lnTo>
                  <a:lnTo>
                    <a:pt x="1005139" y="92148"/>
                  </a:lnTo>
                  <a:lnTo>
                    <a:pt x="1007228" y="92347"/>
                  </a:lnTo>
                  <a:lnTo>
                    <a:pt x="1009317" y="92695"/>
                  </a:lnTo>
                  <a:lnTo>
                    <a:pt x="1011406" y="93055"/>
                  </a:lnTo>
                  <a:lnTo>
                    <a:pt x="1013495" y="93337"/>
                  </a:lnTo>
                  <a:lnTo>
                    <a:pt x="1015585" y="93516"/>
                  </a:lnTo>
                  <a:lnTo>
                    <a:pt x="1017674" y="93694"/>
                  </a:lnTo>
                  <a:lnTo>
                    <a:pt x="1019763" y="93873"/>
                  </a:lnTo>
                  <a:lnTo>
                    <a:pt x="1021852" y="94052"/>
                  </a:lnTo>
                  <a:lnTo>
                    <a:pt x="1023941" y="94149"/>
                  </a:lnTo>
                  <a:lnTo>
                    <a:pt x="1026030" y="94348"/>
                  </a:lnTo>
                  <a:lnTo>
                    <a:pt x="1028119" y="94696"/>
                  </a:lnTo>
                  <a:lnTo>
                    <a:pt x="1030208" y="95044"/>
                  </a:lnTo>
                  <a:lnTo>
                    <a:pt x="1032297" y="95474"/>
                  </a:lnTo>
                  <a:lnTo>
                    <a:pt x="1034386" y="95904"/>
                  </a:lnTo>
                  <a:lnTo>
                    <a:pt x="1036475" y="96252"/>
                  </a:lnTo>
                  <a:lnTo>
                    <a:pt x="1038564" y="96600"/>
                  </a:lnTo>
                  <a:lnTo>
                    <a:pt x="1040653" y="97054"/>
                  </a:lnTo>
                  <a:lnTo>
                    <a:pt x="1042742" y="97509"/>
                  </a:lnTo>
                  <a:lnTo>
                    <a:pt x="1044831" y="98167"/>
                  </a:lnTo>
                  <a:lnTo>
                    <a:pt x="1046920" y="99007"/>
                  </a:lnTo>
                  <a:lnTo>
                    <a:pt x="1049009" y="99848"/>
                  </a:lnTo>
                  <a:lnTo>
                    <a:pt x="1051098" y="100688"/>
                  </a:lnTo>
                  <a:lnTo>
                    <a:pt x="1053187" y="101890"/>
                  </a:lnTo>
                  <a:lnTo>
                    <a:pt x="1055276" y="103175"/>
                  </a:lnTo>
                  <a:lnTo>
                    <a:pt x="1057365" y="104194"/>
                  </a:lnTo>
                  <a:lnTo>
                    <a:pt x="1059454" y="105032"/>
                  </a:lnTo>
                  <a:lnTo>
                    <a:pt x="1061543" y="105869"/>
                  </a:lnTo>
                  <a:lnTo>
                    <a:pt x="1063632" y="106707"/>
                  </a:lnTo>
                  <a:lnTo>
                    <a:pt x="1065721" y="107258"/>
                  </a:lnTo>
                  <a:lnTo>
                    <a:pt x="1067810" y="108095"/>
                  </a:lnTo>
                  <a:lnTo>
                    <a:pt x="1069899" y="109114"/>
                  </a:lnTo>
                  <a:lnTo>
                    <a:pt x="1071988" y="110031"/>
                  </a:lnTo>
                  <a:lnTo>
                    <a:pt x="1074078" y="111129"/>
                  </a:lnTo>
                  <a:lnTo>
                    <a:pt x="1076167" y="111903"/>
                  </a:lnTo>
                  <a:lnTo>
                    <a:pt x="1078256" y="112677"/>
                  </a:lnTo>
                  <a:lnTo>
                    <a:pt x="1080345" y="113451"/>
                  </a:lnTo>
                  <a:lnTo>
                    <a:pt x="1082434" y="114023"/>
                  </a:lnTo>
                  <a:lnTo>
                    <a:pt x="1084523" y="114594"/>
                  </a:lnTo>
                  <a:lnTo>
                    <a:pt x="1086612" y="115102"/>
                  </a:lnTo>
                  <a:lnTo>
                    <a:pt x="1088701" y="115612"/>
                  </a:lnTo>
                  <a:lnTo>
                    <a:pt x="1090790" y="116042"/>
                  </a:lnTo>
                  <a:lnTo>
                    <a:pt x="1092879" y="116472"/>
                  </a:lnTo>
                  <a:lnTo>
                    <a:pt x="1094968" y="116902"/>
                  </a:lnTo>
                  <a:lnTo>
                    <a:pt x="1097057" y="117411"/>
                  </a:lnTo>
                  <a:lnTo>
                    <a:pt x="1099146" y="117920"/>
                  </a:lnTo>
                  <a:lnTo>
                    <a:pt x="1101235" y="118099"/>
                  </a:lnTo>
                  <a:lnTo>
                    <a:pt x="1103324" y="118196"/>
                  </a:lnTo>
                  <a:lnTo>
                    <a:pt x="1105413" y="118114"/>
                  </a:lnTo>
                  <a:lnTo>
                    <a:pt x="1107502" y="117935"/>
                  </a:lnTo>
                  <a:lnTo>
                    <a:pt x="1109591" y="117654"/>
                  </a:lnTo>
                  <a:lnTo>
                    <a:pt x="1111680" y="117552"/>
                  </a:lnTo>
                  <a:lnTo>
                    <a:pt x="1113769" y="117449"/>
                  </a:lnTo>
                  <a:lnTo>
                    <a:pt x="1115858" y="117102"/>
                  </a:lnTo>
                  <a:lnTo>
                    <a:pt x="1117947" y="116820"/>
                  </a:lnTo>
                  <a:lnTo>
                    <a:pt x="1120036" y="116539"/>
                  </a:lnTo>
                  <a:lnTo>
                    <a:pt x="1122125" y="116442"/>
                  </a:lnTo>
                  <a:lnTo>
                    <a:pt x="1124214" y="116345"/>
                  </a:lnTo>
                  <a:lnTo>
                    <a:pt x="1126303" y="116167"/>
                  </a:lnTo>
                  <a:lnTo>
                    <a:pt x="1128392" y="116070"/>
                  </a:lnTo>
                  <a:lnTo>
                    <a:pt x="1130482" y="116070"/>
                  </a:lnTo>
                  <a:lnTo>
                    <a:pt x="1132571" y="116070"/>
                  </a:lnTo>
                  <a:lnTo>
                    <a:pt x="1134660" y="115921"/>
                  </a:lnTo>
                  <a:lnTo>
                    <a:pt x="1136749" y="115772"/>
                  </a:lnTo>
                  <a:lnTo>
                    <a:pt x="1138838" y="115623"/>
                  </a:lnTo>
                  <a:lnTo>
                    <a:pt x="1140927" y="115623"/>
                  </a:lnTo>
                  <a:lnTo>
                    <a:pt x="1143016" y="115474"/>
                  </a:lnTo>
                  <a:lnTo>
                    <a:pt x="1145105" y="115474"/>
                  </a:lnTo>
                  <a:lnTo>
                    <a:pt x="1147194" y="115271"/>
                  </a:lnTo>
                  <a:lnTo>
                    <a:pt x="1149283" y="115271"/>
                  </a:lnTo>
                  <a:lnTo>
                    <a:pt x="1151372" y="115066"/>
                  </a:lnTo>
                  <a:lnTo>
                    <a:pt x="1153461" y="114680"/>
                  </a:lnTo>
                  <a:lnTo>
                    <a:pt x="1155550" y="114294"/>
                  </a:lnTo>
                  <a:lnTo>
                    <a:pt x="1157639" y="114113"/>
                  </a:lnTo>
                  <a:lnTo>
                    <a:pt x="1159728" y="113666"/>
                  </a:lnTo>
                  <a:lnTo>
                    <a:pt x="1161817" y="113219"/>
                  </a:lnTo>
                  <a:lnTo>
                    <a:pt x="1163906" y="113484"/>
                  </a:lnTo>
                  <a:lnTo>
                    <a:pt x="1165995" y="113931"/>
                  </a:lnTo>
                  <a:lnTo>
                    <a:pt x="1168084" y="114378"/>
                  </a:lnTo>
                  <a:lnTo>
                    <a:pt x="1170173" y="114825"/>
                  </a:lnTo>
                  <a:lnTo>
                    <a:pt x="1172262" y="115476"/>
                  </a:lnTo>
                  <a:lnTo>
                    <a:pt x="1174351" y="115923"/>
                  </a:lnTo>
                  <a:lnTo>
                    <a:pt x="1176440" y="116188"/>
                  </a:lnTo>
                  <a:lnTo>
                    <a:pt x="1178529" y="116635"/>
                  </a:lnTo>
                  <a:lnTo>
                    <a:pt x="1180618" y="116635"/>
                  </a:lnTo>
                  <a:lnTo>
                    <a:pt x="1182707" y="117021"/>
                  </a:lnTo>
                  <a:lnTo>
                    <a:pt x="1184796" y="117407"/>
                  </a:lnTo>
                  <a:lnTo>
                    <a:pt x="1186885" y="117793"/>
                  </a:lnTo>
                  <a:lnTo>
                    <a:pt x="1188975" y="118382"/>
                  </a:lnTo>
                  <a:lnTo>
                    <a:pt x="1191064" y="118971"/>
                  </a:lnTo>
                  <a:lnTo>
                    <a:pt x="1193153" y="119560"/>
                  </a:lnTo>
                  <a:lnTo>
                    <a:pt x="1195242" y="119763"/>
                  </a:lnTo>
                  <a:lnTo>
                    <a:pt x="1197331" y="119966"/>
                  </a:lnTo>
                  <a:lnTo>
                    <a:pt x="1199420" y="120169"/>
                  </a:lnTo>
                  <a:lnTo>
                    <a:pt x="1201509" y="120373"/>
                  </a:lnTo>
                  <a:lnTo>
                    <a:pt x="1203598" y="120576"/>
                  </a:lnTo>
                  <a:lnTo>
                    <a:pt x="1205687" y="120779"/>
                  </a:lnTo>
                  <a:lnTo>
                    <a:pt x="1207776" y="121233"/>
                  </a:lnTo>
                  <a:lnTo>
                    <a:pt x="1209865" y="121485"/>
                  </a:lnTo>
                  <a:lnTo>
                    <a:pt x="1211954" y="122118"/>
                  </a:lnTo>
                  <a:lnTo>
                    <a:pt x="1214043" y="122751"/>
                  </a:lnTo>
                  <a:lnTo>
                    <a:pt x="1216132" y="123589"/>
                  </a:lnTo>
                  <a:lnTo>
                    <a:pt x="1218221" y="124429"/>
                  </a:lnTo>
                  <a:lnTo>
                    <a:pt x="1220310" y="125088"/>
                  </a:lnTo>
                  <a:lnTo>
                    <a:pt x="1222399" y="125639"/>
                  </a:lnTo>
                  <a:lnTo>
                    <a:pt x="1224488" y="126272"/>
                  </a:lnTo>
                  <a:lnTo>
                    <a:pt x="1226577" y="127110"/>
                  </a:lnTo>
                  <a:lnTo>
                    <a:pt x="1228666" y="127865"/>
                  </a:lnTo>
                  <a:lnTo>
                    <a:pt x="1230755" y="128620"/>
                  </a:lnTo>
                  <a:lnTo>
                    <a:pt x="1232844" y="129458"/>
                  </a:lnTo>
                  <a:lnTo>
                    <a:pt x="1234933" y="130213"/>
                  </a:lnTo>
                  <a:lnTo>
                    <a:pt x="1237022" y="130872"/>
                  </a:lnTo>
                  <a:lnTo>
                    <a:pt x="1239111" y="131428"/>
                  </a:lnTo>
                  <a:lnTo>
                    <a:pt x="1241200" y="131984"/>
                  </a:lnTo>
                  <a:lnTo>
                    <a:pt x="1243289" y="132540"/>
                  </a:lnTo>
                  <a:lnTo>
                    <a:pt x="1245379" y="132892"/>
                  </a:lnTo>
                  <a:lnTo>
                    <a:pt x="1247468" y="133096"/>
                  </a:lnTo>
                  <a:lnTo>
                    <a:pt x="1249557" y="133245"/>
                  </a:lnTo>
                  <a:lnTo>
                    <a:pt x="1251646" y="133245"/>
                  </a:lnTo>
                  <a:lnTo>
                    <a:pt x="1253735" y="133245"/>
                  </a:lnTo>
                  <a:lnTo>
                    <a:pt x="1255824" y="133042"/>
                  </a:lnTo>
                  <a:lnTo>
                    <a:pt x="1257913" y="132690"/>
                  </a:lnTo>
                  <a:lnTo>
                    <a:pt x="1260002" y="132235"/>
                  </a:lnTo>
                  <a:lnTo>
                    <a:pt x="1262091" y="131781"/>
                  </a:lnTo>
                  <a:lnTo>
                    <a:pt x="1264180" y="130943"/>
                  </a:lnTo>
                  <a:lnTo>
                    <a:pt x="1266269" y="130106"/>
                  </a:lnTo>
                  <a:lnTo>
                    <a:pt x="1268358" y="129268"/>
                  </a:lnTo>
                  <a:lnTo>
                    <a:pt x="1270447" y="127905"/>
                  </a:lnTo>
                  <a:lnTo>
                    <a:pt x="1272536" y="126542"/>
                  </a:lnTo>
                  <a:lnTo>
                    <a:pt x="1274625" y="125257"/>
                  </a:lnTo>
                  <a:lnTo>
                    <a:pt x="1276714" y="123973"/>
                  </a:lnTo>
                  <a:lnTo>
                    <a:pt x="1278803" y="122688"/>
                  </a:lnTo>
                  <a:lnTo>
                    <a:pt x="1280892" y="121325"/>
                  </a:lnTo>
                  <a:lnTo>
                    <a:pt x="1282981" y="119962"/>
                  </a:lnTo>
                  <a:lnTo>
                    <a:pt x="1285070" y="118598"/>
                  </a:lnTo>
                  <a:lnTo>
                    <a:pt x="1287159" y="117579"/>
                  </a:lnTo>
                  <a:lnTo>
                    <a:pt x="1289248" y="116561"/>
                  </a:lnTo>
                  <a:lnTo>
                    <a:pt x="1291337" y="115541"/>
                  </a:lnTo>
                  <a:lnTo>
                    <a:pt x="1293426" y="114522"/>
                  </a:lnTo>
                  <a:lnTo>
                    <a:pt x="1295515" y="113424"/>
                  </a:lnTo>
                  <a:lnTo>
                    <a:pt x="1297604" y="112405"/>
                  </a:lnTo>
                  <a:lnTo>
                    <a:pt x="1299693" y="111468"/>
                  </a:lnTo>
                  <a:lnTo>
                    <a:pt x="1301782" y="110917"/>
                  </a:lnTo>
                  <a:lnTo>
                    <a:pt x="1303872" y="110366"/>
                  </a:lnTo>
                  <a:lnTo>
                    <a:pt x="1305961" y="109733"/>
                  </a:lnTo>
                  <a:lnTo>
                    <a:pt x="1308050" y="109100"/>
                  </a:lnTo>
                  <a:lnTo>
                    <a:pt x="1310139" y="108466"/>
                  </a:lnTo>
                  <a:lnTo>
                    <a:pt x="1312228" y="107833"/>
                  </a:lnTo>
                  <a:lnTo>
                    <a:pt x="1314317" y="107200"/>
                  </a:lnTo>
                  <a:lnTo>
                    <a:pt x="1316406" y="106770"/>
                  </a:lnTo>
                  <a:lnTo>
                    <a:pt x="1318495" y="106058"/>
                  </a:lnTo>
                  <a:lnTo>
                    <a:pt x="1320584" y="105424"/>
                  </a:lnTo>
                  <a:lnTo>
                    <a:pt x="1322673" y="104669"/>
                  </a:lnTo>
                  <a:lnTo>
                    <a:pt x="1324762" y="103829"/>
                  </a:lnTo>
                  <a:lnTo>
                    <a:pt x="1326851" y="103170"/>
                  </a:lnTo>
                  <a:lnTo>
                    <a:pt x="1328940" y="102619"/>
                  </a:lnTo>
                  <a:lnTo>
                    <a:pt x="1331029" y="102165"/>
                  </a:lnTo>
                  <a:lnTo>
                    <a:pt x="1333118" y="101506"/>
                  </a:lnTo>
                  <a:lnTo>
                    <a:pt x="1335207" y="101098"/>
                  </a:lnTo>
                  <a:lnTo>
                    <a:pt x="1337296" y="100691"/>
                  </a:lnTo>
                  <a:lnTo>
                    <a:pt x="1339385" y="100284"/>
                  </a:lnTo>
                  <a:lnTo>
                    <a:pt x="1341474" y="100079"/>
                  </a:lnTo>
                  <a:lnTo>
                    <a:pt x="1343563" y="99875"/>
                  </a:lnTo>
                  <a:lnTo>
                    <a:pt x="1345652" y="99670"/>
                  </a:lnTo>
                  <a:lnTo>
                    <a:pt x="1347741" y="99852"/>
                  </a:lnTo>
                  <a:lnTo>
                    <a:pt x="1349830" y="100299"/>
                  </a:lnTo>
                  <a:lnTo>
                    <a:pt x="1351919" y="100685"/>
                  </a:lnTo>
                  <a:lnTo>
                    <a:pt x="1354008" y="101071"/>
                  </a:lnTo>
                  <a:lnTo>
                    <a:pt x="1356097" y="101478"/>
                  </a:lnTo>
                  <a:lnTo>
                    <a:pt x="1358186" y="101886"/>
                  </a:lnTo>
                  <a:lnTo>
                    <a:pt x="1360276" y="102475"/>
                  </a:lnTo>
                  <a:lnTo>
                    <a:pt x="1362365" y="102882"/>
                  </a:lnTo>
                  <a:lnTo>
                    <a:pt x="1364454" y="103885"/>
                  </a:lnTo>
                  <a:lnTo>
                    <a:pt x="1366543" y="104991"/>
                  </a:lnTo>
                  <a:lnTo>
                    <a:pt x="1368632" y="106405"/>
                  </a:lnTo>
                  <a:lnTo>
                    <a:pt x="1370721" y="107998"/>
                  </a:lnTo>
                  <a:lnTo>
                    <a:pt x="1372810" y="109591"/>
                  </a:lnTo>
                  <a:lnTo>
                    <a:pt x="1374899" y="111836"/>
                  </a:lnTo>
                  <a:lnTo>
                    <a:pt x="1376988" y="114617"/>
                  </a:lnTo>
                  <a:lnTo>
                    <a:pt x="1379077" y="117892"/>
                  </a:lnTo>
                  <a:lnTo>
                    <a:pt x="1381166" y="121088"/>
                  </a:lnTo>
                  <a:lnTo>
                    <a:pt x="1383255" y="124283"/>
                  </a:lnTo>
                  <a:lnTo>
                    <a:pt x="1385344" y="128039"/>
                  </a:lnTo>
                  <a:lnTo>
                    <a:pt x="1387433" y="131873"/>
                  </a:lnTo>
                  <a:lnTo>
                    <a:pt x="1389522" y="136321"/>
                  </a:lnTo>
                  <a:lnTo>
                    <a:pt x="1391611" y="140768"/>
                  </a:lnTo>
                  <a:lnTo>
                    <a:pt x="1393700" y="145137"/>
                  </a:lnTo>
                  <a:lnTo>
                    <a:pt x="1395789" y="149506"/>
                  </a:lnTo>
                  <a:lnTo>
                    <a:pt x="1397878" y="153875"/>
                  </a:lnTo>
                  <a:lnTo>
                    <a:pt x="1399967" y="158244"/>
                  </a:lnTo>
                  <a:lnTo>
                    <a:pt x="1402056" y="163464"/>
                  </a:lnTo>
                  <a:lnTo>
                    <a:pt x="1404145" y="168604"/>
                  </a:lnTo>
                  <a:lnTo>
                    <a:pt x="1406234" y="172891"/>
                  </a:lnTo>
                  <a:lnTo>
                    <a:pt x="1408323" y="177177"/>
                  </a:lnTo>
                  <a:lnTo>
                    <a:pt x="1410412" y="180851"/>
                  </a:lnTo>
                  <a:lnTo>
                    <a:pt x="1412501" y="184606"/>
                  </a:lnTo>
                  <a:lnTo>
                    <a:pt x="1414590" y="187802"/>
                  </a:lnTo>
                  <a:lnTo>
                    <a:pt x="1416679" y="190998"/>
                  </a:lnTo>
                  <a:lnTo>
                    <a:pt x="1418769" y="193700"/>
                  </a:lnTo>
                  <a:lnTo>
                    <a:pt x="1420231" y="195938"/>
                  </a:lnTo>
                  <a:lnTo>
                    <a:pt x="1489961" y="195938"/>
                  </a:lnTo>
                  <a:lnTo>
                    <a:pt x="1491885" y="192479"/>
                  </a:lnTo>
                  <a:lnTo>
                    <a:pt x="1493974" y="188723"/>
                  </a:lnTo>
                  <a:lnTo>
                    <a:pt x="1496063" y="184437"/>
                  </a:lnTo>
                  <a:lnTo>
                    <a:pt x="1498152" y="180068"/>
                  </a:lnTo>
                  <a:lnTo>
                    <a:pt x="1500241" y="175699"/>
                  </a:lnTo>
                  <a:lnTo>
                    <a:pt x="1502330" y="171331"/>
                  </a:lnTo>
                  <a:lnTo>
                    <a:pt x="1504419" y="166962"/>
                  </a:lnTo>
                  <a:lnTo>
                    <a:pt x="1506508" y="162593"/>
                  </a:lnTo>
                  <a:lnTo>
                    <a:pt x="1508597" y="157374"/>
                  </a:lnTo>
                  <a:lnTo>
                    <a:pt x="1510686" y="152155"/>
                  </a:lnTo>
                  <a:lnTo>
                    <a:pt x="1512775" y="147707"/>
                  </a:lnTo>
                  <a:lnTo>
                    <a:pt x="1514864" y="143259"/>
                  </a:lnTo>
                  <a:lnTo>
                    <a:pt x="1516953" y="139363"/>
                  </a:lnTo>
                  <a:lnTo>
                    <a:pt x="1519042" y="135466"/>
                  </a:lnTo>
                  <a:lnTo>
                    <a:pt x="1521131" y="132129"/>
                  </a:lnTo>
                  <a:lnTo>
                    <a:pt x="1523220" y="128792"/>
                  </a:lnTo>
                  <a:lnTo>
                    <a:pt x="1525309" y="125949"/>
                  </a:lnTo>
                  <a:lnTo>
                    <a:pt x="1527398" y="122518"/>
                  </a:lnTo>
                  <a:lnTo>
                    <a:pt x="1529487" y="119581"/>
                  </a:lnTo>
                  <a:lnTo>
                    <a:pt x="1531576" y="116643"/>
                  </a:lnTo>
                  <a:lnTo>
                    <a:pt x="1533666" y="113706"/>
                  </a:lnTo>
                  <a:lnTo>
                    <a:pt x="1535755" y="110769"/>
                  </a:lnTo>
                  <a:lnTo>
                    <a:pt x="1537844" y="108288"/>
                  </a:lnTo>
                  <a:lnTo>
                    <a:pt x="1539933" y="106769"/>
                  </a:lnTo>
                  <a:lnTo>
                    <a:pt x="1542022" y="105249"/>
                  </a:lnTo>
                  <a:lnTo>
                    <a:pt x="1544111" y="103994"/>
                  </a:lnTo>
                  <a:lnTo>
                    <a:pt x="1546200" y="102834"/>
                  </a:lnTo>
                  <a:lnTo>
                    <a:pt x="1548289" y="101674"/>
                  </a:lnTo>
                  <a:lnTo>
                    <a:pt x="1550378" y="100654"/>
                  </a:lnTo>
                  <a:lnTo>
                    <a:pt x="1552467" y="99718"/>
                  </a:lnTo>
                  <a:lnTo>
                    <a:pt x="1554556" y="98781"/>
                  </a:lnTo>
                  <a:lnTo>
                    <a:pt x="1556645" y="97578"/>
                  </a:lnTo>
                  <a:lnTo>
                    <a:pt x="1558734" y="96823"/>
                  </a:lnTo>
                  <a:lnTo>
                    <a:pt x="1560823" y="95886"/>
                  </a:lnTo>
                  <a:lnTo>
                    <a:pt x="1562912" y="95131"/>
                  </a:lnTo>
                  <a:lnTo>
                    <a:pt x="1565001" y="94580"/>
                  </a:lnTo>
                  <a:lnTo>
                    <a:pt x="1567090" y="94228"/>
                  </a:lnTo>
                  <a:lnTo>
                    <a:pt x="1569179" y="93876"/>
                  </a:lnTo>
                  <a:lnTo>
                    <a:pt x="1571268" y="93523"/>
                  </a:lnTo>
                  <a:lnTo>
                    <a:pt x="1573357" y="93172"/>
                  </a:lnTo>
                  <a:lnTo>
                    <a:pt x="1575446" y="92969"/>
                  </a:lnTo>
                  <a:lnTo>
                    <a:pt x="1577535" y="92820"/>
                  </a:lnTo>
                  <a:lnTo>
                    <a:pt x="1579624" y="92671"/>
                  </a:lnTo>
                  <a:lnTo>
                    <a:pt x="1581713" y="92522"/>
                  </a:lnTo>
                  <a:lnTo>
                    <a:pt x="1583802" y="92373"/>
                  </a:lnTo>
                  <a:lnTo>
                    <a:pt x="1585891" y="92225"/>
                  </a:lnTo>
                  <a:lnTo>
                    <a:pt x="1587980" y="92225"/>
                  </a:lnTo>
                  <a:lnTo>
                    <a:pt x="1590070" y="92225"/>
                  </a:lnTo>
                  <a:lnTo>
                    <a:pt x="1592159" y="92374"/>
                  </a:lnTo>
                  <a:lnTo>
                    <a:pt x="1594248" y="92726"/>
                  </a:lnTo>
                  <a:lnTo>
                    <a:pt x="1596337" y="93359"/>
                  </a:lnTo>
                  <a:lnTo>
                    <a:pt x="1598426" y="93789"/>
                  </a:lnTo>
                  <a:lnTo>
                    <a:pt x="1600515" y="94219"/>
                  </a:lnTo>
                  <a:lnTo>
                    <a:pt x="1602604" y="94568"/>
                  </a:lnTo>
                  <a:lnTo>
                    <a:pt x="1604693" y="94997"/>
                  </a:lnTo>
                  <a:lnTo>
                    <a:pt x="1606782" y="95279"/>
                  </a:lnTo>
                  <a:lnTo>
                    <a:pt x="1608871" y="95560"/>
                  </a:lnTo>
                  <a:lnTo>
                    <a:pt x="1610960" y="95841"/>
                  </a:lnTo>
                  <a:lnTo>
                    <a:pt x="1613049" y="95923"/>
                  </a:lnTo>
                  <a:lnTo>
                    <a:pt x="1615138" y="96002"/>
                  </a:lnTo>
                  <a:lnTo>
                    <a:pt x="1617227" y="96081"/>
                  </a:lnTo>
                  <a:lnTo>
                    <a:pt x="1619316" y="96019"/>
                  </a:lnTo>
                  <a:lnTo>
                    <a:pt x="1621405" y="95957"/>
                  </a:lnTo>
                  <a:lnTo>
                    <a:pt x="1623494" y="95957"/>
                  </a:lnTo>
                  <a:lnTo>
                    <a:pt x="1625583" y="95957"/>
                  </a:lnTo>
                  <a:lnTo>
                    <a:pt x="1627672" y="95957"/>
                  </a:lnTo>
                  <a:lnTo>
                    <a:pt x="1629761" y="95957"/>
                  </a:lnTo>
                  <a:lnTo>
                    <a:pt x="1631850" y="95957"/>
                  </a:lnTo>
                  <a:lnTo>
                    <a:pt x="1633939" y="96051"/>
                  </a:lnTo>
                  <a:lnTo>
                    <a:pt x="1636028" y="96145"/>
                  </a:lnTo>
                  <a:lnTo>
                    <a:pt x="1638117" y="96240"/>
                  </a:lnTo>
                  <a:lnTo>
                    <a:pt x="1640206" y="96334"/>
                  </a:lnTo>
                  <a:lnTo>
                    <a:pt x="1642295" y="96490"/>
                  </a:lnTo>
                  <a:lnTo>
                    <a:pt x="1644384" y="96725"/>
                  </a:lnTo>
                  <a:lnTo>
                    <a:pt x="1646473" y="97043"/>
                  </a:lnTo>
                  <a:lnTo>
                    <a:pt x="1648563" y="97361"/>
                  </a:lnTo>
                  <a:lnTo>
                    <a:pt x="1650652" y="97678"/>
                  </a:lnTo>
                  <a:lnTo>
                    <a:pt x="1652741" y="97901"/>
                  </a:lnTo>
                  <a:lnTo>
                    <a:pt x="1654830" y="98125"/>
                  </a:lnTo>
                  <a:lnTo>
                    <a:pt x="1656919" y="98207"/>
                  </a:lnTo>
                  <a:lnTo>
                    <a:pt x="1659008" y="98303"/>
                  </a:lnTo>
                  <a:lnTo>
                    <a:pt x="1661097" y="98400"/>
                  </a:lnTo>
                  <a:lnTo>
                    <a:pt x="1663186" y="98497"/>
                  </a:lnTo>
                  <a:lnTo>
                    <a:pt x="1665275" y="98696"/>
                  </a:lnTo>
                  <a:lnTo>
                    <a:pt x="1667364" y="99247"/>
                  </a:lnTo>
                  <a:lnTo>
                    <a:pt x="1669453" y="99798"/>
                  </a:lnTo>
                  <a:lnTo>
                    <a:pt x="1671542" y="100554"/>
                  </a:lnTo>
                  <a:lnTo>
                    <a:pt x="1673631" y="101110"/>
                  </a:lnTo>
                  <a:lnTo>
                    <a:pt x="1675720" y="101666"/>
                  </a:lnTo>
                  <a:lnTo>
                    <a:pt x="1677809" y="102018"/>
                  </a:lnTo>
                  <a:lnTo>
                    <a:pt x="1679898" y="102574"/>
                  </a:lnTo>
                  <a:lnTo>
                    <a:pt x="1681987" y="102982"/>
                  </a:lnTo>
                  <a:lnTo>
                    <a:pt x="1684076" y="103538"/>
                  </a:lnTo>
                  <a:lnTo>
                    <a:pt x="1686165" y="104276"/>
                  </a:lnTo>
                  <a:lnTo>
                    <a:pt x="1688254" y="104832"/>
                  </a:lnTo>
                  <a:lnTo>
                    <a:pt x="1690343" y="105388"/>
                  </a:lnTo>
                  <a:lnTo>
                    <a:pt x="1692432" y="105945"/>
                  </a:lnTo>
                  <a:lnTo>
                    <a:pt x="1694521" y="106533"/>
                  </a:lnTo>
                  <a:lnTo>
                    <a:pt x="1696610" y="106941"/>
                  </a:lnTo>
                  <a:lnTo>
                    <a:pt x="1698699" y="107144"/>
                  </a:lnTo>
                  <a:lnTo>
                    <a:pt x="1700788" y="106941"/>
                  </a:lnTo>
                  <a:lnTo>
                    <a:pt x="1702877" y="106589"/>
                  </a:lnTo>
                  <a:lnTo>
                    <a:pt x="1704967" y="106338"/>
                  </a:lnTo>
                  <a:lnTo>
                    <a:pt x="1707056" y="106087"/>
                  </a:lnTo>
                  <a:lnTo>
                    <a:pt x="1709145" y="105938"/>
                  </a:lnTo>
                  <a:lnTo>
                    <a:pt x="1711234" y="105687"/>
                  </a:lnTo>
                  <a:lnTo>
                    <a:pt x="1713323" y="105585"/>
                  </a:lnTo>
                  <a:lnTo>
                    <a:pt x="1715412" y="105482"/>
                  </a:lnTo>
                  <a:lnTo>
                    <a:pt x="1717501" y="105283"/>
                  </a:lnTo>
                  <a:lnTo>
                    <a:pt x="1719590" y="105283"/>
                  </a:lnTo>
                  <a:lnTo>
                    <a:pt x="1721679" y="105366"/>
                  </a:lnTo>
                  <a:lnTo>
                    <a:pt x="1723768" y="105366"/>
                  </a:lnTo>
                  <a:lnTo>
                    <a:pt x="1725857" y="105428"/>
                  </a:lnTo>
                  <a:lnTo>
                    <a:pt x="1727946" y="105490"/>
                  </a:lnTo>
                  <a:lnTo>
                    <a:pt x="1730035" y="105632"/>
                  </a:lnTo>
                  <a:lnTo>
                    <a:pt x="1732124" y="105773"/>
                  </a:lnTo>
                  <a:lnTo>
                    <a:pt x="1734213" y="105914"/>
                  </a:lnTo>
                  <a:lnTo>
                    <a:pt x="1736302" y="106055"/>
                  </a:lnTo>
                  <a:lnTo>
                    <a:pt x="1738391" y="106196"/>
                  </a:lnTo>
                  <a:lnTo>
                    <a:pt x="1740480" y="106258"/>
                  </a:lnTo>
                  <a:lnTo>
                    <a:pt x="1742569" y="106399"/>
                  </a:lnTo>
                  <a:lnTo>
                    <a:pt x="1744658" y="106540"/>
                  </a:lnTo>
                  <a:lnTo>
                    <a:pt x="1746747" y="106764"/>
                  </a:lnTo>
                  <a:lnTo>
                    <a:pt x="1748836" y="106925"/>
                  </a:lnTo>
                  <a:lnTo>
                    <a:pt x="1750925" y="107104"/>
                  </a:lnTo>
                  <a:lnTo>
                    <a:pt x="1753014" y="107200"/>
                  </a:lnTo>
                  <a:lnTo>
                    <a:pt x="1755103" y="107297"/>
                  </a:lnTo>
                  <a:lnTo>
                    <a:pt x="1757192" y="107394"/>
                  </a:lnTo>
                  <a:lnTo>
                    <a:pt x="1759281" y="107491"/>
                  </a:lnTo>
                  <a:lnTo>
                    <a:pt x="1761370" y="107491"/>
                  </a:lnTo>
                  <a:lnTo>
                    <a:pt x="1763460" y="107690"/>
                  </a:lnTo>
                  <a:lnTo>
                    <a:pt x="1765549" y="107792"/>
                  </a:lnTo>
                  <a:lnTo>
                    <a:pt x="1767638" y="107894"/>
                  </a:lnTo>
                  <a:lnTo>
                    <a:pt x="1769727" y="107997"/>
                  </a:lnTo>
                  <a:lnTo>
                    <a:pt x="1771816" y="107996"/>
                  </a:lnTo>
                  <a:lnTo>
                    <a:pt x="1773905" y="107644"/>
                  </a:lnTo>
                  <a:lnTo>
                    <a:pt x="1775994" y="107190"/>
                  </a:lnTo>
                  <a:lnTo>
                    <a:pt x="1778083" y="106435"/>
                  </a:lnTo>
                  <a:lnTo>
                    <a:pt x="1780172" y="105679"/>
                  </a:lnTo>
                  <a:lnTo>
                    <a:pt x="1782261" y="104841"/>
                  </a:lnTo>
                  <a:lnTo>
                    <a:pt x="1784350" y="104208"/>
                  </a:lnTo>
                  <a:lnTo>
                    <a:pt x="1786439" y="103371"/>
                  </a:lnTo>
                  <a:lnTo>
                    <a:pt x="1788528" y="102533"/>
                  </a:lnTo>
                  <a:lnTo>
                    <a:pt x="1790617" y="101778"/>
                  </a:lnTo>
                  <a:lnTo>
                    <a:pt x="1792706" y="101040"/>
                  </a:lnTo>
                  <a:lnTo>
                    <a:pt x="1794795" y="100284"/>
                  </a:lnTo>
                  <a:lnTo>
                    <a:pt x="1796884" y="99626"/>
                  </a:lnTo>
                  <a:lnTo>
                    <a:pt x="1798973" y="98967"/>
                  </a:lnTo>
                  <a:lnTo>
                    <a:pt x="1801062" y="98229"/>
                  </a:lnTo>
                  <a:lnTo>
                    <a:pt x="1803151" y="97673"/>
                  </a:lnTo>
                  <a:lnTo>
                    <a:pt x="1805240" y="97218"/>
                  </a:lnTo>
                  <a:lnTo>
                    <a:pt x="1807329" y="96967"/>
                  </a:lnTo>
                  <a:lnTo>
                    <a:pt x="1809418" y="96865"/>
                  </a:lnTo>
                  <a:lnTo>
                    <a:pt x="1811507" y="96865"/>
                  </a:lnTo>
                  <a:lnTo>
                    <a:pt x="1813596" y="96865"/>
                  </a:lnTo>
                  <a:lnTo>
                    <a:pt x="1815685" y="96763"/>
                  </a:lnTo>
                  <a:lnTo>
                    <a:pt x="1817774" y="96763"/>
                  </a:lnTo>
                  <a:lnTo>
                    <a:pt x="1819864" y="96763"/>
                  </a:lnTo>
                  <a:lnTo>
                    <a:pt x="1821953" y="96764"/>
                  </a:lnTo>
                  <a:lnTo>
                    <a:pt x="1824042" y="96860"/>
                  </a:lnTo>
                  <a:lnTo>
                    <a:pt x="1826131" y="96957"/>
                  </a:lnTo>
                  <a:lnTo>
                    <a:pt x="1828220" y="96957"/>
                  </a:lnTo>
                  <a:lnTo>
                    <a:pt x="1830309" y="97039"/>
                  </a:lnTo>
                  <a:lnTo>
                    <a:pt x="1832398" y="97118"/>
                  </a:lnTo>
                  <a:lnTo>
                    <a:pt x="1834487" y="97197"/>
                  </a:lnTo>
                  <a:lnTo>
                    <a:pt x="1836576" y="97197"/>
                  </a:lnTo>
                  <a:lnTo>
                    <a:pt x="1838665" y="97279"/>
                  </a:lnTo>
                  <a:lnTo>
                    <a:pt x="1840754" y="97458"/>
                  </a:lnTo>
                  <a:lnTo>
                    <a:pt x="1842843" y="97888"/>
                  </a:lnTo>
                  <a:lnTo>
                    <a:pt x="1844932" y="98318"/>
                  </a:lnTo>
                  <a:lnTo>
                    <a:pt x="1847021" y="98828"/>
                  </a:lnTo>
                  <a:lnTo>
                    <a:pt x="1849110" y="99257"/>
                  </a:lnTo>
                  <a:lnTo>
                    <a:pt x="1851199" y="99687"/>
                  </a:lnTo>
                  <a:lnTo>
                    <a:pt x="1853288" y="99887"/>
                  </a:lnTo>
                  <a:lnTo>
                    <a:pt x="1855377" y="99983"/>
                  </a:lnTo>
                  <a:lnTo>
                    <a:pt x="1857466" y="100086"/>
                  </a:lnTo>
                  <a:lnTo>
                    <a:pt x="1859555" y="100337"/>
                  </a:lnTo>
                  <a:lnTo>
                    <a:pt x="1861644" y="100588"/>
                  </a:lnTo>
                  <a:lnTo>
                    <a:pt x="1863733" y="101042"/>
                  </a:lnTo>
                  <a:lnTo>
                    <a:pt x="1865822" y="101497"/>
                  </a:lnTo>
                  <a:lnTo>
                    <a:pt x="1867911" y="102047"/>
                  </a:lnTo>
                  <a:lnTo>
                    <a:pt x="1870000" y="102399"/>
                  </a:lnTo>
                  <a:lnTo>
                    <a:pt x="1872089" y="102751"/>
                  </a:lnTo>
                  <a:lnTo>
                    <a:pt x="1874178" y="103103"/>
                  </a:lnTo>
                  <a:lnTo>
                    <a:pt x="1876267" y="103455"/>
                  </a:lnTo>
                  <a:lnTo>
                    <a:pt x="1878357" y="103806"/>
                  </a:lnTo>
                  <a:lnTo>
                    <a:pt x="1880446" y="104363"/>
                  </a:lnTo>
                  <a:lnTo>
                    <a:pt x="1882535" y="105021"/>
                  </a:lnTo>
                  <a:lnTo>
                    <a:pt x="1884624" y="105777"/>
                  </a:lnTo>
                  <a:lnTo>
                    <a:pt x="1886713" y="106328"/>
                  </a:lnTo>
                  <a:lnTo>
                    <a:pt x="1888802" y="106961"/>
                  </a:lnTo>
                  <a:lnTo>
                    <a:pt x="1890891" y="107594"/>
                  </a:lnTo>
                  <a:lnTo>
                    <a:pt x="1892980" y="108024"/>
                  </a:lnTo>
                  <a:lnTo>
                    <a:pt x="1895069" y="108454"/>
                  </a:lnTo>
                  <a:lnTo>
                    <a:pt x="1897158" y="108802"/>
                  </a:lnTo>
                  <a:lnTo>
                    <a:pt x="1899247" y="108951"/>
                  </a:lnTo>
                  <a:lnTo>
                    <a:pt x="1901336" y="109150"/>
                  </a:lnTo>
                  <a:lnTo>
                    <a:pt x="1903425" y="109252"/>
                  </a:lnTo>
                  <a:lnTo>
                    <a:pt x="1905514" y="109155"/>
                  </a:lnTo>
                  <a:lnTo>
                    <a:pt x="1907603" y="108956"/>
                  </a:lnTo>
                  <a:lnTo>
                    <a:pt x="1909692" y="108675"/>
                  </a:lnTo>
                  <a:lnTo>
                    <a:pt x="1911781" y="108496"/>
                  </a:lnTo>
                  <a:lnTo>
                    <a:pt x="1913870" y="108317"/>
                  </a:lnTo>
                  <a:lnTo>
                    <a:pt x="1915959" y="108138"/>
                  </a:lnTo>
                  <a:lnTo>
                    <a:pt x="1918048" y="107959"/>
                  </a:lnTo>
                  <a:lnTo>
                    <a:pt x="1920137" y="107781"/>
                  </a:lnTo>
                  <a:lnTo>
                    <a:pt x="1922226" y="107602"/>
                  </a:lnTo>
                  <a:lnTo>
                    <a:pt x="1924315" y="107505"/>
                  </a:lnTo>
                  <a:lnTo>
                    <a:pt x="1926404" y="107409"/>
                  </a:lnTo>
                  <a:lnTo>
                    <a:pt x="1928493" y="107312"/>
                  </a:lnTo>
                  <a:lnTo>
                    <a:pt x="1930582" y="107216"/>
                  </a:lnTo>
                  <a:lnTo>
                    <a:pt x="1932671" y="107119"/>
                  </a:lnTo>
                  <a:lnTo>
                    <a:pt x="1934761" y="107119"/>
                  </a:lnTo>
                  <a:lnTo>
                    <a:pt x="1936850" y="107119"/>
                  </a:lnTo>
                  <a:lnTo>
                    <a:pt x="1938939" y="107201"/>
                  </a:lnTo>
                  <a:lnTo>
                    <a:pt x="1941028" y="107483"/>
                  </a:lnTo>
                  <a:lnTo>
                    <a:pt x="1943117" y="107662"/>
                  </a:lnTo>
                  <a:lnTo>
                    <a:pt x="1945206" y="107758"/>
                  </a:lnTo>
                  <a:lnTo>
                    <a:pt x="1947295" y="107758"/>
                  </a:lnTo>
                  <a:lnTo>
                    <a:pt x="1949384" y="107507"/>
                  </a:lnTo>
                  <a:lnTo>
                    <a:pt x="1951473" y="107256"/>
                  </a:lnTo>
                  <a:lnTo>
                    <a:pt x="1953562" y="106908"/>
                  </a:lnTo>
                  <a:lnTo>
                    <a:pt x="1955651" y="106478"/>
                  </a:lnTo>
                  <a:lnTo>
                    <a:pt x="1957740" y="106048"/>
                  </a:lnTo>
                  <a:lnTo>
                    <a:pt x="1959829" y="105848"/>
                  </a:lnTo>
                  <a:lnTo>
                    <a:pt x="1961918" y="105752"/>
                  </a:lnTo>
                  <a:lnTo>
                    <a:pt x="1964007" y="105553"/>
                  </a:lnTo>
                  <a:lnTo>
                    <a:pt x="1966096" y="105205"/>
                  </a:lnTo>
                  <a:lnTo>
                    <a:pt x="1968185" y="105056"/>
                  </a:lnTo>
                  <a:lnTo>
                    <a:pt x="1970274" y="104704"/>
                  </a:lnTo>
                  <a:lnTo>
                    <a:pt x="1972363" y="104153"/>
                  </a:lnTo>
                  <a:lnTo>
                    <a:pt x="1974452" y="103602"/>
                  </a:lnTo>
                  <a:lnTo>
                    <a:pt x="1976541" y="103051"/>
                  </a:lnTo>
                  <a:lnTo>
                    <a:pt x="1978630" y="102500"/>
                  </a:lnTo>
                  <a:lnTo>
                    <a:pt x="1980719" y="101949"/>
                  </a:lnTo>
                  <a:lnTo>
                    <a:pt x="1982808" y="101495"/>
                  </a:lnTo>
                  <a:lnTo>
                    <a:pt x="1984897" y="101040"/>
                  </a:lnTo>
                  <a:lnTo>
                    <a:pt x="1986986" y="100484"/>
                  </a:lnTo>
                  <a:lnTo>
                    <a:pt x="1989075" y="100077"/>
                  </a:lnTo>
                  <a:lnTo>
                    <a:pt x="1991164" y="99520"/>
                  </a:lnTo>
                  <a:lnTo>
                    <a:pt x="1993254" y="99066"/>
                  </a:lnTo>
                  <a:lnTo>
                    <a:pt x="1995343" y="98612"/>
                  </a:lnTo>
                  <a:lnTo>
                    <a:pt x="1997432" y="98157"/>
                  </a:lnTo>
                  <a:lnTo>
                    <a:pt x="1999521" y="97727"/>
                  </a:lnTo>
                  <a:lnTo>
                    <a:pt x="2001610" y="97297"/>
                  </a:lnTo>
                  <a:lnTo>
                    <a:pt x="2003699" y="96867"/>
                  </a:lnTo>
                  <a:lnTo>
                    <a:pt x="2005788" y="96437"/>
                  </a:lnTo>
                  <a:lnTo>
                    <a:pt x="2007877" y="96156"/>
                  </a:lnTo>
                  <a:lnTo>
                    <a:pt x="2009966" y="95874"/>
                  </a:lnTo>
                  <a:lnTo>
                    <a:pt x="2012055" y="95874"/>
                  </a:lnTo>
                  <a:lnTo>
                    <a:pt x="2014144" y="95792"/>
                  </a:lnTo>
                  <a:lnTo>
                    <a:pt x="2016233" y="95792"/>
                  </a:lnTo>
                  <a:lnTo>
                    <a:pt x="2018322" y="95713"/>
                  </a:lnTo>
                  <a:lnTo>
                    <a:pt x="2020411" y="95572"/>
                  </a:lnTo>
                  <a:lnTo>
                    <a:pt x="2022500" y="95431"/>
                  </a:lnTo>
                  <a:lnTo>
                    <a:pt x="2024589" y="95290"/>
                  </a:lnTo>
                  <a:lnTo>
                    <a:pt x="2026678" y="95149"/>
                  </a:lnTo>
                  <a:lnTo>
                    <a:pt x="2028767" y="95070"/>
                  </a:lnTo>
                  <a:lnTo>
                    <a:pt x="2030856" y="94909"/>
                  </a:lnTo>
                  <a:lnTo>
                    <a:pt x="2032945" y="94748"/>
                  </a:lnTo>
                  <a:lnTo>
                    <a:pt x="2035034" y="94587"/>
                  </a:lnTo>
                  <a:lnTo>
                    <a:pt x="2037123" y="94505"/>
                  </a:lnTo>
                  <a:lnTo>
                    <a:pt x="2039212" y="94422"/>
                  </a:lnTo>
                  <a:lnTo>
                    <a:pt x="2041301" y="94340"/>
                  </a:lnTo>
                  <a:lnTo>
                    <a:pt x="2043390" y="94179"/>
                  </a:lnTo>
                  <a:lnTo>
                    <a:pt x="2045479" y="94097"/>
                  </a:lnTo>
                  <a:lnTo>
                    <a:pt x="2047568" y="93816"/>
                  </a:lnTo>
                  <a:lnTo>
                    <a:pt x="2049658" y="93637"/>
                  </a:lnTo>
                  <a:lnTo>
                    <a:pt x="2051747" y="93458"/>
                  </a:lnTo>
                  <a:lnTo>
                    <a:pt x="2053836" y="93361"/>
                  </a:lnTo>
                  <a:lnTo>
                    <a:pt x="2055925" y="93264"/>
                  </a:lnTo>
                  <a:lnTo>
                    <a:pt x="2058014" y="93264"/>
                  </a:lnTo>
                  <a:lnTo>
                    <a:pt x="2060103" y="93463"/>
                  </a:lnTo>
                  <a:lnTo>
                    <a:pt x="2062192" y="93893"/>
                  </a:lnTo>
                  <a:lnTo>
                    <a:pt x="2064281" y="94324"/>
                  </a:lnTo>
                  <a:lnTo>
                    <a:pt x="2066370" y="94671"/>
                  </a:lnTo>
                  <a:lnTo>
                    <a:pt x="2068459" y="95223"/>
                  </a:lnTo>
                  <a:lnTo>
                    <a:pt x="2070548" y="95773"/>
                  </a:lnTo>
                  <a:lnTo>
                    <a:pt x="2072637" y="96325"/>
                  </a:lnTo>
                  <a:lnTo>
                    <a:pt x="2074726" y="96881"/>
                  </a:lnTo>
                  <a:lnTo>
                    <a:pt x="2076815" y="97233"/>
                  </a:lnTo>
                  <a:lnTo>
                    <a:pt x="2078904" y="98170"/>
                  </a:lnTo>
                  <a:lnTo>
                    <a:pt x="2080993" y="99106"/>
                  </a:lnTo>
                  <a:lnTo>
                    <a:pt x="2083082" y="100309"/>
                  </a:lnTo>
                  <a:lnTo>
                    <a:pt x="2085171" y="101246"/>
                  </a:lnTo>
                  <a:lnTo>
                    <a:pt x="2087260" y="102448"/>
                  </a:lnTo>
                  <a:lnTo>
                    <a:pt x="2089349" y="103553"/>
                  </a:lnTo>
                  <a:lnTo>
                    <a:pt x="2091438" y="104394"/>
                  </a:lnTo>
                  <a:lnTo>
                    <a:pt x="2093527" y="105131"/>
                  </a:lnTo>
                  <a:lnTo>
                    <a:pt x="2095616" y="105721"/>
                  </a:lnTo>
                  <a:lnTo>
                    <a:pt x="2097705" y="106459"/>
                  </a:lnTo>
                  <a:lnTo>
                    <a:pt x="2099794" y="107117"/>
                  </a:lnTo>
                  <a:lnTo>
                    <a:pt x="2101883" y="107571"/>
                  </a:lnTo>
                  <a:lnTo>
                    <a:pt x="2103972" y="108230"/>
                  </a:lnTo>
                  <a:lnTo>
                    <a:pt x="2106061" y="109068"/>
                  </a:lnTo>
                  <a:lnTo>
                    <a:pt x="2108151" y="109905"/>
                  </a:lnTo>
                  <a:lnTo>
                    <a:pt x="2110240" y="110538"/>
                  </a:lnTo>
                  <a:lnTo>
                    <a:pt x="2112329" y="111171"/>
                  </a:lnTo>
                  <a:lnTo>
                    <a:pt x="2114418" y="111804"/>
                  </a:lnTo>
                  <a:lnTo>
                    <a:pt x="2116507" y="112438"/>
                  </a:lnTo>
                  <a:lnTo>
                    <a:pt x="2118596" y="112989"/>
                  </a:lnTo>
                  <a:lnTo>
                    <a:pt x="2120685" y="113419"/>
                  </a:lnTo>
                  <a:lnTo>
                    <a:pt x="2122774" y="113849"/>
                  </a:lnTo>
                  <a:lnTo>
                    <a:pt x="2124863" y="114358"/>
                  </a:lnTo>
                  <a:lnTo>
                    <a:pt x="2126952" y="114929"/>
                  </a:lnTo>
                  <a:lnTo>
                    <a:pt x="2129041" y="115352"/>
                  </a:lnTo>
                  <a:lnTo>
                    <a:pt x="2131130" y="115774"/>
                  </a:lnTo>
                  <a:lnTo>
                    <a:pt x="2133219" y="116197"/>
                  </a:lnTo>
                  <a:lnTo>
                    <a:pt x="2135308" y="116454"/>
                  </a:lnTo>
                  <a:lnTo>
                    <a:pt x="2137397" y="116615"/>
                  </a:lnTo>
                  <a:lnTo>
                    <a:pt x="2139486" y="116776"/>
                  </a:lnTo>
                  <a:lnTo>
                    <a:pt x="2141575" y="116777"/>
                  </a:lnTo>
                  <a:lnTo>
                    <a:pt x="2143664" y="116698"/>
                  </a:lnTo>
                  <a:lnTo>
                    <a:pt x="2145753" y="116780"/>
                  </a:lnTo>
                  <a:lnTo>
                    <a:pt x="2147842" y="116959"/>
                  </a:lnTo>
                  <a:lnTo>
                    <a:pt x="2149931" y="117120"/>
                  </a:lnTo>
                  <a:lnTo>
                    <a:pt x="2152020" y="117202"/>
                  </a:lnTo>
                  <a:lnTo>
                    <a:pt x="2154109" y="117284"/>
                  </a:lnTo>
                  <a:lnTo>
                    <a:pt x="2156198" y="117367"/>
                  </a:lnTo>
                  <a:lnTo>
                    <a:pt x="2158287" y="117546"/>
                  </a:lnTo>
                  <a:lnTo>
                    <a:pt x="2160376" y="117642"/>
                  </a:lnTo>
                  <a:lnTo>
                    <a:pt x="2162465" y="118194"/>
                  </a:lnTo>
                  <a:lnTo>
                    <a:pt x="2164555" y="119299"/>
                  </a:lnTo>
                  <a:lnTo>
                    <a:pt x="2166644" y="121720"/>
                  </a:lnTo>
                  <a:lnTo>
                    <a:pt x="2168733" y="124486"/>
                  </a:lnTo>
                  <a:lnTo>
                    <a:pt x="2170822" y="128424"/>
                  </a:lnTo>
                  <a:lnTo>
                    <a:pt x="2172911" y="133135"/>
                  </a:lnTo>
                  <a:lnTo>
                    <a:pt x="2175000" y="138504"/>
                  </a:lnTo>
                  <a:lnTo>
                    <a:pt x="2177089" y="144505"/>
                  </a:lnTo>
                  <a:lnTo>
                    <a:pt x="2179178" y="150506"/>
                  </a:lnTo>
                  <a:lnTo>
                    <a:pt x="2181267" y="157278"/>
                  </a:lnTo>
                  <a:lnTo>
                    <a:pt x="2183356" y="165036"/>
                  </a:lnTo>
                  <a:lnTo>
                    <a:pt x="2185445" y="172408"/>
                  </a:lnTo>
                  <a:lnTo>
                    <a:pt x="2187534" y="180681"/>
                  </a:lnTo>
                  <a:lnTo>
                    <a:pt x="2189623" y="189864"/>
                  </a:lnTo>
                  <a:lnTo>
                    <a:pt x="2190966" y="195938"/>
                  </a:lnTo>
                  <a:lnTo>
                    <a:pt x="2351764" y="195938"/>
                  </a:lnTo>
                  <a:lnTo>
                    <a:pt x="2352568" y="195238"/>
                  </a:lnTo>
                  <a:lnTo>
                    <a:pt x="2354657" y="193770"/>
                  </a:lnTo>
                  <a:lnTo>
                    <a:pt x="2356746" y="191702"/>
                  </a:lnTo>
                  <a:lnTo>
                    <a:pt x="2358835" y="189430"/>
                  </a:lnTo>
                  <a:lnTo>
                    <a:pt x="2360924" y="186665"/>
                  </a:lnTo>
                  <a:lnTo>
                    <a:pt x="2363013" y="182726"/>
                  </a:lnTo>
                  <a:lnTo>
                    <a:pt x="2365102" y="178787"/>
                  </a:lnTo>
                  <a:lnTo>
                    <a:pt x="2367191" y="174280"/>
                  </a:lnTo>
                  <a:lnTo>
                    <a:pt x="2369280" y="169773"/>
                  </a:lnTo>
                  <a:lnTo>
                    <a:pt x="2371369" y="165266"/>
                  </a:lnTo>
                  <a:lnTo>
                    <a:pt x="2373458" y="161145"/>
                  </a:lnTo>
                  <a:lnTo>
                    <a:pt x="2375547" y="157024"/>
                  </a:lnTo>
                  <a:lnTo>
                    <a:pt x="2377636" y="153168"/>
                  </a:lnTo>
                  <a:lnTo>
                    <a:pt x="2379725" y="149621"/>
                  </a:lnTo>
                  <a:lnTo>
                    <a:pt x="2381814" y="146073"/>
                  </a:lnTo>
                  <a:lnTo>
                    <a:pt x="2383903" y="142526"/>
                  </a:lnTo>
                  <a:lnTo>
                    <a:pt x="2385992" y="138978"/>
                  </a:lnTo>
                  <a:lnTo>
                    <a:pt x="2388081" y="134200"/>
                  </a:lnTo>
                  <a:lnTo>
                    <a:pt x="2390170" y="129924"/>
                  </a:lnTo>
                  <a:lnTo>
                    <a:pt x="2392259" y="126207"/>
                  </a:lnTo>
                  <a:lnTo>
                    <a:pt x="2394348" y="121693"/>
                  </a:lnTo>
                  <a:lnTo>
                    <a:pt x="2396438" y="116830"/>
                  </a:lnTo>
                  <a:lnTo>
                    <a:pt x="2398527" y="112620"/>
                  </a:lnTo>
                  <a:lnTo>
                    <a:pt x="2400616" y="108718"/>
                  </a:lnTo>
                  <a:lnTo>
                    <a:pt x="2402705" y="105164"/>
                  </a:lnTo>
                  <a:lnTo>
                    <a:pt x="2404794" y="101262"/>
                  </a:lnTo>
                  <a:lnTo>
                    <a:pt x="2406883" y="97055"/>
                  </a:lnTo>
                  <a:lnTo>
                    <a:pt x="2408972" y="92805"/>
                  </a:lnTo>
                  <a:lnTo>
                    <a:pt x="2411061" y="88555"/>
                  </a:lnTo>
                  <a:lnTo>
                    <a:pt x="2413150" y="84486"/>
                  </a:lnTo>
                  <a:lnTo>
                    <a:pt x="2415239" y="80418"/>
                  </a:lnTo>
                  <a:lnTo>
                    <a:pt x="2417328" y="76084"/>
                  </a:lnTo>
                  <a:lnTo>
                    <a:pt x="2419417" y="73734"/>
                  </a:lnTo>
                  <a:lnTo>
                    <a:pt x="2421506" y="71110"/>
                  </a:lnTo>
                  <a:lnTo>
                    <a:pt x="2423595" y="68691"/>
                  </a:lnTo>
                  <a:lnTo>
                    <a:pt x="2425684" y="67678"/>
                  </a:lnTo>
                  <a:lnTo>
                    <a:pt x="2427773" y="67475"/>
                  </a:lnTo>
                  <a:lnTo>
                    <a:pt x="2429862" y="67272"/>
                  </a:lnTo>
                  <a:lnTo>
                    <a:pt x="2431951" y="67069"/>
                  </a:lnTo>
                  <a:lnTo>
                    <a:pt x="2434040" y="66614"/>
                  </a:lnTo>
                  <a:lnTo>
                    <a:pt x="2436129" y="66466"/>
                  </a:lnTo>
                  <a:lnTo>
                    <a:pt x="2438218" y="66466"/>
                  </a:lnTo>
                  <a:lnTo>
                    <a:pt x="2440307" y="66363"/>
                  </a:lnTo>
                  <a:lnTo>
                    <a:pt x="2442396" y="66363"/>
                  </a:lnTo>
                  <a:lnTo>
                    <a:pt x="2444485" y="66363"/>
                  </a:lnTo>
                  <a:lnTo>
                    <a:pt x="2446574" y="66542"/>
                  </a:lnTo>
                  <a:lnTo>
                    <a:pt x="2448663" y="66703"/>
                  </a:lnTo>
                  <a:lnTo>
                    <a:pt x="2450752" y="66703"/>
                  </a:lnTo>
                  <a:lnTo>
                    <a:pt x="2452842" y="66703"/>
                  </a:lnTo>
                  <a:lnTo>
                    <a:pt x="2454931" y="66785"/>
                  </a:lnTo>
                  <a:lnTo>
                    <a:pt x="2457020" y="66883"/>
                  </a:lnTo>
                  <a:lnTo>
                    <a:pt x="2459109" y="67082"/>
                  </a:lnTo>
                  <a:lnTo>
                    <a:pt x="2461198" y="66933"/>
                  </a:lnTo>
                  <a:lnTo>
                    <a:pt x="2463287" y="66581"/>
                  </a:lnTo>
                  <a:lnTo>
                    <a:pt x="2465376" y="66432"/>
                  </a:lnTo>
                  <a:lnTo>
                    <a:pt x="2467465" y="66181"/>
                  </a:lnTo>
                  <a:lnTo>
                    <a:pt x="2469554" y="65833"/>
                  </a:lnTo>
                  <a:lnTo>
                    <a:pt x="2471643" y="65485"/>
                  </a:lnTo>
                  <a:lnTo>
                    <a:pt x="2473732" y="65133"/>
                  </a:lnTo>
                  <a:lnTo>
                    <a:pt x="2475821" y="64929"/>
                  </a:lnTo>
                  <a:lnTo>
                    <a:pt x="2477910" y="64726"/>
                  </a:lnTo>
                  <a:lnTo>
                    <a:pt x="2479999" y="64137"/>
                  </a:lnTo>
                  <a:lnTo>
                    <a:pt x="2482088" y="63548"/>
                  </a:lnTo>
                  <a:lnTo>
                    <a:pt x="2484177" y="62694"/>
                  </a:lnTo>
                  <a:lnTo>
                    <a:pt x="2486266" y="61531"/>
                  </a:lnTo>
                  <a:lnTo>
                    <a:pt x="2488355" y="60368"/>
                  </a:lnTo>
                  <a:lnTo>
                    <a:pt x="2490444" y="59056"/>
                  </a:lnTo>
                  <a:lnTo>
                    <a:pt x="2492533" y="57744"/>
                  </a:lnTo>
                  <a:lnTo>
                    <a:pt x="2494622" y="59196"/>
                  </a:lnTo>
                  <a:lnTo>
                    <a:pt x="2496711" y="60148"/>
                  </a:lnTo>
                  <a:lnTo>
                    <a:pt x="2498800" y="61302"/>
                  </a:lnTo>
                  <a:lnTo>
                    <a:pt x="2500889" y="63747"/>
                  </a:lnTo>
                  <a:lnTo>
                    <a:pt x="2502978" y="66998"/>
                  </a:lnTo>
                  <a:lnTo>
                    <a:pt x="2505067" y="70248"/>
                  </a:lnTo>
                  <a:lnTo>
                    <a:pt x="2507156" y="73498"/>
                  </a:lnTo>
                  <a:lnTo>
                    <a:pt x="2509245" y="76198"/>
                  </a:lnTo>
                  <a:lnTo>
                    <a:pt x="2511335" y="79246"/>
                  </a:lnTo>
                  <a:lnTo>
                    <a:pt x="2513424" y="82802"/>
                  </a:lnTo>
                  <a:lnTo>
                    <a:pt x="2515513" y="86666"/>
                  </a:lnTo>
                  <a:lnTo>
                    <a:pt x="2517602" y="90530"/>
                  </a:lnTo>
                  <a:lnTo>
                    <a:pt x="2519691" y="94191"/>
                  </a:lnTo>
                  <a:lnTo>
                    <a:pt x="2521780" y="98055"/>
                  </a:lnTo>
                  <a:lnTo>
                    <a:pt x="2523869" y="102185"/>
                  </a:lnTo>
                  <a:lnTo>
                    <a:pt x="2525958" y="104127"/>
                  </a:lnTo>
                  <a:lnTo>
                    <a:pt x="2528047" y="106547"/>
                  </a:lnTo>
                  <a:lnTo>
                    <a:pt x="2530136" y="108763"/>
                  </a:lnTo>
                  <a:lnTo>
                    <a:pt x="2532225" y="109573"/>
                  </a:lnTo>
                  <a:lnTo>
                    <a:pt x="2534314" y="109573"/>
                  </a:lnTo>
                  <a:lnTo>
                    <a:pt x="2536403" y="109424"/>
                  </a:lnTo>
                  <a:lnTo>
                    <a:pt x="2538492" y="109424"/>
                  </a:lnTo>
                  <a:lnTo>
                    <a:pt x="2540581" y="109675"/>
                  </a:lnTo>
                  <a:lnTo>
                    <a:pt x="2542670" y="109824"/>
                  </a:lnTo>
                  <a:lnTo>
                    <a:pt x="2544759" y="109824"/>
                  </a:lnTo>
                  <a:lnTo>
                    <a:pt x="2546848" y="110076"/>
                  </a:lnTo>
                  <a:lnTo>
                    <a:pt x="2548937" y="110327"/>
                  </a:lnTo>
                  <a:lnTo>
                    <a:pt x="2551026" y="110781"/>
                  </a:lnTo>
                  <a:lnTo>
                    <a:pt x="2553115" y="111235"/>
                  </a:lnTo>
                  <a:lnTo>
                    <a:pt x="2555204" y="111786"/>
                  </a:lnTo>
                  <a:lnTo>
                    <a:pt x="2557293" y="112420"/>
                  </a:lnTo>
                  <a:lnTo>
                    <a:pt x="2559382" y="112850"/>
                  </a:lnTo>
                  <a:lnTo>
                    <a:pt x="2561471" y="113198"/>
                  </a:lnTo>
                  <a:lnTo>
                    <a:pt x="2563560" y="113449"/>
                  </a:lnTo>
                  <a:lnTo>
                    <a:pt x="2565649" y="113801"/>
                  </a:lnTo>
                  <a:lnTo>
                    <a:pt x="2567739" y="114153"/>
                  </a:lnTo>
                  <a:lnTo>
                    <a:pt x="2569828" y="114505"/>
                  </a:lnTo>
                  <a:lnTo>
                    <a:pt x="2571917" y="114857"/>
                  </a:lnTo>
                  <a:lnTo>
                    <a:pt x="2574006" y="115108"/>
                  </a:lnTo>
                  <a:lnTo>
                    <a:pt x="2576095" y="115456"/>
                  </a:lnTo>
                  <a:lnTo>
                    <a:pt x="2578184" y="115655"/>
                  </a:lnTo>
                  <a:lnTo>
                    <a:pt x="2580273" y="115655"/>
                  </a:lnTo>
                  <a:lnTo>
                    <a:pt x="2582362" y="115506"/>
                  </a:lnTo>
                  <a:lnTo>
                    <a:pt x="2584451" y="115255"/>
                  </a:lnTo>
                  <a:lnTo>
                    <a:pt x="2586540" y="115004"/>
                  </a:lnTo>
                  <a:lnTo>
                    <a:pt x="2588629" y="114855"/>
                  </a:lnTo>
                  <a:lnTo>
                    <a:pt x="2590718" y="114706"/>
                  </a:lnTo>
                  <a:lnTo>
                    <a:pt x="2592807" y="114557"/>
                  </a:lnTo>
                  <a:lnTo>
                    <a:pt x="2594896" y="114306"/>
                  </a:lnTo>
                  <a:lnTo>
                    <a:pt x="2596985" y="113946"/>
                  </a:lnTo>
                  <a:lnTo>
                    <a:pt x="2599074" y="113585"/>
                  </a:lnTo>
                  <a:lnTo>
                    <a:pt x="2601163" y="113076"/>
                  </a:lnTo>
                  <a:lnTo>
                    <a:pt x="2603252" y="112646"/>
                  </a:lnTo>
                  <a:lnTo>
                    <a:pt x="2605341" y="112013"/>
                  </a:lnTo>
                  <a:lnTo>
                    <a:pt x="2607430" y="111462"/>
                  </a:lnTo>
                  <a:lnTo>
                    <a:pt x="2609519" y="110911"/>
                  </a:lnTo>
                  <a:lnTo>
                    <a:pt x="2611608" y="110360"/>
                  </a:lnTo>
                  <a:lnTo>
                    <a:pt x="2613697" y="109727"/>
                  </a:lnTo>
                  <a:lnTo>
                    <a:pt x="2615786" y="109297"/>
                  </a:lnTo>
                  <a:lnTo>
                    <a:pt x="2617875" y="108867"/>
                  </a:lnTo>
                  <a:lnTo>
                    <a:pt x="2619964" y="108155"/>
                  </a:lnTo>
                  <a:lnTo>
                    <a:pt x="2622053" y="107443"/>
                  </a:lnTo>
                  <a:lnTo>
                    <a:pt x="2624142" y="106731"/>
                  </a:lnTo>
                  <a:lnTo>
                    <a:pt x="2626232" y="106222"/>
                  </a:lnTo>
                  <a:lnTo>
                    <a:pt x="2628321" y="105510"/>
                  </a:lnTo>
                  <a:lnTo>
                    <a:pt x="2630410" y="104798"/>
                  </a:lnTo>
                  <a:lnTo>
                    <a:pt x="2632499" y="104289"/>
                  </a:lnTo>
                  <a:lnTo>
                    <a:pt x="2634588" y="103514"/>
                  </a:lnTo>
                  <a:lnTo>
                    <a:pt x="2636677" y="102943"/>
                  </a:lnTo>
                  <a:lnTo>
                    <a:pt x="2638766" y="102278"/>
                  </a:lnTo>
                  <a:lnTo>
                    <a:pt x="2640855" y="101612"/>
                  </a:lnTo>
                  <a:lnTo>
                    <a:pt x="2642944" y="101096"/>
                  </a:lnTo>
                  <a:lnTo>
                    <a:pt x="2645033" y="100430"/>
                  </a:lnTo>
                  <a:lnTo>
                    <a:pt x="2647122" y="99765"/>
                  </a:lnTo>
                  <a:lnTo>
                    <a:pt x="2649211" y="99099"/>
                  </a:lnTo>
                  <a:lnTo>
                    <a:pt x="2651300" y="98434"/>
                  </a:lnTo>
                  <a:lnTo>
                    <a:pt x="2653389" y="97925"/>
                  </a:lnTo>
                  <a:lnTo>
                    <a:pt x="2655478" y="97494"/>
                  </a:lnTo>
                  <a:lnTo>
                    <a:pt x="2657567" y="96943"/>
                  </a:lnTo>
                  <a:lnTo>
                    <a:pt x="2659656" y="96489"/>
                  </a:lnTo>
                  <a:lnTo>
                    <a:pt x="2661745" y="96035"/>
                  </a:lnTo>
                  <a:lnTo>
                    <a:pt x="2663834" y="95683"/>
                  </a:lnTo>
                  <a:lnTo>
                    <a:pt x="2665923" y="95534"/>
                  </a:lnTo>
                  <a:lnTo>
                    <a:pt x="2668012" y="95385"/>
                  </a:lnTo>
                  <a:lnTo>
                    <a:pt x="2670101" y="95385"/>
                  </a:lnTo>
                  <a:lnTo>
                    <a:pt x="2672190" y="95182"/>
                  </a:lnTo>
                  <a:lnTo>
                    <a:pt x="2674279" y="95182"/>
                  </a:lnTo>
                  <a:lnTo>
                    <a:pt x="2676368" y="95386"/>
                  </a:lnTo>
                  <a:lnTo>
                    <a:pt x="2678457" y="95772"/>
                  </a:lnTo>
                  <a:lnTo>
                    <a:pt x="2680546" y="96626"/>
                  </a:lnTo>
                  <a:lnTo>
                    <a:pt x="2682636" y="97481"/>
                  </a:lnTo>
                  <a:lnTo>
                    <a:pt x="2684725" y="98484"/>
                  </a:lnTo>
                  <a:lnTo>
                    <a:pt x="2686814" y="99487"/>
                  </a:lnTo>
                  <a:lnTo>
                    <a:pt x="2688903" y="100490"/>
                  </a:lnTo>
                  <a:lnTo>
                    <a:pt x="2690992" y="101596"/>
                  </a:lnTo>
                  <a:lnTo>
                    <a:pt x="2693081" y="103010"/>
                  </a:lnTo>
                  <a:lnTo>
                    <a:pt x="2695170" y="104627"/>
                  </a:lnTo>
                  <a:lnTo>
                    <a:pt x="2697259" y="106591"/>
                  </a:lnTo>
                  <a:lnTo>
                    <a:pt x="2699348" y="109012"/>
                  </a:lnTo>
                  <a:lnTo>
                    <a:pt x="2701437" y="111535"/>
                  </a:lnTo>
                  <a:lnTo>
                    <a:pt x="2703526" y="114315"/>
                  </a:lnTo>
                  <a:lnTo>
                    <a:pt x="2705615" y="117590"/>
                  </a:lnTo>
                  <a:lnTo>
                    <a:pt x="2707704" y="120865"/>
                  </a:lnTo>
                  <a:lnTo>
                    <a:pt x="2709793" y="123566"/>
                  </a:lnTo>
                  <a:lnTo>
                    <a:pt x="2711882" y="126268"/>
                  </a:lnTo>
                  <a:lnTo>
                    <a:pt x="2713971" y="128887"/>
                  </a:lnTo>
                  <a:lnTo>
                    <a:pt x="2716060" y="131507"/>
                  </a:lnTo>
                  <a:lnTo>
                    <a:pt x="2718149" y="134127"/>
                  </a:lnTo>
                  <a:lnTo>
                    <a:pt x="2720238" y="136828"/>
                  </a:lnTo>
                  <a:lnTo>
                    <a:pt x="2722327" y="139530"/>
                  </a:lnTo>
                  <a:lnTo>
                    <a:pt x="2724416" y="141775"/>
                  </a:lnTo>
                  <a:lnTo>
                    <a:pt x="2726505" y="143752"/>
                  </a:lnTo>
                  <a:lnTo>
                    <a:pt x="2728594" y="145424"/>
                  </a:lnTo>
                  <a:lnTo>
                    <a:pt x="2730683" y="146788"/>
                  </a:lnTo>
                  <a:lnTo>
                    <a:pt x="2732772" y="148151"/>
                  </a:lnTo>
                  <a:lnTo>
                    <a:pt x="2734861" y="149249"/>
                  </a:lnTo>
                  <a:lnTo>
                    <a:pt x="2736950" y="149609"/>
                  </a:lnTo>
                  <a:lnTo>
                    <a:pt x="2739039" y="150119"/>
                  </a:lnTo>
                  <a:lnTo>
                    <a:pt x="2741129" y="150690"/>
                  </a:lnTo>
                  <a:lnTo>
                    <a:pt x="2743218" y="151261"/>
                  </a:lnTo>
                  <a:lnTo>
                    <a:pt x="2745307" y="152130"/>
                  </a:lnTo>
                  <a:lnTo>
                    <a:pt x="2747396" y="153384"/>
                  </a:lnTo>
                  <a:lnTo>
                    <a:pt x="2749485" y="154639"/>
                  </a:lnTo>
                  <a:lnTo>
                    <a:pt x="2751574" y="156772"/>
                  </a:lnTo>
                  <a:lnTo>
                    <a:pt x="2753663" y="159253"/>
                  </a:lnTo>
                  <a:lnTo>
                    <a:pt x="2755752" y="161734"/>
                  </a:lnTo>
                  <a:lnTo>
                    <a:pt x="2757841" y="164214"/>
                  </a:lnTo>
                  <a:lnTo>
                    <a:pt x="2759930" y="166538"/>
                  </a:lnTo>
                  <a:lnTo>
                    <a:pt x="2762019" y="169240"/>
                  </a:lnTo>
                  <a:lnTo>
                    <a:pt x="2764108" y="171403"/>
                  </a:lnTo>
                  <a:lnTo>
                    <a:pt x="2766197" y="173926"/>
                  </a:lnTo>
                  <a:lnTo>
                    <a:pt x="2768286" y="176449"/>
                  </a:lnTo>
                  <a:lnTo>
                    <a:pt x="2770375" y="178869"/>
                  </a:lnTo>
                  <a:lnTo>
                    <a:pt x="2772464" y="181290"/>
                  </a:lnTo>
                  <a:lnTo>
                    <a:pt x="2774553" y="183710"/>
                  </a:lnTo>
                  <a:lnTo>
                    <a:pt x="2776642" y="185982"/>
                  </a:lnTo>
                  <a:lnTo>
                    <a:pt x="2778731" y="187797"/>
                  </a:lnTo>
                  <a:lnTo>
                    <a:pt x="2780820" y="189409"/>
                  </a:lnTo>
                  <a:lnTo>
                    <a:pt x="2782909" y="189856"/>
                  </a:lnTo>
                  <a:lnTo>
                    <a:pt x="2784998" y="189856"/>
                  </a:lnTo>
                  <a:lnTo>
                    <a:pt x="2787087" y="189409"/>
                  </a:lnTo>
                  <a:lnTo>
                    <a:pt x="2789176" y="188962"/>
                  </a:lnTo>
                  <a:lnTo>
                    <a:pt x="2791265" y="188108"/>
                  </a:lnTo>
                  <a:lnTo>
                    <a:pt x="2793354" y="187253"/>
                  </a:lnTo>
                  <a:lnTo>
                    <a:pt x="2795443" y="186250"/>
                  </a:lnTo>
                  <a:lnTo>
                    <a:pt x="2797533" y="185145"/>
                  </a:lnTo>
                  <a:lnTo>
                    <a:pt x="2799622" y="183634"/>
                  </a:lnTo>
                  <a:lnTo>
                    <a:pt x="2801711" y="181735"/>
                  </a:lnTo>
                  <a:lnTo>
                    <a:pt x="2803800" y="179411"/>
                  </a:lnTo>
                  <a:lnTo>
                    <a:pt x="2805889" y="176568"/>
                  </a:lnTo>
                  <a:lnTo>
                    <a:pt x="2807978" y="173725"/>
                  </a:lnTo>
                  <a:lnTo>
                    <a:pt x="2810067" y="170882"/>
                  </a:lnTo>
                  <a:lnTo>
                    <a:pt x="2812156" y="167546"/>
                  </a:lnTo>
                  <a:lnTo>
                    <a:pt x="2814245" y="164209"/>
                  </a:lnTo>
                  <a:lnTo>
                    <a:pt x="2816334" y="161366"/>
                  </a:lnTo>
                  <a:lnTo>
                    <a:pt x="2818423" y="158585"/>
                  </a:lnTo>
                  <a:lnTo>
                    <a:pt x="2820512" y="155805"/>
                  </a:lnTo>
                  <a:lnTo>
                    <a:pt x="2822601" y="153024"/>
                  </a:lnTo>
                  <a:lnTo>
                    <a:pt x="2824690" y="150322"/>
                  </a:lnTo>
                  <a:lnTo>
                    <a:pt x="2826779" y="147621"/>
                  </a:lnTo>
                  <a:lnTo>
                    <a:pt x="2828868" y="144919"/>
                  </a:lnTo>
                  <a:lnTo>
                    <a:pt x="2830957" y="142852"/>
                  </a:lnTo>
                  <a:lnTo>
                    <a:pt x="2833046" y="141235"/>
                  </a:lnTo>
                  <a:lnTo>
                    <a:pt x="2835135" y="140072"/>
                  </a:lnTo>
                  <a:lnTo>
                    <a:pt x="2837224" y="139421"/>
                  </a:lnTo>
                  <a:lnTo>
                    <a:pt x="2839313" y="138770"/>
                  </a:lnTo>
                  <a:lnTo>
                    <a:pt x="2841402" y="137699"/>
                  </a:lnTo>
                  <a:lnTo>
                    <a:pt x="2843491" y="135835"/>
                  </a:lnTo>
                  <a:lnTo>
                    <a:pt x="2845580" y="134270"/>
                  </a:lnTo>
                  <a:lnTo>
                    <a:pt x="2847669" y="133014"/>
                  </a:lnTo>
                  <a:lnTo>
                    <a:pt x="2849758" y="132062"/>
                  </a:lnTo>
                  <a:lnTo>
                    <a:pt x="2851847" y="131255"/>
                  </a:lnTo>
                  <a:lnTo>
                    <a:pt x="2853936" y="130518"/>
                  </a:lnTo>
                  <a:lnTo>
                    <a:pt x="2856026" y="129781"/>
                  </a:lnTo>
                  <a:lnTo>
                    <a:pt x="2858115" y="128165"/>
                  </a:lnTo>
                  <a:lnTo>
                    <a:pt x="2860204" y="123623"/>
                  </a:lnTo>
                  <a:lnTo>
                    <a:pt x="2862293" y="117715"/>
                  </a:lnTo>
                  <a:lnTo>
                    <a:pt x="2864382" y="111807"/>
                  </a:lnTo>
                  <a:lnTo>
                    <a:pt x="2866471" y="105899"/>
                  </a:lnTo>
                  <a:lnTo>
                    <a:pt x="2868560" y="99535"/>
                  </a:lnTo>
                  <a:lnTo>
                    <a:pt x="2870649" y="93627"/>
                  </a:lnTo>
                  <a:lnTo>
                    <a:pt x="2872738" y="87886"/>
                  </a:lnTo>
                  <a:lnTo>
                    <a:pt x="2874827" y="83370"/>
                  </a:lnTo>
                  <a:lnTo>
                    <a:pt x="2876916" y="78398"/>
                  </a:lnTo>
                  <a:lnTo>
                    <a:pt x="2879005" y="73426"/>
                  </a:lnTo>
                  <a:lnTo>
                    <a:pt x="2881094" y="67802"/>
                  </a:lnTo>
                  <a:lnTo>
                    <a:pt x="2883183" y="61869"/>
                  </a:lnTo>
                  <a:lnTo>
                    <a:pt x="2885272" y="56393"/>
                  </a:lnTo>
                  <a:lnTo>
                    <a:pt x="2887361" y="50917"/>
                  </a:lnTo>
                  <a:lnTo>
                    <a:pt x="2889450" y="44551"/>
                  </a:lnTo>
                  <a:lnTo>
                    <a:pt x="2891539" y="40799"/>
                  </a:lnTo>
                  <a:lnTo>
                    <a:pt x="2893628" y="39136"/>
                  </a:lnTo>
                  <a:lnTo>
                    <a:pt x="2895717" y="37471"/>
                  </a:lnTo>
                  <a:lnTo>
                    <a:pt x="2897806" y="36519"/>
                  </a:lnTo>
                  <a:lnTo>
                    <a:pt x="2899895" y="35568"/>
                  </a:lnTo>
                  <a:lnTo>
                    <a:pt x="2901984" y="33314"/>
                  </a:lnTo>
                  <a:lnTo>
                    <a:pt x="2904073" y="30865"/>
                  </a:lnTo>
                  <a:lnTo>
                    <a:pt x="2906162" y="28969"/>
                  </a:lnTo>
                  <a:lnTo>
                    <a:pt x="2908251" y="27155"/>
                  </a:lnTo>
                  <a:lnTo>
                    <a:pt x="2910340" y="25420"/>
                  </a:lnTo>
                  <a:lnTo>
                    <a:pt x="2912430" y="24242"/>
                  </a:lnTo>
                  <a:lnTo>
                    <a:pt x="2914519" y="23063"/>
                  </a:lnTo>
                  <a:lnTo>
                    <a:pt x="2916608" y="21885"/>
                  </a:lnTo>
                  <a:lnTo>
                    <a:pt x="2918697" y="20706"/>
                  </a:lnTo>
                  <a:lnTo>
                    <a:pt x="2920786" y="20087"/>
                  </a:lnTo>
                  <a:lnTo>
                    <a:pt x="2922875" y="18908"/>
                  </a:lnTo>
                  <a:lnTo>
                    <a:pt x="2924964" y="17667"/>
                  </a:lnTo>
                  <a:lnTo>
                    <a:pt x="2927053" y="16987"/>
                  </a:lnTo>
                  <a:lnTo>
                    <a:pt x="2929142" y="15746"/>
                  </a:lnTo>
                  <a:lnTo>
                    <a:pt x="2931231" y="14426"/>
                  </a:lnTo>
                  <a:lnTo>
                    <a:pt x="2933320" y="14376"/>
                  </a:lnTo>
                  <a:lnTo>
                    <a:pt x="2935409" y="14658"/>
                  </a:lnTo>
                  <a:lnTo>
                    <a:pt x="2937498" y="14761"/>
                  </a:lnTo>
                  <a:lnTo>
                    <a:pt x="2939587" y="14762"/>
                  </a:lnTo>
                  <a:lnTo>
                    <a:pt x="2941676" y="14614"/>
                  </a:lnTo>
                  <a:lnTo>
                    <a:pt x="2943765" y="13806"/>
                  </a:lnTo>
                  <a:lnTo>
                    <a:pt x="2945854" y="12652"/>
                  </a:lnTo>
                  <a:lnTo>
                    <a:pt x="2947943" y="11878"/>
                  </a:lnTo>
                  <a:lnTo>
                    <a:pt x="2950032" y="12633"/>
                  </a:lnTo>
                  <a:lnTo>
                    <a:pt x="2952121" y="14665"/>
                  </a:lnTo>
                  <a:lnTo>
                    <a:pt x="2954210" y="16776"/>
                  </a:lnTo>
                  <a:lnTo>
                    <a:pt x="2956299" y="18316"/>
                  </a:lnTo>
                  <a:lnTo>
                    <a:pt x="2958388" y="19775"/>
                  </a:lnTo>
                  <a:lnTo>
                    <a:pt x="2960477" y="20777"/>
                  </a:lnTo>
                  <a:lnTo>
                    <a:pt x="2962566" y="22088"/>
                  </a:lnTo>
                  <a:lnTo>
                    <a:pt x="2964655" y="23064"/>
                  </a:lnTo>
                  <a:lnTo>
                    <a:pt x="2966744" y="24103"/>
                  </a:lnTo>
                  <a:lnTo>
                    <a:pt x="2968833" y="25496"/>
                  </a:lnTo>
                  <a:lnTo>
                    <a:pt x="2970923" y="26888"/>
                  </a:lnTo>
                  <a:lnTo>
                    <a:pt x="2973012" y="28281"/>
                  </a:lnTo>
                  <a:lnTo>
                    <a:pt x="2975101" y="29673"/>
                  </a:lnTo>
                  <a:lnTo>
                    <a:pt x="2977190" y="31065"/>
                  </a:lnTo>
                  <a:lnTo>
                    <a:pt x="2979279" y="32292"/>
                  </a:lnTo>
                  <a:lnTo>
                    <a:pt x="2981368" y="32113"/>
                  </a:lnTo>
                  <a:lnTo>
                    <a:pt x="2983457" y="31775"/>
                  </a:lnTo>
                  <a:lnTo>
                    <a:pt x="2985546" y="32050"/>
                  </a:lnTo>
                  <a:lnTo>
                    <a:pt x="2987635" y="32976"/>
                  </a:lnTo>
                  <a:lnTo>
                    <a:pt x="2989724" y="34984"/>
                  </a:lnTo>
                  <a:lnTo>
                    <a:pt x="2991813" y="36991"/>
                  </a:lnTo>
                  <a:lnTo>
                    <a:pt x="2993902" y="38998"/>
                  </a:lnTo>
                  <a:lnTo>
                    <a:pt x="2995991" y="43297"/>
                  </a:lnTo>
                  <a:lnTo>
                    <a:pt x="2998080" y="47226"/>
                  </a:lnTo>
                  <a:lnTo>
                    <a:pt x="3000169" y="49539"/>
                  </a:lnTo>
                  <a:lnTo>
                    <a:pt x="3002258" y="52484"/>
                  </a:lnTo>
                  <a:lnTo>
                    <a:pt x="3004347" y="56099"/>
                  </a:lnTo>
                  <a:lnTo>
                    <a:pt x="3006436" y="58308"/>
                  </a:lnTo>
                  <a:lnTo>
                    <a:pt x="3008525" y="61526"/>
                  </a:lnTo>
                  <a:lnTo>
                    <a:pt x="3010614" y="65041"/>
                  </a:lnTo>
                  <a:lnTo>
                    <a:pt x="3012703" y="68723"/>
                  </a:lnTo>
                  <a:lnTo>
                    <a:pt x="3014792" y="73631"/>
                  </a:lnTo>
                  <a:lnTo>
                    <a:pt x="3016881" y="77563"/>
                  </a:lnTo>
                  <a:lnTo>
                    <a:pt x="3018970" y="81976"/>
                  </a:lnTo>
                  <a:lnTo>
                    <a:pt x="3021059" y="86390"/>
                  </a:lnTo>
                  <a:lnTo>
                    <a:pt x="3023148" y="90803"/>
                  </a:lnTo>
                  <a:lnTo>
                    <a:pt x="3025237" y="95217"/>
                  </a:lnTo>
                  <a:lnTo>
                    <a:pt x="3027327" y="99070"/>
                  </a:lnTo>
                  <a:lnTo>
                    <a:pt x="3029416" y="105596"/>
                  </a:lnTo>
                  <a:lnTo>
                    <a:pt x="3031505" y="112888"/>
                  </a:lnTo>
                  <a:lnTo>
                    <a:pt x="3033594" y="119620"/>
                  </a:lnTo>
                  <a:lnTo>
                    <a:pt x="3035683" y="125363"/>
                  </a:lnTo>
                  <a:lnTo>
                    <a:pt x="3037772" y="132104"/>
                  </a:lnTo>
                  <a:lnTo>
                    <a:pt x="3039861" y="138262"/>
                  </a:lnTo>
                  <a:lnTo>
                    <a:pt x="3041950" y="142757"/>
                  </a:lnTo>
                  <a:lnTo>
                    <a:pt x="3044039" y="148231"/>
                  </a:lnTo>
                  <a:lnTo>
                    <a:pt x="3046128" y="152473"/>
                  </a:lnTo>
                  <a:lnTo>
                    <a:pt x="3048217" y="155993"/>
                  </a:lnTo>
                  <a:lnTo>
                    <a:pt x="3050306" y="159928"/>
                  </a:lnTo>
                  <a:lnTo>
                    <a:pt x="3052395" y="164209"/>
                  </a:lnTo>
                  <a:lnTo>
                    <a:pt x="3054484" y="168796"/>
                  </a:lnTo>
                  <a:lnTo>
                    <a:pt x="3056573" y="173382"/>
                  </a:lnTo>
                  <a:lnTo>
                    <a:pt x="3058662" y="176246"/>
                  </a:lnTo>
                  <a:lnTo>
                    <a:pt x="3060751" y="178721"/>
                  </a:lnTo>
                  <a:lnTo>
                    <a:pt x="3062840" y="180830"/>
                  </a:lnTo>
                  <a:lnTo>
                    <a:pt x="3064929" y="181642"/>
                  </a:lnTo>
                  <a:lnTo>
                    <a:pt x="3067018" y="182540"/>
                  </a:lnTo>
                  <a:lnTo>
                    <a:pt x="3069107" y="183919"/>
                  </a:lnTo>
                  <a:lnTo>
                    <a:pt x="3071196" y="185246"/>
                  </a:lnTo>
                  <a:lnTo>
                    <a:pt x="3073285" y="189476"/>
                  </a:lnTo>
                  <a:lnTo>
                    <a:pt x="3075374" y="194920"/>
                  </a:lnTo>
                  <a:lnTo>
                    <a:pt x="3075642" y="195938"/>
                  </a:lnTo>
                  <a:lnTo>
                    <a:pt x="3198830" y="195938"/>
                  </a:lnTo>
                  <a:lnTo>
                    <a:pt x="3200717" y="190429"/>
                  </a:lnTo>
                  <a:lnTo>
                    <a:pt x="3202806" y="183643"/>
                  </a:lnTo>
                  <a:lnTo>
                    <a:pt x="3204895" y="178187"/>
                  </a:lnTo>
                  <a:lnTo>
                    <a:pt x="3206984" y="173110"/>
                  </a:lnTo>
                  <a:lnTo>
                    <a:pt x="3209073" y="168222"/>
                  </a:lnTo>
                  <a:lnTo>
                    <a:pt x="3211162" y="162147"/>
                  </a:lnTo>
                  <a:lnTo>
                    <a:pt x="3213251" y="155722"/>
                  </a:lnTo>
                  <a:lnTo>
                    <a:pt x="3215340" y="149436"/>
                  </a:lnTo>
                  <a:lnTo>
                    <a:pt x="3217429" y="143489"/>
                  </a:lnTo>
                  <a:lnTo>
                    <a:pt x="3219518" y="140049"/>
                  </a:lnTo>
                  <a:lnTo>
                    <a:pt x="3221607" y="137224"/>
                  </a:lnTo>
                  <a:lnTo>
                    <a:pt x="3223696" y="137556"/>
                  </a:lnTo>
                  <a:lnTo>
                    <a:pt x="3225785" y="137887"/>
                  </a:lnTo>
                  <a:lnTo>
                    <a:pt x="3227874" y="138219"/>
                  </a:lnTo>
                  <a:lnTo>
                    <a:pt x="3229963" y="139278"/>
                  </a:lnTo>
                  <a:lnTo>
                    <a:pt x="3232052" y="140337"/>
                  </a:lnTo>
                  <a:lnTo>
                    <a:pt x="3234141" y="141789"/>
                  </a:lnTo>
                  <a:lnTo>
                    <a:pt x="3236230" y="143806"/>
                  </a:lnTo>
                  <a:lnTo>
                    <a:pt x="3238319" y="145345"/>
                  </a:lnTo>
                  <a:lnTo>
                    <a:pt x="3240408" y="147853"/>
                  </a:lnTo>
                  <a:lnTo>
                    <a:pt x="3242497" y="150362"/>
                  </a:lnTo>
                  <a:lnTo>
                    <a:pt x="3244586" y="154256"/>
                  </a:lnTo>
                  <a:lnTo>
                    <a:pt x="3246675" y="159566"/>
                  </a:lnTo>
                  <a:lnTo>
                    <a:pt x="3248764" y="165113"/>
                  </a:lnTo>
                  <a:lnTo>
                    <a:pt x="3250853" y="169181"/>
                  </a:lnTo>
                  <a:lnTo>
                    <a:pt x="3252942" y="172811"/>
                  </a:lnTo>
                  <a:lnTo>
                    <a:pt x="3255031" y="171683"/>
                  </a:lnTo>
                  <a:lnTo>
                    <a:pt x="3257121" y="171632"/>
                  </a:lnTo>
                  <a:lnTo>
                    <a:pt x="3259210" y="170810"/>
                  </a:lnTo>
                  <a:lnTo>
                    <a:pt x="3261299" y="170758"/>
                  </a:lnTo>
                  <a:lnTo>
                    <a:pt x="3263388" y="171055"/>
                  </a:lnTo>
                  <a:lnTo>
                    <a:pt x="3265477" y="171351"/>
                  </a:lnTo>
                  <a:lnTo>
                    <a:pt x="3267566" y="170875"/>
                  </a:lnTo>
                  <a:lnTo>
                    <a:pt x="3269655" y="170856"/>
                  </a:lnTo>
                  <a:lnTo>
                    <a:pt x="3271744" y="170837"/>
                  </a:lnTo>
                  <a:lnTo>
                    <a:pt x="3273833" y="171133"/>
                  </a:lnTo>
                  <a:lnTo>
                    <a:pt x="3275922" y="171429"/>
                  </a:lnTo>
                  <a:lnTo>
                    <a:pt x="3278011" y="169960"/>
                  </a:lnTo>
                  <a:lnTo>
                    <a:pt x="3280100" y="168662"/>
                  </a:lnTo>
                  <a:lnTo>
                    <a:pt x="3282189" y="167365"/>
                  </a:lnTo>
                  <a:lnTo>
                    <a:pt x="3284278" y="166561"/>
                  </a:lnTo>
                  <a:lnTo>
                    <a:pt x="3286367" y="166215"/>
                  </a:lnTo>
                  <a:lnTo>
                    <a:pt x="3288456" y="165562"/>
                  </a:lnTo>
                  <a:lnTo>
                    <a:pt x="3290545" y="165868"/>
                  </a:lnTo>
                  <a:lnTo>
                    <a:pt x="3292634" y="166520"/>
                  </a:lnTo>
                  <a:lnTo>
                    <a:pt x="3294723" y="167172"/>
                  </a:lnTo>
                  <a:lnTo>
                    <a:pt x="3296812" y="169084"/>
                  </a:lnTo>
                  <a:lnTo>
                    <a:pt x="3298901" y="171442"/>
                  </a:lnTo>
                  <a:lnTo>
                    <a:pt x="3300990" y="174360"/>
                  </a:lnTo>
                  <a:lnTo>
                    <a:pt x="3303079" y="176718"/>
                  </a:lnTo>
                  <a:lnTo>
                    <a:pt x="3305168" y="179454"/>
                  </a:lnTo>
                  <a:lnTo>
                    <a:pt x="3307257" y="182191"/>
                  </a:lnTo>
                  <a:lnTo>
                    <a:pt x="3309346" y="185540"/>
                  </a:lnTo>
                  <a:lnTo>
                    <a:pt x="3311435" y="188890"/>
                  </a:lnTo>
                  <a:lnTo>
                    <a:pt x="3313524" y="192240"/>
                  </a:lnTo>
                  <a:lnTo>
                    <a:pt x="3315614" y="195590"/>
                  </a:lnTo>
                  <a:lnTo>
                    <a:pt x="3315849" y="195938"/>
                  </a:lnTo>
                  <a:lnTo>
                    <a:pt x="3335886" y="195938"/>
                  </a:lnTo>
                  <a:lnTo>
                    <a:pt x="3336504" y="194916"/>
                  </a:lnTo>
                  <a:lnTo>
                    <a:pt x="3338593" y="191156"/>
                  </a:lnTo>
                  <a:lnTo>
                    <a:pt x="3340682" y="187088"/>
                  </a:lnTo>
                  <a:lnTo>
                    <a:pt x="3342771" y="182776"/>
                  </a:lnTo>
                  <a:lnTo>
                    <a:pt x="3344860" y="178261"/>
                  </a:lnTo>
                  <a:lnTo>
                    <a:pt x="3346949" y="173094"/>
                  </a:lnTo>
                  <a:lnTo>
                    <a:pt x="3349038" y="168329"/>
                  </a:lnTo>
                  <a:lnTo>
                    <a:pt x="3351127" y="164644"/>
                  </a:lnTo>
                  <a:lnTo>
                    <a:pt x="3353216" y="161164"/>
                  </a:lnTo>
                  <a:lnTo>
                    <a:pt x="3355305" y="157865"/>
                  </a:lnTo>
                  <a:lnTo>
                    <a:pt x="3357394" y="154385"/>
                  </a:lnTo>
                  <a:lnTo>
                    <a:pt x="3359483" y="150905"/>
                  </a:lnTo>
                  <a:lnTo>
                    <a:pt x="3361572" y="147911"/>
                  </a:lnTo>
                  <a:lnTo>
                    <a:pt x="3363661" y="144612"/>
                  </a:lnTo>
                  <a:lnTo>
                    <a:pt x="3365750" y="141539"/>
                  </a:lnTo>
                  <a:lnTo>
                    <a:pt x="3367839" y="140478"/>
                  </a:lnTo>
                  <a:lnTo>
                    <a:pt x="3369928" y="139070"/>
                  </a:lnTo>
                  <a:lnTo>
                    <a:pt x="3372018" y="137663"/>
                  </a:lnTo>
                  <a:lnTo>
                    <a:pt x="3374107" y="136255"/>
                  </a:lnTo>
                  <a:lnTo>
                    <a:pt x="3376196" y="134391"/>
                  </a:lnTo>
                  <a:lnTo>
                    <a:pt x="3378285" y="132708"/>
                  </a:lnTo>
                  <a:lnTo>
                    <a:pt x="3380374" y="131096"/>
                  </a:lnTo>
                  <a:lnTo>
                    <a:pt x="3382463" y="129484"/>
                  </a:lnTo>
                  <a:lnTo>
                    <a:pt x="3384552" y="128219"/>
                  </a:lnTo>
                  <a:lnTo>
                    <a:pt x="3386641" y="126751"/>
                  </a:lnTo>
                  <a:lnTo>
                    <a:pt x="3388730" y="125282"/>
                  </a:lnTo>
                  <a:lnTo>
                    <a:pt x="3390819" y="123814"/>
                  </a:lnTo>
                  <a:lnTo>
                    <a:pt x="3392908" y="122197"/>
                  </a:lnTo>
                  <a:lnTo>
                    <a:pt x="3394997" y="121034"/>
                  </a:lnTo>
                  <a:lnTo>
                    <a:pt x="3397086" y="119566"/>
                  </a:lnTo>
                  <a:lnTo>
                    <a:pt x="3399175" y="117751"/>
                  </a:lnTo>
                  <a:lnTo>
                    <a:pt x="3401264" y="115936"/>
                  </a:lnTo>
                  <a:lnTo>
                    <a:pt x="3403353" y="113170"/>
                  </a:lnTo>
                  <a:lnTo>
                    <a:pt x="3405442" y="110404"/>
                  </a:lnTo>
                  <a:lnTo>
                    <a:pt x="3407531" y="107079"/>
                  </a:lnTo>
                  <a:lnTo>
                    <a:pt x="3409620" y="104164"/>
                  </a:lnTo>
                  <a:lnTo>
                    <a:pt x="3411709" y="100690"/>
                  </a:lnTo>
                  <a:lnTo>
                    <a:pt x="3413798" y="97216"/>
                  </a:lnTo>
                  <a:lnTo>
                    <a:pt x="3415887" y="93128"/>
                  </a:lnTo>
                  <a:lnTo>
                    <a:pt x="3417976" y="89041"/>
                  </a:lnTo>
                  <a:lnTo>
                    <a:pt x="3420065" y="85102"/>
                  </a:lnTo>
                  <a:lnTo>
                    <a:pt x="3422154" y="81163"/>
                  </a:lnTo>
                  <a:lnTo>
                    <a:pt x="3424243" y="77687"/>
                  </a:lnTo>
                  <a:lnTo>
                    <a:pt x="3426332" y="75396"/>
                  </a:lnTo>
                  <a:lnTo>
                    <a:pt x="3428421" y="73877"/>
                  </a:lnTo>
                  <a:lnTo>
                    <a:pt x="3430511" y="72358"/>
                  </a:lnTo>
                  <a:lnTo>
                    <a:pt x="3432600" y="71453"/>
                  </a:lnTo>
                  <a:lnTo>
                    <a:pt x="3434689" y="70958"/>
                  </a:lnTo>
                  <a:lnTo>
                    <a:pt x="3436778" y="70957"/>
                  </a:lnTo>
                  <a:lnTo>
                    <a:pt x="3438867" y="71310"/>
                  </a:lnTo>
                  <a:lnTo>
                    <a:pt x="3440956" y="72484"/>
                  </a:lnTo>
                  <a:lnTo>
                    <a:pt x="3443045" y="75531"/>
                  </a:lnTo>
                  <a:lnTo>
                    <a:pt x="3445134" y="78884"/>
                  </a:lnTo>
                  <a:lnTo>
                    <a:pt x="3447223" y="82396"/>
                  </a:lnTo>
                  <a:lnTo>
                    <a:pt x="3449312" y="86504"/>
                  </a:lnTo>
                  <a:lnTo>
                    <a:pt x="3451401" y="90667"/>
                  </a:lnTo>
                  <a:lnTo>
                    <a:pt x="3453490" y="94980"/>
                  </a:lnTo>
                  <a:lnTo>
                    <a:pt x="3455579" y="98890"/>
                  </a:lnTo>
                  <a:lnTo>
                    <a:pt x="3457668" y="101310"/>
                  </a:lnTo>
                  <a:lnTo>
                    <a:pt x="3459757" y="104176"/>
                  </a:lnTo>
                  <a:lnTo>
                    <a:pt x="3461846" y="106861"/>
                  </a:lnTo>
                  <a:lnTo>
                    <a:pt x="3463935" y="109727"/>
                  </a:lnTo>
                  <a:lnTo>
                    <a:pt x="3466024" y="112594"/>
                  </a:lnTo>
                  <a:lnTo>
                    <a:pt x="3468113" y="115587"/>
                  </a:lnTo>
                  <a:lnTo>
                    <a:pt x="3470202" y="118581"/>
                  </a:lnTo>
                  <a:lnTo>
                    <a:pt x="3472291" y="121349"/>
                  </a:lnTo>
                  <a:lnTo>
                    <a:pt x="3474380" y="122104"/>
                  </a:lnTo>
                  <a:lnTo>
                    <a:pt x="3476469" y="122860"/>
                  </a:lnTo>
                  <a:lnTo>
                    <a:pt x="3478558" y="123615"/>
                  </a:lnTo>
                  <a:lnTo>
                    <a:pt x="3480647" y="124062"/>
                  </a:lnTo>
                  <a:lnTo>
                    <a:pt x="3482736" y="124817"/>
                  </a:lnTo>
                  <a:lnTo>
                    <a:pt x="3484825" y="125083"/>
                  </a:lnTo>
                  <a:lnTo>
                    <a:pt x="3486915" y="125734"/>
                  </a:lnTo>
                  <a:lnTo>
                    <a:pt x="3489004" y="126385"/>
                  </a:lnTo>
                  <a:lnTo>
                    <a:pt x="3491093" y="126182"/>
                  </a:lnTo>
                  <a:lnTo>
                    <a:pt x="3493182" y="126182"/>
                  </a:lnTo>
                  <a:lnTo>
                    <a:pt x="3495271" y="126182"/>
                  </a:lnTo>
                  <a:lnTo>
                    <a:pt x="3497360" y="126033"/>
                  </a:lnTo>
                  <a:lnTo>
                    <a:pt x="3499449" y="126182"/>
                  </a:lnTo>
                  <a:lnTo>
                    <a:pt x="3501538" y="125931"/>
                  </a:lnTo>
                  <a:lnTo>
                    <a:pt x="3503627" y="125680"/>
                  </a:lnTo>
                  <a:lnTo>
                    <a:pt x="3505716" y="125429"/>
                  </a:lnTo>
                  <a:lnTo>
                    <a:pt x="3507805" y="125280"/>
                  </a:lnTo>
                  <a:lnTo>
                    <a:pt x="3509894" y="125131"/>
                  </a:lnTo>
                  <a:lnTo>
                    <a:pt x="3511983" y="124982"/>
                  </a:lnTo>
                  <a:lnTo>
                    <a:pt x="3514072" y="124634"/>
                  </a:lnTo>
                  <a:lnTo>
                    <a:pt x="3516161" y="124532"/>
                  </a:lnTo>
                  <a:lnTo>
                    <a:pt x="3518250" y="124430"/>
                  </a:lnTo>
                  <a:lnTo>
                    <a:pt x="3520339" y="124328"/>
                  </a:lnTo>
                  <a:lnTo>
                    <a:pt x="3522428" y="124225"/>
                  </a:lnTo>
                  <a:lnTo>
                    <a:pt x="3524517" y="124123"/>
                  </a:lnTo>
                  <a:lnTo>
                    <a:pt x="3526606" y="123872"/>
                  </a:lnTo>
                  <a:lnTo>
                    <a:pt x="3528695" y="123872"/>
                  </a:lnTo>
                  <a:lnTo>
                    <a:pt x="3530784" y="123418"/>
                  </a:lnTo>
                  <a:lnTo>
                    <a:pt x="3532873" y="123167"/>
                  </a:lnTo>
                  <a:lnTo>
                    <a:pt x="3534962" y="122916"/>
                  </a:lnTo>
                  <a:lnTo>
                    <a:pt x="3537051" y="122767"/>
                  </a:lnTo>
                  <a:lnTo>
                    <a:pt x="3539140" y="122516"/>
                  </a:lnTo>
                  <a:lnTo>
                    <a:pt x="3541229" y="122413"/>
                  </a:lnTo>
                  <a:lnTo>
                    <a:pt x="3543318" y="122311"/>
                  </a:lnTo>
                  <a:lnTo>
                    <a:pt x="3545408" y="122311"/>
                  </a:lnTo>
                  <a:lnTo>
                    <a:pt x="3547497" y="121963"/>
                  </a:lnTo>
                  <a:lnTo>
                    <a:pt x="3549586" y="121615"/>
                  </a:lnTo>
                  <a:lnTo>
                    <a:pt x="3551675" y="121267"/>
                  </a:lnTo>
                  <a:lnTo>
                    <a:pt x="3553764" y="121165"/>
                  </a:lnTo>
                  <a:lnTo>
                    <a:pt x="3555853" y="120914"/>
                  </a:lnTo>
                  <a:lnTo>
                    <a:pt x="3557942" y="120811"/>
                  </a:lnTo>
                  <a:lnTo>
                    <a:pt x="3560031" y="120381"/>
                  </a:lnTo>
                  <a:lnTo>
                    <a:pt x="3562120" y="119951"/>
                  </a:lnTo>
                  <a:lnTo>
                    <a:pt x="3564209" y="119318"/>
                  </a:lnTo>
                  <a:lnTo>
                    <a:pt x="3566298" y="118033"/>
                  </a:lnTo>
                  <a:lnTo>
                    <a:pt x="3568387" y="116749"/>
                  </a:lnTo>
                  <a:lnTo>
                    <a:pt x="3570476" y="115464"/>
                  </a:lnTo>
                  <a:lnTo>
                    <a:pt x="3572565" y="114180"/>
                  </a:lnTo>
                  <a:lnTo>
                    <a:pt x="3574654" y="112587"/>
                  </a:lnTo>
                  <a:lnTo>
                    <a:pt x="3576743" y="110994"/>
                  </a:lnTo>
                  <a:lnTo>
                    <a:pt x="3578832" y="109400"/>
                  </a:lnTo>
                  <a:lnTo>
                    <a:pt x="3580921" y="107728"/>
                  </a:lnTo>
                  <a:lnTo>
                    <a:pt x="3583010" y="106056"/>
                  </a:lnTo>
                  <a:lnTo>
                    <a:pt x="3585099" y="104322"/>
                  </a:lnTo>
                  <a:lnTo>
                    <a:pt x="3587188" y="102896"/>
                  </a:lnTo>
                  <a:lnTo>
                    <a:pt x="3589277" y="101162"/>
                  </a:lnTo>
                  <a:lnTo>
                    <a:pt x="3591366" y="99737"/>
                  </a:lnTo>
                  <a:lnTo>
                    <a:pt x="3593455" y="98311"/>
                  </a:lnTo>
                  <a:lnTo>
                    <a:pt x="3595544" y="96885"/>
                  </a:lnTo>
                  <a:lnTo>
                    <a:pt x="3597633" y="96314"/>
                  </a:lnTo>
                  <a:lnTo>
                    <a:pt x="3599722" y="95649"/>
                  </a:lnTo>
                  <a:lnTo>
                    <a:pt x="3601812" y="94983"/>
                  </a:lnTo>
                  <a:lnTo>
                    <a:pt x="3603901" y="94466"/>
                  </a:lnTo>
                  <a:lnTo>
                    <a:pt x="3605990" y="93800"/>
                  </a:lnTo>
                  <a:lnTo>
                    <a:pt x="3608079" y="93386"/>
                  </a:lnTo>
                  <a:lnTo>
                    <a:pt x="3610168" y="92972"/>
                  </a:lnTo>
                  <a:lnTo>
                    <a:pt x="3612257" y="92558"/>
                  </a:lnTo>
                  <a:lnTo>
                    <a:pt x="3614346" y="92041"/>
                  </a:lnTo>
                  <a:lnTo>
                    <a:pt x="3616435" y="91524"/>
                  </a:lnTo>
                  <a:lnTo>
                    <a:pt x="3618524" y="91008"/>
                  </a:lnTo>
                  <a:lnTo>
                    <a:pt x="3620613" y="90690"/>
                  </a:lnTo>
                  <a:lnTo>
                    <a:pt x="3622702" y="90276"/>
                  </a:lnTo>
                  <a:lnTo>
                    <a:pt x="3624791" y="89861"/>
                  </a:lnTo>
                  <a:lnTo>
                    <a:pt x="3626880" y="89447"/>
                  </a:lnTo>
                  <a:lnTo>
                    <a:pt x="3628969" y="89033"/>
                  </a:lnTo>
                  <a:lnTo>
                    <a:pt x="3631058" y="88619"/>
                  </a:lnTo>
                  <a:lnTo>
                    <a:pt x="3633147" y="88204"/>
                  </a:lnTo>
                  <a:lnTo>
                    <a:pt x="3635236" y="87539"/>
                  </a:lnTo>
                  <a:lnTo>
                    <a:pt x="3637325" y="87124"/>
                  </a:lnTo>
                  <a:lnTo>
                    <a:pt x="3639414" y="86710"/>
                  </a:lnTo>
                  <a:lnTo>
                    <a:pt x="3641503" y="86296"/>
                  </a:lnTo>
                  <a:lnTo>
                    <a:pt x="3643592" y="86097"/>
                  </a:lnTo>
                  <a:lnTo>
                    <a:pt x="3645681" y="86000"/>
                  </a:lnTo>
                  <a:lnTo>
                    <a:pt x="3647770" y="86000"/>
                  </a:lnTo>
                  <a:lnTo>
                    <a:pt x="3649859" y="86000"/>
                  </a:lnTo>
                  <a:lnTo>
                    <a:pt x="3651948" y="86001"/>
                  </a:lnTo>
                  <a:lnTo>
                    <a:pt x="3654037" y="86097"/>
                  </a:lnTo>
                  <a:lnTo>
                    <a:pt x="3656126" y="86296"/>
                  </a:lnTo>
                  <a:lnTo>
                    <a:pt x="3658215" y="86496"/>
                  </a:lnTo>
                  <a:lnTo>
                    <a:pt x="3660305" y="86747"/>
                  </a:lnTo>
                  <a:lnTo>
                    <a:pt x="3662394" y="86998"/>
                  </a:lnTo>
                  <a:lnTo>
                    <a:pt x="3664483" y="87250"/>
                  </a:lnTo>
                  <a:lnTo>
                    <a:pt x="3666572" y="87883"/>
                  </a:lnTo>
                  <a:lnTo>
                    <a:pt x="3668661" y="88516"/>
                  </a:lnTo>
                  <a:lnTo>
                    <a:pt x="3670750" y="89150"/>
                  </a:lnTo>
                  <a:lnTo>
                    <a:pt x="3672839" y="89783"/>
                  </a:lnTo>
                  <a:lnTo>
                    <a:pt x="3674928" y="90064"/>
                  </a:lnTo>
                  <a:lnTo>
                    <a:pt x="3677017" y="90345"/>
                  </a:lnTo>
                  <a:lnTo>
                    <a:pt x="3679106" y="90524"/>
                  </a:lnTo>
                  <a:lnTo>
                    <a:pt x="3681195" y="90703"/>
                  </a:lnTo>
                  <a:lnTo>
                    <a:pt x="3683284" y="90882"/>
                  </a:lnTo>
                  <a:lnTo>
                    <a:pt x="3685373" y="91061"/>
                  </a:lnTo>
                  <a:lnTo>
                    <a:pt x="3687462" y="91222"/>
                  </a:lnTo>
                  <a:lnTo>
                    <a:pt x="3689551" y="91384"/>
                  </a:lnTo>
                  <a:lnTo>
                    <a:pt x="3691640" y="91525"/>
                  </a:lnTo>
                  <a:lnTo>
                    <a:pt x="3693729" y="91666"/>
                  </a:lnTo>
                  <a:lnTo>
                    <a:pt x="3695818" y="91728"/>
                  </a:lnTo>
                  <a:lnTo>
                    <a:pt x="3697907" y="91634"/>
                  </a:lnTo>
                  <a:lnTo>
                    <a:pt x="3699996" y="91539"/>
                  </a:lnTo>
                  <a:lnTo>
                    <a:pt x="3702085" y="91445"/>
                  </a:lnTo>
                  <a:lnTo>
                    <a:pt x="3704174" y="91350"/>
                  </a:lnTo>
                  <a:lnTo>
                    <a:pt x="3706263" y="91350"/>
                  </a:lnTo>
                  <a:lnTo>
                    <a:pt x="3708352" y="91350"/>
                  </a:lnTo>
                  <a:lnTo>
                    <a:pt x="3710441" y="91350"/>
                  </a:lnTo>
                  <a:lnTo>
                    <a:pt x="3712530" y="91350"/>
                  </a:lnTo>
                  <a:lnTo>
                    <a:pt x="3714619" y="91350"/>
                  </a:lnTo>
                  <a:lnTo>
                    <a:pt x="3716709" y="91350"/>
                  </a:lnTo>
                  <a:lnTo>
                    <a:pt x="3718798" y="91350"/>
                  </a:lnTo>
                  <a:lnTo>
                    <a:pt x="3720887" y="91350"/>
                  </a:lnTo>
                  <a:lnTo>
                    <a:pt x="3722976" y="91350"/>
                  </a:lnTo>
                  <a:lnTo>
                    <a:pt x="3725065" y="91350"/>
                  </a:lnTo>
                  <a:lnTo>
                    <a:pt x="3727154" y="91350"/>
                  </a:lnTo>
                  <a:lnTo>
                    <a:pt x="3729243" y="91350"/>
                  </a:lnTo>
                  <a:lnTo>
                    <a:pt x="3731332" y="91350"/>
                  </a:lnTo>
                  <a:lnTo>
                    <a:pt x="3733421" y="91350"/>
                  </a:lnTo>
                  <a:lnTo>
                    <a:pt x="3735510" y="91506"/>
                  </a:lnTo>
                  <a:lnTo>
                    <a:pt x="3737599" y="91741"/>
                  </a:lnTo>
                  <a:lnTo>
                    <a:pt x="3739688" y="92156"/>
                  </a:lnTo>
                  <a:lnTo>
                    <a:pt x="3741777" y="92672"/>
                  </a:lnTo>
                  <a:lnTo>
                    <a:pt x="3743866" y="93189"/>
                  </a:lnTo>
                  <a:lnTo>
                    <a:pt x="3745955" y="93854"/>
                  </a:lnTo>
                  <a:lnTo>
                    <a:pt x="3748044" y="94520"/>
                  </a:lnTo>
                  <a:lnTo>
                    <a:pt x="3750133" y="94868"/>
                  </a:lnTo>
                  <a:lnTo>
                    <a:pt x="3752222" y="95216"/>
                  </a:lnTo>
                  <a:lnTo>
                    <a:pt x="3754311" y="95670"/>
                  </a:lnTo>
                  <a:lnTo>
                    <a:pt x="3756400" y="96124"/>
                  </a:lnTo>
                  <a:lnTo>
                    <a:pt x="3758489" y="96579"/>
                  </a:lnTo>
                  <a:lnTo>
                    <a:pt x="3760578" y="97033"/>
                  </a:lnTo>
                  <a:lnTo>
                    <a:pt x="3762667" y="97385"/>
                  </a:lnTo>
                  <a:lnTo>
                    <a:pt x="3764756" y="97737"/>
                  </a:lnTo>
                  <a:lnTo>
                    <a:pt x="3766845" y="97737"/>
                  </a:lnTo>
                  <a:lnTo>
                    <a:pt x="3768934" y="97737"/>
                  </a:lnTo>
                  <a:lnTo>
                    <a:pt x="3771023" y="97486"/>
                  </a:lnTo>
                  <a:lnTo>
                    <a:pt x="3773112" y="96935"/>
                  </a:lnTo>
                  <a:lnTo>
                    <a:pt x="3775202" y="96481"/>
                  </a:lnTo>
                  <a:lnTo>
                    <a:pt x="3777291" y="95930"/>
                  </a:lnTo>
                  <a:lnTo>
                    <a:pt x="3779380" y="95379"/>
                  </a:lnTo>
                  <a:lnTo>
                    <a:pt x="3781469" y="95180"/>
                  </a:lnTo>
                  <a:lnTo>
                    <a:pt x="3783558" y="94899"/>
                  </a:lnTo>
                  <a:lnTo>
                    <a:pt x="3785647" y="94720"/>
                  </a:lnTo>
                  <a:lnTo>
                    <a:pt x="3787736" y="94541"/>
                  </a:lnTo>
                  <a:lnTo>
                    <a:pt x="3789825" y="94362"/>
                  </a:lnTo>
                  <a:lnTo>
                    <a:pt x="3791914" y="94183"/>
                  </a:lnTo>
                  <a:lnTo>
                    <a:pt x="3794003" y="94101"/>
                  </a:lnTo>
                  <a:lnTo>
                    <a:pt x="3796092" y="94019"/>
                  </a:lnTo>
                  <a:lnTo>
                    <a:pt x="3798181" y="94101"/>
                  </a:lnTo>
                  <a:lnTo>
                    <a:pt x="3800270" y="94280"/>
                  </a:lnTo>
                  <a:lnTo>
                    <a:pt x="3802359" y="94538"/>
                  </a:lnTo>
                  <a:lnTo>
                    <a:pt x="3804448" y="94952"/>
                  </a:lnTo>
                  <a:lnTo>
                    <a:pt x="3806537" y="95366"/>
                  </a:lnTo>
                  <a:lnTo>
                    <a:pt x="3808626" y="95882"/>
                  </a:lnTo>
                  <a:lnTo>
                    <a:pt x="3810715" y="96548"/>
                  </a:lnTo>
                  <a:lnTo>
                    <a:pt x="3812804" y="97417"/>
                  </a:lnTo>
                  <a:lnTo>
                    <a:pt x="3814893" y="98285"/>
                  </a:lnTo>
                  <a:lnTo>
                    <a:pt x="3816982" y="99154"/>
                  </a:lnTo>
                  <a:lnTo>
                    <a:pt x="3819071" y="100023"/>
                  </a:lnTo>
                  <a:lnTo>
                    <a:pt x="3821160" y="101095"/>
                  </a:lnTo>
                  <a:lnTo>
                    <a:pt x="3823249" y="102350"/>
                  </a:lnTo>
                  <a:lnTo>
                    <a:pt x="3825338" y="103604"/>
                  </a:lnTo>
                  <a:lnTo>
                    <a:pt x="3827427" y="105124"/>
                  </a:lnTo>
                  <a:lnTo>
                    <a:pt x="3829516" y="106644"/>
                  </a:lnTo>
                  <a:lnTo>
                    <a:pt x="3831605" y="108164"/>
                  </a:lnTo>
                  <a:lnTo>
                    <a:pt x="3833695" y="109684"/>
                  </a:lnTo>
                  <a:lnTo>
                    <a:pt x="3835784" y="111203"/>
                  </a:lnTo>
                  <a:lnTo>
                    <a:pt x="3837873" y="112723"/>
                  </a:lnTo>
                  <a:lnTo>
                    <a:pt x="3839962" y="114243"/>
                  </a:lnTo>
                  <a:lnTo>
                    <a:pt x="3842051" y="115606"/>
                  </a:lnTo>
                  <a:lnTo>
                    <a:pt x="3844140" y="116890"/>
                  </a:lnTo>
                  <a:lnTo>
                    <a:pt x="3846229" y="117996"/>
                  </a:lnTo>
                  <a:lnTo>
                    <a:pt x="3848318" y="118734"/>
                  </a:lnTo>
                  <a:lnTo>
                    <a:pt x="3850407" y="119472"/>
                  </a:lnTo>
                  <a:lnTo>
                    <a:pt x="3852496" y="120061"/>
                  </a:lnTo>
                  <a:lnTo>
                    <a:pt x="3854585" y="120468"/>
                  </a:lnTo>
                  <a:lnTo>
                    <a:pt x="3856674" y="120671"/>
                  </a:lnTo>
                  <a:lnTo>
                    <a:pt x="3858763" y="120874"/>
                  </a:lnTo>
                  <a:lnTo>
                    <a:pt x="3860852" y="120671"/>
                  </a:lnTo>
                  <a:lnTo>
                    <a:pt x="3862941" y="120468"/>
                  </a:lnTo>
                  <a:lnTo>
                    <a:pt x="3865030" y="120116"/>
                  </a:lnTo>
                  <a:lnTo>
                    <a:pt x="3867119" y="119913"/>
                  </a:lnTo>
                  <a:lnTo>
                    <a:pt x="3869208" y="119561"/>
                  </a:lnTo>
                  <a:lnTo>
                    <a:pt x="3871297" y="119209"/>
                  </a:lnTo>
                  <a:lnTo>
                    <a:pt x="3873386" y="118958"/>
                  </a:lnTo>
                  <a:lnTo>
                    <a:pt x="3875475" y="118707"/>
                  </a:lnTo>
                  <a:lnTo>
                    <a:pt x="3877564" y="118707"/>
                  </a:lnTo>
                  <a:lnTo>
                    <a:pt x="3879653" y="118804"/>
                  </a:lnTo>
                  <a:lnTo>
                    <a:pt x="3881742" y="118804"/>
                  </a:lnTo>
                  <a:lnTo>
                    <a:pt x="3883831" y="118901"/>
                  </a:lnTo>
                  <a:lnTo>
                    <a:pt x="3885920" y="118998"/>
                  </a:lnTo>
                  <a:lnTo>
                    <a:pt x="3888009" y="119095"/>
                  </a:lnTo>
                  <a:lnTo>
                    <a:pt x="3890099" y="119274"/>
                  </a:lnTo>
                  <a:lnTo>
                    <a:pt x="3892188" y="119356"/>
                  </a:lnTo>
                  <a:lnTo>
                    <a:pt x="3894277" y="119356"/>
                  </a:lnTo>
                  <a:lnTo>
                    <a:pt x="3896366" y="119356"/>
                  </a:lnTo>
                  <a:lnTo>
                    <a:pt x="3898455" y="119356"/>
                  </a:lnTo>
                  <a:lnTo>
                    <a:pt x="3900544" y="119356"/>
                  </a:lnTo>
                  <a:lnTo>
                    <a:pt x="3902633" y="119356"/>
                  </a:lnTo>
                  <a:lnTo>
                    <a:pt x="3904722" y="119356"/>
                  </a:lnTo>
                  <a:lnTo>
                    <a:pt x="3906811" y="119177"/>
                  </a:lnTo>
                  <a:lnTo>
                    <a:pt x="3908900" y="118998"/>
                  </a:lnTo>
                  <a:lnTo>
                    <a:pt x="3910989" y="118820"/>
                  </a:lnTo>
                  <a:lnTo>
                    <a:pt x="3913078" y="118641"/>
                  </a:lnTo>
                  <a:lnTo>
                    <a:pt x="3915167" y="118359"/>
                  </a:lnTo>
                  <a:lnTo>
                    <a:pt x="3917256" y="118012"/>
                  </a:lnTo>
                  <a:lnTo>
                    <a:pt x="3919345" y="117659"/>
                  </a:lnTo>
                  <a:lnTo>
                    <a:pt x="3921434" y="117307"/>
                  </a:lnTo>
                  <a:lnTo>
                    <a:pt x="3923523" y="116955"/>
                  </a:lnTo>
                  <a:lnTo>
                    <a:pt x="3925612" y="116955"/>
                  </a:lnTo>
                  <a:lnTo>
                    <a:pt x="3927701" y="116548"/>
                  </a:lnTo>
                  <a:lnTo>
                    <a:pt x="3929790" y="115959"/>
                  </a:lnTo>
                  <a:lnTo>
                    <a:pt x="3931879" y="115369"/>
                  </a:lnTo>
                  <a:lnTo>
                    <a:pt x="3933968" y="114718"/>
                  </a:lnTo>
                  <a:lnTo>
                    <a:pt x="3936057" y="113863"/>
                  </a:lnTo>
                  <a:lnTo>
                    <a:pt x="3938146" y="113212"/>
                  </a:lnTo>
                  <a:lnTo>
                    <a:pt x="3940235" y="112765"/>
                  </a:lnTo>
                  <a:lnTo>
                    <a:pt x="3942324" y="112500"/>
                  </a:lnTo>
                  <a:lnTo>
                    <a:pt x="3944413" y="112234"/>
                  </a:lnTo>
                  <a:lnTo>
                    <a:pt x="3946502" y="112234"/>
                  </a:lnTo>
                  <a:lnTo>
                    <a:pt x="3948592" y="111969"/>
                  </a:lnTo>
                  <a:lnTo>
                    <a:pt x="3950681" y="111704"/>
                  </a:lnTo>
                  <a:lnTo>
                    <a:pt x="3952770" y="111438"/>
                  </a:lnTo>
                  <a:lnTo>
                    <a:pt x="3954859" y="111438"/>
                  </a:lnTo>
                  <a:lnTo>
                    <a:pt x="3956948" y="111257"/>
                  </a:lnTo>
                  <a:lnTo>
                    <a:pt x="3959037" y="111075"/>
                  </a:lnTo>
                  <a:lnTo>
                    <a:pt x="3961126" y="111075"/>
                  </a:lnTo>
                  <a:lnTo>
                    <a:pt x="3963215" y="111280"/>
                  </a:lnTo>
                  <a:lnTo>
                    <a:pt x="3965304" y="111484"/>
                  </a:lnTo>
                  <a:lnTo>
                    <a:pt x="3967393" y="111891"/>
                  </a:lnTo>
                  <a:lnTo>
                    <a:pt x="3969482" y="112094"/>
                  </a:lnTo>
                  <a:lnTo>
                    <a:pt x="3971571" y="112446"/>
                  </a:lnTo>
                  <a:lnTo>
                    <a:pt x="3973660" y="112446"/>
                  </a:lnTo>
                  <a:lnTo>
                    <a:pt x="3975749" y="112446"/>
                  </a:lnTo>
                  <a:lnTo>
                    <a:pt x="3977838" y="112344"/>
                  </a:lnTo>
                  <a:lnTo>
                    <a:pt x="3979927" y="112344"/>
                  </a:lnTo>
                  <a:lnTo>
                    <a:pt x="3982016" y="112248"/>
                  </a:lnTo>
                  <a:lnTo>
                    <a:pt x="3984105" y="112151"/>
                  </a:lnTo>
                  <a:lnTo>
                    <a:pt x="3986194" y="111972"/>
                  </a:lnTo>
                  <a:lnTo>
                    <a:pt x="3988283" y="111793"/>
                  </a:lnTo>
                  <a:lnTo>
                    <a:pt x="3990372" y="111535"/>
                  </a:lnTo>
                  <a:lnTo>
                    <a:pt x="3992461" y="111215"/>
                  </a:lnTo>
                  <a:lnTo>
                    <a:pt x="3994550" y="110896"/>
                  </a:lnTo>
                  <a:lnTo>
                    <a:pt x="3996639" y="110575"/>
                  </a:lnTo>
                  <a:lnTo>
                    <a:pt x="3998728" y="110352"/>
                  </a:lnTo>
                  <a:lnTo>
                    <a:pt x="4000817" y="110273"/>
                  </a:lnTo>
                  <a:lnTo>
                    <a:pt x="4002906" y="110194"/>
                  </a:lnTo>
                  <a:lnTo>
                    <a:pt x="4004996" y="110194"/>
                  </a:lnTo>
                  <a:lnTo>
                    <a:pt x="4007085" y="110276"/>
                  </a:lnTo>
                  <a:lnTo>
                    <a:pt x="4009174" y="110359"/>
                  </a:lnTo>
                  <a:lnTo>
                    <a:pt x="4011263" y="110359"/>
                  </a:lnTo>
                  <a:lnTo>
                    <a:pt x="4013352" y="110441"/>
                  </a:lnTo>
                  <a:lnTo>
                    <a:pt x="4015441" y="110523"/>
                  </a:lnTo>
                  <a:lnTo>
                    <a:pt x="4017530" y="110606"/>
                  </a:lnTo>
                  <a:lnTo>
                    <a:pt x="4019619" y="110688"/>
                  </a:lnTo>
                  <a:lnTo>
                    <a:pt x="4021708" y="110770"/>
                  </a:lnTo>
                  <a:lnTo>
                    <a:pt x="4023797" y="110770"/>
                  </a:lnTo>
                  <a:lnTo>
                    <a:pt x="4025886" y="110571"/>
                  </a:lnTo>
                  <a:lnTo>
                    <a:pt x="4027975" y="110372"/>
                  </a:lnTo>
                  <a:lnTo>
                    <a:pt x="4030064" y="110173"/>
                  </a:lnTo>
                  <a:lnTo>
                    <a:pt x="4032153" y="109539"/>
                  </a:lnTo>
                  <a:lnTo>
                    <a:pt x="4034242" y="109109"/>
                  </a:lnTo>
                  <a:lnTo>
                    <a:pt x="4036331" y="108761"/>
                  </a:lnTo>
                  <a:lnTo>
                    <a:pt x="4038420" y="108413"/>
                  </a:lnTo>
                  <a:lnTo>
                    <a:pt x="4040509" y="107862"/>
                  </a:lnTo>
                  <a:lnTo>
                    <a:pt x="4042598" y="107611"/>
                  </a:lnTo>
                  <a:lnTo>
                    <a:pt x="4044687" y="107259"/>
                  </a:lnTo>
                  <a:lnTo>
                    <a:pt x="4046776" y="106703"/>
                  </a:lnTo>
                  <a:lnTo>
                    <a:pt x="4048865" y="105965"/>
                  </a:lnTo>
                  <a:lnTo>
                    <a:pt x="4050954" y="105227"/>
                  </a:lnTo>
                  <a:lnTo>
                    <a:pt x="4053043" y="104223"/>
                  </a:lnTo>
                  <a:lnTo>
                    <a:pt x="4055132" y="103485"/>
                  </a:lnTo>
                  <a:lnTo>
                    <a:pt x="4057221" y="102748"/>
                  </a:lnTo>
                  <a:lnTo>
                    <a:pt x="4059310" y="102159"/>
                  </a:lnTo>
                  <a:lnTo>
                    <a:pt x="4061399" y="101570"/>
                  </a:lnTo>
                  <a:lnTo>
                    <a:pt x="4063489" y="101162"/>
                  </a:lnTo>
                  <a:lnTo>
                    <a:pt x="4065578" y="100755"/>
                  </a:lnTo>
                  <a:lnTo>
                    <a:pt x="4067667" y="100198"/>
                  </a:lnTo>
                  <a:lnTo>
                    <a:pt x="4069756" y="99540"/>
                  </a:lnTo>
                  <a:lnTo>
                    <a:pt x="4071845" y="98983"/>
                  </a:lnTo>
                  <a:lnTo>
                    <a:pt x="4073934" y="98325"/>
                  </a:lnTo>
                  <a:lnTo>
                    <a:pt x="4076023" y="97871"/>
                  </a:lnTo>
                  <a:lnTo>
                    <a:pt x="4078112" y="97519"/>
                  </a:lnTo>
                  <a:lnTo>
                    <a:pt x="4080201" y="97370"/>
                  </a:lnTo>
                  <a:lnTo>
                    <a:pt x="4082290" y="97519"/>
                  </a:lnTo>
                  <a:lnTo>
                    <a:pt x="4084379" y="97770"/>
                  </a:lnTo>
                  <a:lnTo>
                    <a:pt x="4086468" y="98021"/>
                  </a:lnTo>
                  <a:lnTo>
                    <a:pt x="4088557" y="98369"/>
                  </a:lnTo>
                  <a:lnTo>
                    <a:pt x="4090646" y="98466"/>
                  </a:lnTo>
                  <a:lnTo>
                    <a:pt x="4092735" y="98645"/>
                  </a:lnTo>
                  <a:lnTo>
                    <a:pt x="4094824" y="98824"/>
                  </a:lnTo>
                  <a:lnTo>
                    <a:pt x="4096913" y="98985"/>
                  </a:lnTo>
                  <a:lnTo>
                    <a:pt x="4099002" y="99208"/>
                  </a:lnTo>
                  <a:lnTo>
                    <a:pt x="4101091" y="99432"/>
                  </a:lnTo>
                  <a:lnTo>
                    <a:pt x="4103180" y="99573"/>
                  </a:lnTo>
                  <a:lnTo>
                    <a:pt x="4105269" y="99714"/>
                  </a:lnTo>
                  <a:lnTo>
                    <a:pt x="4107358" y="99793"/>
                  </a:lnTo>
                  <a:lnTo>
                    <a:pt x="4109447" y="99793"/>
                  </a:lnTo>
                  <a:lnTo>
                    <a:pt x="4111536" y="99714"/>
                  </a:lnTo>
                  <a:lnTo>
                    <a:pt x="4113625" y="99491"/>
                  </a:lnTo>
                  <a:lnTo>
                    <a:pt x="4115714" y="99268"/>
                  </a:lnTo>
                  <a:lnTo>
                    <a:pt x="4117803" y="99044"/>
                  </a:lnTo>
                  <a:lnTo>
                    <a:pt x="4119893" y="98821"/>
                  </a:lnTo>
                  <a:lnTo>
                    <a:pt x="4121982" y="98598"/>
                  </a:lnTo>
                  <a:lnTo>
                    <a:pt x="4124071" y="98374"/>
                  </a:lnTo>
                  <a:lnTo>
                    <a:pt x="4126160" y="98151"/>
                  </a:lnTo>
                  <a:lnTo>
                    <a:pt x="4128249" y="97990"/>
                  </a:lnTo>
                  <a:lnTo>
                    <a:pt x="4130338" y="97829"/>
                  </a:lnTo>
                  <a:lnTo>
                    <a:pt x="4132427" y="97668"/>
                  </a:lnTo>
                  <a:lnTo>
                    <a:pt x="4134516" y="97586"/>
                  </a:lnTo>
                  <a:lnTo>
                    <a:pt x="4136605" y="97586"/>
                  </a:lnTo>
                  <a:lnTo>
                    <a:pt x="4138694" y="97585"/>
                  </a:lnTo>
                  <a:lnTo>
                    <a:pt x="4140783" y="97585"/>
                  </a:lnTo>
                  <a:lnTo>
                    <a:pt x="4142872" y="97503"/>
                  </a:lnTo>
                  <a:lnTo>
                    <a:pt x="4144961" y="97421"/>
                  </a:lnTo>
                  <a:lnTo>
                    <a:pt x="4147050" y="97339"/>
                  </a:lnTo>
                  <a:lnTo>
                    <a:pt x="4149139" y="97160"/>
                  </a:lnTo>
                  <a:lnTo>
                    <a:pt x="4151228" y="96878"/>
                  </a:lnTo>
                  <a:lnTo>
                    <a:pt x="4153317" y="96597"/>
                  </a:lnTo>
                  <a:lnTo>
                    <a:pt x="4155406" y="96316"/>
                  </a:lnTo>
                  <a:lnTo>
                    <a:pt x="4157495" y="96117"/>
                  </a:lnTo>
                  <a:lnTo>
                    <a:pt x="4159584" y="95835"/>
                  </a:lnTo>
                  <a:lnTo>
                    <a:pt x="4161673" y="95554"/>
                  </a:lnTo>
                  <a:lnTo>
                    <a:pt x="4163762" y="95273"/>
                  </a:lnTo>
                  <a:lnTo>
                    <a:pt x="4165851" y="94764"/>
                  </a:lnTo>
                  <a:lnTo>
                    <a:pt x="4167940" y="94193"/>
                  </a:lnTo>
                  <a:lnTo>
                    <a:pt x="4170029" y="93621"/>
                  </a:lnTo>
                  <a:lnTo>
                    <a:pt x="4172118" y="93050"/>
                  </a:lnTo>
                  <a:lnTo>
                    <a:pt x="4174207" y="92628"/>
                  </a:lnTo>
                  <a:lnTo>
                    <a:pt x="4176296" y="92308"/>
                  </a:lnTo>
                  <a:lnTo>
                    <a:pt x="4178386" y="91885"/>
                  </a:lnTo>
                  <a:lnTo>
                    <a:pt x="4180475" y="91565"/>
                  </a:lnTo>
                  <a:lnTo>
                    <a:pt x="4182564" y="91245"/>
                  </a:lnTo>
                  <a:lnTo>
                    <a:pt x="4184653" y="90823"/>
                  </a:lnTo>
                  <a:lnTo>
                    <a:pt x="4186742" y="90401"/>
                  </a:lnTo>
                  <a:lnTo>
                    <a:pt x="4188831" y="89735"/>
                  </a:lnTo>
                  <a:lnTo>
                    <a:pt x="4190920" y="89070"/>
                  </a:lnTo>
                  <a:lnTo>
                    <a:pt x="4193009" y="88404"/>
                  </a:lnTo>
                  <a:lnTo>
                    <a:pt x="4195098" y="87739"/>
                  </a:lnTo>
                  <a:lnTo>
                    <a:pt x="4197187" y="87325"/>
                  </a:lnTo>
                  <a:lnTo>
                    <a:pt x="4199276" y="86910"/>
                  </a:lnTo>
                  <a:lnTo>
                    <a:pt x="4201365" y="86496"/>
                  </a:lnTo>
                  <a:lnTo>
                    <a:pt x="4203454" y="86178"/>
                  </a:lnTo>
                  <a:lnTo>
                    <a:pt x="4205543" y="85861"/>
                  </a:lnTo>
                  <a:lnTo>
                    <a:pt x="4207632" y="85637"/>
                  </a:lnTo>
                  <a:lnTo>
                    <a:pt x="4209721" y="85496"/>
                  </a:lnTo>
                  <a:lnTo>
                    <a:pt x="4211810" y="85418"/>
                  </a:lnTo>
                  <a:lnTo>
                    <a:pt x="4213899" y="85418"/>
                  </a:lnTo>
                  <a:lnTo>
                    <a:pt x="4215988" y="85497"/>
                  </a:lnTo>
                  <a:lnTo>
                    <a:pt x="4218077" y="85657"/>
                  </a:lnTo>
                  <a:lnTo>
                    <a:pt x="4220166" y="85978"/>
                  </a:lnTo>
                  <a:lnTo>
                    <a:pt x="4222255" y="86549"/>
                  </a:lnTo>
                  <a:lnTo>
                    <a:pt x="4224344" y="87120"/>
                  </a:lnTo>
                  <a:lnTo>
                    <a:pt x="4226433" y="87691"/>
                  </a:lnTo>
                  <a:lnTo>
                    <a:pt x="4228522" y="88263"/>
                  </a:lnTo>
                  <a:lnTo>
                    <a:pt x="4230611" y="89037"/>
                  </a:lnTo>
                  <a:lnTo>
                    <a:pt x="4232700" y="89811"/>
                  </a:lnTo>
                  <a:lnTo>
                    <a:pt x="4234790" y="90523"/>
                  </a:lnTo>
                  <a:lnTo>
                    <a:pt x="4236879" y="91440"/>
                  </a:lnTo>
                  <a:lnTo>
                    <a:pt x="4238968" y="92356"/>
                  </a:lnTo>
                  <a:lnTo>
                    <a:pt x="4241057" y="93194"/>
                  </a:lnTo>
                  <a:lnTo>
                    <a:pt x="4243146" y="93949"/>
                  </a:lnTo>
                  <a:lnTo>
                    <a:pt x="4245235" y="94787"/>
                  </a:lnTo>
                  <a:lnTo>
                    <a:pt x="4247324" y="95625"/>
                  </a:lnTo>
                  <a:lnTo>
                    <a:pt x="4249413" y="96462"/>
                  </a:lnTo>
                  <a:lnTo>
                    <a:pt x="4251502" y="97095"/>
                  </a:lnTo>
                  <a:lnTo>
                    <a:pt x="4253591" y="97933"/>
                  </a:lnTo>
                  <a:lnTo>
                    <a:pt x="4255680" y="98770"/>
                  </a:lnTo>
                  <a:lnTo>
                    <a:pt x="4257769" y="99790"/>
                  </a:lnTo>
                  <a:lnTo>
                    <a:pt x="4259858" y="100627"/>
                  </a:lnTo>
                  <a:lnTo>
                    <a:pt x="4261947" y="101261"/>
                  </a:lnTo>
                  <a:lnTo>
                    <a:pt x="4264036" y="101811"/>
                  </a:lnTo>
                  <a:lnTo>
                    <a:pt x="4266125" y="102445"/>
                  </a:lnTo>
                  <a:lnTo>
                    <a:pt x="4268214" y="103078"/>
                  </a:lnTo>
                  <a:lnTo>
                    <a:pt x="4270303" y="103711"/>
                  </a:lnTo>
                  <a:lnTo>
                    <a:pt x="4272392" y="104423"/>
                  </a:lnTo>
                  <a:lnTo>
                    <a:pt x="4274481" y="105197"/>
                  </a:lnTo>
                  <a:lnTo>
                    <a:pt x="4276570" y="105971"/>
                  </a:lnTo>
                  <a:lnTo>
                    <a:pt x="4278659" y="106745"/>
                  </a:lnTo>
                  <a:lnTo>
                    <a:pt x="4280748" y="107519"/>
                  </a:lnTo>
                  <a:lnTo>
                    <a:pt x="4282837" y="108293"/>
                  </a:lnTo>
                  <a:lnTo>
                    <a:pt x="4284926" y="108716"/>
                  </a:lnTo>
                  <a:lnTo>
                    <a:pt x="4287015" y="109036"/>
                  </a:lnTo>
                  <a:lnTo>
                    <a:pt x="4289104" y="109259"/>
                  </a:lnTo>
                  <a:lnTo>
                    <a:pt x="4291193" y="109483"/>
                  </a:lnTo>
                  <a:lnTo>
                    <a:pt x="4293283" y="109706"/>
                  </a:lnTo>
                  <a:lnTo>
                    <a:pt x="4295372" y="110024"/>
                  </a:lnTo>
                  <a:lnTo>
                    <a:pt x="4297461" y="110689"/>
                  </a:lnTo>
                  <a:lnTo>
                    <a:pt x="4299550" y="111206"/>
                  </a:lnTo>
                  <a:lnTo>
                    <a:pt x="4301639" y="111621"/>
                  </a:lnTo>
                  <a:lnTo>
                    <a:pt x="4303728" y="111938"/>
                  </a:lnTo>
                  <a:lnTo>
                    <a:pt x="4305817" y="112174"/>
                  </a:lnTo>
                  <a:lnTo>
                    <a:pt x="4307906" y="112491"/>
                  </a:lnTo>
                  <a:lnTo>
                    <a:pt x="4309995" y="112809"/>
                  </a:lnTo>
                  <a:lnTo>
                    <a:pt x="4312084" y="113223"/>
                  </a:lnTo>
                  <a:lnTo>
                    <a:pt x="4314173" y="113794"/>
                  </a:lnTo>
                  <a:lnTo>
                    <a:pt x="4316262" y="114569"/>
                  </a:lnTo>
                  <a:lnTo>
                    <a:pt x="4318351" y="115485"/>
                  </a:lnTo>
                  <a:lnTo>
                    <a:pt x="4320440" y="116504"/>
                  </a:lnTo>
                  <a:lnTo>
                    <a:pt x="4322529" y="117524"/>
                  </a:lnTo>
                  <a:lnTo>
                    <a:pt x="4324618" y="118461"/>
                  </a:lnTo>
                  <a:lnTo>
                    <a:pt x="4326707" y="119301"/>
                  </a:lnTo>
                  <a:lnTo>
                    <a:pt x="4328796" y="119709"/>
                  </a:lnTo>
                  <a:lnTo>
                    <a:pt x="4330885" y="120116"/>
                  </a:lnTo>
                  <a:lnTo>
                    <a:pt x="4332974" y="120705"/>
                  </a:lnTo>
                  <a:lnTo>
                    <a:pt x="4335063" y="121294"/>
                  </a:lnTo>
                  <a:lnTo>
                    <a:pt x="4337152" y="121680"/>
                  </a:lnTo>
                  <a:lnTo>
                    <a:pt x="4339241" y="122066"/>
                  </a:lnTo>
                  <a:lnTo>
                    <a:pt x="4341330" y="122452"/>
                  </a:lnTo>
                  <a:lnTo>
                    <a:pt x="4343419" y="122452"/>
                  </a:lnTo>
                  <a:lnTo>
                    <a:pt x="4345508" y="122247"/>
                  </a:lnTo>
                  <a:lnTo>
                    <a:pt x="4347597" y="121840"/>
                  </a:lnTo>
                  <a:lnTo>
                    <a:pt x="4349687" y="121283"/>
                  </a:lnTo>
                  <a:lnTo>
                    <a:pt x="4351776" y="120625"/>
                  </a:lnTo>
                  <a:lnTo>
                    <a:pt x="4353865" y="119966"/>
                  </a:lnTo>
                  <a:lnTo>
                    <a:pt x="4355954" y="119211"/>
                  </a:lnTo>
                  <a:lnTo>
                    <a:pt x="4358043" y="118659"/>
                  </a:lnTo>
                  <a:lnTo>
                    <a:pt x="4360132" y="117904"/>
                  </a:lnTo>
                  <a:lnTo>
                    <a:pt x="4362221" y="117148"/>
                  </a:lnTo>
                  <a:lnTo>
                    <a:pt x="4364310" y="116050"/>
                  </a:lnTo>
                  <a:lnTo>
                    <a:pt x="4366399" y="115134"/>
                  </a:lnTo>
                  <a:lnTo>
                    <a:pt x="4368488" y="114583"/>
                  </a:lnTo>
                  <a:lnTo>
                    <a:pt x="4370577" y="114032"/>
                  </a:lnTo>
                  <a:lnTo>
                    <a:pt x="4372666" y="113680"/>
                  </a:lnTo>
                  <a:lnTo>
                    <a:pt x="4374755" y="113680"/>
                  </a:lnTo>
                  <a:lnTo>
                    <a:pt x="4376844" y="113884"/>
                  </a:lnTo>
                  <a:lnTo>
                    <a:pt x="4378933" y="114270"/>
                  </a:lnTo>
                  <a:lnTo>
                    <a:pt x="4381022" y="114656"/>
                  </a:lnTo>
                  <a:lnTo>
                    <a:pt x="4383111" y="115308"/>
                  </a:lnTo>
                  <a:lnTo>
                    <a:pt x="4385200" y="115959"/>
                  </a:lnTo>
                  <a:lnTo>
                    <a:pt x="4387289" y="116610"/>
                  </a:lnTo>
                  <a:lnTo>
                    <a:pt x="4389378" y="117570"/>
                  </a:lnTo>
                  <a:lnTo>
                    <a:pt x="4391467" y="118881"/>
                  </a:lnTo>
                  <a:lnTo>
                    <a:pt x="4393556" y="120296"/>
                  </a:lnTo>
                  <a:lnTo>
                    <a:pt x="4395645" y="122112"/>
                  </a:lnTo>
                  <a:lnTo>
                    <a:pt x="4397734" y="123928"/>
                  </a:lnTo>
                  <a:lnTo>
                    <a:pt x="4399823" y="125439"/>
                  </a:lnTo>
                  <a:lnTo>
                    <a:pt x="4401912" y="126950"/>
                  </a:lnTo>
                  <a:lnTo>
                    <a:pt x="4404001" y="128113"/>
                  </a:lnTo>
                  <a:lnTo>
                    <a:pt x="4406090" y="129116"/>
                  </a:lnTo>
                  <a:lnTo>
                    <a:pt x="4408180" y="129956"/>
                  </a:lnTo>
                  <a:lnTo>
                    <a:pt x="4410269" y="130711"/>
                  </a:lnTo>
                  <a:lnTo>
                    <a:pt x="4412358" y="131730"/>
                  </a:lnTo>
                  <a:lnTo>
                    <a:pt x="4414447" y="132281"/>
                  </a:lnTo>
                  <a:lnTo>
                    <a:pt x="4416536" y="133037"/>
                  </a:lnTo>
                  <a:lnTo>
                    <a:pt x="4418625" y="133695"/>
                  </a:lnTo>
                  <a:lnTo>
                    <a:pt x="4420714" y="133898"/>
                  </a:lnTo>
                  <a:lnTo>
                    <a:pt x="4422803" y="133898"/>
                  </a:lnTo>
                  <a:lnTo>
                    <a:pt x="4424892" y="133491"/>
                  </a:lnTo>
                  <a:lnTo>
                    <a:pt x="4426981" y="132651"/>
                  </a:lnTo>
                  <a:lnTo>
                    <a:pt x="4429070" y="131811"/>
                  </a:lnTo>
                  <a:lnTo>
                    <a:pt x="4431159" y="130970"/>
                  </a:lnTo>
                  <a:lnTo>
                    <a:pt x="4433248" y="130034"/>
                  </a:lnTo>
                  <a:lnTo>
                    <a:pt x="4435337" y="129375"/>
                  </a:lnTo>
                  <a:lnTo>
                    <a:pt x="4437426" y="128819"/>
                  </a:lnTo>
                  <a:lnTo>
                    <a:pt x="4439515" y="128230"/>
                  </a:lnTo>
                  <a:lnTo>
                    <a:pt x="4441604" y="127641"/>
                  </a:lnTo>
                  <a:lnTo>
                    <a:pt x="4443693" y="127052"/>
                  </a:lnTo>
                  <a:lnTo>
                    <a:pt x="4445782" y="126463"/>
                  </a:lnTo>
                  <a:lnTo>
                    <a:pt x="4447871" y="125725"/>
                  </a:lnTo>
                  <a:lnTo>
                    <a:pt x="4449960" y="125169"/>
                  </a:lnTo>
                  <a:lnTo>
                    <a:pt x="4452049" y="124714"/>
                  </a:lnTo>
                  <a:lnTo>
                    <a:pt x="4454138" y="124565"/>
                  </a:lnTo>
                  <a:lnTo>
                    <a:pt x="4456227" y="124714"/>
                  </a:lnTo>
                  <a:lnTo>
                    <a:pt x="4458316" y="124966"/>
                  </a:lnTo>
                  <a:lnTo>
                    <a:pt x="4460405" y="125217"/>
                  </a:lnTo>
                  <a:lnTo>
                    <a:pt x="4462494" y="125565"/>
                  </a:lnTo>
                  <a:lnTo>
                    <a:pt x="4464584" y="125913"/>
                  </a:lnTo>
                  <a:lnTo>
                    <a:pt x="4466673" y="126112"/>
                  </a:lnTo>
                  <a:lnTo>
                    <a:pt x="4468762" y="126311"/>
                  </a:lnTo>
                  <a:lnTo>
                    <a:pt x="4470851" y="126569"/>
                  </a:lnTo>
                  <a:lnTo>
                    <a:pt x="4472940" y="126730"/>
                  </a:lnTo>
                  <a:lnTo>
                    <a:pt x="4475029" y="126648"/>
                  </a:lnTo>
                  <a:lnTo>
                    <a:pt x="4477118" y="126566"/>
                  </a:lnTo>
                  <a:lnTo>
                    <a:pt x="4479207" y="126284"/>
                  </a:lnTo>
                  <a:lnTo>
                    <a:pt x="4481296" y="125651"/>
                  </a:lnTo>
                  <a:lnTo>
                    <a:pt x="4483385" y="124814"/>
                  </a:lnTo>
                  <a:lnTo>
                    <a:pt x="4485474" y="123716"/>
                  </a:lnTo>
                  <a:lnTo>
                    <a:pt x="4487563" y="122555"/>
                  </a:lnTo>
                  <a:lnTo>
                    <a:pt x="4489652" y="121130"/>
                  </a:lnTo>
                  <a:lnTo>
                    <a:pt x="4491741" y="119704"/>
                  </a:lnTo>
                  <a:lnTo>
                    <a:pt x="4493830" y="118278"/>
                  </a:lnTo>
                  <a:lnTo>
                    <a:pt x="4495919" y="116544"/>
                  </a:lnTo>
                  <a:lnTo>
                    <a:pt x="4498008" y="114810"/>
                  </a:lnTo>
                  <a:lnTo>
                    <a:pt x="4500097" y="112981"/>
                  </a:lnTo>
                  <a:lnTo>
                    <a:pt x="4502186" y="110942"/>
                  </a:lnTo>
                  <a:lnTo>
                    <a:pt x="4504275" y="108903"/>
                  </a:lnTo>
                  <a:lnTo>
                    <a:pt x="4506364" y="107168"/>
                  </a:lnTo>
                  <a:lnTo>
                    <a:pt x="4508453" y="105434"/>
                  </a:lnTo>
                  <a:lnTo>
                    <a:pt x="4510542" y="103700"/>
                  </a:lnTo>
                  <a:lnTo>
                    <a:pt x="4512631" y="102274"/>
                  </a:lnTo>
                  <a:lnTo>
                    <a:pt x="4514720" y="101114"/>
                  </a:lnTo>
                  <a:lnTo>
                    <a:pt x="4516809" y="100135"/>
                  </a:lnTo>
                  <a:lnTo>
                    <a:pt x="4518898" y="99037"/>
                  </a:lnTo>
                  <a:lnTo>
                    <a:pt x="4520987" y="98404"/>
                  </a:lnTo>
                  <a:lnTo>
                    <a:pt x="4523077" y="97567"/>
                  </a:lnTo>
                  <a:lnTo>
                    <a:pt x="4525166" y="96729"/>
                  </a:lnTo>
                  <a:lnTo>
                    <a:pt x="4527255" y="96096"/>
                  </a:lnTo>
                  <a:lnTo>
                    <a:pt x="4529344" y="95545"/>
                  </a:lnTo>
                  <a:lnTo>
                    <a:pt x="4531433" y="95197"/>
                  </a:lnTo>
                  <a:lnTo>
                    <a:pt x="4533522" y="95018"/>
                  </a:lnTo>
                  <a:lnTo>
                    <a:pt x="4535611" y="94839"/>
                  </a:lnTo>
                  <a:lnTo>
                    <a:pt x="4537700" y="94742"/>
                  </a:lnTo>
                  <a:lnTo>
                    <a:pt x="4539789" y="94839"/>
                  </a:lnTo>
                  <a:lnTo>
                    <a:pt x="4541878" y="94839"/>
                  </a:lnTo>
                  <a:lnTo>
                    <a:pt x="4543967" y="94737"/>
                  </a:lnTo>
                  <a:lnTo>
                    <a:pt x="4546056" y="94486"/>
                  </a:lnTo>
                  <a:lnTo>
                    <a:pt x="4548145" y="94235"/>
                  </a:lnTo>
                  <a:lnTo>
                    <a:pt x="4550234" y="93983"/>
                  </a:lnTo>
                  <a:lnTo>
                    <a:pt x="4552323" y="93636"/>
                  </a:lnTo>
                  <a:lnTo>
                    <a:pt x="4554412" y="93436"/>
                  </a:lnTo>
                  <a:lnTo>
                    <a:pt x="4556501" y="93237"/>
                  </a:lnTo>
                  <a:lnTo>
                    <a:pt x="4558590" y="93141"/>
                  </a:lnTo>
                  <a:lnTo>
                    <a:pt x="4560679" y="92859"/>
                  </a:lnTo>
                  <a:lnTo>
                    <a:pt x="4562768" y="92429"/>
                  </a:lnTo>
                  <a:lnTo>
                    <a:pt x="4564857" y="92081"/>
                  </a:lnTo>
                  <a:lnTo>
                    <a:pt x="4566946" y="91734"/>
                  </a:lnTo>
                  <a:lnTo>
                    <a:pt x="4569035" y="91304"/>
                  </a:lnTo>
                  <a:lnTo>
                    <a:pt x="4571124" y="90795"/>
                  </a:lnTo>
                  <a:lnTo>
                    <a:pt x="4573213" y="90434"/>
                  </a:lnTo>
                  <a:lnTo>
                    <a:pt x="4575302" y="90074"/>
                  </a:lnTo>
                  <a:lnTo>
                    <a:pt x="4577391" y="89817"/>
                  </a:lnTo>
                  <a:lnTo>
                    <a:pt x="4579481" y="89734"/>
                  </a:lnTo>
                  <a:lnTo>
                    <a:pt x="4581570" y="89734"/>
                  </a:lnTo>
                  <a:lnTo>
                    <a:pt x="4583659" y="89734"/>
                  </a:lnTo>
                  <a:lnTo>
                    <a:pt x="4585748" y="89734"/>
                  </a:lnTo>
                  <a:lnTo>
                    <a:pt x="4587837" y="89817"/>
                  </a:lnTo>
                  <a:lnTo>
                    <a:pt x="4589926" y="89899"/>
                  </a:lnTo>
                  <a:lnTo>
                    <a:pt x="4592015" y="90060"/>
                  </a:lnTo>
                  <a:lnTo>
                    <a:pt x="4594104" y="90482"/>
                  </a:lnTo>
                  <a:lnTo>
                    <a:pt x="4596193" y="90802"/>
                  </a:lnTo>
                  <a:lnTo>
                    <a:pt x="4598282" y="91225"/>
                  </a:lnTo>
                  <a:lnTo>
                    <a:pt x="4600371" y="91647"/>
                  </a:lnTo>
                  <a:lnTo>
                    <a:pt x="4602460" y="92069"/>
                  </a:lnTo>
                  <a:lnTo>
                    <a:pt x="4604549" y="92491"/>
                  </a:lnTo>
                  <a:lnTo>
                    <a:pt x="4606638" y="93008"/>
                  </a:lnTo>
                  <a:lnTo>
                    <a:pt x="4608727" y="93430"/>
                  </a:lnTo>
                  <a:lnTo>
                    <a:pt x="4610816" y="93852"/>
                  </a:lnTo>
                  <a:lnTo>
                    <a:pt x="4612905" y="94172"/>
                  </a:lnTo>
                  <a:lnTo>
                    <a:pt x="4614994" y="94493"/>
                  </a:lnTo>
                  <a:lnTo>
                    <a:pt x="4617083" y="94813"/>
                  </a:lnTo>
                  <a:lnTo>
                    <a:pt x="4619172" y="95133"/>
                  </a:lnTo>
                  <a:lnTo>
                    <a:pt x="4621261" y="95453"/>
                  </a:lnTo>
                  <a:lnTo>
                    <a:pt x="4623350" y="95773"/>
                  </a:lnTo>
                  <a:lnTo>
                    <a:pt x="4625439" y="95934"/>
                  </a:lnTo>
                  <a:lnTo>
                    <a:pt x="4627528" y="96016"/>
                  </a:lnTo>
                  <a:lnTo>
                    <a:pt x="4629617" y="96016"/>
                  </a:lnTo>
                  <a:lnTo>
                    <a:pt x="4631706" y="96016"/>
                  </a:lnTo>
                  <a:lnTo>
                    <a:pt x="4633795" y="96016"/>
                  </a:lnTo>
                  <a:lnTo>
                    <a:pt x="4635884" y="96016"/>
                  </a:lnTo>
                  <a:lnTo>
                    <a:pt x="4637974" y="96016"/>
                  </a:lnTo>
                  <a:lnTo>
                    <a:pt x="4640063" y="96098"/>
                  </a:lnTo>
                  <a:lnTo>
                    <a:pt x="4642152" y="96098"/>
                  </a:lnTo>
                  <a:lnTo>
                    <a:pt x="4644241" y="96016"/>
                  </a:lnTo>
                  <a:lnTo>
                    <a:pt x="4646330" y="95837"/>
                  </a:lnTo>
                  <a:lnTo>
                    <a:pt x="4648419" y="95658"/>
                  </a:lnTo>
                  <a:lnTo>
                    <a:pt x="4650508" y="95400"/>
                  </a:lnTo>
                  <a:lnTo>
                    <a:pt x="4652597" y="95221"/>
                  </a:lnTo>
                  <a:lnTo>
                    <a:pt x="4654686" y="95042"/>
                  </a:lnTo>
                  <a:lnTo>
                    <a:pt x="4656775" y="94785"/>
                  </a:lnTo>
                  <a:lnTo>
                    <a:pt x="4658864" y="94624"/>
                  </a:lnTo>
                  <a:lnTo>
                    <a:pt x="4660953" y="94542"/>
                  </a:lnTo>
                  <a:lnTo>
                    <a:pt x="4663042" y="94460"/>
                  </a:lnTo>
                  <a:lnTo>
                    <a:pt x="4665131" y="94378"/>
                  </a:lnTo>
                  <a:lnTo>
                    <a:pt x="4667220" y="94299"/>
                  </a:lnTo>
                  <a:lnTo>
                    <a:pt x="4669309" y="94299"/>
                  </a:lnTo>
                  <a:lnTo>
                    <a:pt x="4671398" y="94216"/>
                  </a:lnTo>
                  <a:lnTo>
                    <a:pt x="4673487" y="94134"/>
                  </a:lnTo>
                  <a:lnTo>
                    <a:pt x="4675576" y="94216"/>
                  </a:lnTo>
                  <a:lnTo>
                    <a:pt x="4677665" y="94377"/>
                  </a:lnTo>
                  <a:lnTo>
                    <a:pt x="4679754" y="94635"/>
                  </a:lnTo>
                  <a:lnTo>
                    <a:pt x="4681843" y="94893"/>
                  </a:lnTo>
                  <a:lnTo>
                    <a:pt x="4683932" y="95151"/>
                  </a:lnTo>
                  <a:lnTo>
                    <a:pt x="4686021" y="95432"/>
                  </a:lnTo>
                  <a:lnTo>
                    <a:pt x="4688110" y="95713"/>
                  </a:lnTo>
                  <a:lnTo>
                    <a:pt x="4690199" y="95994"/>
                  </a:lnTo>
                  <a:lnTo>
                    <a:pt x="4692288" y="96174"/>
                  </a:lnTo>
                  <a:lnTo>
                    <a:pt x="4694378" y="96270"/>
                  </a:lnTo>
                  <a:lnTo>
                    <a:pt x="4696467" y="96469"/>
                  </a:lnTo>
                  <a:lnTo>
                    <a:pt x="4698556" y="96668"/>
                  </a:lnTo>
                  <a:lnTo>
                    <a:pt x="4700645" y="96668"/>
                  </a:lnTo>
                  <a:lnTo>
                    <a:pt x="4702734" y="96919"/>
                  </a:lnTo>
                  <a:lnTo>
                    <a:pt x="4704823" y="97068"/>
                  </a:lnTo>
                  <a:lnTo>
                    <a:pt x="4706912" y="97068"/>
                  </a:lnTo>
                  <a:lnTo>
                    <a:pt x="4709001" y="97068"/>
                  </a:lnTo>
                  <a:lnTo>
                    <a:pt x="4711090" y="96965"/>
                  </a:lnTo>
                  <a:lnTo>
                    <a:pt x="4713179" y="96965"/>
                  </a:lnTo>
                  <a:lnTo>
                    <a:pt x="4715268" y="96965"/>
                  </a:lnTo>
                  <a:lnTo>
                    <a:pt x="4717357" y="96863"/>
                  </a:lnTo>
                  <a:lnTo>
                    <a:pt x="4719446" y="96965"/>
                  </a:lnTo>
                  <a:lnTo>
                    <a:pt x="4721535" y="97068"/>
                  </a:lnTo>
                  <a:lnTo>
                    <a:pt x="4723624" y="97319"/>
                  </a:lnTo>
                  <a:lnTo>
                    <a:pt x="4725713" y="97571"/>
                  </a:lnTo>
                  <a:lnTo>
                    <a:pt x="4727802" y="97822"/>
                  </a:lnTo>
                  <a:lnTo>
                    <a:pt x="4729891" y="98073"/>
                  </a:lnTo>
                  <a:lnTo>
                    <a:pt x="4731980" y="98272"/>
                  </a:lnTo>
                  <a:lnTo>
                    <a:pt x="4734069" y="98471"/>
                  </a:lnTo>
                  <a:lnTo>
                    <a:pt x="4736158" y="98752"/>
                  </a:lnTo>
                  <a:lnTo>
                    <a:pt x="4738247" y="99182"/>
                  </a:lnTo>
                  <a:lnTo>
                    <a:pt x="4740336" y="99815"/>
                  </a:lnTo>
                  <a:lnTo>
                    <a:pt x="4742425" y="100367"/>
                  </a:lnTo>
                  <a:lnTo>
                    <a:pt x="4744514" y="100715"/>
                  </a:lnTo>
                  <a:lnTo>
                    <a:pt x="4746603" y="101062"/>
                  </a:lnTo>
                  <a:lnTo>
                    <a:pt x="4748692" y="101493"/>
                  </a:lnTo>
                  <a:lnTo>
                    <a:pt x="4750781" y="101923"/>
                  </a:lnTo>
                  <a:lnTo>
                    <a:pt x="4752871" y="102556"/>
                  </a:lnTo>
                  <a:lnTo>
                    <a:pt x="4754960" y="103189"/>
                  </a:lnTo>
                  <a:lnTo>
                    <a:pt x="4757049" y="103901"/>
                  </a:lnTo>
                  <a:lnTo>
                    <a:pt x="4759138" y="104535"/>
                  </a:lnTo>
                  <a:lnTo>
                    <a:pt x="4761227" y="105168"/>
                  </a:lnTo>
                  <a:lnTo>
                    <a:pt x="4763316" y="105880"/>
                  </a:lnTo>
                  <a:lnTo>
                    <a:pt x="4765405" y="106592"/>
                  </a:lnTo>
                  <a:lnTo>
                    <a:pt x="4767494" y="107225"/>
                  </a:lnTo>
                  <a:lnTo>
                    <a:pt x="4769583" y="107655"/>
                  </a:lnTo>
                  <a:lnTo>
                    <a:pt x="4771672" y="108085"/>
                  </a:lnTo>
                  <a:lnTo>
                    <a:pt x="4773761" y="108594"/>
                  </a:lnTo>
                  <a:lnTo>
                    <a:pt x="4775850" y="109227"/>
                  </a:lnTo>
                  <a:lnTo>
                    <a:pt x="4777939" y="109860"/>
                  </a:lnTo>
                  <a:lnTo>
                    <a:pt x="4780028" y="110291"/>
                  </a:lnTo>
                  <a:lnTo>
                    <a:pt x="4782117" y="110841"/>
                  </a:lnTo>
                  <a:lnTo>
                    <a:pt x="4784206" y="111189"/>
                  </a:lnTo>
                  <a:lnTo>
                    <a:pt x="4786295" y="111292"/>
                  </a:lnTo>
                  <a:lnTo>
                    <a:pt x="4788384" y="111292"/>
                  </a:lnTo>
                  <a:lnTo>
                    <a:pt x="4790473" y="111195"/>
                  </a:lnTo>
                  <a:lnTo>
                    <a:pt x="4792562" y="110996"/>
                  </a:lnTo>
                  <a:lnTo>
                    <a:pt x="4794651" y="110797"/>
                  </a:lnTo>
                  <a:lnTo>
                    <a:pt x="4796740" y="110797"/>
                  </a:lnTo>
                  <a:lnTo>
                    <a:pt x="4798829" y="110899"/>
                  </a:lnTo>
                  <a:lnTo>
                    <a:pt x="4800918" y="111150"/>
                  </a:lnTo>
                  <a:lnTo>
                    <a:pt x="4803007" y="111299"/>
                  </a:lnTo>
                  <a:lnTo>
                    <a:pt x="4805096" y="111299"/>
                  </a:lnTo>
                  <a:lnTo>
                    <a:pt x="4807185" y="111197"/>
                  </a:lnTo>
                  <a:lnTo>
                    <a:pt x="4809275" y="110946"/>
                  </a:lnTo>
                  <a:lnTo>
                    <a:pt x="4811364" y="110695"/>
                  </a:lnTo>
                  <a:lnTo>
                    <a:pt x="4813453" y="110592"/>
                  </a:lnTo>
                  <a:lnTo>
                    <a:pt x="4815542" y="110490"/>
                  </a:lnTo>
                  <a:lnTo>
                    <a:pt x="4817631" y="110491"/>
                  </a:lnTo>
                  <a:lnTo>
                    <a:pt x="4819720" y="110388"/>
                  </a:lnTo>
                  <a:lnTo>
                    <a:pt x="4821809" y="110286"/>
                  </a:lnTo>
                  <a:lnTo>
                    <a:pt x="4823898" y="110286"/>
                  </a:lnTo>
                  <a:lnTo>
                    <a:pt x="4825987" y="110286"/>
                  </a:lnTo>
                  <a:lnTo>
                    <a:pt x="4828076" y="110005"/>
                  </a:lnTo>
                  <a:lnTo>
                    <a:pt x="4830165" y="109575"/>
                  </a:lnTo>
                  <a:lnTo>
                    <a:pt x="4832254" y="109066"/>
                  </a:lnTo>
                  <a:lnTo>
                    <a:pt x="4834343" y="108556"/>
                  </a:lnTo>
                  <a:lnTo>
                    <a:pt x="4836432" y="108048"/>
                  </a:lnTo>
                  <a:lnTo>
                    <a:pt x="4838521" y="107688"/>
                  </a:lnTo>
                  <a:lnTo>
                    <a:pt x="4840610" y="105133"/>
                  </a:lnTo>
                  <a:lnTo>
                    <a:pt x="4842699" y="102354"/>
                  </a:lnTo>
                  <a:lnTo>
                    <a:pt x="4844788" y="99363"/>
                  </a:lnTo>
                  <a:lnTo>
                    <a:pt x="4846877" y="96169"/>
                  </a:lnTo>
                  <a:lnTo>
                    <a:pt x="4848966" y="92975"/>
                  </a:lnTo>
                  <a:lnTo>
                    <a:pt x="4851055" y="90047"/>
                  </a:lnTo>
                  <a:lnTo>
                    <a:pt x="4853144" y="87197"/>
                  </a:lnTo>
                  <a:lnTo>
                    <a:pt x="4855233" y="84348"/>
                  </a:lnTo>
                  <a:lnTo>
                    <a:pt x="4857322" y="81419"/>
                  </a:lnTo>
                  <a:lnTo>
                    <a:pt x="4859411" y="78288"/>
                  </a:lnTo>
                  <a:lnTo>
                    <a:pt x="4861500" y="75155"/>
                  </a:lnTo>
                  <a:lnTo>
                    <a:pt x="4863589" y="71020"/>
                  </a:lnTo>
                  <a:lnTo>
                    <a:pt x="4865678" y="65871"/>
                  </a:lnTo>
                  <a:lnTo>
                    <a:pt x="4867768" y="60722"/>
                  </a:lnTo>
                  <a:lnTo>
                    <a:pt x="4869857" y="55656"/>
                  </a:lnTo>
                  <a:lnTo>
                    <a:pt x="4871946" y="52462"/>
                  </a:lnTo>
                  <a:lnTo>
                    <a:pt x="4874035" y="49588"/>
                  </a:lnTo>
                  <a:lnTo>
                    <a:pt x="4876124" y="46917"/>
                  </a:lnTo>
                  <a:lnTo>
                    <a:pt x="4878213" y="44247"/>
                  </a:lnTo>
                  <a:lnTo>
                    <a:pt x="4880302" y="41678"/>
                  </a:lnTo>
                  <a:lnTo>
                    <a:pt x="4882391" y="38805"/>
                  </a:lnTo>
                  <a:lnTo>
                    <a:pt x="4884480" y="35930"/>
                  </a:lnTo>
                  <a:lnTo>
                    <a:pt x="4886569" y="33260"/>
                  </a:lnTo>
                  <a:lnTo>
                    <a:pt x="4888658" y="30637"/>
                  </a:lnTo>
                  <a:lnTo>
                    <a:pt x="4890747" y="28217"/>
                  </a:lnTo>
                  <a:lnTo>
                    <a:pt x="4892836" y="25946"/>
                  </a:lnTo>
                  <a:lnTo>
                    <a:pt x="4894925" y="24941"/>
                  </a:lnTo>
                  <a:lnTo>
                    <a:pt x="4897014" y="25492"/>
                  </a:lnTo>
                  <a:lnTo>
                    <a:pt x="4899103" y="26044"/>
                  </a:lnTo>
                  <a:lnTo>
                    <a:pt x="4901192" y="26594"/>
                  </a:lnTo>
                  <a:lnTo>
                    <a:pt x="4903281" y="26946"/>
                  </a:lnTo>
                  <a:lnTo>
                    <a:pt x="4905370" y="27095"/>
                  </a:lnTo>
                  <a:lnTo>
                    <a:pt x="4907459" y="27095"/>
                  </a:lnTo>
                  <a:lnTo>
                    <a:pt x="4909548" y="27298"/>
                  </a:lnTo>
                  <a:lnTo>
                    <a:pt x="4911637" y="27447"/>
                  </a:lnTo>
                  <a:lnTo>
                    <a:pt x="4913726" y="27901"/>
                  </a:lnTo>
                  <a:lnTo>
                    <a:pt x="4915815" y="28356"/>
                  </a:lnTo>
                  <a:lnTo>
                    <a:pt x="4917904" y="29015"/>
                  </a:lnTo>
                  <a:lnTo>
                    <a:pt x="4919993" y="29469"/>
                  </a:lnTo>
                  <a:lnTo>
                    <a:pt x="4922082" y="29923"/>
                  </a:lnTo>
                  <a:lnTo>
                    <a:pt x="4924172" y="30377"/>
                  </a:lnTo>
                  <a:lnTo>
                    <a:pt x="4926261" y="30629"/>
                  </a:lnTo>
                  <a:lnTo>
                    <a:pt x="4928350" y="30879"/>
                  </a:lnTo>
                  <a:lnTo>
                    <a:pt x="4930439" y="31131"/>
                  </a:lnTo>
                  <a:lnTo>
                    <a:pt x="4932528" y="31131"/>
                  </a:lnTo>
                  <a:lnTo>
                    <a:pt x="4934617" y="31412"/>
                  </a:lnTo>
                  <a:lnTo>
                    <a:pt x="4936706" y="31693"/>
                  </a:lnTo>
                  <a:lnTo>
                    <a:pt x="4938795" y="32053"/>
                  </a:lnTo>
                  <a:lnTo>
                    <a:pt x="4940884" y="32311"/>
                  </a:lnTo>
                  <a:lnTo>
                    <a:pt x="4942973" y="32569"/>
                  </a:lnTo>
                  <a:lnTo>
                    <a:pt x="4945062" y="32648"/>
                  </a:lnTo>
                  <a:lnTo>
                    <a:pt x="4947151" y="34841"/>
                  </a:lnTo>
                  <a:lnTo>
                    <a:pt x="4949240" y="37199"/>
                  </a:lnTo>
                  <a:lnTo>
                    <a:pt x="4951329" y="39524"/>
                  </a:lnTo>
                  <a:lnTo>
                    <a:pt x="4953418" y="41850"/>
                  </a:lnTo>
                  <a:lnTo>
                    <a:pt x="4955507" y="44175"/>
                  </a:lnTo>
                  <a:lnTo>
                    <a:pt x="4957596" y="46438"/>
                  </a:lnTo>
                  <a:lnTo>
                    <a:pt x="4959685" y="48622"/>
                  </a:lnTo>
                  <a:lnTo>
                    <a:pt x="4961774" y="50806"/>
                  </a:lnTo>
                  <a:lnTo>
                    <a:pt x="4963863" y="53069"/>
                  </a:lnTo>
                  <a:lnTo>
                    <a:pt x="4965952" y="55427"/>
                  </a:lnTo>
                  <a:lnTo>
                    <a:pt x="4968041" y="57784"/>
                  </a:lnTo>
                  <a:lnTo>
                    <a:pt x="4970130" y="61208"/>
                  </a:lnTo>
                  <a:lnTo>
                    <a:pt x="4972219" y="65645"/>
                  </a:lnTo>
                  <a:lnTo>
                    <a:pt x="4974308" y="70081"/>
                  </a:lnTo>
                  <a:lnTo>
                    <a:pt x="4976397" y="74436"/>
                  </a:lnTo>
                  <a:lnTo>
                    <a:pt x="4978486" y="76917"/>
                  </a:lnTo>
                  <a:lnTo>
                    <a:pt x="4980575" y="79078"/>
                  </a:lnTo>
                  <a:lnTo>
                    <a:pt x="4982665" y="81240"/>
                  </a:lnTo>
                  <a:lnTo>
                    <a:pt x="4984754" y="83481"/>
                  </a:lnTo>
                  <a:lnTo>
                    <a:pt x="4986843" y="85798"/>
                  </a:lnTo>
                  <a:lnTo>
                    <a:pt x="4988932" y="88218"/>
                  </a:lnTo>
                  <a:lnTo>
                    <a:pt x="4991021" y="90638"/>
                  </a:lnTo>
                  <a:lnTo>
                    <a:pt x="4993110" y="93058"/>
                  </a:lnTo>
                  <a:lnTo>
                    <a:pt x="4995199" y="95226"/>
                  </a:lnTo>
                  <a:lnTo>
                    <a:pt x="4997288" y="97297"/>
                  </a:lnTo>
                  <a:lnTo>
                    <a:pt x="4999377" y="99466"/>
                  </a:lnTo>
                  <a:lnTo>
                    <a:pt x="5001466" y="100374"/>
                  </a:lnTo>
                  <a:lnTo>
                    <a:pt x="5003555" y="99823"/>
                  </a:lnTo>
                  <a:lnTo>
                    <a:pt x="5005644" y="99272"/>
                  </a:lnTo>
                  <a:lnTo>
                    <a:pt x="5007733" y="98721"/>
                  </a:lnTo>
                  <a:lnTo>
                    <a:pt x="5009822" y="98170"/>
                  </a:lnTo>
                  <a:lnTo>
                    <a:pt x="5011911" y="97823"/>
                  </a:lnTo>
                  <a:lnTo>
                    <a:pt x="5014000" y="97475"/>
                  </a:lnTo>
                  <a:lnTo>
                    <a:pt x="5016089" y="96842"/>
                  </a:lnTo>
                  <a:lnTo>
                    <a:pt x="5018178" y="96270"/>
                  </a:lnTo>
                  <a:lnTo>
                    <a:pt x="5020267" y="95496"/>
                  </a:lnTo>
                  <a:lnTo>
                    <a:pt x="5022356" y="94784"/>
                  </a:lnTo>
                  <a:lnTo>
                    <a:pt x="5024445" y="93867"/>
                  </a:lnTo>
                  <a:lnTo>
                    <a:pt x="5026534" y="93155"/>
                  </a:lnTo>
                  <a:lnTo>
                    <a:pt x="5028623" y="92443"/>
                  </a:lnTo>
                  <a:lnTo>
                    <a:pt x="5030712" y="91669"/>
                  </a:lnTo>
                  <a:lnTo>
                    <a:pt x="5032801" y="91098"/>
                  </a:lnTo>
                  <a:lnTo>
                    <a:pt x="5034890" y="90526"/>
                  </a:lnTo>
                  <a:lnTo>
                    <a:pt x="5036979" y="89955"/>
                  </a:lnTo>
                  <a:lnTo>
                    <a:pt x="5039069" y="89532"/>
                  </a:lnTo>
                  <a:lnTo>
                    <a:pt x="5041158" y="89110"/>
                  </a:lnTo>
                  <a:lnTo>
                    <a:pt x="5043247" y="88687"/>
                  </a:lnTo>
                  <a:lnTo>
                    <a:pt x="5045336" y="88265"/>
                  </a:lnTo>
                  <a:lnTo>
                    <a:pt x="5047425" y="87945"/>
                  </a:lnTo>
                  <a:lnTo>
                    <a:pt x="5049514" y="87625"/>
                  </a:lnTo>
                  <a:lnTo>
                    <a:pt x="5051603" y="87484"/>
                  </a:lnTo>
                  <a:lnTo>
                    <a:pt x="5053692" y="87421"/>
                  </a:lnTo>
                  <a:lnTo>
                    <a:pt x="5055781" y="87421"/>
                  </a:lnTo>
                  <a:lnTo>
                    <a:pt x="5057870" y="87739"/>
                  </a:lnTo>
                  <a:lnTo>
                    <a:pt x="5059959" y="88057"/>
                  </a:lnTo>
                  <a:lnTo>
                    <a:pt x="5062048" y="88374"/>
                  </a:lnTo>
                  <a:lnTo>
                    <a:pt x="5064137" y="88692"/>
                  </a:lnTo>
                  <a:lnTo>
                    <a:pt x="5066226" y="89009"/>
                  </a:lnTo>
                  <a:lnTo>
                    <a:pt x="5068315" y="89327"/>
                  </a:lnTo>
                  <a:lnTo>
                    <a:pt x="5070404" y="89644"/>
                  </a:lnTo>
                  <a:lnTo>
                    <a:pt x="5072493" y="89867"/>
                  </a:lnTo>
                  <a:lnTo>
                    <a:pt x="5074582" y="90188"/>
                  </a:lnTo>
                  <a:lnTo>
                    <a:pt x="5076671" y="90547"/>
                  </a:lnTo>
                  <a:lnTo>
                    <a:pt x="5078760" y="91057"/>
                  </a:lnTo>
                  <a:lnTo>
                    <a:pt x="5080849" y="91565"/>
                  </a:lnTo>
                  <a:lnTo>
                    <a:pt x="5082938" y="92075"/>
                  </a:lnTo>
                  <a:lnTo>
                    <a:pt x="5085027" y="92435"/>
                  </a:lnTo>
                  <a:lnTo>
                    <a:pt x="5087116" y="92795"/>
                  </a:lnTo>
                  <a:lnTo>
                    <a:pt x="5089205" y="92956"/>
                  </a:lnTo>
                  <a:lnTo>
                    <a:pt x="5091294" y="93038"/>
                  </a:lnTo>
                  <a:lnTo>
                    <a:pt x="5093383" y="93140"/>
                  </a:lnTo>
                  <a:lnTo>
                    <a:pt x="5095472" y="93392"/>
                  </a:lnTo>
                  <a:lnTo>
                    <a:pt x="5097562" y="93643"/>
                  </a:lnTo>
                  <a:lnTo>
                    <a:pt x="5099651" y="94097"/>
                  </a:lnTo>
                  <a:lnTo>
                    <a:pt x="5101740" y="94552"/>
                  </a:lnTo>
                  <a:lnTo>
                    <a:pt x="5103829" y="95307"/>
                  </a:lnTo>
                  <a:lnTo>
                    <a:pt x="5105918" y="95966"/>
                  </a:lnTo>
                  <a:lnTo>
                    <a:pt x="5108007" y="96517"/>
                  </a:lnTo>
                  <a:lnTo>
                    <a:pt x="5110096" y="97068"/>
                  </a:lnTo>
                  <a:lnTo>
                    <a:pt x="5112185" y="97823"/>
                  </a:lnTo>
                  <a:lnTo>
                    <a:pt x="5114274" y="98579"/>
                  </a:lnTo>
                  <a:lnTo>
                    <a:pt x="5116363" y="99334"/>
                  </a:lnTo>
                  <a:lnTo>
                    <a:pt x="5118452" y="100089"/>
                  </a:lnTo>
                  <a:lnTo>
                    <a:pt x="5120541" y="100845"/>
                  </a:lnTo>
                  <a:lnTo>
                    <a:pt x="5122630" y="101682"/>
                  </a:lnTo>
                  <a:lnTo>
                    <a:pt x="5124719" y="102457"/>
                  </a:lnTo>
                  <a:lnTo>
                    <a:pt x="5126808" y="103027"/>
                  </a:lnTo>
                  <a:lnTo>
                    <a:pt x="5128897" y="103537"/>
                  </a:lnTo>
                  <a:lnTo>
                    <a:pt x="5130986" y="103897"/>
                  </a:lnTo>
                  <a:lnTo>
                    <a:pt x="5133075" y="104257"/>
                  </a:lnTo>
                  <a:lnTo>
                    <a:pt x="5135164" y="104418"/>
                  </a:lnTo>
                  <a:lnTo>
                    <a:pt x="5137253" y="104641"/>
                  </a:lnTo>
                  <a:lnTo>
                    <a:pt x="5139342" y="104865"/>
                  </a:lnTo>
                  <a:lnTo>
                    <a:pt x="5141431" y="105185"/>
                  </a:lnTo>
                  <a:lnTo>
                    <a:pt x="5143520" y="105326"/>
                  </a:lnTo>
                  <a:lnTo>
                    <a:pt x="5145609" y="105467"/>
                  </a:lnTo>
                  <a:lnTo>
                    <a:pt x="5147698" y="105608"/>
                  </a:lnTo>
                  <a:lnTo>
                    <a:pt x="5149787" y="105831"/>
                  </a:lnTo>
                  <a:lnTo>
                    <a:pt x="5151876" y="105972"/>
                  </a:lnTo>
                  <a:lnTo>
                    <a:pt x="5153966" y="106113"/>
                  </a:lnTo>
                  <a:lnTo>
                    <a:pt x="5156055" y="106255"/>
                  </a:lnTo>
                  <a:lnTo>
                    <a:pt x="5158144" y="106396"/>
                  </a:lnTo>
                  <a:lnTo>
                    <a:pt x="5160233" y="106537"/>
                  </a:lnTo>
                  <a:lnTo>
                    <a:pt x="5162322" y="106678"/>
                  </a:lnTo>
                  <a:lnTo>
                    <a:pt x="5164411" y="106596"/>
                  </a:lnTo>
                  <a:lnTo>
                    <a:pt x="5166500" y="106435"/>
                  </a:lnTo>
                  <a:lnTo>
                    <a:pt x="5168589" y="106274"/>
                  </a:lnTo>
                  <a:lnTo>
                    <a:pt x="5170678" y="106113"/>
                  </a:lnTo>
                  <a:lnTo>
                    <a:pt x="5172767" y="105890"/>
                  </a:lnTo>
                  <a:lnTo>
                    <a:pt x="5174856" y="105729"/>
                  </a:lnTo>
                  <a:lnTo>
                    <a:pt x="5176945" y="105568"/>
                  </a:lnTo>
                  <a:lnTo>
                    <a:pt x="5179034" y="105407"/>
                  </a:lnTo>
                  <a:lnTo>
                    <a:pt x="5181123" y="105087"/>
                  </a:lnTo>
                  <a:lnTo>
                    <a:pt x="5183212" y="104664"/>
                  </a:lnTo>
                  <a:lnTo>
                    <a:pt x="5185301" y="104093"/>
                  </a:lnTo>
                  <a:lnTo>
                    <a:pt x="5187390" y="103522"/>
                  </a:lnTo>
                  <a:lnTo>
                    <a:pt x="5189479" y="102951"/>
                  </a:lnTo>
                  <a:lnTo>
                    <a:pt x="5191568" y="102528"/>
                  </a:lnTo>
                  <a:lnTo>
                    <a:pt x="5193657" y="102106"/>
                  </a:lnTo>
                  <a:lnTo>
                    <a:pt x="5195746" y="101883"/>
                  </a:lnTo>
                  <a:lnTo>
                    <a:pt x="5197835" y="101659"/>
                  </a:lnTo>
                  <a:lnTo>
                    <a:pt x="5199924" y="101237"/>
                  </a:lnTo>
                  <a:lnTo>
                    <a:pt x="5202013" y="100666"/>
                  </a:lnTo>
                  <a:lnTo>
                    <a:pt x="5204102" y="100095"/>
                  </a:lnTo>
                  <a:lnTo>
                    <a:pt x="5206191" y="99320"/>
                  </a:lnTo>
                  <a:lnTo>
                    <a:pt x="5208280" y="98546"/>
                  </a:lnTo>
                  <a:lnTo>
                    <a:pt x="5210369" y="97567"/>
                  </a:lnTo>
                  <a:lnTo>
                    <a:pt x="5212459" y="96589"/>
                  </a:lnTo>
                  <a:lnTo>
                    <a:pt x="5214548" y="95814"/>
                  </a:lnTo>
                  <a:lnTo>
                    <a:pt x="5216637" y="95040"/>
                  </a:lnTo>
                  <a:lnTo>
                    <a:pt x="5218726" y="94061"/>
                  </a:lnTo>
                  <a:lnTo>
                    <a:pt x="5220815" y="93082"/>
                  </a:lnTo>
                  <a:lnTo>
                    <a:pt x="5222904" y="92166"/>
                  </a:lnTo>
                  <a:lnTo>
                    <a:pt x="5224993" y="91328"/>
                  </a:lnTo>
                  <a:lnTo>
                    <a:pt x="5227082" y="90491"/>
                  </a:lnTo>
                  <a:lnTo>
                    <a:pt x="5229171" y="89653"/>
                  </a:lnTo>
                  <a:lnTo>
                    <a:pt x="5231260" y="89102"/>
                  </a:lnTo>
                  <a:lnTo>
                    <a:pt x="5233349" y="88754"/>
                  </a:lnTo>
                  <a:lnTo>
                    <a:pt x="5235438" y="88406"/>
                  </a:lnTo>
                  <a:lnTo>
                    <a:pt x="5237527" y="88125"/>
                  </a:lnTo>
                  <a:lnTo>
                    <a:pt x="5239616" y="87844"/>
                  </a:lnTo>
                  <a:lnTo>
                    <a:pt x="5241705" y="87761"/>
                  </a:lnTo>
                  <a:lnTo>
                    <a:pt x="5243794" y="87679"/>
                  </a:lnTo>
                  <a:lnTo>
                    <a:pt x="5245883" y="87597"/>
                  </a:lnTo>
                  <a:lnTo>
                    <a:pt x="5247972" y="87418"/>
                  </a:lnTo>
                  <a:lnTo>
                    <a:pt x="5250061" y="87418"/>
                  </a:lnTo>
                  <a:lnTo>
                    <a:pt x="5252150" y="87418"/>
                  </a:lnTo>
                  <a:lnTo>
                    <a:pt x="5254239" y="87339"/>
                  </a:lnTo>
                  <a:lnTo>
                    <a:pt x="5256328" y="87178"/>
                  </a:lnTo>
                  <a:lnTo>
                    <a:pt x="5258417" y="87099"/>
                  </a:lnTo>
                  <a:lnTo>
                    <a:pt x="5260506" y="87021"/>
                  </a:lnTo>
                  <a:lnTo>
                    <a:pt x="5262595" y="86880"/>
                  </a:lnTo>
                  <a:lnTo>
                    <a:pt x="5264684" y="86739"/>
                  </a:lnTo>
                  <a:lnTo>
                    <a:pt x="5266773" y="86597"/>
                  </a:lnTo>
                  <a:lnTo>
                    <a:pt x="5268863" y="86456"/>
                  </a:lnTo>
                  <a:lnTo>
                    <a:pt x="5270952" y="86315"/>
                  </a:lnTo>
                  <a:lnTo>
                    <a:pt x="5273041" y="86315"/>
                  </a:lnTo>
                  <a:lnTo>
                    <a:pt x="5275130" y="86315"/>
                  </a:lnTo>
                  <a:lnTo>
                    <a:pt x="5277219" y="86394"/>
                  </a:lnTo>
                  <a:lnTo>
                    <a:pt x="5279308" y="86535"/>
                  </a:lnTo>
                  <a:lnTo>
                    <a:pt x="5281397" y="86614"/>
                  </a:lnTo>
                  <a:lnTo>
                    <a:pt x="5283486" y="86693"/>
                  </a:lnTo>
                  <a:lnTo>
                    <a:pt x="5285575" y="86772"/>
                  </a:lnTo>
                  <a:lnTo>
                    <a:pt x="5287664" y="86913"/>
                  </a:lnTo>
                  <a:lnTo>
                    <a:pt x="5289753" y="87054"/>
                  </a:lnTo>
                  <a:lnTo>
                    <a:pt x="5291842" y="87278"/>
                  </a:lnTo>
                  <a:lnTo>
                    <a:pt x="5293931" y="87501"/>
                  </a:lnTo>
                  <a:lnTo>
                    <a:pt x="5296020" y="87821"/>
                  </a:lnTo>
                  <a:lnTo>
                    <a:pt x="5298109" y="88141"/>
                  </a:lnTo>
                  <a:lnTo>
                    <a:pt x="5300198" y="88461"/>
                  </a:lnTo>
                  <a:lnTo>
                    <a:pt x="5302287" y="88781"/>
                  </a:lnTo>
                  <a:lnTo>
                    <a:pt x="5304376" y="89204"/>
                  </a:lnTo>
                  <a:lnTo>
                    <a:pt x="5306465" y="89775"/>
                  </a:lnTo>
                  <a:lnTo>
                    <a:pt x="5308554" y="90346"/>
                  </a:lnTo>
                  <a:lnTo>
                    <a:pt x="5310643" y="90917"/>
                  </a:lnTo>
                  <a:lnTo>
                    <a:pt x="5312732" y="91691"/>
                  </a:lnTo>
                  <a:lnTo>
                    <a:pt x="5314821" y="92465"/>
                  </a:lnTo>
                  <a:lnTo>
                    <a:pt x="5316910" y="93240"/>
                  </a:lnTo>
                  <a:lnTo>
                    <a:pt x="5318999" y="94014"/>
                  </a:lnTo>
                  <a:lnTo>
                    <a:pt x="5321088" y="94788"/>
                  </a:lnTo>
                  <a:lnTo>
                    <a:pt x="5323177" y="95563"/>
                  </a:lnTo>
                  <a:lnTo>
                    <a:pt x="5325266" y="96336"/>
                  </a:lnTo>
                  <a:lnTo>
                    <a:pt x="5327356" y="96908"/>
                  </a:lnTo>
                  <a:lnTo>
                    <a:pt x="5329445" y="97620"/>
                  </a:lnTo>
                  <a:lnTo>
                    <a:pt x="5331534" y="98253"/>
                  </a:lnTo>
                  <a:lnTo>
                    <a:pt x="5333623" y="98886"/>
                  </a:lnTo>
                  <a:lnTo>
                    <a:pt x="5335712" y="99316"/>
                  </a:lnTo>
                  <a:lnTo>
                    <a:pt x="5337801" y="99664"/>
                  </a:lnTo>
                  <a:lnTo>
                    <a:pt x="5339890" y="99864"/>
                  </a:lnTo>
                  <a:lnTo>
                    <a:pt x="5341979" y="100063"/>
                  </a:lnTo>
                  <a:lnTo>
                    <a:pt x="5344068" y="100145"/>
                  </a:lnTo>
                  <a:lnTo>
                    <a:pt x="5346157" y="100145"/>
                  </a:lnTo>
                  <a:lnTo>
                    <a:pt x="5348246" y="100145"/>
                  </a:lnTo>
                  <a:lnTo>
                    <a:pt x="5350335" y="100066"/>
                  </a:lnTo>
                  <a:lnTo>
                    <a:pt x="5352424" y="99987"/>
                  </a:lnTo>
                  <a:lnTo>
                    <a:pt x="5354513" y="99908"/>
                  </a:lnTo>
                  <a:lnTo>
                    <a:pt x="5356602" y="99829"/>
                  </a:lnTo>
                  <a:lnTo>
                    <a:pt x="5358691" y="99750"/>
                  </a:lnTo>
                  <a:lnTo>
                    <a:pt x="5360780" y="99688"/>
                  </a:lnTo>
                  <a:lnTo>
                    <a:pt x="5362869" y="99626"/>
                  </a:lnTo>
                  <a:lnTo>
                    <a:pt x="5364958" y="99469"/>
                  </a:lnTo>
                  <a:lnTo>
                    <a:pt x="5367047" y="99313"/>
                  </a:lnTo>
                  <a:lnTo>
                    <a:pt x="5369136" y="99313"/>
                  </a:lnTo>
                  <a:lnTo>
                    <a:pt x="5371225" y="99313"/>
                  </a:lnTo>
                  <a:lnTo>
                    <a:pt x="5373314" y="99313"/>
                  </a:lnTo>
                  <a:lnTo>
                    <a:pt x="5375403" y="99313"/>
                  </a:lnTo>
                  <a:lnTo>
                    <a:pt x="5377492" y="99313"/>
                  </a:lnTo>
                  <a:lnTo>
                    <a:pt x="5379581" y="99251"/>
                  </a:lnTo>
                  <a:lnTo>
                    <a:pt x="5381670" y="99189"/>
                  </a:lnTo>
                  <a:lnTo>
                    <a:pt x="5383759" y="99048"/>
                  </a:lnTo>
                  <a:lnTo>
                    <a:pt x="5385849" y="98906"/>
                  </a:lnTo>
                  <a:lnTo>
                    <a:pt x="5387938" y="98765"/>
                  </a:lnTo>
                  <a:lnTo>
                    <a:pt x="5390027" y="98687"/>
                  </a:lnTo>
                  <a:lnTo>
                    <a:pt x="5392116" y="98608"/>
                  </a:lnTo>
                  <a:lnTo>
                    <a:pt x="5394205" y="98529"/>
                  </a:lnTo>
                  <a:lnTo>
                    <a:pt x="5396294" y="98450"/>
                  </a:lnTo>
                  <a:lnTo>
                    <a:pt x="5398383" y="98289"/>
                  </a:lnTo>
                  <a:lnTo>
                    <a:pt x="5400472" y="98066"/>
                  </a:lnTo>
                  <a:lnTo>
                    <a:pt x="5402561" y="97745"/>
                  </a:lnTo>
                  <a:lnTo>
                    <a:pt x="5404650" y="97487"/>
                  </a:lnTo>
                  <a:lnTo>
                    <a:pt x="5406739" y="97230"/>
                  </a:lnTo>
                  <a:lnTo>
                    <a:pt x="5408828" y="96972"/>
                  </a:lnTo>
                  <a:lnTo>
                    <a:pt x="5410917" y="96612"/>
                  </a:lnTo>
                  <a:lnTo>
                    <a:pt x="5413006" y="96264"/>
                  </a:lnTo>
                  <a:lnTo>
                    <a:pt x="5415095" y="95916"/>
                  </a:lnTo>
                  <a:lnTo>
                    <a:pt x="5417184" y="95568"/>
                  </a:lnTo>
                  <a:lnTo>
                    <a:pt x="5419273" y="95017"/>
                  </a:lnTo>
                  <a:lnTo>
                    <a:pt x="5421362" y="94384"/>
                  </a:lnTo>
                  <a:lnTo>
                    <a:pt x="5423451" y="93751"/>
                  </a:lnTo>
                  <a:lnTo>
                    <a:pt x="5425540" y="93117"/>
                  </a:lnTo>
                  <a:lnTo>
                    <a:pt x="5427629" y="92484"/>
                  </a:lnTo>
                  <a:lnTo>
                    <a:pt x="5429718" y="91851"/>
                  </a:lnTo>
                  <a:lnTo>
                    <a:pt x="5431807" y="91300"/>
                  </a:lnTo>
                  <a:lnTo>
                    <a:pt x="5433896" y="90952"/>
                  </a:lnTo>
                  <a:lnTo>
                    <a:pt x="5435985" y="90319"/>
                  </a:lnTo>
                  <a:lnTo>
                    <a:pt x="5438074" y="89865"/>
                  </a:lnTo>
                  <a:lnTo>
                    <a:pt x="5440163" y="89411"/>
                  </a:lnTo>
                  <a:lnTo>
                    <a:pt x="5442253" y="89159"/>
                  </a:lnTo>
                  <a:lnTo>
                    <a:pt x="5444342" y="88729"/>
                  </a:lnTo>
                  <a:lnTo>
                    <a:pt x="5446431" y="88448"/>
                  </a:lnTo>
                  <a:lnTo>
                    <a:pt x="5448520" y="88249"/>
                  </a:lnTo>
                  <a:lnTo>
                    <a:pt x="5450609" y="88249"/>
                  </a:lnTo>
                  <a:lnTo>
                    <a:pt x="5452698" y="88530"/>
                  </a:lnTo>
                  <a:lnTo>
                    <a:pt x="5454787" y="88960"/>
                  </a:lnTo>
                  <a:lnTo>
                    <a:pt x="5456876" y="89469"/>
                  </a:lnTo>
                  <a:lnTo>
                    <a:pt x="5458965" y="89978"/>
                  </a:lnTo>
                  <a:lnTo>
                    <a:pt x="5461054" y="90487"/>
                  </a:lnTo>
                  <a:lnTo>
                    <a:pt x="5463143" y="90996"/>
                  </a:lnTo>
                  <a:lnTo>
                    <a:pt x="5465232" y="91505"/>
                  </a:lnTo>
                  <a:lnTo>
                    <a:pt x="5467321" y="92076"/>
                  </a:lnTo>
                  <a:lnTo>
                    <a:pt x="5469410" y="92498"/>
                  </a:lnTo>
                  <a:lnTo>
                    <a:pt x="5471499" y="93015"/>
                  </a:lnTo>
                  <a:lnTo>
                    <a:pt x="5473588" y="93532"/>
                  </a:lnTo>
                  <a:lnTo>
                    <a:pt x="5475677" y="93954"/>
                  </a:lnTo>
                  <a:lnTo>
                    <a:pt x="5477766" y="94376"/>
                  </a:lnTo>
                  <a:lnTo>
                    <a:pt x="5479855" y="92503"/>
                  </a:lnTo>
                  <a:lnTo>
                    <a:pt x="5481944" y="90403"/>
                  </a:lnTo>
                  <a:lnTo>
                    <a:pt x="5484033" y="88125"/>
                  </a:lnTo>
                  <a:lnTo>
                    <a:pt x="5486122" y="85846"/>
                  </a:lnTo>
                  <a:lnTo>
                    <a:pt x="5488211" y="83568"/>
                  </a:lnTo>
                  <a:lnTo>
                    <a:pt x="5490300" y="81289"/>
                  </a:lnTo>
                  <a:lnTo>
                    <a:pt x="5492389" y="79011"/>
                  </a:lnTo>
                  <a:lnTo>
                    <a:pt x="5494478" y="76733"/>
                  </a:lnTo>
                  <a:lnTo>
                    <a:pt x="5496567" y="74474"/>
                  </a:lnTo>
                  <a:lnTo>
                    <a:pt x="5498656" y="70637"/>
                  </a:lnTo>
                  <a:lnTo>
                    <a:pt x="5500746" y="66201"/>
                  </a:lnTo>
                  <a:lnTo>
                    <a:pt x="5502835" y="61764"/>
                  </a:lnTo>
                  <a:lnTo>
                    <a:pt x="5504924" y="57327"/>
                  </a:lnTo>
                  <a:lnTo>
                    <a:pt x="5507013" y="52953"/>
                  </a:lnTo>
                  <a:lnTo>
                    <a:pt x="5509102" y="48661"/>
                  </a:lnTo>
                  <a:lnTo>
                    <a:pt x="5511191" y="46180"/>
                  </a:lnTo>
                  <a:lnTo>
                    <a:pt x="5513280" y="44018"/>
                  </a:lnTo>
                  <a:lnTo>
                    <a:pt x="5515369" y="41958"/>
                  </a:lnTo>
                  <a:lnTo>
                    <a:pt x="5517458" y="39797"/>
                  </a:lnTo>
                  <a:lnTo>
                    <a:pt x="5519547" y="37576"/>
                  </a:lnTo>
                  <a:lnTo>
                    <a:pt x="5521636" y="35504"/>
                  </a:lnTo>
                  <a:lnTo>
                    <a:pt x="5523725" y="33636"/>
                  </a:lnTo>
                  <a:lnTo>
                    <a:pt x="5525814" y="31972"/>
                  </a:lnTo>
                  <a:lnTo>
                    <a:pt x="5527903" y="30837"/>
                  </a:lnTo>
                  <a:lnTo>
                    <a:pt x="5529992" y="31356"/>
                  </a:lnTo>
                  <a:lnTo>
                    <a:pt x="5532081" y="33254"/>
                  </a:lnTo>
                  <a:lnTo>
                    <a:pt x="5534170" y="35499"/>
                  </a:lnTo>
                  <a:lnTo>
                    <a:pt x="5536259" y="38201"/>
                  </a:lnTo>
                  <a:lnTo>
                    <a:pt x="5538348" y="41315"/>
                  </a:lnTo>
                  <a:lnTo>
                    <a:pt x="5540437" y="44988"/>
                  </a:lnTo>
                  <a:lnTo>
                    <a:pt x="5542526" y="48743"/>
                  </a:lnTo>
                  <a:lnTo>
                    <a:pt x="5544615" y="52934"/>
                  </a:lnTo>
                  <a:lnTo>
                    <a:pt x="5546704" y="57123"/>
                  </a:lnTo>
                  <a:lnTo>
                    <a:pt x="5548793" y="62085"/>
                  </a:lnTo>
                  <a:lnTo>
                    <a:pt x="5550882" y="68087"/>
                  </a:lnTo>
                  <a:lnTo>
                    <a:pt x="5552971" y="74090"/>
                  </a:lnTo>
                  <a:lnTo>
                    <a:pt x="5555060" y="80010"/>
                  </a:lnTo>
                  <a:lnTo>
                    <a:pt x="5557150" y="86563"/>
                  </a:lnTo>
                  <a:lnTo>
                    <a:pt x="5559239" y="93891"/>
                  </a:lnTo>
                  <a:lnTo>
                    <a:pt x="5561328" y="101070"/>
                  </a:lnTo>
                  <a:lnTo>
                    <a:pt x="5563417" y="108249"/>
                  </a:lnTo>
                  <a:lnTo>
                    <a:pt x="5565506" y="115428"/>
                  </a:lnTo>
                  <a:lnTo>
                    <a:pt x="5567595" y="122608"/>
                  </a:lnTo>
                  <a:lnTo>
                    <a:pt x="5569684" y="129787"/>
                  </a:lnTo>
                  <a:lnTo>
                    <a:pt x="5571773" y="136966"/>
                  </a:lnTo>
                  <a:lnTo>
                    <a:pt x="5573862" y="144145"/>
                  </a:lnTo>
                  <a:lnTo>
                    <a:pt x="5575951" y="151473"/>
                  </a:lnTo>
                  <a:lnTo>
                    <a:pt x="5578040" y="158801"/>
                  </a:lnTo>
                  <a:lnTo>
                    <a:pt x="5580129" y="166129"/>
                  </a:lnTo>
                  <a:lnTo>
                    <a:pt x="5582218" y="172482"/>
                  </a:lnTo>
                  <a:lnTo>
                    <a:pt x="5584307" y="178835"/>
                  </a:lnTo>
                  <a:lnTo>
                    <a:pt x="5586396" y="187484"/>
                  </a:lnTo>
                  <a:lnTo>
                    <a:pt x="5588485" y="195727"/>
                  </a:lnTo>
                  <a:lnTo>
                    <a:pt x="5588543" y="195938"/>
                  </a:lnTo>
                  <a:lnTo>
                    <a:pt x="5674425" y="195938"/>
                  </a:lnTo>
                  <a:lnTo>
                    <a:pt x="5676225" y="189624"/>
                  </a:lnTo>
                  <a:lnTo>
                    <a:pt x="5678314" y="182648"/>
                  </a:lnTo>
                  <a:lnTo>
                    <a:pt x="5680403" y="175876"/>
                  </a:lnTo>
                  <a:lnTo>
                    <a:pt x="5682492" y="169105"/>
                  </a:lnTo>
                  <a:lnTo>
                    <a:pt x="5684581" y="162333"/>
                  </a:lnTo>
                  <a:lnTo>
                    <a:pt x="5686670" y="155743"/>
                  </a:lnTo>
                  <a:lnTo>
                    <a:pt x="5688759" y="150127"/>
                  </a:lnTo>
                  <a:lnTo>
                    <a:pt x="5690848" y="144331"/>
                  </a:lnTo>
                  <a:lnTo>
                    <a:pt x="5692937" y="138716"/>
                  </a:lnTo>
                  <a:lnTo>
                    <a:pt x="5695026" y="133732"/>
                  </a:lnTo>
                  <a:lnTo>
                    <a:pt x="5697115" y="129876"/>
                  </a:lnTo>
                  <a:lnTo>
                    <a:pt x="5699204" y="127405"/>
                  </a:lnTo>
                  <a:lnTo>
                    <a:pt x="5701293" y="124935"/>
                  </a:lnTo>
                  <a:lnTo>
                    <a:pt x="5703382" y="123023"/>
                  </a:lnTo>
                  <a:lnTo>
                    <a:pt x="5705471" y="121606"/>
                  </a:lnTo>
                  <a:lnTo>
                    <a:pt x="5707560" y="120189"/>
                  </a:lnTo>
                  <a:lnTo>
                    <a:pt x="5709649" y="118962"/>
                  </a:lnTo>
                  <a:lnTo>
                    <a:pt x="5711738" y="118389"/>
                  </a:lnTo>
                  <a:lnTo>
                    <a:pt x="5713827" y="117941"/>
                  </a:lnTo>
                  <a:lnTo>
                    <a:pt x="5715916" y="117941"/>
                  </a:lnTo>
                  <a:lnTo>
                    <a:pt x="5718005" y="118123"/>
                  </a:lnTo>
                  <a:lnTo>
                    <a:pt x="5720094" y="118509"/>
                  </a:lnTo>
                  <a:lnTo>
                    <a:pt x="5722183" y="119098"/>
                  </a:lnTo>
                  <a:lnTo>
                    <a:pt x="5724272" y="119505"/>
                  </a:lnTo>
                  <a:lnTo>
                    <a:pt x="5726361" y="119913"/>
                  </a:lnTo>
                  <a:lnTo>
                    <a:pt x="5728450" y="120116"/>
                  </a:lnTo>
                  <a:lnTo>
                    <a:pt x="5730540" y="120672"/>
                  </a:lnTo>
                  <a:lnTo>
                    <a:pt x="5732629" y="120875"/>
                  </a:lnTo>
                  <a:lnTo>
                    <a:pt x="5734718" y="121283"/>
                  </a:lnTo>
                  <a:lnTo>
                    <a:pt x="5736807" y="121872"/>
                  </a:lnTo>
                  <a:lnTo>
                    <a:pt x="5738896" y="123156"/>
                  </a:lnTo>
                  <a:lnTo>
                    <a:pt x="5740985" y="124359"/>
                  </a:lnTo>
                  <a:lnTo>
                    <a:pt x="5743074" y="125561"/>
                  </a:lnTo>
                  <a:lnTo>
                    <a:pt x="5745163" y="126666"/>
                  </a:lnTo>
                  <a:lnTo>
                    <a:pt x="5747252" y="127869"/>
                  </a:lnTo>
                  <a:lnTo>
                    <a:pt x="5749341" y="129380"/>
                  </a:lnTo>
                  <a:lnTo>
                    <a:pt x="5751430" y="130891"/>
                  </a:lnTo>
                  <a:lnTo>
                    <a:pt x="5753519" y="133054"/>
                  </a:lnTo>
                  <a:lnTo>
                    <a:pt x="5755608" y="135673"/>
                  </a:lnTo>
                  <a:lnTo>
                    <a:pt x="5757697" y="138690"/>
                  </a:lnTo>
                  <a:lnTo>
                    <a:pt x="5759786" y="142267"/>
                  </a:lnTo>
                  <a:lnTo>
                    <a:pt x="5761875" y="145940"/>
                  </a:lnTo>
                  <a:lnTo>
                    <a:pt x="5763964" y="149695"/>
                  </a:lnTo>
                  <a:lnTo>
                    <a:pt x="5766053" y="153272"/>
                  </a:lnTo>
                  <a:lnTo>
                    <a:pt x="5768142" y="156848"/>
                  </a:lnTo>
                  <a:lnTo>
                    <a:pt x="5770231" y="160425"/>
                  </a:lnTo>
                  <a:lnTo>
                    <a:pt x="5772320" y="164001"/>
                  </a:lnTo>
                  <a:lnTo>
                    <a:pt x="5774409" y="167578"/>
                  </a:lnTo>
                  <a:lnTo>
                    <a:pt x="5776498" y="171251"/>
                  </a:lnTo>
                  <a:lnTo>
                    <a:pt x="5778587" y="174827"/>
                  </a:lnTo>
                  <a:lnTo>
                    <a:pt x="5780676" y="178302"/>
                  </a:lnTo>
                  <a:lnTo>
                    <a:pt x="5782765" y="181776"/>
                  </a:lnTo>
                  <a:lnTo>
                    <a:pt x="5784854" y="184898"/>
                  </a:lnTo>
                  <a:lnTo>
                    <a:pt x="5786944" y="187256"/>
                  </a:lnTo>
                  <a:lnTo>
                    <a:pt x="5789033" y="189614"/>
                  </a:lnTo>
                  <a:lnTo>
                    <a:pt x="5791122" y="191479"/>
                  </a:lnTo>
                  <a:lnTo>
                    <a:pt x="5793211" y="193161"/>
                  </a:lnTo>
                  <a:lnTo>
                    <a:pt x="5795300" y="194388"/>
                  </a:lnTo>
                  <a:lnTo>
                    <a:pt x="5797389" y="195795"/>
                  </a:lnTo>
                  <a:lnTo>
                    <a:pt x="5797727" y="195938"/>
                  </a:lnTo>
                  <a:lnTo>
                    <a:pt x="5972533" y="195938"/>
                  </a:lnTo>
                  <a:lnTo>
                    <a:pt x="5972868" y="194607"/>
                  </a:lnTo>
                  <a:lnTo>
                    <a:pt x="5974957" y="186298"/>
                  </a:lnTo>
                  <a:lnTo>
                    <a:pt x="5977046" y="178689"/>
                  </a:lnTo>
                  <a:lnTo>
                    <a:pt x="5979135" y="172054"/>
                  </a:lnTo>
                  <a:lnTo>
                    <a:pt x="5981224" y="165502"/>
                  </a:lnTo>
                  <a:lnTo>
                    <a:pt x="5983313" y="160541"/>
                  </a:lnTo>
                  <a:lnTo>
                    <a:pt x="5985402" y="155579"/>
                  </a:lnTo>
                  <a:lnTo>
                    <a:pt x="5987491" y="151640"/>
                  </a:lnTo>
                  <a:lnTo>
                    <a:pt x="5989580" y="147702"/>
                  </a:lnTo>
                  <a:lnTo>
                    <a:pt x="5991669" y="145343"/>
                  </a:lnTo>
                  <a:lnTo>
                    <a:pt x="5993758" y="142985"/>
                  </a:lnTo>
                  <a:lnTo>
                    <a:pt x="5995847" y="140626"/>
                  </a:lnTo>
                  <a:lnTo>
                    <a:pt x="5997936" y="138268"/>
                  </a:lnTo>
                  <a:lnTo>
                    <a:pt x="6000025" y="135910"/>
                  </a:lnTo>
                  <a:lnTo>
                    <a:pt x="6002114" y="133998"/>
                  </a:lnTo>
                  <a:lnTo>
                    <a:pt x="6004203" y="132087"/>
                  </a:lnTo>
                  <a:lnTo>
                    <a:pt x="6006292" y="130789"/>
                  </a:lnTo>
                  <a:lnTo>
                    <a:pt x="6008381" y="129839"/>
                  </a:lnTo>
                  <a:lnTo>
                    <a:pt x="6010470" y="128888"/>
                  </a:lnTo>
                  <a:lnTo>
                    <a:pt x="6012559" y="127590"/>
                  </a:lnTo>
                  <a:lnTo>
                    <a:pt x="6014648" y="126787"/>
                  </a:lnTo>
                  <a:lnTo>
                    <a:pt x="6016738" y="125983"/>
                  </a:lnTo>
                  <a:lnTo>
                    <a:pt x="6018827" y="125637"/>
                  </a:lnTo>
                  <a:lnTo>
                    <a:pt x="6020916" y="125637"/>
                  </a:lnTo>
                  <a:lnTo>
                    <a:pt x="6023005" y="125637"/>
                  </a:lnTo>
                  <a:lnTo>
                    <a:pt x="6025094" y="126250"/>
                  </a:lnTo>
                  <a:lnTo>
                    <a:pt x="6027183" y="126864"/>
                  </a:lnTo>
                  <a:lnTo>
                    <a:pt x="6029272" y="128090"/>
                  </a:lnTo>
                  <a:lnTo>
                    <a:pt x="6031361" y="129498"/>
                  </a:lnTo>
                  <a:lnTo>
                    <a:pt x="6033450" y="131313"/>
                  </a:lnTo>
                  <a:lnTo>
                    <a:pt x="6035539" y="133585"/>
                  </a:lnTo>
                  <a:lnTo>
                    <a:pt x="6037628" y="135651"/>
                  </a:lnTo>
                  <a:lnTo>
                    <a:pt x="6039717" y="137814"/>
                  </a:lnTo>
                  <a:lnTo>
                    <a:pt x="6041806" y="140337"/>
                  </a:lnTo>
                  <a:lnTo>
                    <a:pt x="6043895" y="142757"/>
                  </a:lnTo>
                  <a:lnTo>
                    <a:pt x="6045984" y="145774"/>
                  </a:lnTo>
                  <a:lnTo>
                    <a:pt x="6048073" y="148792"/>
                  </a:lnTo>
                  <a:lnTo>
                    <a:pt x="6050162" y="152368"/>
                  </a:lnTo>
                  <a:lnTo>
                    <a:pt x="6052251" y="156456"/>
                  </a:lnTo>
                  <a:lnTo>
                    <a:pt x="6054340" y="161315"/>
                  </a:lnTo>
                  <a:lnTo>
                    <a:pt x="6056429" y="167036"/>
                  </a:lnTo>
                  <a:lnTo>
                    <a:pt x="6058518" y="172758"/>
                  </a:lnTo>
                  <a:lnTo>
                    <a:pt x="6060607" y="178330"/>
                  </a:lnTo>
                  <a:lnTo>
                    <a:pt x="6062696" y="184785"/>
                  </a:lnTo>
                  <a:lnTo>
                    <a:pt x="6064785" y="191241"/>
                  </a:lnTo>
                  <a:lnTo>
                    <a:pt x="6066874" y="195732"/>
                  </a:lnTo>
                  <a:lnTo>
                    <a:pt x="6066981" y="195938"/>
                  </a:lnTo>
                  <a:lnTo>
                    <a:pt x="6093807" y="195938"/>
                  </a:lnTo>
                  <a:lnTo>
                    <a:pt x="6094032" y="195610"/>
                  </a:lnTo>
                  <a:lnTo>
                    <a:pt x="6096121" y="192011"/>
                  </a:lnTo>
                  <a:lnTo>
                    <a:pt x="6098210" y="188972"/>
                  </a:lnTo>
                  <a:lnTo>
                    <a:pt x="6100299" y="185865"/>
                  </a:lnTo>
                  <a:lnTo>
                    <a:pt x="6102388" y="183054"/>
                  </a:lnTo>
                  <a:lnTo>
                    <a:pt x="6104477" y="183102"/>
                  </a:lnTo>
                  <a:lnTo>
                    <a:pt x="6106566" y="184162"/>
                  </a:lnTo>
                  <a:lnTo>
                    <a:pt x="6108655" y="184471"/>
                  </a:lnTo>
                  <a:lnTo>
                    <a:pt x="6110744" y="182586"/>
                  </a:lnTo>
                  <a:lnTo>
                    <a:pt x="6112833" y="179287"/>
                  </a:lnTo>
                  <a:lnTo>
                    <a:pt x="6114922" y="175460"/>
                  </a:lnTo>
                  <a:lnTo>
                    <a:pt x="6117011" y="171633"/>
                  </a:lnTo>
                  <a:lnTo>
                    <a:pt x="6119100" y="168152"/>
                  </a:lnTo>
                  <a:lnTo>
                    <a:pt x="6121189" y="164672"/>
                  </a:lnTo>
                  <a:lnTo>
                    <a:pt x="6123278" y="161373"/>
                  </a:lnTo>
                  <a:lnTo>
                    <a:pt x="6125367" y="157893"/>
                  </a:lnTo>
                  <a:lnTo>
                    <a:pt x="6127456" y="154860"/>
                  </a:lnTo>
                  <a:lnTo>
                    <a:pt x="6129545" y="152131"/>
                  </a:lnTo>
                  <a:lnTo>
                    <a:pt x="6131635" y="149098"/>
                  </a:lnTo>
                  <a:lnTo>
                    <a:pt x="6133724" y="146065"/>
                  </a:lnTo>
                  <a:lnTo>
                    <a:pt x="6135813" y="142993"/>
                  </a:lnTo>
                  <a:lnTo>
                    <a:pt x="6137902" y="140226"/>
                  </a:lnTo>
                  <a:lnTo>
                    <a:pt x="6139991" y="137807"/>
                  </a:lnTo>
                  <a:lnTo>
                    <a:pt x="6142080" y="137091"/>
                  </a:lnTo>
                  <a:lnTo>
                    <a:pt x="6144169" y="137547"/>
                  </a:lnTo>
                  <a:lnTo>
                    <a:pt x="6146258" y="138004"/>
                  </a:lnTo>
                  <a:lnTo>
                    <a:pt x="6148347" y="138498"/>
                  </a:lnTo>
                  <a:lnTo>
                    <a:pt x="6150436" y="139551"/>
                  </a:lnTo>
                  <a:lnTo>
                    <a:pt x="6152525" y="140111"/>
                  </a:lnTo>
                  <a:lnTo>
                    <a:pt x="6154614" y="140670"/>
                  </a:lnTo>
                  <a:lnTo>
                    <a:pt x="6156703" y="141284"/>
                  </a:lnTo>
                  <a:lnTo>
                    <a:pt x="6158792" y="141284"/>
                  </a:lnTo>
                  <a:lnTo>
                    <a:pt x="6160881" y="140513"/>
                  </a:lnTo>
                  <a:lnTo>
                    <a:pt x="6162970" y="138879"/>
                  </a:lnTo>
                  <a:lnTo>
                    <a:pt x="6165059" y="137246"/>
                  </a:lnTo>
                  <a:lnTo>
                    <a:pt x="6167148" y="136384"/>
                  </a:lnTo>
                  <a:lnTo>
                    <a:pt x="6169237" y="134889"/>
                  </a:lnTo>
                  <a:lnTo>
                    <a:pt x="6171326" y="133396"/>
                  </a:lnTo>
                  <a:lnTo>
                    <a:pt x="6173415" y="133866"/>
                  </a:lnTo>
                  <a:lnTo>
                    <a:pt x="6175504" y="135654"/>
                  </a:lnTo>
                  <a:lnTo>
                    <a:pt x="6177593" y="136518"/>
                  </a:lnTo>
                  <a:lnTo>
                    <a:pt x="6179682" y="139749"/>
                  </a:lnTo>
                  <a:lnTo>
                    <a:pt x="6181771" y="143693"/>
                  </a:lnTo>
                  <a:lnTo>
                    <a:pt x="6183860" y="147638"/>
                  </a:lnTo>
                  <a:lnTo>
                    <a:pt x="6185949" y="150395"/>
                  </a:lnTo>
                  <a:lnTo>
                    <a:pt x="6188038" y="152244"/>
                  </a:lnTo>
                  <a:lnTo>
                    <a:pt x="6190128" y="154725"/>
                  </a:lnTo>
                  <a:lnTo>
                    <a:pt x="6192217" y="157205"/>
                  </a:lnTo>
                  <a:lnTo>
                    <a:pt x="6194306" y="160548"/>
                  </a:lnTo>
                  <a:lnTo>
                    <a:pt x="6196395" y="165637"/>
                  </a:lnTo>
                  <a:lnTo>
                    <a:pt x="6198484" y="170726"/>
                  </a:lnTo>
                  <a:lnTo>
                    <a:pt x="6200573" y="176429"/>
                  </a:lnTo>
                  <a:lnTo>
                    <a:pt x="6202662" y="182691"/>
                  </a:lnTo>
                  <a:lnTo>
                    <a:pt x="6204751" y="188768"/>
                  </a:lnTo>
                  <a:lnTo>
                    <a:pt x="6206840" y="194914"/>
                  </a:lnTo>
                  <a:lnTo>
                    <a:pt x="6207115" y="195938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4572887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4572992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4572887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2026-03-09T12:27:42Z</dcterms:modified>
  <cp:category/>
</cp:coreProperties>
</file>