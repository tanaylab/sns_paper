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My R Plot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4"/>
            <p:cNvSpPr/>
            <p:nvPr/>
          </p:nvSpPr>
          <p:spPr>
            <a:xfrm>
              <a:off x="1269999" y="2023189"/>
              <a:ext cx="6604000" cy="1430742"/>
            </a:xfrm>
            <a:custGeom>
              <a:avLst/>
              <a:pathLst>
                <a:path w="6604000" h="1430742">
                  <a:moveTo>
                    <a:pt x="0" y="1430742"/>
                  </a:moveTo>
                  <a:lnTo>
                    <a:pt x="4405" y="1430742"/>
                  </a:lnTo>
                  <a:lnTo>
                    <a:pt x="8811" y="1430742"/>
                  </a:lnTo>
                  <a:lnTo>
                    <a:pt x="13216" y="1430742"/>
                  </a:lnTo>
                  <a:lnTo>
                    <a:pt x="17622" y="1430742"/>
                  </a:lnTo>
                  <a:lnTo>
                    <a:pt x="22028" y="1430742"/>
                  </a:lnTo>
                  <a:lnTo>
                    <a:pt x="26433" y="1430742"/>
                  </a:lnTo>
                  <a:lnTo>
                    <a:pt x="30839" y="1430742"/>
                  </a:lnTo>
                  <a:lnTo>
                    <a:pt x="35244" y="1430742"/>
                  </a:lnTo>
                  <a:lnTo>
                    <a:pt x="39650" y="1430742"/>
                  </a:lnTo>
                  <a:lnTo>
                    <a:pt x="44056" y="1430742"/>
                  </a:lnTo>
                  <a:lnTo>
                    <a:pt x="48461" y="1430742"/>
                  </a:lnTo>
                  <a:lnTo>
                    <a:pt x="52867" y="1430742"/>
                  </a:lnTo>
                  <a:lnTo>
                    <a:pt x="57272" y="1430742"/>
                  </a:lnTo>
                  <a:lnTo>
                    <a:pt x="61678" y="1406879"/>
                  </a:lnTo>
                  <a:lnTo>
                    <a:pt x="66084" y="1383900"/>
                  </a:lnTo>
                  <a:lnTo>
                    <a:pt x="70489" y="1343210"/>
                  </a:lnTo>
                  <a:lnTo>
                    <a:pt x="74895" y="1325006"/>
                  </a:lnTo>
                  <a:lnTo>
                    <a:pt x="79300" y="1325006"/>
                  </a:lnTo>
                  <a:lnTo>
                    <a:pt x="83706" y="1342269"/>
                  </a:lnTo>
                  <a:lnTo>
                    <a:pt x="88112" y="1361755"/>
                  </a:lnTo>
                  <a:lnTo>
                    <a:pt x="92517" y="1405681"/>
                  </a:lnTo>
                  <a:lnTo>
                    <a:pt x="96923" y="1430742"/>
                  </a:lnTo>
                  <a:lnTo>
                    <a:pt x="101328" y="1430742"/>
                  </a:lnTo>
                  <a:lnTo>
                    <a:pt x="105734" y="1382802"/>
                  </a:lnTo>
                  <a:lnTo>
                    <a:pt x="110140" y="1318063"/>
                  </a:lnTo>
                  <a:lnTo>
                    <a:pt x="114545" y="1271124"/>
                  </a:lnTo>
                  <a:lnTo>
                    <a:pt x="118951" y="1243922"/>
                  </a:lnTo>
                  <a:lnTo>
                    <a:pt x="123356" y="1243922"/>
                  </a:lnTo>
                  <a:lnTo>
                    <a:pt x="127762" y="1271124"/>
                  </a:lnTo>
                  <a:lnTo>
                    <a:pt x="132168" y="1324128"/>
                  </a:lnTo>
                  <a:lnTo>
                    <a:pt x="136573" y="1382802"/>
                  </a:lnTo>
                  <a:lnTo>
                    <a:pt x="140979" y="1430742"/>
                  </a:lnTo>
                  <a:lnTo>
                    <a:pt x="145384" y="1430742"/>
                  </a:lnTo>
                  <a:lnTo>
                    <a:pt x="149790" y="1430742"/>
                  </a:lnTo>
                  <a:lnTo>
                    <a:pt x="154196" y="1430742"/>
                  </a:lnTo>
                  <a:lnTo>
                    <a:pt x="158601" y="1430742"/>
                  </a:lnTo>
                  <a:lnTo>
                    <a:pt x="163007" y="1430742"/>
                  </a:lnTo>
                  <a:lnTo>
                    <a:pt x="167412" y="1405681"/>
                  </a:lnTo>
                  <a:lnTo>
                    <a:pt x="171818" y="1361755"/>
                  </a:lnTo>
                  <a:lnTo>
                    <a:pt x="176224" y="1342269"/>
                  </a:lnTo>
                  <a:lnTo>
                    <a:pt x="180629" y="1342269"/>
                  </a:lnTo>
                  <a:lnTo>
                    <a:pt x="185035" y="1342269"/>
                  </a:lnTo>
                  <a:lnTo>
                    <a:pt x="189440" y="1361755"/>
                  </a:lnTo>
                  <a:lnTo>
                    <a:pt x="193846" y="1405681"/>
                  </a:lnTo>
                  <a:lnTo>
                    <a:pt x="198252" y="1430742"/>
                  </a:lnTo>
                  <a:lnTo>
                    <a:pt x="202657" y="1430742"/>
                  </a:lnTo>
                  <a:lnTo>
                    <a:pt x="207063" y="1430742"/>
                  </a:lnTo>
                  <a:lnTo>
                    <a:pt x="211468" y="1405681"/>
                  </a:lnTo>
                  <a:lnTo>
                    <a:pt x="215874" y="1382802"/>
                  </a:lnTo>
                  <a:lnTo>
                    <a:pt x="220280" y="1361755"/>
                  </a:lnTo>
                  <a:lnTo>
                    <a:pt x="224685" y="1324128"/>
                  </a:lnTo>
                  <a:lnTo>
                    <a:pt x="229091" y="1291217"/>
                  </a:lnTo>
                  <a:lnTo>
                    <a:pt x="233496" y="1261971"/>
                  </a:lnTo>
                  <a:lnTo>
                    <a:pt x="237902" y="1223423"/>
                  </a:lnTo>
                  <a:lnTo>
                    <a:pt x="242308" y="1223423"/>
                  </a:lnTo>
                  <a:lnTo>
                    <a:pt x="246713" y="1235655"/>
                  </a:lnTo>
                  <a:lnTo>
                    <a:pt x="251119" y="1248484"/>
                  </a:lnTo>
                  <a:lnTo>
                    <a:pt x="255525" y="1291217"/>
                  </a:lnTo>
                  <a:lnTo>
                    <a:pt x="259930" y="1361755"/>
                  </a:lnTo>
                  <a:lnTo>
                    <a:pt x="264336" y="1382802"/>
                  </a:lnTo>
                  <a:lnTo>
                    <a:pt x="268741" y="1405681"/>
                  </a:lnTo>
                  <a:lnTo>
                    <a:pt x="273147" y="1430742"/>
                  </a:lnTo>
                  <a:lnTo>
                    <a:pt x="277553" y="1430742"/>
                  </a:lnTo>
                  <a:lnTo>
                    <a:pt x="281958" y="1430742"/>
                  </a:lnTo>
                  <a:lnTo>
                    <a:pt x="286364" y="1430742"/>
                  </a:lnTo>
                  <a:lnTo>
                    <a:pt x="290769" y="1430742"/>
                  </a:lnTo>
                  <a:lnTo>
                    <a:pt x="295175" y="1430742"/>
                  </a:lnTo>
                  <a:lnTo>
                    <a:pt x="299581" y="1420429"/>
                  </a:lnTo>
                  <a:lnTo>
                    <a:pt x="303986" y="1374180"/>
                  </a:lnTo>
                  <a:lnTo>
                    <a:pt x="308392" y="1334862"/>
                  </a:lnTo>
                  <a:lnTo>
                    <a:pt x="312797" y="1317208"/>
                  </a:lnTo>
                  <a:lnTo>
                    <a:pt x="317203" y="1317208"/>
                  </a:lnTo>
                  <a:lnTo>
                    <a:pt x="321609" y="1324128"/>
                  </a:lnTo>
                  <a:lnTo>
                    <a:pt x="326014" y="1361755"/>
                  </a:lnTo>
                  <a:lnTo>
                    <a:pt x="330420" y="1405681"/>
                  </a:lnTo>
                  <a:lnTo>
                    <a:pt x="334825" y="1430742"/>
                  </a:lnTo>
                  <a:lnTo>
                    <a:pt x="339231" y="1430742"/>
                  </a:lnTo>
                  <a:lnTo>
                    <a:pt x="343637" y="1430742"/>
                  </a:lnTo>
                  <a:lnTo>
                    <a:pt x="348042" y="1430742"/>
                  </a:lnTo>
                  <a:lnTo>
                    <a:pt x="352448" y="1430742"/>
                  </a:lnTo>
                  <a:lnTo>
                    <a:pt x="356853" y="1430742"/>
                  </a:lnTo>
                  <a:lnTo>
                    <a:pt x="361259" y="1430742"/>
                  </a:lnTo>
                  <a:lnTo>
                    <a:pt x="365665" y="1430742"/>
                  </a:lnTo>
                  <a:lnTo>
                    <a:pt x="370070" y="1430742"/>
                  </a:lnTo>
                  <a:lnTo>
                    <a:pt x="374476" y="1430742"/>
                  </a:lnTo>
                  <a:lnTo>
                    <a:pt x="378881" y="1430742"/>
                  </a:lnTo>
                  <a:lnTo>
                    <a:pt x="383287" y="1430742"/>
                  </a:lnTo>
                  <a:lnTo>
                    <a:pt x="387693" y="1430742"/>
                  </a:lnTo>
                  <a:lnTo>
                    <a:pt x="392098" y="1430742"/>
                  </a:lnTo>
                  <a:lnTo>
                    <a:pt x="396504" y="1430742"/>
                  </a:lnTo>
                  <a:lnTo>
                    <a:pt x="400909" y="1430742"/>
                  </a:lnTo>
                  <a:lnTo>
                    <a:pt x="405315" y="1430742"/>
                  </a:lnTo>
                  <a:lnTo>
                    <a:pt x="409721" y="1428126"/>
                  </a:lnTo>
                  <a:lnTo>
                    <a:pt x="414126" y="1403302"/>
                  </a:lnTo>
                  <a:lnTo>
                    <a:pt x="418532" y="1359741"/>
                  </a:lnTo>
                  <a:lnTo>
                    <a:pt x="422937" y="1340398"/>
                  </a:lnTo>
                  <a:lnTo>
                    <a:pt x="427343" y="1340398"/>
                  </a:lnTo>
                  <a:lnTo>
                    <a:pt x="431749" y="1342269"/>
                  </a:lnTo>
                  <a:lnTo>
                    <a:pt x="436154" y="1361755"/>
                  </a:lnTo>
                  <a:lnTo>
                    <a:pt x="440560" y="1405681"/>
                  </a:lnTo>
                  <a:lnTo>
                    <a:pt x="444965" y="1430742"/>
                  </a:lnTo>
                  <a:lnTo>
                    <a:pt x="449371" y="1430742"/>
                  </a:lnTo>
                  <a:lnTo>
                    <a:pt x="453777" y="1430742"/>
                  </a:lnTo>
                  <a:lnTo>
                    <a:pt x="458182" y="1430742"/>
                  </a:lnTo>
                  <a:lnTo>
                    <a:pt x="462588" y="1430742"/>
                  </a:lnTo>
                  <a:lnTo>
                    <a:pt x="466993" y="1430742"/>
                  </a:lnTo>
                  <a:lnTo>
                    <a:pt x="471399" y="1430742"/>
                  </a:lnTo>
                  <a:lnTo>
                    <a:pt x="475805" y="1430742"/>
                  </a:lnTo>
                  <a:lnTo>
                    <a:pt x="480210" y="1430742"/>
                  </a:lnTo>
                  <a:lnTo>
                    <a:pt x="484616" y="1430742"/>
                  </a:lnTo>
                  <a:lnTo>
                    <a:pt x="489022" y="1430742"/>
                  </a:lnTo>
                  <a:lnTo>
                    <a:pt x="493427" y="1430742"/>
                  </a:lnTo>
                  <a:lnTo>
                    <a:pt x="497833" y="1430742"/>
                  </a:lnTo>
                  <a:lnTo>
                    <a:pt x="502238" y="1430742"/>
                  </a:lnTo>
                  <a:lnTo>
                    <a:pt x="506644" y="1430742"/>
                  </a:lnTo>
                  <a:lnTo>
                    <a:pt x="511050" y="1430742"/>
                  </a:lnTo>
                  <a:lnTo>
                    <a:pt x="515455" y="1430742"/>
                  </a:lnTo>
                  <a:lnTo>
                    <a:pt x="519861" y="1430742"/>
                  </a:lnTo>
                  <a:lnTo>
                    <a:pt x="524266" y="1430742"/>
                  </a:lnTo>
                  <a:lnTo>
                    <a:pt x="528672" y="1430742"/>
                  </a:lnTo>
                  <a:lnTo>
                    <a:pt x="533078" y="1430742"/>
                  </a:lnTo>
                  <a:lnTo>
                    <a:pt x="537483" y="1430742"/>
                  </a:lnTo>
                  <a:lnTo>
                    <a:pt x="541889" y="1430742"/>
                  </a:lnTo>
                  <a:lnTo>
                    <a:pt x="546294" y="1430742"/>
                  </a:lnTo>
                  <a:lnTo>
                    <a:pt x="550700" y="1430742"/>
                  </a:lnTo>
                  <a:lnTo>
                    <a:pt x="555106" y="1430742"/>
                  </a:lnTo>
                  <a:lnTo>
                    <a:pt x="559511" y="1430742"/>
                  </a:lnTo>
                  <a:lnTo>
                    <a:pt x="563917" y="1430742"/>
                  </a:lnTo>
                  <a:lnTo>
                    <a:pt x="568322" y="1430742"/>
                  </a:lnTo>
                  <a:lnTo>
                    <a:pt x="572728" y="1430742"/>
                  </a:lnTo>
                  <a:lnTo>
                    <a:pt x="577134" y="1430742"/>
                  </a:lnTo>
                  <a:lnTo>
                    <a:pt x="581539" y="1430742"/>
                  </a:lnTo>
                  <a:lnTo>
                    <a:pt x="585945" y="1430742"/>
                  </a:lnTo>
                  <a:lnTo>
                    <a:pt x="590350" y="1430742"/>
                  </a:lnTo>
                  <a:lnTo>
                    <a:pt x="594756" y="1425535"/>
                  </a:lnTo>
                  <a:lnTo>
                    <a:pt x="599162" y="1400943"/>
                  </a:lnTo>
                  <a:lnTo>
                    <a:pt x="603567" y="1378456"/>
                  </a:lnTo>
                  <a:lnTo>
                    <a:pt x="607973" y="1357741"/>
                  </a:lnTo>
                  <a:lnTo>
                    <a:pt x="612378" y="1338540"/>
                  </a:lnTo>
                  <a:lnTo>
                    <a:pt x="616784" y="1324128"/>
                  </a:lnTo>
                  <a:lnTo>
                    <a:pt x="621190" y="1324128"/>
                  </a:lnTo>
                  <a:lnTo>
                    <a:pt x="625595" y="1324128"/>
                  </a:lnTo>
                  <a:lnTo>
                    <a:pt x="630001" y="1312974"/>
                  </a:lnTo>
                  <a:lnTo>
                    <a:pt x="634406" y="1312974"/>
                  </a:lnTo>
                  <a:lnTo>
                    <a:pt x="638812" y="1330336"/>
                  </a:lnTo>
                  <a:lnTo>
                    <a:pt x="643218" y="1348926"/>
                  </a:lnTo>
                  <a:lnTo>
                    <a:pt x="647623" y="1368932"/>
                  </a:lnTo>
                  <a:lnTo>
                    <a:pt x="652029" y="1405681"/>
                  </a:lnTo>
                  <a:lnTo>
                    <a:pt x="656434" y="1430742"/>
                  </a:lnTo>
                  <a:lnTo>
                    <a:pt x="660840" y="1382802"/>
                  </a:lnTo>
                  <a:lnTo>
                    <a:pt x="665246" y="1340398"/>
                  </a:lnTo>
                  <a:lnTo>
                    <a:pt x="669651" y="1289675"/>
                  </a:lnTo>
                  <a:lnTo>
                    <a:pt x="674057" y="1198906"/>
                  </a:lnTo>
                  <a:lnTo>
                    <a:pt x="678462" y="1098721"/>
                  </a:lnTo>
                  <a:lnTo>
                    <a:pt x="682868" y="1016376"/>
                  </a:lnTo>
                  <a:lnTo>
                    <a:pt x="687274" y="966269"/>
                  </a:lnTo>
                  <a:lnTo>
                    <a:pt x="691679" y="931383"/>
                  </a:lnTo>
                  <a:lnTo>
                    <a:pt x="696085" y="927670"/>
                  </a:lnTo>
                  <a:lnTo>
                    <a:pt x="700490" y="957213"/>
                  </a:lnTo>
                  <a:lnTo>
                    <a:pt x="704896" y="1026351"/>
                  </a:lnTo>
                  <a:lnTo>
                    <a:pt x="709302" y="1106649"/>
                  </a:lnTo>
                  <a:lnTo>
                    <a:pt x="713707" y="1211735"/>
                  </a:lnTo>
                  <a:lnTo>
                    <a:pt x="718113" y="1324128"/>
                  </a:lnTo>
                  <a:lnTo>
                    <a:pt x="722519" y="1405681"/>
                  </a:lnTo>
                  <a:lnTo>
                    <a:pt x="726924" y="1386110"/>
                  </a:lnTo>
                  <a:lnTo>
                    <a:pt x="731330" y="1309635"/>
                  </a:lnTo>
                  <a:lnTo>
                    <a:pt x="735735" y="1250464"/>
                  </a:lnTo>
                  <a:lnTo>
                    <a:pt x="740141" y="1237540"/>
                  </a:lnTo>
                  <a:lnTo>
                    <a:pt x="744547" y="1237540"/>
                  </a:lnTo>
                  <a:lnTo>
                    <a:pt x="748952" y="1261971"/>
                  </a:lnTo>
                  <a:lnTo>
                    <a:pt x="753358" y="1307158"/>
                  </a:lnTo>
                  <a:lnTo>
                    <a:pt x="757763" y="1361755"/>
                  </a:lnTo>
                  <a:lnTo>
                    <a:pt x="762169" y="1342269"/>
                  </a:lnTo>
                  <a:lnTo>
                    <a:pt x="766575" y="1291217"/>
                  </a:lnTo>
                  <a:lnTo>
                    <a:pt x="770980" y="1261971"/>
                  </a:lnTo>
                  <a:lnTo>
                    <a:pt x="775386" y="1276188"/>
                  </a:lnTo>
                  <a:lnTo>
                    <a:pt x="779791" y="1291217"/>
                  </a:lnTo>
                  <a:lnTo>
                    <a:pt x="784197" y="1324128"/>
                  </a:lnTo>
                  <a:lnTo>
                    <a:pt x="788603" y="1382802"/>
                  </a:lnTo>
                  <a:lnTo>
                    <a:pt x="793008" y="1430742"/>
                  </a:lnTo>
                  <a:lnTo>
                    <a:pt x="797414" y="1430742"/>
                  </a:lnTo>
                  <a:lnTo>
                    <a:pt x="801819" y="1430742"/>
                  </a:lnTo>
                  <a:lnTo>
                    <a:pt x="806225" y="1430742"/>
                  </a:lnTo>
                  <a:lnTo>
                    <a:pt x="810631" y="1430742"/>
                  </a:lnTo>
                  <a:lnTo>
                    <a:pt x="815036" y="1430742"/>
                  </a:lnTo>
                  <a:lnTo>
                    <a:pt x="819442" y="1430742"/>
                  </a:lnTo>
                  <a:lnTo>
                    <a:pt x="823847" y="1430742"/>
                  </a:lnTo>
                  <a:lnTo>
                    <a:pt x="828253" y="1430742"/>
                  </a:lnTo>
                  <a:lnTo>
                    <a:pt x="832659" y="1430742"/>
                  </a:lnTo>
                  <a:lnTo>
                    <a:pt x="837064" y="1430742"/>
                  </a:lnTo>
                  <a:lnTo>
                    <a:pt x="841470" y="1405681"/>
                  </a:lnTo>
                  <a:lnTo>
                    <a:pt x="845875" y="1382802"/>
                  </a:lnTo>
                  <a:lnTo>
                    <a:pt x="850281" y="1342269"/>
                  </a:lnTo>
                  <a:lnTo>
                    <a:pt x="854687" y="1324128"/>
                  </a:lnTo>
                  <a:lnTo>
                    <a:pt x="859092" y="1324128"/>
                  </a:lnTo>
                  <a:lnTo>
                    <a:pt x="863498" y="1342269"/>
                  </a:lnTo>
                  <a:lnTo>
                    <a:pt x="867903" y="1361755"/>
                  </a:lnTo>
                  <a:lnTo>
                    <a:pt x="872309" y="1405681"/>
                  </a:lnTo>
                  <a:lnTo>
                    <a:pt x="876715" y="1405681"/>
                  </a:lnTo>
                  <a:lnTo>
                    <a:pt x="881120" y="1382802"/>
                  </a:lnTo>
                  <a:lnTo>
                    <a:pt x="885526" y="1342269"/>
                  </a:lnTo>
                  <a:lnTo>
                    <a:pt x="889931" y="1324128"/>
                  </a:lnTo>
                  <a:lnTo>
                    <a:pt x="894337" y="1324128"/>
                  </a:lnTo>
                  <a:lnTo>
                    <a:pt x="898743" y="1342269"/>
                  </a:lnTo>
                  <a:lnTo>
                    <a:pt x="903148" y="1361755"/>
                  </a:lnTo>
                  <a:lnTo>
                    <a:pt x="907554" y="1405681"/>
                  </a:lnTo>
                  <a:lnTo>
                    <a:pt x="911959" y="1430742"/>
                  </a:lnTo>
                  <a:lnTo>
                    <a:pt x="916365" y="1430742"/>
                  </a:lnTo>
                  <a:lnTo>
                    <a:pt x="920771" y="1430742"/>
                  </a:lnTo>
                  <a:lnTo>
                    <a:pt x="925176" y="1430742"/>
                  </a:lnTo>
                  <a:lnTo>
                    <a:pt x="929582" y="1430742"/>
                  </a:lnTo>
                  <a:lnTo>
                    <a:pt x="933987" y="1430742"/>
                  </a:lnTo>
                  <a:lnTo>
                    <a:pt x="938393" y="1430742"/>
                  </a:lnTo>
                  <a:lnTo>
                    <a:pt x="942799" y="1405681"/>
                  </a:lnTo>
                  <a:lnTo>
                    <a:pt x="947204" y="1382802"/>
                  </a:lnTo>
                  <a:lnTo>
                    <a:pt x="951610" y="1361755"/>
                  </a:lnTo>
                  <a:lnTo>
                    <a:pt x="956016" y="1342269"/>
                  </a:lnTo>
                  <a:lnTo>
                    <a:pt x="960421" y="1342269"/>
                  </a:lnTo>
                  <a:lnTo>
                    <a:pt x="964827" y="1361755"/>
                  </a:lnTo>
                  <a:lnTo>
                    <a:pt x="969232" y="1382802"/>
                  </a:lnTo>
                  <a:lnTo>
                    <a:pt x="973638" y="1405681"/>
                  </a:lnTo>
                  <a:lnTo>
                    <a:pt x="978044" y="1430742"/>
                  </a:lnTo>
                  <a:lnTo>
                    <a:pt x="982449" y="1430742"/>
                  </a:lnTo>
                  <a:lnTo>
                    <a:pt x="986855" y="1430742"/>
                  </a:lnTo>
                  <a:lnTo>
                    <a:pt x="991260" y="1430742"/>
                  </a:lnTo>
                  <a:lnTo>
                    <a:pt x="995666" y="1430742"/>
                  </a:lnTo>
                  <a:lnTo>
                    <a:pt x="1000072" y="1430742"/>
                  </a:lnTo>
                  <a:lnTo>
                    <a:pt x="1004477" y="1430742"/>
                  </a:lnTo>
                  <a:lnTo>
                    <a:pt x="1008883" y="1405681"/>
                  </a:lnTo>
                  <a:lnTo>
                    <a:pt x="1013288" y="1361755"/>
                  </a:lnTo>
                  <a:lnTo>
                    <a:pt x="1017694" y="1342269"/>
                  </a:lnTo>
                  <a:lnTo>
                    <a:pt x="1022100" y="1342269"/>
                  </a:lnTo>
                  <a:lnTo>
                    <a:pt x="1026505" y="1342269"/>
                  </a:lnTo>
                  <a:lnTo>
                    <a:pt x="1030911" y="1361755"/>
                  </a:lnTo>
                  <a:lnTo>
                    <a:pt x="1035316" y="1405681"/>
                  </a:lnTo>
                  <a:lnTo>
                    <a:pt x="1039722" y="1430742"/>
                  </a:lnTo>
                  <a:lnTo>
                    <a:pt x="1044128" y="1430742"/>
                  </a:lnTo>
                  <a:lnTo>
                    <a:pt x="1048533" y="1430742"/>
                  </a:lnTo>
                  <a:lnTo>
                    <a:pt x="1052939" y="1430742"/>
                  </a:lnTo>
                  <a:lnTo>
                    <a:pt x="1057344" y="1430742"/>
                  </a:lnTo>
                  <a:lnTo>
                    <a:pt x="1061750" y="1430742"/>
                  </a:lnTo>
                  <a:lnTo>
                    <a:pt x="1066156" y="1430742"/>
                  </a:lnTo>
                  <a:lnTo>
                    <a:pt x="1070561" y="1405681"/>
                  </a:lnTo>
                  <a:lnTo>
                    <a:pt x="1074967" y="1361755"/>
                  </a:lnTo>
                  <a:lnTo>
                    <a:pt x="1079372" y="1324128"/>
                  </a:lnTo>
                  <a:lnTo>
                    <a:pt x="1083778" y="1307158"/>
                  </a:lnTo>
                  <a:lnTo>
                    <a:pt x="1088184" y="1307158"/>
                  </a:lnTo>
                  <a:lnTo>
                    <a:pt x="1092589" y="1324128"/>
                  </a:lnTo>
                  <a:lnTo>
                    <a:pt x="1096995" y="1361755"/>
                  </a:lnTo>
                  <a:lnTo>
                    <a:pt x="1101400" y="1405681"/>
                  </a:lnTo>
                  <a:lnTo>
                    <a:pt x="1105806" y="1430742"/>
                  </a:lnTo>
                  <a:lnTo>
                    <a:pt x="1110212" y="1430742"/>
                  </a:lnTo>
                  <a:lnTo>
                    <a:pt x="1114617" y="1430742"/>
                  </a:lnTo>
                  <a:lnTo>
                    <a:pt x="1119023" y="1430742"/>
                  </a:lnTo>
                  <a:lnTo>
                    <a:pt x="1123428" y="1430742"/>
                  </a:lnTo>
                  <a:lnTo>
                    <a:pt x="1127834" y="1430742"/>
                  </a:lnTo>
                  <a:lnTo>
                    <a:pt x="1132240" y="1430742"/>
                  </a:lnTo>
                  <a:lnTo>
                    <a:pt x="1136645" y="1430742"/>
                  </a:lnTo>
                  <a:lnTo>
                    <a:pt x="1141051" y="1430742"/>
                  </a:lnTo>
                  <a:lnTo>
                    <a:pt x="1145456" y="1430742"/>
                  </a:lnTo>
                  <a:lnTo>
                    <a:pt x="1149862" y="1430742"/>
                  </a:lnTo>
                  <a:lnTo>
                    <a:pt x="1154268" y="1430742"/>
                  </a:lnTo>
                  <a:lnTo>
                    <a:pt x="1158673" y="1430742"/>
                  </a:lnTo>
                  <a:lnTo>
                    <a:pt x="1163079" y="1430742"/>
                  </a:lnTo>
                  <a:lnTo>
                    <a:pt x="1167484" y="1430742"/>
                  </a:lnTo>
                  <a:lnTo>
                    <a:pt x="1171890" y="1430742"/>
                  </a:lnTo>
                  <a:lnTo>
                    <a:pt x="1176296" y="1430742"/>
                  </a:lnTo>
                  <a:lnTo>
                    <a:pt x="1180701" y="1430742"/>
                  </a:lnTo>
                  <a:lnTo>
                    <a:pt x="1185107" y="1430742"/>
                  </a:lnTo>
                  <a:lnTo>
                    <a:pt x="1189513" y="1430742"/>
                  </a:lnTo>
                  <a:lnTo>
                    <a:pt x="1193918" y="1430742"/>
                  </a:lnTo>
                  <a:lnTo>
                    <a:pt x="1198324" y="1430742"/>
                  </a:lnTo>
                  <a:lnTo>
                    <a:pt x="1202729" y="1430742"/>
                  </a:lnTo>
                  <a:lnTo>
                    <a:pt x="1207135" y="1430742"/>
                  </a:lnTo>
                  <a:lnTo>
                    <a:pt x="1211541" y="1430742"/>
                  </a:lnTo>
                  <a:lnTo>
                    <a:pt x="1215946" y="1430742"/>
                  </a:lnTo>
                  <a:lnTo>
                    <a:pt x="1220352" y="1430742"/>
                  </a:lnTo>
                  <a:lnTo>
                    <a:pt x="1224757" y="1430742"/>
                  </a:lnTo>
                  <a:lnTo>
                    <a:pt x="1229163" y="1430742"/>
                  </a:lnTo>
                  <a:lnTo>
                    <a:pt x="1233569" y="1430742"/>
                  </a:lnTo>
                  <a:lnTo>
                    <a:pt x="1237974" y="1430742"/>
                  </a:lnTo>
                  <a:lnTo>
                    <a:pt x="1242380" y="1430742"/>
                  </a:lnTo>
                  <a:lnTo>
                    <a:pt x="1246785" y="1430742"/>
                  </a:lnTo>
                  <a:lnTo>
                    <a:pt x="1251191" y="1430742"/>
                  </a:lnTo>
                  <a:lnTo>
                    <a:pt x="1255597" y="1430742"/>
                  </a:lnTo>
                  <a:lnTo>
                    <a:pt x="1260002" y="1430742"/>
                  </a:lnTo>
                  <a:lnTo>
                    <a:pt x="1264408" y="1430742"/>
                  </a:lnTo>
                  <a:lnTo>
                    <a:pt x="1268813" y="1430742"/>
                  </a:lnTo>
                  <a:lnTo>
                    <a:pt x="1273219" y="1430742"/>
                  </a:lnTo>
                  <a:lnTo>
                    <a:pt x="1277625" y="1430742"/>
                  </a:lnTo>
                  <a:lnTo>
                    <a:pt x="1282030" y="1430742"/>
                  </a:lnTo>
                  <a:lnTo>
                    <a:pt x="1286436" y="1430742"/>
                  </a:lnTo>
                  <a:lnTo>
                    <a:pt x="1290841" y="1430742"/>
                  </a:lnTo>
                  <a:lnTo>
                    <a:pt x="1295247" y="1430742"/>
                  </a:lnTo>
                  <a:lnTo>
                    <a:pt x="1299653" y="1430742"/>
                  </a:lnTo>
                  <a:lnTo>
                    <a:pt x="1304058" y="1430742"/>
                  </a:lnTo>
                  <a:lnTo>
                    <a:pt x="1308464" y="1430742"/>
                  </a:lnTo>
                  <a:lnTo>
                    <a:pt x="1312869" y="1430742"/>
                  </a:lnTo>
                  <a:lnTo>
                    <a:pt x="1317275" y="1430742"/>
                  </a:lnTo>
                  <a:lnTo>
                    <a:pt x="1321681" y="1430742"/>
                  </a:lnTo>
                  <a:lnTo>
                    <a:pt x="1326086" y="1430742"/>
                  </a:lnTo>
                  <a:lnTo>
                    <a:pt x="1330492" y="1430742"/>
                  </a:lnTo>
                  <a:lnTo>
                    <a:pt x="1334897" y="1430742"/>
                  </a:lnTo>
                  <a:lnTo>
                    <a:pt x="1339303" y="1430742"/>
                  </a:lnTo>
                  <a:lnTo>
                    <a:pt x="1343709" y="1405681"/>
                  </a:lnTo>
                  <a:lnTo>
                    <a:pt x="1348114" y="1361755"/>
                  </a:lnTo>
                  <a:lnTo>
                    <a:pt x="1352520" y="1342269"/>
                  </a:lnTo>
                  <a:lnTo>
                    <a:pt x="1356925" y="1342269"/>
                  </a:lnTo>
                  <a:lnTo>
                    <a:pt x="1361331" y="1342269"/>
                  </a:lnTo>
                  <a:lnTo>
                    <a:pt x="1365737" y="1361755"/>
                  </a:lnTo>
                  <a:lnTo>
                    <a:pt x="1370142" y="1405681"/>
                  </a:lnTo>
                  <a:lnTo>
                    <a:pt x="1374548" y="1430742"/>
                  </a:lnTo>
                  <a:lnTo>
                    <a:pt x="1378953" y="1430742"/>
                  </a:lnTo>
                  <a:lnTo>
                    <a:pt x="1383359" y="1430742"/>
                  </a:lnTo>
                  <a:lnTo>
                    <a:pt x="1387765" y="1430742"/>
                  </a:lnTo>
                  <a:lnTo>
                    <a:pt x="1392170" y="1430742"/>
                  </a:lnTo>
                  <a:lnTo>
                    <a:pt x="1396576" y="1430742"/>
                  </a:lnTo>
                  <a:lnTo>
                    <a:pt x="1400981" y="1430742"/>
                  </a:lnTo>
                  <a:lnTo>
                    <a:pt x="1405387" y="1405681"/>
                  </a:lnTo>
                  <a:lnTo>
                    <a:pt x="1409793" y="1361755"/>
                  </a:lnTo>
                  <a:lnTo>
                    <a:pt x="1414198" y="1342269"/>
                  </a:lnTo>
                  <a:lnTo>
                    <a:pt x="1418604" y="1342269"/>
                  </a:lnTo>
                  <a:lnTo>
                    <a:pt x="1423010" y="1342269"/>
                  </a:lnTo>
                  <a:lnTo>
                    <a:pt x="1427415" y="1361755"/>
                  </a:lnTo>
                  <a:lnTo>
                    <a:pt x="1431821" y="1405681"/>
                  </a:lnTo>
                  <a:lnTo>
                    <a:pt x="1436226" y="1430742"/>
                  </a:lnTo>
                  <a:lnTo>
                    <a:pt x="1440632" y="1430742"/>
                  </a:lnTo>
                  <a:lnTo>
                    <a:pt x="1445038" y="1430742"/>
                  </a:lnTo>
                  <a:lnTo>
                    <a:pt x="1449443" y="1430742"/>
                  </a:lnTo>
                  <a:lnTo>
                    <a:pt x="1453849" y="1430742"/>
                  </a:lnTo>
                  <a:lnTo>
                    <a:pt x="1458254" y="1430742"/>
                  </a:lnTo>
                  <a:lnTo>
                    <a:pt x="1462660" y="1430742"/>
                  </a:lnTo>
                  <a:lnTo>
                    <a:pt x="1467066" y="1430742"/>
                  </a:lnTo>
                  <a:lnTo>
                    <a:pt x="1471471" y="1430742"/>
                  </a:lnTo>
                  <a:lnTo>
                    <a:pt x="1475877" y="1430742"/>
                  </a:lnTo>
                  <a:lnTo>
                    <a:pt x="1480282" y="1405681"/>
                  </a:lnTo>
                  <a:lnTo>
                    <a:pt x="1484688" y="1342269"/>
                  </a:lnTo>
                  <a:lnTo>
                    <a:pt x="1489094" y="1276188"/>
                  </a:lnTo>
                  <a:lnTo>
                    <a:pt x="1493499" y="1248484"/>
                  </a:lnTo>
                  <a:lnTo>
                    <a:pt x="1497905" y="1248484"/>
                  </a:lnTo>
                  <a:lnTo>
                    <a:pt x="1502310" y="1261971"/>
                  </a:lnTo>
                  <a:lnTo>
                    <a:pt x="1506716" y="1282845"/>
                  </a:lnTo>
                  <a:lnTo>
                    <a:pt x="1511122" y="1314659"/>
                  </a:lnTo>
                  <a:lnTo>
                    <a:pt x="1515527" y="1332137"/>
                  </a:lnTo>
                  <a:lnTo>
                    <a:pt x="1519933" y="1332137"/>
                  </a:lnTo>
                  <a:lnTo>
                    <a:pt x="1524338" y="1332137"/>
                  </a:lnTo>
                  <a:lnTo>
                    <a:pt x="1528744" y="1361755"/>
                  </a:lnTo>
                  <a:lnTo>
                    <a:pt x="1533150" y="1405681"/>
                  </a:lnTo>
                  <a:lnTo>
                    <a:pt x="1537555" y="1430742"/>
                  </a:lnTo>
                  <a:lnTo>
                    <a:pt x="1541961" y="1430742"/>
                  </a:lnTo>
                  <a:lnTo>
                    <a:pt x="1546366" y="1430742"/>
                  </a:lnTo>
                  <a:lnTo>
                    <a:pt x="1550772" y="1430742"/>
                  </a:lnTo>
                  <a:lnTo>
                    <a:pt x="1555178" y="1430742"/>
                  </a:lnTo>
                  <a:lnTo>
                    <a:pt x="1559583" y="1430742"/>
                  </a:lnTo>
                  <a:lnTo>
                    <a:pt x="1563989" y="1397445"/>
                  </a:lnTo>
                  <a:lnTo>
                    <a:pt x="1568394" y="1318063"/>
                  </a:lnTo>
                  <a:lnTo>
                    <a:pt x="1572800" y="1243922"/>
                  </a:lnTo>
                  <a:lnTo>
                    <a:pt x="1577206" y="1215187"/>
                  </a:lnTo>
                  <a:lnTo>
                    <a:pt x="1581611" y="1203852"/>
                  </a:lnTo>
                  <a:lnTo>
                    <a:pt x="1586017" y="1219273"/>
                  </a:lnTo>
                  <a:lnTo>
                    <a:pt x="1590422" y="1271124"/>
                  </a:lnTo>
                  <a:lnTo>
                    <a:pt x="1594828" y="1354770"/>
                  </a:lnTo>
                  <a:lnTo>
                    <a:pt x="1599234" y="1405681"/>
                  </a:lnTo>
                  <a:lnTo>
                    <a:pt x="1603639" y="1430742"/>
                  </a:lnTo>
                  <a:lnTo>
                    <a:pt x="1608045" y="1430742"/>
                  </a:lnTo>
                  <a:lnTo>
                    <a:pt x="1612450" y="1430742"/>
                  </a:lnTo>
                  <a:lnTo>
                    <a:pt x="1616856" y="1430742"/>
                  </a:lnTo>
                  <a:lnTo>
                    <a:pt x="1621262" y="1430742"/>
                  </a:lnTo>
                  <a:lnTo>
                    <a:pt x="1625667" y="1405681"/>
                  </a:lnTo>
                  <a:lnTo>
                    <a:pt x="1630073" y="1382802"/>
                  </a:lnTo>
                  <a:lnTo>
                    <a:pt x="1634478" y="1342269"/>
                  </a:lnTo>
                  <a:lnTo>
                    <a:pt x="1638884" y="1324128"/>
                  </a:lnTo>
                  <a:lnTo>
                    <a:pt x="1643290" y="1291992"/>
                  </a:lnTo>
                  <a:lnTo>
                    <a:pt x="1647695" y="1279866"/>
                  </a:lnTo>
                  <a:lnTo>
                    <a:pt x="1652101" y="1265454"/>
                  </a:lnTo>
                  <a:lnTo>
                    <a:pt x="1656507" y="1279866"/>
                  </a:lnTo>
                  <a:lnTo>
                    <a:pt x="1660912" y="1295113"/>
                  </a:lnTo>
                  <a:lnTo>
                    <a:pt x="1665318" y="1327658"/>
                  </a:lnTo>
                  <a:lnTo>
                    <a:pt x="1669723" y="1361755"/>
                  </a:lnTo>
                  <a:lnTo>
                    <a:pt x="1674129" y="1405681"/>
                  </a:lnTo>
                  <a:lnTo>
                    <a:pt x="1678535" y="1430742"/>
                  </a:lnTo>
                  <a:lnTo>
                    <a:pt x="1682940" y="1430742"/>
                  </a:lnTo>
                  <a:lnTo>
                    <a:pt x="1687346" y="1430742"/>
                  </a:lnTo>
                  <a:lnTo>
                    <a:pt x="1691751" y="1430742"/>
                  </a:lnTo>
                  <a:lnTo>
                    <a:pt x="1696157" y="1430742"/>
                  </a:lnTo>
                  <a:lnTo>
                    <a:pt x="1700563" y="1430742"/>
                  </a:lnTo>
                  <a:lnTo>
                    <a:pt x="1704968" y="1430742"/>
                  </a:lnTo>
                  <a:lnTo>
                    <a:pt x="1709374" y="1430742"/>
                  </a:lnTo>
                  <a:lnTo>
                    <a:pt x="1713779" y="1395139"/>
                  </a:lnTo>
                  <a:lnTo>
                    <a:pt x="1718185" y="1352808"/>
                  </a:lnTo>
                  <a:lnTo>
                    <a:pt x="1722591" y="1316356"/>
                  </a:lnTo>
                  <a:lnTo>
                    <a:pt x="1726996" y="1299865"/>
                  </a:lnTo>
                  <a:lnTo>
                    <a:pt x="1731402" y="1255816"/>
                  </a:lnTo>
                  <a:lnTo>
                    <a:pt x="1735807" y="1235655"/>
                  </a:lnTo>
                  <a:lnTo>
                    <a:pt x="1740213" y="1209458"/>
                  </a:lnTo>
                  <a:lnTo>
                    <a:pt x="1744619" y="1209458"/>
                  </a:lnTo>
                  <a:lnTo>
                    <a:pt x="1749024" y="1209458"/>
                  </a:lnTo>
                  <a:lnTo>
                    <a:pt x="1753430" y="1245868"/>
                  </a:lnTo>
                  <a:lnTo>
                    <a:pt x="1757835" y="1288142"/>
                  </a:lnTo>
                  <a:lnTo>
                    <a:pt x="1762241" y="1361755"/>
                  </a:lnTo>
                  <a:lnTo>
                    <a:pt x="1766647" y="1405681"/>
                  </a:lnTo>
                  <a:lnTo>
                    <a:pt x="1771052" y="1430742"/>
                  </a:lnTo>
                  <a:lnTo>
                    <a:pt x="1775458" y="1430742"/>
                  </a:lnTo>
                  <a:lnTo>
                    <a:pt x="1779863" y="1430742"/>
                  </a:lnTo>
                  <a:lnTo>
                    <a:pt x="1784269" y="1430742"/>
                  </a:lnTo>
                  <a:lnTo>
                    <a:pt x="1788675" y="1430742"/>
                  </a:lnTo>
                  <a:lnTo>
                    <a:pt x="1793080" y="1430742"/>
                  </a:lnTo>
                  <a:lnTo>
                    <a:pt x="1797486" y="1430742"/>
                  </a:lnTo>
                  <a:lnTo>
                    <a:pt x="1801891" y="1382802"/>
                  </a:lnTo>
                  <a:lnTo>
                    <a:pt x="1806297" y="1324128"/>
                  </a:lnTo>
                  <a:lnTo>
                    <a:pt x="1810703" y="1276188"/>
                  </a:lnTo>
                  <a:lnTo>
                    <a:pt x="1815108" y="1240712"/>
                  </a:lnTo>
                  <a:lnTo>
                    <a:pt x="1819514" y="1204963"/>
                  </a:lnTo>
                  <a:lnTo>
                    <a:pt x="1823919" y="1204963"/>
                  </a:lnTo>
                  <a:lnTo>
                    <a:pt x="1828325" y="1228248"/>
                  </a:lnTo>
                  <a:lnTo>
                    <a:pt x="1832731" y="1253796"/>
                  </a:lnTo>
                  <a:lnTo>
                    <a:pt x="1837136" y="1261971"/>
                  </a:lnTo>
                  <a:lnTo>
                    <a:pt x="1841542" y="1276188"/>
                  </a:lnTo>
                  <a:lnTo>
                    <a:pt x="1845947" y="1291217"/>
                  </a:lnTo>
                  <a:lnTo>
                    <a:pt x="1850353" y="1307158"/>
                  </a:lnTo>
                  <a:lnTo>
                    <a:pt x="1854759" y="1324128"/>
                  </a:lnTo>
                  <a:lnTo>
                    <a:pt x="1859164" y="1361755"/>
                  </a:lnTo>
                  <a:lnTo>
                    <a:pt x="1863570" y="1405681"/>
                  </a:lnTo>
                  <a:lnTo>
                    <a:pt x="1867975" y="1382802"/>
                  </a:lnTo>
                  <a:lnTo>
                    <a:pt x="1872381" y="1342269"/>
                  </a:lnTo>
                  <a:lnTo>
                    <a:pt x="1876787" y="1307158"/>
                  </a:lnTo>
                  <a:lnTo>
                    <a:pt x="1881192" y="1286618"/>
                  </a:lnTo>
                  <a:lnTo>
                    <a:pt x="1885598" y="1257852"/>
                  </a:lnTo>
                  <a:lnTo>
                    <a:pt x="1890004" y="1271842"/>
                  </a:lnTo>
                  <a:lnTo>
                    <a:pt x="1894409" y="1286618"/>
                  </a:lnTo>
                  <a:lnTo>
                    <a:pt x="1898815" y="1286618"/>
                  </a:lnTo>
                  <a:lnTo>
                    <a:pt x="1903220" y="1276188"/>
                  </a:lnTo>
                  <a:lnTo>
                    <a:pt x="1907626" y="1291217"/>
                  </a:lnTo>
                  <a:lnTo>
                    <a:pt x="1912032" y="1307158"/>
                  </a:lnTo>
                  <a:lnTo>
                    <a:pt x="1916437" y="1307158"/>
                  </a:lnTo>
                  <a:lnTo>
                    <a:pt x="1920843" y="1307158"/>
                  </a:lnTo>
                  <a:lnTo>
                    <a:pt x="1925248" y="1324128"/>
                  </a:lnTo>
                  <a:lnTo>
                    <a:pt x="1929654" y="1342269"/>
                  </a:lnTo>
                  <a:lnTo>
                    <a:pt x="1934060" y="1342269"/>
                  </a:lnTo>
                  <a:lnTo>
                    <a:pt x="1938465" y="1361755"/>
                  </a:lnTo>
                  <a:lnTo>
                    <a:pt x="1942871" y="1405681"/>
                  </a:lnTo>
                  <a:lnTo>
                    <a:pt x="1947276" y="1430742"/>
                  </a:lnTo>
                  <a:lnTo>
                    <a:pt x="1951682" y="1430742"/>
                  </a:lnTo>
                  <a:lnTo>
                    <a:pt x="1956088" y="1392852"/>
                  </a:lnTo>
                  <a:lnTo>
                    <a:pt x="1960493" y="1350860"/>
                  </a:lnTo>
                  <a:lnTo>
                    <a:pt x="1964899" y="1302274"/>
                  </a:lnTo>
                  <a:lnTo>
                    <a:pt x="1969304" y="1286618"/>
                  </a:lnTo>
                  <a:lnTo>
                    <a:pt x="1973710" y="1240074"/>
                  </a:lnTo>
                  <a:lnTo>
                    <a:pt x="1978116" y="1210594"/>
                  </a:lnTo>
                  <a:lnTo>
                    <a:pt x="1982521" y="1178488"/>
                  </a:lnTo>
                  <a:lnTo>
                    <a:pt x="1986927" y="1175981"/>
                  </a:lnTo>
                  <a:lnTo>
                    <a:pt x="1991332" y="1147182"/>
                  </a:lnTo>
                  <a:lnTo>
                    <a:pt x="1995738" y="1137524"/>
                  </a:lnTo>
                  <a:lnTo>
                    <a:pt x="2000144" y="1114429"/>
                  </a:lnTo>
                  <a:lnTo>
                    <a:pt x="2004549" y="1100213"/>
                  </a:lnTo>
                  <a:lnTo>
                    <a:pt x="2008955" y="1078677"/>
                  </a:lnTo>
                  <a:lnTo>
                    <a:pt x="2013360" y="1061988"/>
                  </a:lnTo>
                  <a:lnTo>
                    <a:pt x="2017766" y="1064915"/>
                  </a:lnTo>
                  <a:lnTo>
                    <a:pt x="2022172" y="1083898"/>
                  </a:lnTo>
                  <a:lnTo>
                    <a:pt x="2026577" y="1097237"/>
                  </a:lnTo>
                  <a:lnTo>
                    <a:pt x="2030983" y="1104740"/>
                  </a:lnTo>
                  <a:lnTo>
                    <a:pt x="2035388" y="1108959"/>
                  </a:lnTo>
                  <a:lnTo>
                    <a:pt x="2039794" y="1059733"/>
                  </a:lnTo>
                  <a:lnTo>
                    <a:pt x="2044200" y="982970"/>
                  </a:lnTo>
                  <a:lnTo>
                    <a:pt x="2048605" y="904823"/>
                  </a:lnTo>
                  <a:lnTo>
                    <a:pt x="2053011" y="846363"/>
                  </a:lnTo>
                  <a:lnTo>
                    <a:pt x="2057416" y="825163"/>
                  </a:lnTo>
                  <a:lnTo>
                    <a:pt x="2061822" y="828468"/>
                  </a:lnTo>
                  <a:lnTo>
                    <a:pt x="2066228" y="838505"/>
                  </a:lnTo>
                  <a:lnTo>
                    <a:pt x="2070633" y="852706"/>
                  </a:lnTo>
                  <a:lnTo>
                    <a:pt x="2075039" y="856379"/>
                  </a:lnTo>
                  <a:lnTo>
                    <a:pt x="2079444" y="839474"/>
                  </a:lnTo>
                  <a:lnTo>
                    <a:pt x="2083850" y="777354"/>
                  </a:lnTo>
                  <a:lnTo>
                    <a:pt x="2088256" y="722121"/>
                  </a:lnTo>
                  <a:lnTo>
                    <a:pt x="2092661" y="608814"/>
                  </a:lnTo>
                  <a:lnTo>
                    <a:pt x="2097067" y="481029"/>
                  </a:lnTo>
                  <a:lnTo>
                    <a:pt x="2101472" y="380484"/>
                  </a:lnTo>
                  <a:lnTo>
                    <a:pt x="2105878" y="293987"/>
                  </a:lnTo>
                  <a:lnTo>
                    <a:pt x="2110284" y="231348"/>
                  </a:lnTo>
                  <a:lnTo>
                    <a:pt x="2114689" y="181774"/>
                  </a:lnTo>
                  <a:lnTo>
                    <a:pt x="2119095" y="156450"/>
                  </a:lnTo>
                  <a:lnTo>
                    <a:pt x="2123501" y="138310"/>
                  </a:lnTo>
                  <a:lnTo>
                    <a:pt x="2127906" y="121503"/>
                  </a:lnTo>
                  <a:lnTo>
                    <a:pt x="2132312" y="100996"/>
                  </a:lnTo>
                  <a:lnTo>
                    <a:pt x="2136717" y="94012"/>
                  </a:lnTo>
                  <a:lnTo>
                    <a:pt x="2141123" y="83057"/>
                  </a:lnTo>
                  <a:lnTo>
                    <a:pt x="2145529" y="74289"/>
                  </a:lnTo>
                  <a:lnTo>
                    <a:pt x="2149934" y="79526"/>
                  </a:lnTo>
                  <a:lnTo>
                    <a:pt x="2154340" y="92833"/>
                  </a:lnTo>
                  <a:lnTo>
                    <a:pt x="2158745" y="105085"/>
                  </a:lnTo>
                  <a:lnTo>
                    <a:pt x="2163151" y="115185"/>
                  </a:lnTo>
                  <a:lnTo>
                    <a:pt x="2167557" y="115503"/>
                  </a:lnTo>
                  <a:lnTo>
                    <a:pt x="2171962" y="103822"/>
                  </a:lnTo>
                  <a:lnTo>
                    <a:pt x="2176368" y="87725"/>
                  </a:lnTo>
                  <a:lnTo>
                    <a:pt x="2180773" y="70023"/>
                  </a:lnTo>
                  <a:lnTo>
                    <a:pt x="2185179" y="60830"/>
                  </a:lnTo>
                  <a:lnTo>
                    <a:pt x="2189585" y="63030"/>
                  </a:lnTo>
                  <a:lnTo>
                    <a:pt x="2193990" y="66602"/>
                  </a:lnTo>
                  <a:lnTo>
                    <a:pt x="2198396" y="66228"/>
                  </a:lnTo>
                  <a:lnTo>
                    <a:pt x="2202801" y="65292"/>
                  </a:lnTo>
                  <a:lnTo>
                    <a:pt x="2207207" y="52839"/>
                  </a:lnTo>
                  <a:lnTo>
                    <a:pt x="2211613" y="34477"/>
                  </a:lnTo>
                  <a:lnTo>
                    <a:pt x="2216018" y="18737"/>
                  </a:lnTo>
                  <a:lnTo>
                    <a:pt x="2220424" y="7478"/>
                  </a:lnTo>
                  <a:lnTo>
                    <a:pt x="2224829" y="0"/>
                  </a:lnTo>
                  <a:lnTo>
                    <a:pt x="2229235" y="10230"/>
                  </a:lnTo>
                  <a:lnTo>
                    <a:pt x="2233641" y="34263"/>
                  </a:lnTo>
                  <a:lnTo>
                    <a:pt x="2238046" y="60751"/>
                  </a:lnTo>
                  <a:lnTo>
                    <a:pt x="2242452" y="80391"/>
                  </a:lnTo>
                  <a:lnTo>
                    <a:pt x="2246857" y="98863"/>
                  </a:lnTo>
                  <a:lnTo>
                    <a:pt x="2251263" y="117277"/>
                  </a:lnTo>
                  <a:lnTo>
                    <a:pt x="2255669" y="140119"/>
                  </a:lnTo>
                  <a:lnTo>
                    <a:pt x="2260074" y="177509"/>
                  </a:lnTo>
                  <a:lnTo>
                    <a:pt x="2264480" y="231843"/>
                  </a:lnTo>
                  <a:lnTo>
                    <a:pt x="2268885" y="282011"/>
                  </a:lnTo>
                  <a:lnTo>
                    <a:pt x="2273291" y="281578"/>
                  </a:lnTo>
                  <a:lnTo>
                    <a:pt x="2277697" y="246922"/>
                  </a:lnTo>
                  <a:lnTo>
                    <a:pt x="2282102" y="205556"/>
                  </a:lnTo>
                  <a:lnTo>
                    <a:pt x="2286508" y="181115"/>
                  </a:lnTo>
                  <a:lnTo>
                    <a:pt x="2290913" y="178204"/>
                  </a:lnTo>
                  <a:lnTo>
                    <a:pt x="2295319" y="200536"/>
                  </a:lnTo>
                  <a:lnTo>
                    <a:pt x="2299725" y="236648"/>
                  </a:lnTo>
                  <a:lnTo>
                    <a:pt x="2304130" y="282661"/>
                  </a:lnTo>
                  <a:lnTo>
                    <a:pt x="2308536" y="345818"/>
                  </a:lnTo>
                  <a:lnTo>
                    <a:pt x="2312941" y="408977"/>
                  </a:lnTo>
                  <a:lnTo>
                    <a:pt x="2317347" y="457252"/>
                  </a:lnTo>
                  <a:lnTo>
                    <a:pt x="2321753" y="482025"/>
                  </a:lnTo>
                  <a:lnTo>
                    <a:pt x="2326158" y="491826"/>
                  </a:lnTo>
                  <a:lnTo>
                    <a:pt x="2330564" y="459826"/>
                  </a:lnTo>
                  <a:lnTo>
                    <a:pt x="2334969" y="432214"/>
                  </a:lnTo>
                  <a:lnTo>
                    <a:pt x="2339375" y="433871"/>
                  </a:lnTo>
                  <a:lnTo>
                    <a:pt x="2343781" y="465186"/>
                  </a:lnTo>
                  <a:lnTo>
                    <a:pt x="2348186" y="517202"/>
                  </a:lnTo>
                  <a:lnTo>
                    <a:pt x="2352592" y="597351"/>
                  </a:lnTo>
                  <a:lnTo>
                    <a:pt x="2356997" y="657355"/>
                  </a:lnTo>
                  <a:lnTo>
                    <a:pt x="2361403" y="639121"/>
                  </a:lnTo>
                  <a:lnTo>
                    <a:pt x="2365809" y="547247"/>
                  </a:lnTo>
                  <a:lnTo>
                    <a:pt x="2370214" y="451923"/>
                  </a:lnTo>
                  <a:lnTo>
                    <a:pt x="2374620" y="380702"/>
                  </a:lnTo>
                  <a:lnTo>
                    <a:pt x="2379026" y="326980"/>
                  </a:lnTo>
                  <a:lnTo>
                    <a:pt x="2383431" y="279871"/>
                  </a:lnTo>
                  <a:lnTo>
                    <a:pt x="2387837" y="235264"/>
                  </a:lnTo>
                  <a:lnTo>
                    <a:pt x="2392242" y="215413"/>
                  </a:lnTo>
                  <a:lnTo>
                    <a:pt x="2396648" y="194343"/>
                  </a:lnTo>
                  <a:lnTo>
                    <a:pt x="2401054" y="179576"/>
                  </a:lnTo>
                  <a:lnTo>
                    <a:pt x="2405459" y="176258"/>
                  </a:lnTo>
                  <a:lnTo>
                    <a:pt x="2409865" y="175546"/>
                  </a:lnTo>
                  <a:lnTo>
                    <a:pt x="2414270" y="151538"/>
                  </a:lnTo>
                  <a:lnTo>
                    <a:pt x="2418676" y="123473"/>
                  </a:lnTo>
                  <a:lnTo>
                    <a:pt x="2423082" y="107862"/>
                  </a:lnTo>
                  <a:lnTo>
                    <a:pt x="2427487" y="108291"/>
                  </a:lnTo>
                  <a:lnTo>
                    <a:pt x="2431893" y="129166"/>
                  </a:lnTo>
                  <a:lnTo>
                    <a:pt x="2436298" y="158691"/>
                  </a:lnTo>
                  <a:lnTo>
                    <a:pt x="2440704" y="193295"/>
                  </a:lnTo>
                  <a:lnTo>
                    <a:pt x="2445110" y="208285"/>
                  </a:lnTo>
                  <a:lnTo>
                    <a:pt x="2449515" y="185601"/>
                  </a:lnTo>
                  <a:lnTo>
                    <a:pt x="2453921" y="156926"/>
                  </a:lnTo>
                  <a:lnTo>
                    <a:pt x="2458326" y="137395"/>
                  </a:lnTo>
                  <a:lnTo>
                    <a:pt x="2462732" y="112995"/>
                  </a:lnTo>
                  <a:lnTo>
                    <a:pt x="2467138" y="91708"/>
                  </a:lnTo>
                  <a:lnTo>
                    <a:pt x="2471543" y="88450"/>
                  </a:lnTo>
                  <a:lnTo>
                    <a:pt x="2475949" y="92250"/>
                  </a:lnTo>
                  <a:lnTo>
                    <a:pt x="2480354" y="102506"/>
                  </a:lnTo>
                  <a:lnTo>
                    <a:pt x="2484760" y="130651"/>
                  </a:lnTo>
                  <a:lnTo>
                    <a:pt x="2489166" y="173455"/>
                  </a:lnTo>
                  <a:lnTo>
                    <a:pt x="2493571" y="216061"/>
                  </a:lnTo>
                  <a:lnTo>
                    <a:pt x="2497977" y="241885"/>
                  </a:lnTo>
                  <a:lnTo>
                    <a:pt x="2502382" y="250709"/>
                  </a:lnTo>
                  <a:lnTo>
                    <a:pt x="2506788" y="250310"/>
                  </a:lnTo>
                  <a:lnTo>
                    <a:pt x="2511194" y="227435"/>
                  </a:lnTo>
                  <a:lnTo>
                    <a:pt x="2515599" y="180945"/>
                  </a:lnTo>
                  <a:lnTo>
                    <a:pt x="2520005" y="144268"/>
                  </a:lnTo>
                  <a:lnTo>
                    <a:pt x="2524410" y="121042"/>
                  </a:lnTo>
                  <a:lnTo>
                    <a:pt x="2528816" y="95261"/>
                  </a:lnTo>
                  <a:lnTo>
                    <a:pt x="2533222" y="76994"/>
                  </a:lnTo>
                  <a:lnTo>
                    <a:pt x="2537627" y="79356"/>
                  </a:lnTo>
                  <a:lnTo>
                    <a:pt x="2542033" y="98913"/>
                  </a:lnTo>
                  <a:lnTo>
                    <a:pt x="2546438" y="131307"/>
                  </a:lnTo>
                  <a:lnTo>
                    <a:pt x="2550844" y="173433"/>
                  </a:lnTo>
                  <a:lnTo>
                    <a:pt x="2555250" y="227760"/>
                  </a:lnTo>
                  <a:lnTo>
                    <a:pt x="2559655" y="271147"/>
                  </a:lnTo>
                  <a:lnTo>
                    <a:pt x="2564061" y="268824"/>
                  </a:lnTo>
                  <a:lnTo>
                    <a:pt x="2568466" y="234248"/>
                  </a:lnTo>
                  <a:lnTo>
                    <a:pt x="2572872" y="198625"/>
                  </a:lnTo>
                  <a:lnTo>
                    <a:pt x="2577278" y="162902"/>
                  </a:lnTo>
                  <a:lnTo>
                    <a:pt x="2581683" y="136944"/>
                  </a:lnTo>
                  <a:lnTo>
                    <a:pt x="2586089" y="127051"/>
                  </a:lnTo>
                  <a:lnTo>
                    <a:pt x="2590494" y="124926"/>
                  </a:lnTo>
                  <a:lnTo>
                    <a:pt x="2594900" y="147953"/>
                  </a:lnTo>
                  <a:lnTo>
                    <a:pt x="2599306" y="184771"/>
                  </a:lnTo>
                  <a:lnTo>
                    <a:pt x="2603711" y="228167"/>
                  </a:lnTo>
                  <a:lnTo>
                    <a:pt x="2608117" y="272734"/>
                  </a:lnTo>
                  <a:lnTo>
                    <a:pt x="2612523" y="313969"/>
                  </a:lnTo>
                  <a:lnTo>
                    <a:pt x="2616928" y="304676"/>
                  </a:lnTo>
                  <a:lnTo>
                    <a:pt x="2621334" y="291264"/>
                  </a:lnTo>
                  <a:lnTo>
                    <a:pt x="2625739" y="297302"/>
                  </a:lnTo>
                  <a:lnTo>
                    <a:pt x="2630145" y="319327"/>
                  </a:lnTo>
                  <a:lnTo>
                    <a:pt x="2634551" y="351764"/>
                  </a:lnTo>
                  <a:lnTo>
                    <a:pt x="2638956" y="387478"/>
                  </a:lnTo>
                  <a:lnTo>
                    <a:pt x="2643362" y="367997"/>
                  </a:lnTo>
                  <a:lnTo>
                    <a:pt x="2647767" y="280864"/>
                  </a:lnTo>
                  <a:lnTo>
                    <a:pt x="2652173" y="202203"/>
                  </a:lnTo>
                  <a:lnTo>
                    <a:pt x="2656579" y="139305"/>
                  </a:lnTo>
                  <a:lnTo>
                    <a:pt x="2660984" y="94975"/>
                  </a:lnTo>
                  <a:lnTo>
                    <a:pt x="2665390" y="72114"/>
                  </a:lnTo>
                  <a:lnTo>
                    <a:pt x="2669795" y="73941"/>
                  </a:lnTo>
                  <a:lnTo>
                    <a:pt x="2674201" y="73806"/>
                  </a:lnTo>
                  <a:lnTo>
                    <a:pt x="2678607" y="75478"/>
                  </a:lnTo>
                  <a:lnTo>
                    <a:pt x="2683012" y="79564"/>
                  </a:lnTo>
                  <a:lnTo>
                    <a:pt x="2687418" y="93036"/>
                  </a:lnTo>
                  <a:lnTo>
                    <a:pt x="2691823" y="94346"/>
                  </a:lnTo>
                  <a:lnTo>
                    <a:pt x="2696229" y="98589"/>
                  </a:lnTo>
                  <a:lnTo>
                    <a:pt x="2700635" y="111546"/>
                  </a:lnTo>
                  <a:lnTo>
                    <a:pt x="2705040" y="136810"/>
                  </a:lnTo>
                  <a:lnTo>
                    <a:pt x="2709446" y="165061"/>
                  </a:lnTo>
                  <a:lnTo>
                    <a:pt x="2713851" y="208700"/>
                  </a:lnTo>
                  <a:lnTo>
                    <a:pt x="2718257" y="246049"/>
                  </a:lnTo>
                  <a:lnTo>
                    <a:pt x="2722663" y="281911"/>
                  </a:lnTo>
                  <a:lnTo>
                    <a:pt x="2727068" y="319039"/>
                  </a:lnTo>
                  <a:lnTo>
                    <a:pt x="2731474" y="345988"/>
                  </a:lnTo>
                  <a:lnTo>
                    <a:pt x="2735879" y="374758"/>
                  </a:lnTo>
                  <a:lnTo>
                    <a:pt x="2740285" y="429691"/>
                  </a:lnTo>
                  <a:lnTo>
                    <a:pt x="2744691" y="482453"/>
                  </a:lnTo>
                  <a:lnTo>
                    <a:pt x="2749096" y="527376"/>
                  </a:lnTo>
                  <a:lnTo>
                    <a:pt x="2753502" y="567556"/>
                  </a:lnTo>
                  <a:lnTo>
                    <a:pt x="2757907" y="609218"/>
                  </a:lnTo>
                  <a:lnTo>
                    <a:pt x="2762313" y="614472"/>
                  </a:lnTo>
                  <a:lnTo>
                    <a:pt x="2766719" y="604067"/>
                  </a:lnTo>
                  <a:lnTo>
                    <a:pt x="2771124" y="553813"/>
                  </a:lnTo>
                  <a:lnTo>
                    <a:pt x="2775530" y="481669"/>
                  </a:lnTo>
                  <a:lnTo>
                    <a:pt x="2779935" y="415259"/>
                  </a:lnTo>
                  <a:lnTo>
                    <a:pt x="2784341" y="352504"/>
                  </a:lnTo>
                  <a:lnTo>
                    <a:pt x="2788747" y="292423"/>
                  </a:lnTo>
                  <a:lnTo>
                    <a:pt x="2793152" y="240914"/>
                  </a:lnTo>
                  <a:lnTo>
                    <a:pt x="2797558" y="206467"/>
                  </a:lnTo>
                  <a:lnTo>
                    <a:pt x="2801963" y="170464"/>
                  </a:lnTo>
                  <a:lnTo>
                    <a:pt x="2806369" y="136360"/>
                  </a:lnTo>
                  <a:lnTo>
                    <a:pt x="2810775" y="105281"/>
                  </a:lnTo>
                  <a:lnTo>
                    <a:pt x="2815180" y="88187"/>
                  </a:lnTo>
                  <a:lnTo>
                    <a:pt x="2819586" y="74750"/>
                  </a:lnTo>
                  <a:lnTo>
                    <a:pt x="2823991" y="72444"/>
                  </a:lnTo>
                  <a:lnTo>
                    <a:pt x="2828397" y="78441"/>
                  </a:lnTo>
                  <a:lnTo>
                    <a:pt x="2832803" y="84656"/>
                  </a:lnTo>
                  <a:lnTo>
                    <a:pt x="2837208" y="77330"/>
                  </a:lnTo>
                  <a:lnTo>
                    <a:pt x="2841614" y="62004"/>
                  </a:lnTo>
                  <a:lnTo>
                    <a:pt x="2846020" y="42806"/>
                  </a:lnTo>
                  <a:lnTo>
                    <a:pt x="2850425" y="33466"/>
                  </a:lnTo>
                  <a:lnTo>
                    <a:pt x="2854831" y="35930"/>
                  </a:lnTo>
                  <a:lnTo>
                    <a:pt x="2859236" y="37917"/>
                  </a:lnTo>
                  <a:lnTo>
                    <a:pt x="2863642" y="43652"/>
                  </a:lnTo>
                  <a:lnTo>
                    <a:pt x="2868048" y="54810"/>
                  </a:lnTo>
                  <a:lnTo>
                    <a:pt x="2872453" y="63312"/>
                  </a:lnTo>
                  <a:lnTo>
                    <a:pt x="2876859" y="61096"/>
                  </a:lnTo>
                  <a:lnTo>
                    <a:pt x="2881264" y="68252"/>
                  </a:lnTo>
                  <a:lnTo>
                    <a:pt x="2885670" y="89601"/>
                  </a:lnTo>
                  <a:lnTo>
                    <a:pt x="2890076" y="126544"/>
                  </a:lnTo>
                  <a:lnTo>
                    <a:pt x="2894481" y="171216"/>
                  </a:lnTo>
                  <a:lnTo>
                    <a:pt x="2898887" y="225924"/>
                  </a:lnTo>
                  <a:lnTo>
                    <a:pt x="2903292" y="292301"/>
                  </a:lnTo>
                  <a:lnTo>
                    <a:pt x="2907698" y="341606"/>
                  </a:lnTo>
                  <a:lnTo>
                    <a:pt x="2912104" y="352373"/>
                  </a:lnTo>
                  <a:lnTo>
                    <a:pt x="2916509" y="346221"/>
                  </a:lnTo>
                  <a:lnTo>
                    <a:pt x="2920915" y="336681"/>
                  </a:lnTo>
                  <a:lnTo>
                    <a:pt x="2925320" y="307395"/>
                  </a:lnTo>
                  <a:lnTo>
                    <a:pt x="2929726" y="273152"/>
                  </a:lnTo>
                  <a:lnTo>
                    <a:pt x="2934132" y="236255"/>
                  </a:lnTo>
                  <a:lnTo>
                    <a:pt x="2938537" y="185520"/>
                  </a:lnTo>
                  <a:lnTo>
                    <a:pt x="2942943" y="141794"/>
                  </a:lnTo>
                  <a:lnTo>
                    <a:pt x="2947348" y="103315"/>
                  </a:lnTo>
                  <a:lnTo>
                    <a:pt x="2951754" y="75372"/>
                  </a:lnTo>
                  <a:lnTo>
                    <a:pt x="2956160" y="50591"/>
                  </a:lnTo>
                  <a:lnTo>
                    <a:pt x="2960565" y="33705"/>
                  </a:lnTo>
                  <a:lnTo>
                    <a:pt x="2964971" y="21048"/>
                  </a:lnTo>
                  <a:lnTo>
                    <a:pt x="2969376" y="17291"/>
                  </a:lnTo>
                  <a:lnTo>
                    <a:pt x="2973782" y="19441"/>
                  </a:lnTo>
                  <a:lnTo>
                    <a:pt x="2978188" y="24446"/>
                  </a:lnTo>
                  <a:lnTo>
                    <a:pt x="2982593" y="33861"/>
                  </a:lnTo>
                  <a:lnTo>
                    <a:pt x="2986999" y="44812"/>
                  </a:lnTo>
                  <a:lnTo>
                    <a:pt x="2991404" y="53913"/>
                  </a:lnTo>
                  <a:lnTo>
                    <a:pt x="2995810" y="64373"/>
                  </a:lnTo>
                  <a:lnTo>
                    <a:pt x="3000216" y="82823"/>
                  </a:lnTo>
                  <a:lnTo>
                    <a:pt x="3004621" y="107638"/>
                  </a:lnTo>
                  <a:lnTo>
                    <a:pt x="3009027" y="136810"/>
                  </a:lnTo>
                  <a:lnTo>
                    <a:pt x="3013432" y="150041"/>
                  </a:lnTo>
                  <a:lnTo>
                    <a:pt x="3017838" y="146496"/>
                  </a:lnTo>
                  <a:lnTo>
                    <a:pt x="3022244" y="122473"/>
                  </a:lnTo>
                  <a:lnTo>
                    <a:pt x="3026649" y="87494"/>
                  </a:lnTo>
                  <a:lnTo>
                    <a:pt x="3031055" y="65752"/>
                  </a:lnTo>
                  <a:lnTo>
                    <a:pt x="3035460" y="63937"/>
                  </a:lnTo>
                  <a:lnTo>
                    <a:pt x="3039866" y="71574"/>
                  </a:lnTo>
                  <a:lnTo>
                    <a:pt x="3044272" y="92145"/>
                  </a:lnTo>
                  <a:lnTo>
                    <a:pt x="3048677" y="132144"/>
                  </a:lnTo>
                  <a:lnTo>
                    <a:pt x="3053083" y="175136"/>
                  </a:lnTo>
                  <a:lnTo>
                    <a:pt x="3057488" y="217646"/>
                  </a:lnTo>
                  <a:lnTo>
                    <a:pt x="3061894" y="256736"/>
                  </a:lnTo>
                  <a:lnTo>
                    <a:pt x="3066300" y="299108"/>
                  </a:lnTo>
                  <a:lnTo>
                    <a:pt x="3070705" y="343241"/>
                  </a:lnTo>
                  <a:lnTo>
                    <a:pt x="3075111" y="379324"/>
                  </a:lnTo>
                  <a:lnTo>
                    <a:pt x="3079517" y="422945"/>
                  </a:lnTo>
                  <a:lnTo>
                    <a:pt x="3083922" y="448293"/>
                  </a:lnTo>
                  <a:lnTo>
                    <a:pt x="3088328" y="429866"/>
                  </a:lnTo>
                  <a:lnTo>
                    <a:pt x="3092733" y="362128"/>
                  </a:lnTo>
                  <a:lnTo>
                    <a:pt x="3097139" y="312432"/>
                  </a:lnTo>
                  <a:lnTo>
                    <a:pt x="3101545" y="250310"/>
                  </a:lnTo>
                  <a:lnTo>
                    <a:pt x="3105950" y="187071"/>
                  </a:lnTo>
                  <a:lnTo>
                    <a:pt x="3110356" y="134642"/>
                  </a:lnTo>
                  <a:lnTo>
                    <a:pt x="3114761" y="93044"/>
                  </a:lnTo>
                  <a:lnTo>
                    <a:pt x="3119167" y="49736"/>
                  </a:lnTo>
                  <a:lnTo>
                    <a:pt x="3123573" y="26096"/>
                  </a:lnTo>
                  <a:lnTo>
                    <a:pt x="3127978" y="29509"/>
                  </a:lnTo>
                  <a:lnTo>
                    <a:pt x="3132384" y="54516"/>
                  </a:lnTo>
                  <a:lnTo>
                    <a:pt x="3136789" y="107270"/>
                  </a:lnTo>
                  <a:lnTo>
                    <a:pt x="3141195" y="177777"/>
                  </a:lnTo>
                  <a:lnTo>
                    <a:pt x="3145601" y="240459"/>
                  </a:lnTo>
                  <a:lnTo>
                    <a:pt x="3150006" y="262873"/>
                  </a:lnTo>
                  <a:lnTo>
                    <a:pt x="3154412" y="245817"/>
                  </a:lnTo>
                  <a:lnTo>
                    <a:pt x="3158817" y="209432"/>
                  </a:lnTo>
                  <a:lnTo>
                    <a:pt x="3163223" y="175457"/>
                  </a:lnTo>
                  <a:lnTo>
                    <a:pt x="3167629" y="157071"/>
                  </a:lnTo>
                  <a:lnTo>
                    <a:pt x="3172034" y="165114"/>
                  </a:lnTo>
                  <a:lnTo>
                    <a:pt x="3176440" y="206204"/>
                  </a:lnTo>
                  <a:lnTo>
                    <a:pt x="3180845" y="253220"/>
                  </a:lnTo>
                  <a:lnTo>
                    <a:pt x="3185251" y="289288"/>
                  </a:lnTo>
                  <a:lnTo>
                    <a:pt x="3189657" y="278306"/>
                  </a:lnTo>
                  <a:lnTo>
                    <a:pt x="3194062" y="221852"/>
                  </a:lnTo>
                  <a:lnTo>
                    <a:pt x="3198468" y="151842"/>
                  </a:lnTo>
                  <a:lnTo>
                    <a:pt x="3202873" y="95564"/>
                  </a:lnTo>
                  <a:lnTo>
                    <a:pt x="3207279" y="68296"/>
                  </a:lnTo>
                  <a:lnTo>
                    <a:pt x="3211685" y="79341"/>
                  </a:lnTo>
                  <a:lnTo>
                    <a:pt x="3216090" y="99977"/>
                  </a:lnTo>
                  <a:lnTo>
                    <a:pt x="3220496" y="128534"/>
                  </a:lnTo>
                  <a:lnTo>
                    <a:pt x="3224901" y="153941"/>
                  </a:lnTo>
                  <a:lnTo>
                    <a:pt x="3229307" y="166205"/>
                  </a:lnTo>
                  <a:lnTo>
                    <a:pt x="3233713" y="160206"/>
                  </a:lnTo>
                  <a:lnTo>
                    <a:pt x="3238118" y="167657"/>
                  </a:lnTo>
                  <a:lnTo>
                    <a:pt x="3242524" y="180945"/>
                  </a:lnTo>
                  <a:lnTo>
                    <a:pt x="3246929" y="213366"/>
                  </a:lnTo>
                  <a:lnTo>
                    <a:pt x="3251335" y="262363"/>
                  </a:lnTo>
                  <a:lnTo>
                    <a:pt x="3255741" y="307854"/>
                  </a:lnTo>
                  <a:lnTo>
                    <a:pt x="3260146" y="342884"/>
                  </a:lnTo>
                  <a:lnTo>
                    <a:pt x="3264552" y="376279"/>
                  </a:lnTo>
                  <a:lnTo>
                    <a:pt x="3268957" y="399566"/>
                  </a:lnTo>
                  <a:lnTo>
                    <a:pt x="3273363" y="393694"/>
                  </a:lnTo>
                  <a:lnTo>
                    <a:pt x="3277769" y="375280"/>
                  </a:lnTo>
                  <a:lnTo>
                    <a:pt x="3282174" y="344695"/>
                  </a:lnTo>
                  <a:lnTo>
                    <a:pt x="3286580" y="289991"/>
                  </a:lnTo>
                  <a:lnTo>
                    <a:pt x="3290985" y="252549"/>
                  </a:lnTo>
                  <a:lnTo>
                    <a:pt x="3295391" y="226368"/>
                  </a:lnTo>
                  <a:lnTo>
                    <a:pt x="3299797" y="206942"/>
                  </a:lnTo>
                  <a:lnTo>
                    <a:pt x="3304202" y="198129"/>
                  </a:lnTo>
                  <a:lnTo>
                    <a:pt x="3308608" y="191330"/>
                  </a:lnTo>
                  <a:lnTo>
                    <a:pt x="3313014" y="165338"/>
                  </a:lnTo>
                  <a:lnTo>
                    <a:pt x="3317419" y="133873"/>
                  </a:lnTo>
                  <a:lnTo>
                    <a:pt x="3321825" y="110355"/>
                  </a:lnTo>
                  <a:lnTo>
                    <a:pt x="3326230" y="88953"/>
                  </a:lnTo>
                  <a:lnTo>
                    <a:pt x="3330636" y="72106"/>
                  </a:lnTo>
                  <a:lnTo>
                    <a:pt x="3335042" y="60917"/>
                  </a:lnTo>
                  <a:lnTo>
                    <a:pt x="3339447" y="55386"/>
                  </a:lnTo>
                  <a:lnTo>
                    <a:pt x="3343853" y="52713"/>
                  </a:lnTo>
                  <a:lnTo>
                    <a:pt x="3348258" y="53774"/>
                  </a:lnTo>
                  <a:lnTo>
                    <a:pt x="3352664" y="59891"/>
                  </a:lnTo>
                  <a:lnTo>
                    <a:pt x="3357070" y="73926"/>
                  </a:lnTo>
                  <a:lnTo>
                    <a:pt x="3361475" y="92088"/>
                  </a:lnTo>
                  <a:lnTo>
                    <a:pt x="3365881" y="105187"/>
                  </a:lnTo>
                  <a:lnTo>
                    <a:pt x="3370286" y="123109"/>
                  </a:lnTo>
                  <a:lnTo>
                    <a:pt x="3374692" y="138146"/>
                  </a:lnTo>
                  <a:lnTo>
                    <a:pt x="3379098" y="127560"/>
                  </a:lnTo>
                  <a:lnTo>
                    <a:pt x="3383503" y="109110"/>
                  </a:lnTo>
                  <a:lnTo>
                    <a:pt x="3387909" y="92809"/>
                  </a:lnTo>
                  <a:lnTo>
                    <a:pt x="3392314" y="69503"/>
                  </a:lnTo>
                  <a:lnTo>
                    <a:pt x="3396720" y="49901"/>
                  </a:lnTo>
                  <a:lnTo>
                    <a:pt x="3401126" y="49881"/>
                  </a:lnTo>
                  <a:lnTo>
                    <a:pt x="3405531" y="65430"/>
                  </a:lnTo>
                  <a:lnTo>
                    <a:pt x="3409937" y="94028"/>
                  </a:lnTo>
                  <a:lnTo>
                    <a:pt x="3414342" y="145147"/>
                  </a:lnTo>
                  <a:lnTo>
                    <a:pt x="3418748" y="220491"/>
                  </a:lnTo>
                  <a:lnTo>
                    <a:pt x="3423154" y="319327"/>
                  </a:lnTo>
                  <a:lnTo>
                    <a:pt x="3427559" y="424715"/>
                  </a:lnTo>
                  <a:lnTo>
                    <a:pt x="3431965" y="529801"/>
                  </a:lnTo>
                  <a:lnTo>
                    <a:pt x="3436370" y="589943"/>
                  </a:lnTo>
                  <a:lnTo>
                    <a:pt x="3440776" y="615477"/>
                  </a:lnTo>
                  <a:lnTo>
                    <a:pt x="3445182" y="626971"/>
                  </a:lnTo>
                  <a:lnTo>
                    <a:pt x="3449587" y="636607"/>
                  </a:lnTo>
                  <a:lnTo>
                    <a:pt x="3453993" y="610958"/>
                  </a:lnTo>
                  <a:lnTo>
                    <a:pt x="3458398" y="531043"/>
                  </a:lnTo>
                  <a:lnTo>
                    <a:pt x="3462804" y="415176"/>
                  </a:lnTo>
                  <a:lnTo>
                    <a:pt x="3467210" y="321698"/>
                  </a:lnTo>
                  <a:lnTo>
                    <a:pt x="3471615" y="241785"/>
                  </a:lnTo>
                  <a:lnTo>
                    <a:pt x="3476021" y="184863"/>
                  </a:lnTo>
                  <a:lnTo>
                    <a:pt x="3480426" y="156223"/>
                  </a:lnTo>
                  <a:lnTo>
                    <a:pt x="3484832" y="151011"/>
                  </a:lnTo>
                  <a:lnTo>
                    <a:pt x="3489238" y="150324"/>
                  </a:lnTo>
                  <a:lnTo>
                    <a:pt x="3493643" y="160028"/>
                  </a:lnTo>
                  <a:lnTo>
                    <a:pt x="3498049" y="173554"/>
                  </a:lnTo>
                  <a:lnTo>
                    <a:pt x="3502454" y="170834"/>
                  </a:lnTo>
                  <a:lnTo>
                    <a:pt x="3506860" y="160405"/>
                  </a:lnTo>
                  <a:lnTo>
                    <a:pt x="3511266" y="144268"/>
                  </a:lnTo>
                  <a:lnTo>
                    <a:pt x="3515671" y="130351"/>
                  </a:lnTo>
                  <a:lnTo>
                    <a:pt x="3520077" y="129278"/>
                  </a:lnTo>
                  <a:lnTo>
                    <a:pt x="3524482" y="148233"/>
                  </a:lnTo>
                  <a:lnTo>
                    <a:pt x="3528888" y="176883"/>
                  </a:lnTo>
                  <a:lnTo>
                    <a:pt x="3533294" y="228901"/>
                  </a:lnTo>
                  <a:lnTo>
                    <a:pt x="3537699" y="296438"/>
                  </a:lnTo>
                  <a:lnTo>
                    <a:pt x="3542105" y="376374"/>
                  </a:lnTo>
                  <a:lnTo>
                    <a:pt x="3546511" y="456378"/>
                  </a:lnTo>
                  <a:lnTo>
                    <a:pt x="3550916" y="496190"/>
                  </a:lnTo>
                  <a:lnTo>
                    <a:pt x="3555322" y="467233"/>
                  </a:lnTo>
                  <a:lnTo>
                    <a:pt x="3559727" y="396871"/>
                  </a:lnTo>
                  <a:lnTo>
                    <a:pt x="3564133" y="316274"/>
                  </a:lnTo>
                  <a:lnTo>
                    <a:pt x="3568539" y="254867"/>
                  </a:lnTo>
                  <a:lnTo>
                    <a:pt x="3572944" y="215142"/>
                  </a:lnTo>
                  <a:lnTo>
                    <a:pt x="3577350" y="182697"/>
                  </a:lnTo>
                  <a:lnTo>
                    <a:pt x="3581755" y="170583"/>
                  </a:lnTo>
                  <a:lnTo>
                    <a:pt x="3586161" y="170267"/>
                  </a:lnTo>
                  <a:lnTo>
                    <a:pt x="3590567" y="165852"/>
                  </a:lnTo>
                  <a:lnTo>
                    <a:pt x="3594972" y="164708"/>
                  </a:lnTo>
                  <a:lnTo>
                    <a:pt x="3599378" y="180390"/>
                  </a:lnTo>
                  <a:lnTo>
                    <a:pt x="3603783" y="196127"/>
                  </a:lnTo>
                  <a:lnTo>
                    <a:pt x="3608189" y="203732"/>
                  </a:lnTo>
                  <a:lnTo>
                    <a:pt x="3612595" y="204054"/>
                  </a:lnTo>
                  <a:lnTo>
                    <a:pt x="3617000" y="209533"/>
                  </a:lnTo>
                  <a:lnTo>
                    <a:pt x="3621406" y="205955"/>
                  </a:lnTo>
                  <a:lnTo>
                    <a:pt x="3625811" y="196800"/>
                  </a:lnTo>
                  <a:lnTo>
                    <a:pt x="3630217" y="179035"/>
                  </a:lnTo>
                  <a:lnTo>
                    <a:pt x="3634623" y="170507"/>
                  </a:lnTo>
                  <a:lnTo>
                    <a:pt x="3639028" y="171369"/>
                  </a:lnTo>
                  <a:lnTo>
                    <a:pt x="3643434" y="158889"/>
                  </a:lnTo>
                  <a:lnTo>
                    <a:pt x="3647839" y="140673"/>
                  </a:lnTo>
                  <a:lnTo>
                    <a:pt x="3652245" y="132323"/>
                  </a:lnTo>
                  <a:lnTo>
                    <a:pt x="3656651" y="129716"/>
                  </a:lnTo>
                  <a:lnTo>
                    <a:pt x="3661056" y="128162"/>
                  </a:lnTo>
                  <a:lnTo>
                    <a:pt x="3665462" y="155131"/>
                  </a:lnTo>
                  <a:lnTo>
                    <a:pt x="3669867" y="208423"/>
                  </a:lnTo>
                  <a:lnTo>
                    <a:pt x="3674273" y="273991"/>
                  </a:lnTo>
                  <a:lnTo>
                    <a:pt x="3678679" y="353967"/>
                  </a:lnTo>
                  <a:lnTo>
                    <a:pt x="3683084" y="408977"/>
                  </a:lnTo>
                  <a:lnTo>
                    <a:pt x="3687490" y="393058"/>
                  </a:lnTo>
                  <a:lnTo>
                    <a:pt x="3691895" y="347586"/>
                  </a:lnTo>
                  <a:lnTo>
                    <a:pt x="3696301" y="325974"/>
                  </a:lnTo>
                  <a:lnTo>
                    <a:pt x="3700707" y="299553"/>
                  </a:lnTo>
                  <a:lnTo>
                    <a:pt x="3705112" y="292076"/>
                  </a:lnTo>
                  <a:lnTo>
                    <a:pt x="3709518" y="302327"/>
                  </a:lnTo>
                  <a:lnTo>
                    <a:pt x="3713923" y="314289"/>
                  </a:lnTo>
                  <a:lnTo>
                    <a:pt x="3718329" y="319288"/>
                  </a:lnTo>
                  <a:lnTo>
                    <a:pt x="3722735" y="338182"/>
                  </a:lnTo>
                  <a:lnTo>
                    <a:pt x="3727140" y="345076"/>
                  </a:lnTo>
                  <a:lnTo>
                    <a:pt x="3731546" y="341920"/>
                  </a:lnTo>
                  <a:lnTo>
                    <a:pt x="3735951" y="323622"/>
                  </a:lnTo>
                  <a:lnTo>
                    <a:pt x="3740357" y="301698"/>
                  </a:lnTo>
                  <a:lnTo>
                    <a:pt x="3744763" y="273587"/>
                  </a:lnTo>
                  <a:lnTo>
                    <a:pt x="3749168" y="262920"/>
                  </a:lnTo>
                  <a:lnTo>
                    <a:pt x="3753574" y="275075"/>
                  </a:lnTo>
                  <a:lnTo>
                    <a:pt x="3757979" y="307982"/>
                  </a:lnTo>
                  <a:lnTo>
                    <a:pt x="3762385" y="343935"/>
                  </a:lnTo>
                  <a:lnTo>
                    <a:pt x="3766791" y="382209"/>
                  </a:lnTo>
                  <a:lnTo>
                    <a:pt x="3771196" y="404667"/>
                  </a:lnTo>
                  <a:lnTo>
                    <a:pt x="3775602" y="408411"/>
                  </a:lnTo>
                  <a:lnTo>
                    <a:pt x="3780008" y="403475"/>
                  </a:lnTo>
                  <a:lnTo>
                    <a:pt x="3784413" y="390908"/>
                  </a:lnTo>
                  <a:lnTo>
                    <a:pt x="3788819" y="371485"/>
                  </a:lnTo>
                  <a:lnTo>
                    <a:pt x="3793224" y="358539"/>
                  </a:lnTo>
                  <a:lnTo>
                    <a:pt x="3797630" y="340252"/>
                  </a:lnTo>
                  <a:lnTo>
                    <a:pt x="3802036" y="328923"/>
                  </a:lnTo>
                  <a:lnTo>
                    <a:pt x="3806441" y="336804"/>
                  </a:lnTo>
                  <a:lnTo>
                    <a:pt x="3810847" y="366569"/>
                  </a:lnTo>
                  <a:lnTo>
                    <a:pt x="3815252" y="401526"/>
                  </a:lnTo>
                  <a:lnTo>
                    <a:pt x="3819658" y="455185"/>
                  </a:lnTo>
                  <a:lnTo>
                    <a:pt x="3824064" y="507996"/>
                  </a:lnTo>
                  <a:lnTo>
                    <a:pt x="3828469" y="520399"/>
                  </a:lnTo>
                  <a:lnTo>
                    <a:pt x="3832875" y="461271"/>
                  </a:lnTo>
                  <a:lnTo>
                    <a:pt x="3837280" y="383774"/>
                  </a:lnTo>
                  <a:lnTo>
                    <a:pt x="3841686" y="316996"/>
                  </a:lnTo>
                  <a:lnTo>
                    <a:pt x="3846092" y="283396"/>
                  </a:lnTo>
                  <a:lnTo>
                    <a:pt x="3850497" y="270174"/>
                  </a:lnTo>
                  <a:lnTo>
                    <a:pt x="3854903" y="274152"/>
                  </a:lnTo>
                  <a:lnTo>
                    <a:pt x="3859308" y="289802"/>
                  </a:lnTo>
                  <a:lnTo>
                    <a:pt x="3863714" y="288195"/>
                  </a:lnTo>
                  <a:lnTo>
                    <a:pt x="3868120" y="262641"/>
                  </a:lnTo>
                  <a:lnTo>
                    <a:pt x="3872525" y="223686"/>
                  </a:lnTo>
                  <a:lnTo>
                    <a:pt x="3876931" y="183314"/>
                  </a:lnTo>
                  <a:lnTo>
                    <a:pt x="3881336" y="143785"/>
                  </a:lnTo>
                  <a:lnTo>
                    <a:pt x="3885742" y="110260"/>
                  </a:lnTo>
                  <a:lnTo>
                    <a:pt x="3890148" y="78280"/>
                  </a:lnTo>
                  <a:lnTo>
                    <a:pt x="3894553" y="52400"/>
                  </a:lnTo>
                  <a:lnTo>
                    <a:pt x="3898959" y="32091"/>
                  </a:lnTo>
                  <a:lnTo>
                    <a:pt x="3903364" y="24997"/>
                  </a:lnTo>
                  <a:lnTo>
                    <a:pt x="3907770" y="26108"/>
                  </a:lnTo>
                  <a:lnTo>
                    <a:pt x="3912176" y="34828"/>
                  </a:lnTo>
                  <a:lnTo>
                    <a:pt x="3916581" y="43969"/>
                  </a:lnTo>
                  <a:lnTo>
                    <a:pt x="3920987" y="62581"/>
                  </a:lnTo>
                  <a:lnTo>
                    <a:pt x="3925392" y="70865"/>
                  </a:lnTo>
                  <a:lnTo>
                    <a:pt x="3929798" y="76894"/>
                  </a:lnTo>
                  <a:lnTo>
                    <a:pt x="3934204" y="79610"/>
                  </a:lnTo>
                  <a:lnTo>
                    <a:pt x="3938609" y="85515"/>
                  </a:lnTo>
                  <a:lnTo>
                    <a:pt x="3943015" y="85499"/>
                  </a:lnTo>
                  <a:lnTo>
                    <a:pt x="3947420" y="81950"/>
                  </a:lnTo>
                  <a:lnTo>
                    <a:pt x="3951826" y="79510"/>
                  </a:lnTo>
                  <a:lnTo>
                    <a:pt x="3956232" y="71754"/>
                  </a:lnTo>
                  <a:lnTo>
                    <a:pt x="3960637" y="59113"/>
                  </a:lnTo>
                  <a:lnTo>
                    <a:pt x="3965043" y="52046"/>
                  </a:lnTo>
                  <a:lnTo>
                    <a:pt x="3969448" y="53830"/>
                  </a:lnTo>
                  <a:lnTo>
                    <a:pt x="3973854" y="53830"/>
                  </a:lnTo>
                  <a:lnTo>
                    <a:pt x="3978260" y="51373"/>
                  </a:lnTo>
                  <a:lnTo>
                    <a:pt x="3982665" y="46568"/>
                  </a:lnTo>
                  <a:lnTo>
                    <a:pt x="3987071" y="40343"/>
                  </a:lnTo>
                  <a:lnTo>
                    <a:pt x="3991476" y="28314"/>
                  </a:lnTo>
                  <a:lnTo>
                    <a:pt x="3995882" y="19902"/>
                  </a:lnTo>
                  <a:lnTo>
                    <a:pt x="4000288" y="19135"/>
                  </a:lnTo>
                  <a:lnTo>
                    <a:pt x="4004693" y="23192"/>
                  </a:lnTo>
                  <a:lnTo>
                    <a:pt x="4009099" y="35714"/>
                  </a:lnTo>
                  <a:lnTo>
                    <a:pt x="4013505" y="76543"/>
                  </a:lnTo>
                  <a:lnTo>
                    <a:pt x="4017910" y="130277"/>
                  </a:lnTo>
                  <a:lnTo>
                    <a:pt x="4022316" y="197548"/>
                  </a:lnTo>
                  <a:lnTo>
                    <a:pt x="4026721" y="296139"/>
                  </a:lnTo>
                  <a:lnTo>
                    <a:pt x="4031127" y="394434"/>
                  </a:lnTo>
                  <a:lnTo>
                    <a:pt x="4035533" y="433663"/>
                  </a:lnTo>
                  <a:lnTo>
                    <a:pt x="4039938" y="401552"/>
                  </a:lnTo>
                  <a:lnTo>
                    <a:pt x="4044344" y="355504"/>
                  </a:lnTo>
                  <a:lnTo>
                    <a:pt x="4048749" y="301913"/>
                  </a:lnTo>
                  <a:lnTo>
                    <a:pt x="4053155" y="262131"/>
                  </a:lnTo>
                  <a:lnTo>
                    <a:pt x="4057561" y="218391"/>
                  </a:lnTo>
                  <a:lnTo>
                    <a:pt x="4061966" y="197705"/>
                  </a:lnTo>
                  <a:lnTo>
                    <a:pt x="4066372" y="184898"/>
                  </a:lnTo>
                  <a:lnTo>
                    <a:pt x="4070777" y="191625"/>
                  </a:lnTo>
                  <a:lnTo>
                    <a:pt x="4075183" y="196211"/>
                  </a:lnTo>
                  <a:lnTo>
                    <a:pt x="4079589" y="184173"/>
                  </a:lnTo>
                  <a:lnTo>
                    <a:pt x="4083994" y="162194"/>
                  </a:lnTo>
                  <a:lnTo>
                    <a:pt x="4088400" y="144544"/>
                  </a:lnTo>
                  <a:lnTo>
                    <a:pt x="4092805" y="121811"/>
                  </a:lnTo>
                  <a:lnTo>
                    <a:pt x="4097211" y="104279"/>
                  </a:lnTo>
                  <a:lnTo>
                    <a:pt x="4101617" y="113013"/>
                  </a:lnTo>
                  <a:lnTo>
                    <a:pt x="4106022" y="119565"/>
                  </a:lnTo>
                  <a:lnTo>
                    <a:pt x="4110428" y="121358"/>
                  </a:lnTo>
                  <a:lnTo>
                    <a:pt x="4114833" y="126184"/>
                  </a:lnTo>
                  <a:lnTo>
                    <a:pt x="4119239" y="134120"/>
                  </a:lnTo>
                  <a:lnTo>
                    <a:pt x="4123645" y="131730"/>
                  </a:lnTo>
                  <a:lnTo>
                    <a:pt x="4128050" y="150970"/>
                  </a:lnTo>
                  <a:lnTo>
                    <a:pt x="4132456" y="166130"/>
                  </a:lnTo>
                  <a:lnTo>
                    <a:pt x="4136861" y="159108"/>
                  </a:lnTo>
                  <a:lnTo>
                    <a:pt x="4141267" y="130174"/>
                  </a:lnTo>
                  <a:lnTo>
                    <a:pt x="4145673" y="96574"/>
                  </a:lnTo>
                  <a:lnTo>
                    <a:pt x="4150078" y="66661"/>
                  </a:lnTo>
                  <a:lnTo>
                    <a:pt x="4154484" y="41355"/>
                  </a:lnTo>
                  <a:lnTo>
                    <a:pt x="4158889" y="23124"/>
                  </a:lnTo>
                  <a:lnTo>
                    <a:pt x="4163295" y="15508"/>
                  </a:lnTo>
                  <a:lnTo>
                    <a:pt x="4167701" y="12939"/>
                  </a:lnTo>
                  <a:lnTo>
                    <a:pt x="4172106" y="12198"/>
                  </a:lnTo>
                  <a:lnTo>
                    <a:pt x="4176512" y="17565"/>
                  </a:lnTo>
                  <a:lnTo>
                    <a:pt x="4180917" y="31467"/>
                  </a:lnTo>
                  <a:lnTo>
                    <a:pt x="4185323" y="48055"/>
                  </a:lnTo>
                  <a:lnTo>
                    <a:pt x="4189729" y="72721"/>
                  </a:lnTo>
                  <a:lnTo>
                    <a:pt x="4194134" y="99029"/>
                  </a:lnTo>
                  <a:lnTo>
                    <a:pt x="4198540" y="114647"/>
                  </a:lnTo>
                  <a:lnTo>
                    <a:pt x="4202945" y="115627"/>
                  </a:lnTo>
                  <a:lnTo>
                    <a:pt x="4207351" y="110234"/>
                  </a:lnTo>
                  <a:lnTo>
                    <a:pt x="4211757" y="100194"/>
                  </a:lnTo>
                  <a:lnTo>
                    <a:pt x="4216162" y="77062"/>
                  </a:lnTo>
                  <a:lnTo>
                    <a:pt x="4220568" y="72046"/>
                  </a:lnTo>
                  <a:lnTo>
                    <a:pt x="4224973" y="69340"/>
                  </a:lnTo>
                  <a:lnTo>
                    <a:pt x="4229379" y="62068"/>
                  </a:lnTo>
                  <a:lnTo>
                    <a:pt x="4233785" y="57038"/>
                  </a:lnTo>
                  <a:lnTo>
                    <a:pt x="4238190" y="59899"/>
                  </a:lnTo>
                  <a:lnTo>
                    <a:pt x="4242596" y="53648"/>
                  </a:lnTo>
                  <a:lnTo>
                    <a:pt x="4247002" y="66852"/>
                  </a:lnTo>
                  <a:lnTo>
                    <a:pt x="4251407" y="98556"/>
                  </a:lnTo>
                  <a:lnTo>
                    <a:pt x="4255813" y="128543"/>
                  </a:lnTo>
                  <a:lnTo>
                    <a:pt x="4260218" y="145870"/>
                  </a:lnTo>
                  <a:lnTo>
                    <a:pt x="4264624" y="161456"/>
                  </a:lnTo>
                  <a:lnTo>
                    <a:pt x="4269030" y="146506"/>
                  </a:lnTo>
                  <a:lnTo>
                    <a:pt x="4273435" y="127347"/>
                  </a:lnTo>
                  <a:lnTo>
                    <a:pt x="4277841" y="107415"/>
                  </a:lnTo>
                  <a:lnTo>
                    <a:pt x="4282246" y="88665"/>
                  </a:lnTo>
                  <a:lnTo>
                    <a:pt x="4286652" y="87145"/>
                  </a:lnTo>
                  <a:lnTo>
                    <a:pt x="4291058" y="106022"/>
                  </a:lnTo>
                  <a:lnTo>
                    <a:pt x="4295463" y="133457"/>
                  </a:lnTo>
                  <a:lnTo>
                    <a:pt x="4299869" y="165862"/>
                  </a:lnTo>
                  <a:lnTo>
                    <a:pt x="4304274" y="218888"/>
                  </a:lnTo>
                  <a:lnTo>
                    <a:pt x="4308680" y="265894"/>
                  </a:lnTo>
                  <a:lnTo>
                    <a:pt x="4313086" y="290730"/>
                  </a:lnTo>
                  <a:lnTo>
                    <a:pt x="4317491" y="296280"/>
                  </a:lnTo>
                  <a:lnTo>
                    <a:pt x="4321897" y="316824"/>
                  </a:lnTo>
                  <a:lnTo>
                    <a:pt x="4326302" y="348485"/>
                  </a:lnTo>
                  <a:lnTo>
                    <a:pt x="4330708" y="366546"/>
                  </a:lnTo>
                  <a:lnTo>
                    <a:pt x="4335114" y="380871"/>
                  </a:lnTo>
                  <a:lnTo>
                    <a:pt x="4339519" y="388450"/>
                  </a:lnTo>
                  <a:lnTo>
                    <a:pt x="4343925" y="373623"/>
                  </a:lnTo>
                  <a:lnTo>
                    <a:pt x="4348330" y="357560"/>
                  </a:lnTo>
                  <a:lnTo>
                    <a:pt x="4352736" y="329941"/>
                  </a:lnTo>
                  <a:lnTo>
                    <a:pt x="4357142" y="285852"/>
                  </a:lnTo>
                  <a:lnTo>
                    <a:pt x="4361547" y="231458"/>
                  </a:lnTo>
                  <a:lnTo>
                    <a:pt x="4365953" y="189578"/>
                  </a:lnTo>
                  <a:lnTo>
                    <a:pt x="4370358" y="156429"/>
                  </a:lnTo>
                  <a:lnTo>
                    <a:pt x="4374764" y="147743"/>
                  </a:lnTo>
                  <a:lnTo>
                    <a:pt x="4379170" y="163815"/>
                  </a:lnTo>
                  <a:lnTo>
                    <a:pt x="4383575" y="193034"/>
                  </a:lnTo>
                  <a:lnTo>
                    <a:pt x="4387981" y="211831"/>
                  </a:lnTo>
                  <a:lnTo>
                    <a:pt x="4392386" y="211946"/>
                  </a:lnTo>
                  <a:lnTo>
                    <a:pt x="4396792" y="203757"/>
                  </a:lnTo>
                  <a:lnTo>
                    <a:pt x="4401198" y="175880"/>
                  </a:lnTo>
                  <a:lnTo>
                    <a:pt x="4405603" y="139459"/>
                  </a:lnTo>
                  <a:lnTo>
                    <a:pt x="4410009" y="106867"/>
                  </a:lnTo>
                  <a:lnTo>
                    <a:pt x="4414414" y="87089"/>
                  </a:lnTo>
                  <a:lnTo>
                    <a:pt x="4418820" y="71201"/>
                  </a:lnTo>
                  <a:lnTo>
                    <a:pt x="4423226" y="52692"/>
                  </a:lnTo>
                  <a:lnTo>
                    <a:pt x="4427631" y="49049"/>
                  </a:lnTo>
                  <a:lnTo>
                    <a:pt x="4432037" y="57144"/>
                  </a:lnTo>
                  <a:lnTo>
                    <a:pt x="4436442" y="71313"/>
                  </a:lnTo>
                  <a:lnTo>
                    <a:pt x="4440848" y="86804"/>
                  </a:lnTo>
                  <a:lnTo>
                    <a:pt x="4445254" y="124157"/>
                  </a:lnTo>
                  <a:lnTo>
                    <a:pt x="4449659" y="170660"/>
                  </a:lnTo>
                  <a:lnTo>
                    <a:pt x="4454065" y="233236"/>
                  </a:lnTo>
                  <a:lnTo>
                    <a:pt x="4458470" y="308571"/>
                  </a:lnTo>
                  <a:lnTo>
                    <a:pt x="4462876" y="396949"/>
                  </a:lnTo>
                  <a:lnTo>
                    <a:pt x="4467282" y="475618"/>
                  </a:lnTo>
                  <a:lnTo>
                    <a:pt x="4471687" y="537696"/>
                  </a:lnTo>
                  <a:lnTo>
                    <a:pt x="4476093" y="512239"/>
                  </a:lnTo>
                  <a:lnTo>
                    <a:pt x="4480498" y="414762"/>
                  </a:lnTo>
                  <a:lnTo>
                    <a:pt x="4484904" y="328705"/>
                  </a:lnTo>
                  <a:lnTo>
                    <a:pt x="4489310" y="253713"/>
                  </a:lnTo>
                  <a:lnTo>
                    <a:pt x="4493715" y="182400"/>
                  </a:lnTo>
                  <a:lnTo>
                    <a:pt x="4498121" y="131082"/>
                  </a:lnTo>
                  <a:lnTo>
                    <a:pt x="4502527" y="107098"/>
                  </a:lnTo>
                  <a:lnTo>
                    <a:pt x="4506932" y="89905"/>
                  </a:lnTo>
                  <a:lnTo>
                    <a:pt x="4511338" y="83683"/>
                  </a:lnTo>
                  <a:lnTo>
                    <a:pt x="4515743" y="88370"/>
                  </a:lnTo>
                  <a:lnTo>
                    <a:pt x="4520149" y="98490"/>
                  </a:lnTo>
                  <a:lnTo>
                    <a:pt x="4524555" y="107004"/>
                  </a:lnTo>
                  <a:lnTo>
                    <a:pt x="4528960" y="117188"/>
                  </a:lnTo>
                  <a:lnTo>
                    <a:pt x="4533366" y="129585"/>
                  </a:lnTo>
                  <a:lnTo>
                    <a:pt x="4537771" y="155008"/>
                  </a:lnTo>
                  <a:lnTo>
                    <a:pt x="4542177" y="186792"/>
                  </a:lnTo>
                  <a:lnTo>
                    <a:pt x="4546583" y="212265"/>
                  </a:lnTo>
                  <a:lnTo>
                    <a:pt x="4550988" y="211245"/>
                  </a:lnTo>
                  <a:lnTo>
                    <a:pt x="4555394" y="184415"/>
                  </a:lnTo>
                  <a:lnTo>
                    <a:pt x="4559799" y="145018"/>
                  </a:lnTo>
                  <a:lnTo>
                    <a:pt x="4564205" y="101708"/>
                  </a:lnTo>
                  <a:lnTo>
                    <a:pt x="4568611" y="64271"/>
                  </a:lnTo>
                  <a:lnTo>
                    <a:pt x="4573016" y="50944"/>
                  </a:lnTo>
                  <a:lnTo>
                    <a:pt x="4577422" y="57023"/>
                  </a:lnTo>
                  <a:lnTo>
                    <a:pt x="4581827" y="72827"/>
                  </a:lnTo>
                  <a:lnTo>
                    <a:pt x="4586233" y="94820"/>
                  </a:lnTo>
                  <a:lnTo>
                    <a:pt x="4590639" y="125899"/>
                  </a:lnTo>
                  <a:lnTo>
                    <a:pt x="4595044" y="142146"/>
                  </a:lnTo>
                  <a:lnTo>
                    <a:pt x="4599450" y="153134"/>
                  </a:lnTo>
                  <a:lnTo>
                    <a:pt x="4603855" y="155440"/>
                  </a:lnTo>
                  <a:lnTo>
                    <a:pt x="4608261" y="164815"/>
                  </a:lnTo>
                  <a:lnTo>
                    <a:pt x="4612667" y="172224"/>
                  </a:lnTo>
                  <a:lnTo>
                    <a:pt x="4617072" y="193807"/>
                  </a:lnTo>
                  <a:lnTo>
                    <a:pt x="4621478" y="220728"/>
                  </a:lnTo>
                  <a:lnTo>
                    <a:pt x="4625883" y="258481"/>
                  </a:lnTo>
                  <a:lnTo>
                    <a:pt x="4630289" y="281894"/>
                  </a:lnTo>
                  <a:lnTo>
                    <a:pt x="4634695" y="294632"/>
                  </a:lnTo>
                  <a:lnTo>
                    <a:pt x="4639100" y="307560"/>
                  </a:lnTo>
                  <a:lnTo>
                    <a:pt x="4643506" y="318694"/>
                  </a:lnTo>
                  <a:lnTo>
                    <a:pt x="4647911" y="318159"/>
                  </a:lnTo>
                  <a:lnTo>
                    <a:pt x="4652317" y="336292"/>
                  </a:lnTo>
                  <a:lnTo>
                    <a:pt x="4656723" y="367351"/>
                  </a:lnTo>
                  <a:lnTo>
                    <a:pt x="4661128" y="375280"/>
                  </a:lnTo>
                  <a:lnTo>
                    <a:pt x="4665534" y="367720"/>
                  </a:lnTo>
                  <a:lnTo>
                    <a:pt x="4669939" y="375422"/>
                  </a:lnTo>
                  <a:lnTo>
                    <a:pt x="4674345" y="372282"/>
                  </a:lnTo>
                  <a:lnTo>
                    <a:pt x="4678751" y="367674"/>
                  </a:lnTo>
                  <a:lnTo>
                    <a:pt x="4683156" y="389000"/>
                  </a:lnTo>
                  <a:lnTo>
                    <a:pt x="4687562" y="425375"/>
                  </a:lnTo>
                  <a:lnTo>
                    <a:pt x="4691967" y="439176"/>
                  </a:lnTo>
                  <a:lnTo>
                    <a:pt x="4696373" y="439448"/>
                  </a:lnTo>
                  <a:lnTo>
                    <a:pt x="4700779" y="438148"/>
                  </a:lnTo>
                  <a:lnTo>
                    <a:pt x="4705184" y="417787"/>
                  </a:lnTo>
                  <a:lnTo>
                    <a:pt x="4709590" y="397026"/>
                  </a:lnTo>
                  <a:lnTo>
                    <a:pt x="4713995" y="379806"/>
                  </a:lnTo>
                  <a:lnTo>
                    <a:pt x="4718401" y="368668"/>
                  </a:lnTo>
                  <a:lnTo>
                    <a:pt x="4722807" y="356320"/>
                  </a:lnTo>
                  <a:lnTo>
                    <a:pt x="4727212" y="360215"/>
                  </a:lnTo>
                  <a:lnTo>
                    <a:pt x="4731618" y="352177"/>
                  </a:lnTo>
                  <a:lnTo>
                    <a:pt x="4736024" y="330261"/>
                  </a:lnTo>
                  <a:lnTo>
                    <a:pt x="4740429" y="320462"/>
                  </a:lnTo>
                  <a:lnTo>
                    <a:pt x="4744835" y="314647"/>
                  </a:lnTo>
                  <a:lnTo>
                    <a:pt x="4749240" y="298451"/>
                  </a:lnTo>
                  <a:lnTo>
                    <a:pt x="4753646" y="269141"/>
                  </a:lnTo>
                  <a:lnTo>
                    <a:pt x="4758052" y="245512"/>
                  </a:lnTo>
                  <a:lnTo>
                    <a:pt x="4762457" y="234637"/>
                  </a:lnTo>
                  <a:lnTo>
                    <a:pt x="4766863" y="220188"/>
                  </a:lnTo>
                  <a:lnTo>
                    <a:pt x="4771268" y="205208"/>
                  </a:lnTo>
                  <a:lnTo>
                    <a:pt x="4775674" y="196187"/>
                  </a:lnTo>
                  <a:lnTo>
                    <a:pt x="4780080" y="188642"/>
                  </a:lnTo>
                  <a:lnTo>
                    <a:pt x="4784485" y="161046"/>
                  </a:lnTo>
                  <a:lnTo>
                    <a:pt x="4788891" y="133154"/>
                  </a:lnTo>
                  <a:lnTo>
                    <a:pt x="4793296" y="110069"/>
                  </a:lnTo>
                  <a:lnTo>
                    <a:pt x="4797702" y="94664"/>
                  </a:lnTo>
                  <a:lnTo>
                    <a:pt x="4802108" y="84609"/>
                  </a:lnTo>
                  <a:lnTo>
                    <a:pt x="4806513" y="82792"/>
                  </a:lnTo>
                  <a:lnTo>
                    <a:pt x="4810919" y="89705"/>
                  </a:lnTo>
                  <a:lnTo>
                    <a:pt x="4815324" y="102658"/>
                  </a:lnTo>
                  <a:lnTo>
                    <a:pt x="4819730" y="106859"/>
                  </a:lnTo>
                  <a:lnTo>
                    <a:pt x="4824136" y="114700"/>
                  </a:lnTo>
                  <a:lnTo>
                    <a:pt x="4828541" y="130510"/>
                  </a:lnTo>
                  <a:lnTo>
                    <a:pt x="4832947" y="160311"/>
                  </a:lnTo>
                  <a:lnTo>
                    <a:pt x="4837352" y="203238"/>
                  </a:lnTo>
                  <a:lnTo>
                    <a:pt x="4841758" y="273394"/>
                  </a:lnTo>
                  <a:lnTo>
                    <a:pt x="4846164" y="344674"/>
                  </a:lnTo>
                  <a:lnTo>
                    <a:pt x="4850569" y="402736"/>
                  </a:lnTo>
                  <a:lnTo>
                    <a:pt x="4854975" y="424343"/>
                  </a:lnTo>
                  <a:lnTo>
                    <a:pt x="4859380" y="418710"/>
                  </a:lnTo>
                  <a:lnTo>
                    <a:pt x="4863786" y="423201"/>
                  </a:lnTo>
                  <a:lnTo>
                    <a:pt x="4868192" y="447136"/>
                  </a:lnTo>
                  <a:lnTo>
                    <a:pt x="4872597" y="480745"/>
                  </a:lnTo>
                  <a:lnTo>
                    <a:pt x="4877003" y="504946"/>
                  </a:lnTo>
                  <a:lnTo>
                    <a:pt x="4881408" y="508350"/>
                  </a:lnTo>
                  <a:lnTo>
                    <a:pt x="4885814" y="470555"/>
                  </a:lnTo>
                  <a:lnTo>
                    <a:pt x="4890220" y="436795"/>
                  </a:lnTo>
                  <a:lnTo>
                    <a:pt x="4894625" y="428206"/>
                  </a:lnTo>
                  <a:lnTo>
                    <a:pt x="4899031" y="443911"/>
                  </a:lnTo>
                  <a:lnTo>
                    <a:pt x="4903436" y="470555"/>
                  </a:lnTo>
                  <a:lnTo>
                    <a:pt x="4907842" y="523718"/>
                  </a:lnTo>
                  <a:lnTo>
                    <a:pt x="4912248" y="586898"/>
                  </a:lnTo>
                  <a:lnTo>
                    <a:pt x="4916653" y="614296"/>
                  </a:lnTo>
                  <a:lnTo>
                    <a:pt x="4921059" y="591938"/>
                  </a:lnTo>
                  <a:lnTo>
                    <a:pt x="4925464" y="556070"/>
                  </a:lnTo>
                  <a:lnTo>
                    <a:pt x="4929870" y="523134"/>
                  </a:lnTo>
                  <a:lnTo>
                    <a:pt x="4934276" y="499368"/>
                  </a:lnTo>
                  <a:lnTo>
                    <a:pt x="4938681" y="510724"/>
                  </a:lnTo>
                  <a:lnTo>
                    <a:pt x="4943087" y="546791"/>
                  </a:lnTo>
                  <a:lnTo>
                    <a:pt x="4947492" y="604748"/>
                  </a:lnTo>
                  <a:lnTo>
                    <a:pt x="4951898" y="668340"/>
                  </a:lnTo>
                  <a:lnTo>
                    <a:pt x="4956304" y="737291"/>
                  </a:lnTo>
                  <a:lnTo>
                    <a:pt x="4960709" y="775280"/>
                  </a:lnTo>
                  <a:lnTo>
                    <a:pt x="4965115" y="809973"/>
                  </a:lnTo>
                  <a:lnTo>
                    <a:pt x="4969521" y="810221"/>
                  </a:lnTo>
                  <a:lnTo>
                    <a:pt x="4973926" y="820474"/>
                  </a:lnTo>
                  <a:lnTo>
                    <a:pt x="4978332" y="841844"/>
                  </a:lnTo>
                  <a:lnTo>
                    <a:pt x="4982737" y="891977"/>
                  </a:lnTo>
                  <a:lnTo>
                    <a:pt x="4987143" y="956129"/>
                  </a:lnTo>
                  <a:lnTo>
                    <a:pt x="4991549" y="1045078"/>
                  </a:lnTo>
                  <a:lnTo>
                    <a:pt x="4995954" y="1100962"/>
                  </a:lnTo>
                  <a:lnTo>
                    <a:pt x="5000360" y="1167150"/>
                  </a:lnTo>
                  <a:lnTo>
                    <a:pt x="5004765" y="1176981"/>
                  </a:lnTo>
                  <a:lnTo>
                    <a:pt x="5009171" y="1176981"/>
                  </a:lnTo>
                  <a:lnTo>
                    <a:pt x="5013577" y="1187194"/>
                  </a:lnTo>
                  <a:lnTo>
                    <a:pt x="5017982" y="1226428"/>
                  </a:lnTo>
                  <a:lnTo>
                    <a:pt x="5022388" y="1241991"/>
                  </a:lnTo>
                  <a:lnTo>
                    <a:pt x="5026793" y="1255141"/>
                  </a:lnTo>
                  <a:lnTo>
                    <a:pt x="5031199" y="1268984"/>
                  </a:lnTo>
                  <a:lnTo>
                    <a:pt x="5035605" y="1299067"/>
                  </a:lnTo>
                  <a:lnTo>
                    <a:pt x="5040010" y="1324128"/>
                  </a:lnTo>
                  <a:lnTo>
                    <a:pt x="5044416" y="1342269"/>
                  </a:lnTo>
                  <a:lnTo>
                    <a:pt x="5048821" y="1382802"/>
                  </a:lnTo>
                  <a:lnTo>
                    <a:pt x="5053227" y="1420429"/>
                  </a:lnTo>
                  <a:lnTo>
                    <a:pt x="5057633" y="1381709"/>
                  </a:lnTo>
                  <a:lnTo>
                    <a:pt x="5062038" y="1341332"/>
                  </a:lnTo>
                  <a:lnTo>
                    <a:pt x="5066444" y="1275459"/>
                  </a:lnTo>
                  <a:lnTo>
                    <a:pt x="5070849" y="1235030"/>
                  </a:lnTo>
                  <a:lnTo>
                    <a:pt x="5075255" y="1211164"/>
                  </a:lnTo>
                  <a:lnTo>
                    <a:pt x="5079661" y="1196198"/>
                  </a:lnTo>
                  <a:lnTo>
                    <a:pt x="5084066" y="1207201"/>
                  </a:lnTo>
                  <a:lnTo>
                    <a:pt x="5088472" y="1243277"/>
                  </a:lnTo>
                  <a:lnTo>
                    <a:pt x="5092877" y="1270409"/>
                  </a:lnTo>
                  <a:lnTo>
                    <a:pt x="5097283" y="1291217"/>
                  </a:lnTo>
                  <a:lnTo>
                    <a:pt x="5101689" y="1307158"/>
                  </a:lnTo>
                  <a:lnTo>
                    <a:pt x="5106094" y="1282097"/>
                  </a:lnTo>
                  <a:lnTo>
                    <a:pt x="5110500" y="1282097"/>
                  </a:lnTo>
                  <a:lnTo>
                    <a:pt x="5114905" y="1282097"/>
                  </a:lnTo>
                  <a:lnTo>
                    <a:pt x="5119311" y="1282097"/>
                  </a:lnTo>
                  <a:lnTo>
                    <a:pt x="5123717" y="1297478"/>
                  </a:lnTo>
                  <a:lnTo>
                    <a:pt x="5128122" y="1307158"/>
                  </a:lnTo>
                  <a:lnTo>
                    <a:pt x="5132528" y="1276188"/>
                  </a:lnTo>
                  <a:lnTo>
                    <a:pt x="5136933" y="1248484"/>
                  </a:lnTo>
                  <a:lnTo>
                    <a:pt x="5141339" y="1248484"/>
                  </a:lnTo>
                  <a:lnTo>
                    <a:pt x="5145745" y="1248484"/>
                  </a:lnTo>
                  <a:lnTo>
                    <a:pt x="5150150" y="1261971"/>
                  </a:lnTo>
                  <a:lnTo>
                    <a:pt x="5154556" y="1291217"/>
                  </a:lnTo>
                  <a:lnTo>
                    <a:pt x="5158961" y="1342269"/>
                  </a:lnTo>
                  <a:lnTo>
                    <a:pt x="5163367" y="1324128"/>
                  </a:lnTo>
                  <a:lnTo>
                    <a:pt x="5167773" y="1307158"/>
                  </a:lnTo>
                  <a:lnTo>
                    <a:pt x="5172178" y="1307158"/>
                  </a:lnTo>
                  <a:lnTo>
                    <a:pt x="5176584" y="1324128"/>
                  </a:lnTo>
                  <a:lnTo>
                    <a:pt x="5180989" y="1324128"/>
                  </a:lnTo>
                  <a:lnTo>
                    <a:pt x="5185395" y="1361755"/>
                  </a:lnTo>
                  <a:lnTo>
                    <a:pt x="5189801" y="1405681"/>
                  </a:lnTo>
                  <a:lnTo>
                    <a:pt x="5194206" y="1430742"/>
                  </a:lnTo>
                  <a:lnTo>
                    <a:pt x="5198612" y="1430742"/>
                  </a:lnTo>
                  <a:lnTo>
                    <a:pt x="5203018" y="1430742"/>
                  </a:lnTo>
                  <a:lnTo>
                    <a:pt x="5207423" y="1430742"/>
                  </a:lnTo>
                  <a:lnTo>
                    <a:pt x="5211829" y="1430742"/>
                  </a:lnTo>
                  <a:lnTo>
                    <a:pt x="5216234" y="1430742"/>
                  </a:lnTo>
                  <a:lnTo>
                    <a:pt x="5220640" y="1430742"/>
                  </a:lnTo>
                  <a:lnTo>
                    <a:pt x="5225046" y="1405681"/>
                  </a:lnTo>
                  <a:lnTo>
                    <a:pt x="5229451" y="1361755"/>
                  </a:lnTo>
                  <a:lnTo>
                    <a:pt x="5233857" y="1342269"/>
                  </a:lnTo>
                  <a:lnTo>
                    <a:pt x="5238262" y="1324128"/>
                  </a:lnTo>
                  <a:lnTo>
                    <a:pt x="5242668" y="1324128"/>
                  </a:lnTo>
                  <a:lnTo>
                    <a:pt x="5247074" y="1342269"/>
                  </a:lnTo>
                  <a:lnTo>
                    <a:pt x="5251479" y="1382802"/>
                  </a:lnTo>
                  <a:lnTo>
                    <a:pt x="5255885" y="1405681"/>
                  </a:lnTo>
                  <a:lnTo>
                    <a:pt x="5260290" y="1430742"/>
                  </a:lnTo>
                  <a:lnTo>
                    <a:pt x="5264696" y="1430742"/>
                  </a:lnTo>
                  <a:lnTo>
                    <a:pt x="5269102" y="1430742"/>
                  </a:lnTo>
                  <a:lnTo>
                    <a:pt x="5273507" y="1430742"/>
                  </a:lnTo>
                  <a:lnTo>
                    <a:pt x="5277913" y="1430742"/>
                  </a:lnTo>
                  <a:lnTo>
                    <a:pt x="5282318" y="1430742"/>
                  </a:lnTo>
                  <a:lnTo>
                    <a:pt x="5286724" y="1430742"/>
                  </a:lnTo>
                  <a:lnTo>
                    <a:pt x="5291130" y="1430742"/>
                  </a:lnTo>
                  <a:lnTo>
                    <a:pt x="5295535" y="1430742"/>
                  </a:lnTo>
                  <a:lnTo>
                    <a:pt x="5299941" y="1430742"/>
                  </a:lnTo>
                  <a:lnTo>
                    <a:pt x="5304346" y="1405681"/>
                  </a:lnTo>
                  <a:lnTo>
                    <a:pt x="5308752" y="1361755"/>
                  </a:lnTo>
                  <a:lnTo>
                    <a:pt x="5313158" y="1291217"/>
                  </a:lnTo>
                  <a:lnTo>
                    <a:pt x="5317563" y="1211735"/>
                  </a:lnTo>
                  <a:lnTo>
                    <a:pt x="5321969" y="1179497"/>
                  </a:lnTo>
                  <a:lnTo>
                    <a:pt x="5326374" y="1189810"/>
                  </a:lnTo>
                  <a:lnTo>
                    <a:pt x="5330780" y="1211735"/>
                  </a:lnTo>
                  <a:lnTo>
                    <a:pt x="5335186" y="1261971"/>
                  </a:lnTo>
                  <a:lnTo>
                    <a:pt x="5339591" y="1361755"/>
                  </a:lnTo>
                  <a:lnTo>
                    <a:pt x="5343997" y="1430742"/>
                  </a:lnTo>
                  <a:lnTo>
                    <a:pt x="5348402" y="1405681"/>
                  </a:lnTo>
                  <a:lnTo>
                    <a:pt x="5352808" y="1361755"/>
                  </a:lnTo>
                  <a:lnTo>
                    <a:pt x="5357214" y="1324128"/>
                  </a:lnTo>
                  <a:lnTo>
                    <a:pt x="5361619" y="1324128"/>
                  </a:lnTo>
                  <a:lnTo>
                    <a:pt x="5366025" y="1324128"/>
                  </a:lnTo>
                  <a:lnTo>
                    <a:pt x="5370430" y="1342269"/>
                  </a:lnTo>
                  <a:lnTo>
                    <a:pt x="5374836" y="1382802"/>
                  </a:lnTo>
                  <a:lnTo>
                    <a:pt x="5379242" y="1430742"/>
                  </a:lnTo>
                  <a:lnTo>
                    <a:pt x="5383647" y="1405681"/>
                  </a:lnTo>
                  <a:lnTo>
                    <a:pt x="5388053" y="1361755"/>
                  </a:lnTo>
                  <a:lnTo>
                    <a:pt x="5392458" y="1324128"/>
                  </a:lnTo>
                  <a:lnTo>
                    <a:pt x="5396864" y="1307158"/>
                  </a:lnTo>
                  <a:lnTo>
                    <a:pt x="5401270" y="1307158"/>
                  </a:lnTo>
                  <a:lnTo>
                    <a:pt x="5405675" y="1324128"/>
                  </a:lnTo>
                  <a:lnTo>
                    <a:pt x="5410081" y="1361755"/>
                  </a:lnTo>
                  <a:lnTo>
                    <a:pt x="5414486" y="1405681"/>
                  </a:lnTo>
                  <a:lnTo>
                    <a:pt x="5418892" y="1405681"/>
                  </a:lnTo>
                  <a:lnTo>
                    <a:pt x="5423298" y="1382802"/>
                  </a:lnTo>
                  <a:lnTo>
                    <a:pt x="5427703" y="1342269"/>
                  </a:lnTo>
                  <a:lnTo>
                    <a:pt x="5432109" y="1324128"/>
                  </a:lnTo>
                  <a:lnTo>
                    <a:pt x="5436515" y="1324128"/>
                  </a:lnTo>
                  <a:lnTo>
                    <a:pt x="5440920" y="1342269"/>
                  </a:lnTo>
                  <a:lnTo>
                    <a:pt x="5445326" y="1361755"/>
                  </a:lnTo>
                  <a:lnTo>
                    <a:pt x="5449731" y="1405681"/>
                  </a:lnTo>
                  <a:lnTo>
                    <a:pt x="5454137" y="1430742"/>
                  </a:lnTo>
                  <a:lnTo>
                    <a:pt x="5458543" y="1430742"/>
                  </a:lnTo>
                  <a:lnTo>
                    <a:pt x="5462948" y="1430742"/>
                  </a:lnTo>
                  <a:lnTo>
                    <a:pt x="5467354" y="1430742"/>
                  </a:lnTo>
                  <a:lnTo>
                    <a:pt x="5471759" y="1430742"/>
                  </a:lnTo>
                  <a:lnTo>
                    <a:pt x="5476165" y="1430742"/>
                  </a:lnTo>
                  <a:lnTo>
                    <a:pt x="5480571" y="1430742"/>
                  </a:lnTo>
                  <a:lnTo>
                    <a:pt x="5484976" y="1430742"/>
                  </a:lnTo>
                  <a:lnTo>
                    <a:pt x="5489382" y="1430742"/>
                  </a:lnTo>
                  <a:lnTo>
                    <a:pt x="5493787" y="1430742"/>
                  </a:lnTo>
                  <a:lnTo>
                    <a:pt x="5498193" y="1430742"/>
                  </a:lnTo>
                  <a:lnTo>
                    <a:pt x="5502599" y="1430742"/>
                  </a:lnTo>
                  <a:lnTo>
                    <a:pt x="5507004" y="1430742"/>
                  </a:lnTo>
                  <a:lnTo>
                    <a:pt x="5511410" y="1430742"/>
                  </a:lnTo>
                  <a:lnTo>
                    <a:pt x="5515815" y="1405681"/>
                  </a:lnTo>
                  <a:lnTo>
                    <a:pt x="5520221" y="1361755"/>
                  </a:lnTo>
                  <a:lnTo>
                    <a:pt x="5524627" y="1342269"/>
                  </a:lnTo>
                  <a:lnTo>
                    <a:pt x="5529032" y="1324128"/>
                  </a:lnTo>
                  <a:lnTo>
                    <a:pt x="5533438" y="1291217"/>
                  </a:lnTo>
                  <a:lnTo>
                    <a:pt x="5537843" y="1291217"/>
                  </a:lnTo>
                  <a:lnTo>
                    <a:pt x="5542249" y="1307158"/>
                  </a:lnTo>
                  <a:lnTo>
                    <a:pt x="5546655" y="1324128"/>
                  </a:lnTo>
                  <a:lnTo>
                    <a:pt x="5551060" y="1342269"/>
                  </a:lnTo>
                  <a:lnTo>
                    <a:pt x="5555466" y="1361755"/>
                  </a:lnTo>
                  <a:lnTo>
                    <a:pt x="5559871" y="1361755"/>
                  </a:lnTo>
                  <a:lnTo>
                    <a:pt x="5564277" y="1324128"/>
                  </a:lnTo>
                  <a:lnTo>
                    <a:pt x="5568683" y="1276188"/>
                  </a:lnTo>
                  <a:lnTo>
                    <a:pt x="5573088" y="1253126"/>
                  </a:lnTo>
                  <a:lnTo>
                    <a:pt x="5577494" y="1266156"/>
                  </a:lnTo>
                  <a:lnTo>
                    <a:pt x="5581899" y="1266156"/>
                  </a:lnTo>
                  <a:lnTo>
                    <a:pt x="5586305" y="1280607"/>
                  </a:lnTo>
                  <a:lnTo>
                    <a:pt x="5590711" y="1312135"/>
                  </a:lnTo>
                  <a:lnTo>
                    <a:pt x="5595116" y="1341332"/>
                  </a:lnTo>
                  <a:lnTo>
                    <a:pt x="5599522" y="1342269"/>
                  </a:lnTo>
                  <a:lnTo>
                    <a:pt x="5603927" y="1361755"/>
                  </a:lnTo>
                  <a:lnTo>
                    <a:pt x="5608333" y="1405681"/>
                  </a:lnTo>
                  <a:lnTo>
                    <a:pt x="5612739" y="1430742"/>
                  </a:lnTo>
                  <a:lnTo>
                    <a:pt x="5617144" y="1430742"/>
                  </a:lnTo>
                  <a:lnTo>
                    <a:pt x="5621550" y="1430742"/>
                  </a:lnTo>
                  <a:lnTo>
                    <a:pt x="5625955" y="1430742"/>
                  </a:lnTo>
                  <a:lnTo>
                    <a:pt x="5630361" y="1430742"/>
                  </a:lnTo>
                  <a:lnTo>
                    <a:pt x="5634767" y="1430742"/>
                  </a:lnTo>
                  <a:lnTo>
                    <a:pt x="5639172" y="1430742"/>
                  </a:lnTo>
                  <a:lnTo>
                    <a:pt x="5643578" y="1430742"/>
                  </a:lnTo>
                  <a:lnTo>
                    <a:pt x="5647983" y="1430742"/>
                  </a:lnTo>
                  <a:lnTo>
                    <a:pt x="5652389" y="1430742"/>
                  </a:lnTo>
                  <a:lnTo>
                    <a:pt x="5656795" y="1430742"/>
                  </a:lnTo>
                  <a:lnTo>
                    <a:pt x="5661200" y="1430742"/>
                  </a:lnTo>
                  <a:lnTo>
                    <a:pt x="5665606" y="1382802"/>
                  </a:lnTo>
                  <a:lnTo>
                    <a:pt x="5670012" y="1324128"/>
                  </a:lnTo>
                  <a:lnTo>
                    <a:pt x="5674417" y="1266156"/>
                  </a:lnTo>
                  <a:lnTo>
                    <a:pt x="5678823" y="1227033"/>
                  </a:lnTo>
                  <a:lnTo>
                    <a:pt x="5683228" y="1192985"/>
                  </a:lnTo>
                  <a:lnTo>
                    <a:pt x="5687634" y="1175981"/>
                  </a:lnTo>
                  <a:lnTo>
                    <a:pt x="5692040" y="1189285"/>
                  </a:lnTo>
                  <a:lnTo>
                    <a:pt x="5696445" y="1231309"/>
                  </a:lnTo>
                  <a:lnTo>
                    <a:pt x="5700851" y="1271124"/>
                  </a:lnTo>
                  <a:lnTo>
                    <a:pt x="5705256" y="1318063"/>
                  </a:lnTo>
                  <a:lnTo>
                    <a:pt x="5709662" y="1389459"/>
                  </a:lnTo>
                  <a:lnTo>
                    <a:pt x="5714068" y="1430742"/>
                  </a:lnTo>
                  <a:lnTo>
                    <a:pt x="5718473" y="1405681"/>
                  </a:lnTo>
                  <a:lnTo>
                    <a:pt x="5722879" y="1382802"/>
                  </a:lnTo>
                  <a:lnTo>
                    <a:pt x="5727284" y="1358739"/>
                  </a:lnTo>
                  <a:lnTo>
                    <a:pt x="5731690" y="1339467"/>
                  </a:lnTo>
                  <a:lnTo>
                    <a:pt x="5736096" y="1339467"/>
                  </a:lnTo>
                  <a:lnTo>
                    <a:pt x="5740501" y="1358739"/>
                  </a:lnTo>
                  <a:lnTo>
                    <a:pt x="5744907" y="1339467"/>
                  </a:lnTo>
                  <a:lnTo>
                    <a:pt x="5749312" y="1291992"/>
                  </a:lnTo>
                  <a:lnTo>
                    <a:pt x="5753718" y="1249142"/>
                  </a:lnTo>
                  <a:lnTo>
                    <a:pt x="5758124" y="1224021"/>
                  </a:lnTo>
                  <a:lnTo>
                    <a:pt x="5762529" y="1224021"/>
                  </a:lnTo>
                  <a:lnTo>
                    <a:pt x="5766935" y="1249142"/>
                  </a:lnTo>
                  <a:lnTo>
                    <a:pt x="5771340" y="1307158"/>
                  </a:lnTo>
                  <a:lnTo>
                    <a:pt x="5775746" y="1382802"/>
                  </a:lnTo>
                  <a:lnTo>
                    <a:pt x="5780152" y="1430742"/>
                  </a:lnTo>
                  <a:lnTo>
                    <a:pt x="5784557" y="1430742"/>
                  </a:lnTo>
                  <a:lnTo>
                    <a:pt x="5788963" y="1430742"/>
                  </a:lnTo>
                  <a:lnTo>
                    <a:pt x="5793368" y="1430742"/>
                  </a:lnTo>
                  <a:lnTo>
                    <a:pt x="5797774" y="1430742"/>
                  </a:lnTo>
                  <a:lnTo>
                    <a:pt x="5802180" y="1430742"/>
                  </a:lnTo>
                  <a:lnTo>
                    <a:pt x="5806585" y="1430742"/>
                  </a:lnTo>
                  <a:lnTo>
                    <a:pt x="5810991" y="1430742"/>
                  </a:lnTo>
                  <a:lnTo>
                    <a:pt x="5815396" y="1430742"/>
                  </a:lnTo>
                  <a:lnTo>
                    <a:pt x="5819802" y="1430742"/>
                  </a:lnTo>
                  <a:lnTo>
                    <a:pt x="5824208" y="1430742"/>
                  </a:lnTo>
                  <a:lnTo>
                    <a:pt x="5828613" y="1430742"/>
                  </a:lnTo>
                  <a:lnTo>
                    <a:pt x="5833019" y="1430742"/>
                  </a:lnTo>
                  <a:lnTo>
                    <a:pt x="5837424" y="1430742"/>
                  </a:lnTo>
                  <a:lnTo>
                    <a:pt x="5841830" y="1430742"/>
                  </a:lnTo>
                  <a:lnTo>
                    <a:pt x="5846236" y="1430742"/>
                  </a:lnTo>
                  <a:lnTo>
                    <a:pt x="5850641" y="1430742"/>
                  </a:lnTo>
                  <a:lnTo>
                    <a:pt x="5855047" y="1430742"/>
                  </a:lnTo>
                  <a:lnTo>
                    <a:pt x="5859452" y="1430742"/>
                  </a:lnTo>
                  <a:lnTo>
                    <a:pt x="5863858" y="1430742"/>
                  </a:lnTo>
                  <a:lnTo>
                    <a:pt x="5868264" y="1430742"/>
                  </a:lnTo>
                  <a:lnTo>
                    <a:pt x="5872669" y="1430742"/>
                  </a:lnTo>
                  <a:lnTo>
                    <a:pt x="5877075" y="1430742"/>
                  </a:lnTo>
                  <a:lnTo>
                    <a:pt x="5881480" y="1430742"/>
                  </a:lnTo>
                  <a:lnTo>
                    <a:pt x="5885886" y="1430742"/>
                  </a:lnTo>
                  <a:lnTo>
                    <a:pt x="5890292" y="1430742"/>
                  </a:lnTo>
                  <a:lnTo>
                    <a:pt x="5894697" y="1430742"/>
                  </a:lnTo>
                  <a:lnTo>
                    <a:pt x="5899103" y="1430742"/>
                  </a:lnTo>
                  <a:lnTo>
                    <a:pt x="5903509" y="1430742"/>
                  </a:lnTo>
                  <a:lnTo>
                    <a:pt x="5907914" y="1430742"/>
                  </a:lnTo>
                  <a:lnTo>
                    <a:pt x="5912320" y="1430742"/>
                  </a:lnTo>
                  <a:lnTo>
                    <a:pt x="5916725" y="1430742"/>
                  </a:lnTo>
                  <a:lnTo>
                    <a:pt x="5921131" y="1430742"/>
                  </a:lnTo>
                  <a:lnTo>
                    <a:pt x="5925537" y="1430742"/>
                  </a:lnTo>
                  <a:lnTo>
                    <a:pt x="5929942" y="1430742"/>
                  </a:lnTo>
                  <a:lnTo>
                    <a:pt x="5934348" y="1430742"/>
                  </a:lnTo>
                  <a:lnTo>
                    <a:pt x="5938753" y="1382802"/>
                  </a:lnTo>
                  <a:lnTo>
                    <a:pt x="5943159" y="1307158"/>
                  </a:lnTo>
                  <a:lnTo>
                    <a:pt x="5947565" y="1261971"/>
                  </a:lnTo>
                  <a:lnTo>
                    <a:pt x="5951970" y="1236910"/>
                  </a:lnTo>
                  <a:lnTo>
                    <a:pt x="5956376" y="1236910"/>
                  </a:lnTo>
                  <a:lnTo>
                    <a:pt x="5960781" y="1263359"/>
                  </a:lnTo>
                  <a:lnTo>
                    <a:pt x="5965187" y="1325887"/>
                  </a:lnTo>
                  <a:lnTo>
                    <a:pt x="5969593" y="1385002"/>
                  </a:lnTo>
                  <a:lnTo>
                    <a:pt x="5973998" y="1430742"/>
                  </a:lnTo>
                  <a:lnTo>
                    <a:pt x="5978404" y="1430742"/>
                  </a:lnTo>
                  <a:lnTo>
                    <a:pt x="5982809" y="1430742"/>
                  </a:lnTo>
                  <a:lnTo>
                    <a:pt x="5987215" y="1430742"/>
                  </a:lnTo>
                  <a:lnTo>
                    <a:pt x="5991621" y="1430742"/>
                  </a:lnTo>
                  <a:lnTo>
                    <a:pt x="5996026" y="1430742"/>
                  </a:lnTo>
                  <a:lnTo>
                    <a:pt x="6000432" y="1430742"/>
                  </a:lnTo>
                  <a:lnTo>
                    <a:pt x="6004837" y="1430742"/>
                  </a:lnTo>
                  <a:lnTo>
                    <a:pt x="6009243" y="1430742"/>
                  </a:lnTo>
                  <a:lnTo>
                    <a:pt x="6013649" y="1430742"/>
                  </a:lnTo>
                  <a:lnTo>
                    <a:pt x="6018054" y="1430742"/>
                  </a:lnTo>
                  <a:lnTo>
                    <a:pt x="6022460" y="1430742"/>
                  </a:lnTo>
                  <a:lnTo>
                    <a:pt x="6026865" y="1405681"/>
                  </a:lnTo>
                  <a:lnTo>
                    <a:pt x="6031271" y="1361755"/>
                  </a:lnTo>
                  <a:lnTo>
                    <a:pt x="6035677" y="1342269"/>
                  </a:lnTo>
                  <a:lnTo>
                    <a:pt x="6040082" y="1342269"/>
                  </a:lnTo>
                  <a:lnTo>
                    <a:pt x="6044488" y="1342269"/>
                  </a:lnTo>
                  <a:lnTo>
                    <a:pt x="6048893" y="1361755"/>
                  </a:lnTo>
                  <a:lnTo>
                    <a:pt x="6053299" y="1361755"/>
                  </a:lnTo>
                  <a:lnTo>
                    <a:pt x="6057705" y="1342269"/>
                  </a:lnTo>
                  <a:lnTo>
                    <a:pt x="6062110" y="1266156"/>
                  </a:lnTo>
                  <a:lnTo>
                    <a:pt x="6066516" y="1215187"/>
                  </a:lnTo>
                  <a:lnTo>
                    <a:pt x="6070921" y="1177482"/>
                  </a:lnTo>
                  <a:lnTo>
                    <a:pt x="6075327" y="1187715"/>
                  </a:lnTo>
                  <a:lnTo>
                    <a:pt x="6079733" y="1209458"/>
                  </a:lnTo>
                  <a:lnTo>
                    <a:pt x="6084138" y="1268984"/>
                  </a:lnTo>
                  <a:lnTo>
                    <a:pt x="6088544" y="1333042"/>
                  </a:lnTo>
                  <a:lnTo>
                    <a:pt x="6092949" y="1405681"/>
                  </a:lnTo>
                  <a:lnTo>
                    <a:pt x="6097355" y="1430742"/>
                  </a:lnTo>
                  <a:lnTo>
                    <a:pt x="6101761" y="1430742"/>
                  </a:lnTo>
                  <a:lnTo>
                    <a:pt x="6106166" y="1430742"/>
                  </a:lnTo>
                  <a:lnTo>
                    <a:pt x="6110572" y="1430742"/>
                  </a:lnTo>
                  <a:lnTo>
                    <a:pt x="6114977" y="1405681"/>
                  </a:lnTo>
                  <a:lnTo>
                    <a:pt x="6119383" y="1361755"/>
                  </a:lnTo>
                  <a:lnTo>
                    <a:pt x="6123789" y="1342269"/>
                  </a:lnTo>
                  <a:lnTo>
                    <a:pt x="6128194" y="1342269"/>
                  </a:lnTo>
                  <a:lnTo>
                    <a:pt x="6132600" y="1342269"/>
                  </a:lnTo>
                  <a:lnTo>
                    <a:pt x="6137006" y="1361755"/>
                  </a:lnTo>
                  <a:lnTo>
                    <a:pt x="6141411" y="1405681"/>
                  </a:lnTo>
                  <a:lnTo>
                    <a:pt x="6145817" y="1430742"/>
                  </a:lnTo>
                  <a:lnTo>
                    <a:pt x="6150222" y="1430742"/>
                  </a:lnTo>
                  <a:lnTo>
                    <a:pt x="6154628" y="1430742"/>
                  </a:lnTo>
                  <a:lnTo>
                    <a:pt x="6159034" y="1430742"/>
                  </a:lnTo>
                  <a:lnTo>
                    <a:pt x="6163439" y="1405681"/>
                  </a:lnTo>
                  <a:lnTo>
                    <a:pt x="6167845" y="1361755"/>
                  </a:lnTo>
                  <a:lnTo>
                    <a:pt x="6172250" y="1261971"/>
                  </a:lnTo>
                  <a:lnTo>
                    <a:pt x="6176656" y="1207201"/>
                  </a:lnTo>
                  <a:lnTo>
                    <a:pt x="6181062" y="1185636"/>
                  </a:lnTo>
                  <a:lnTo>
                    <a:pt x="6185467" y="1196198"/>
                  </a:lnTo>
                  <a:lnTo>
                    <a:pt x="6189873" y="1218685"/>
                  </a:lnTo>
                  <a:lnTo>
                    <a:pt x="6194278" y="1300665"/>
                  </a:lnTo>
                  <a:lnTo>
                    <a:pt x="6198684" y="1382802"/>
                  </a:lnTo>
                  <a:lnTo>
                    <a:pt x="6203090" y="1430742"/>
                  </a:lnTo>
                  <a:lnTo>
                    <a:pt x="6207495" y="1430742"/>
                  </a:lnTo>
                  <a:lnTo>
                    <a:pt x="6211901" y="1430742"/>
                  </a:lnTo>
                  <a:lnTo>
                    <a:pt x="6216306" y="1430742"/>
                  </a:lnTo>
                  <a:lnTo>
                    <a:pt x="6220712" y="1430742"/>
                  </a:lnTo>
                  <a:lnTo>
                    <a:pt x="6225118" y="1430742"/>
                  </a:lnTo>
                  <a:lnTo>
                    <a:pt x="6229523" y="1430742"/>
                  </a:lnTo>
                  <a:lnTo>
                    <a:pt x="6233929" y="1392852"/>
                  </a:lnTo>
                  <a:lnTo>
                    <a:pt x="6238334" y="1350860"/>
                  </a:lnTo>
                  <a:lnTo>
                    <a:pt x="6242740" y="1332137"/>
                  </a:lnTo>
                  <a:lnTo>
                    <a:pt x="6247146" y="1332137"/>
                  </a:lnTo>
                  <a:lnTo>
                    <a:pt x="6251551" y="1332137"/>
                  </a:lnTo>
                  <a:lnTo>
                    <a:pt x="6255957" y="1361755"/>
                  </a:lnTo>
                  <a:lnTo>
                    <a:pt x="6260362" y="1405681"/>
                  </a:lnTo>
                  <a:lnTo>
                    <a:pt x="6264768" y="1405681"/>
                  </a:lnTo>
                  <a:lnTo>
                    <a:pt x="6269174" y="1361755"/>
                  </a:lnTo>
                  <a:lnTo>
                    <a:pt x="6273579" y="1342269"/>
                  </a:lnTo>
                  <a:lnTo>
                    <a:pt x="6277985" y="1342269"/>
                  </a:lnTo>
                  <a:lnTo>
                    <a:pt x="6282390" y="1342269"/>
                  </a:lnTo>
                  <a:lnTo>
                    <a:pt x="6286796" y="1361755"/>
                  </a:lnTo>
                  <a:lnTo>
                    <a:pt x="6291202" y="1405681"/>
                  </a:lnTo>
                  <a:lnTo>
                    <a:pt x="6295607" y="1430742"/>
                  </a:lnTo>
                  <a:lnTo>
                    <a:pt x="6300013" y="1430742"/>
                  </a:lnTo>
                  <a:lnTo>
                    <a:pt x="6304418" y="1361755"/>
                  </a:lnTo>
                  <a:lnTo>
                    <a:pt x="6308824" y="1291217"/>
                  </a:lnTo>
                  <a:lnTo>
                    <a:pt x="6313230" y="1274731"/>
                  </a:lnTo>
                  <a:lnTo>
                    <a:pt x="6317635" y="1274731"/>
                  </a:lnTo>
                  <a:lnTo>
                    <a:pt x="6322041" y="1274731"/>
                  </a:lnTo>
                  <a:lnTo>
                    <a:pt x="6326446" y="1322381"/>
                  </a:lnTo>
                  <a:lnTo>
                    <a:pt x="6330852" y="1380620"/>
                  </a:lnTo>
                  <a:lnTo>
                    <a:pt x="6335258" y="1342269"/>
                  </a:lnTo>
                  <a:lnTo>
                    <a:pt x="6339663" y="1276188"/>
                  </a:lnTo>
                  <a:lnTo>
                    <a:pt x="6344069" y="1248484"/>
                  </a:lnTo>
                  <a:lnTo>
                    <a:pt x="6348474" y="1248484"/>
                  </a:lnTo>
                  <a:lnTo>
                    <a:pt x="6352880" y="1261971"/>
                  </a:lnTo>
                  <a:lnTo>
                    <a:pt x="6357286" y="1307158"/>
                  </a:lnTo>
                  <a:lnTo>
                    <a:pt x="6361691" y="1382802"/>
                  </a:lnTo>
                  <a:lnTo>
                    <a:pt x="6366097" y="1430742"/>
                  </a:lnTo>
                  <a:lnTo>
                    <a:pt x="6370503" y="1430742"/>
                  </a:lnTo>
                  <a:lnTo>
                    <a:pt x="6374908" y="1430742"/>
                  </a:lnTo>
                  <a:lnTo>
                    <a:pt x="6379314" y="1405681"/>
                  </a:lnTo>
                  <a:lnTo>
                    <a:pt x="6383719" y="1382802"/>
                  </a:lnTo>
                  <a:lnTo>
                    <a:pt x="6388125" y="1342269"/>
                  </a:lnTo>
                  <a:lnTo>
                    <a:pt x="6392531" y="1307158"/>
                  </a:lnTo>
                  <a:lnTo>
                    <a:pt x="6396936" y="1261971"/>
                  </a:lnTo>
                  <a:lnTo>
                    <a:pt x="6401342" y="1261971"/>
                  </a:lnTo>
                  <a:lnTo>
                    <a:pt x="6405747" y="1276188"/>
                  </a:lnTo>
                  <a:lnTo>
                    <a:pt x="6410153" y="1307158"/>
                  </a:lnTo>
                  <a:lnTo>
                    <a:pt x="6414559" y="1342269"/>
                  </a:lnTo>
                  <a:lnTo>
                    <a:pt x="6418964" y="1361755"/>
                  </a:lnTo>
                  <a:lnTo>
                    <a:pt x="6423370" y="1342269"/>
                  </a:lnTo>
                  <a:lnTo>
                    <a:pt x="6427775" y="1324128"/>
                  </a:lnTo>
                  <a:lnTo>
                    <a:pt x="6432181" y="1324128"/>
                  </a:lnTo>
                  <a:lnTo>
                    <a:pt x="6436587" y="1324128"/>
                  </a:lnTo>
                  <a:lnTo>
                    <a:pt x="6440992" y="1361755"/>
                  </a:lnTo>
                  <a:lnTo>
                    <a:pt x="6445398" y="1405681"/>
                  </a:lnTo>
                  <a:lnTo>
                    <a:pt x="6449803" y="1405681"/>
                  </a:lnTo>
                  <a:lnTo>
                    <a:pt x="6454209" y="1342269"/>
                  </a:lnTo>
                  <a:lnTo>
                    <a:pt x="6458615" y="1282097"/>
                  </a:lnTo>
                  <a:lnTo>
                    <a:pt x="6463020" y="1253796"/>
                  </a:lnTo>
                  <a:lnTo>
                    <a:pt x="6467426" y="1240712"/>
                  </a:lnTo>
                  <a:lnTo>
                    <a:pt x="6471831" y="1253796"/>
                  </a:lnTo>
                  <a:lnTo>
                    <a:pt x="6476237" y="1297478"/>
                  </a:lnTo>
                  <a:lnTo>
                    <a:pt x="6480643" y="1361755"/>
                  </a:lnTo>
                  <a:lnTo>
                    <a:pt x="6485048" y="1405681"/>
                  </a:lnTo>
                  <a:lnTo>
                    <a:pt x="6489454" y="1430742"/>
                  </a:lnTo>
                  <a:lnTo>
                    <a:pt x="6493859" y="1430742"/>
                  </a:lnTo>
                  <a:lnTo>
                    <a:pt x="6498265" y="1430742"/>
                  </a:lnTo>
                  <a:lnTo>
                    <a:pt x="6502671" y="1430742"/>
                  </a:lnTo>
                  <a:lnTo>
                    <a:pt x="6507076" y="1430742"/>
                  </a:lnTo>
                  <a:lnTo>
                    <a:pt x="6511482" y="1430742"/>
                  </a:lnTo>
                  <a:lnTo>
                    <a:pt x="6515887" y="1430742"/>
                  </a:lnTo>
                  <a:lnTo>
                    <a:pt x="6520293" y="1430742"/>
                  </a:lnTo>
                  <a:lnTo>
                    <a:pt x="6524699" y="1405681"/>
                  </a:lnTo>
                  <a:lnTo>
                    <a:pt x="6529104" y="1382802"/>
                  </a:lnTo>
                  <a:lnTo>
                    <a:pt x="6533510" y="1360746"/>
                  </a:lnTo>
                  <a:lnTo>
                    <a:pt x="6537915" y="1341332"/>
                  </a:lnTo>
                  <a:lnTo>
                    <a:pt x="6542321" y="1312974"/>
                  </a:lnTo>
                  <a:lnTo>
                    <a:pt x="6546727" y="1312974"/>
                  </a:lnTo>
                  <a:lnTo>
                    <a:pt x="6551132" y="1296687"/>
                  </a:lnTo>
                  <a:lnTo>
                    <a:pt x="6555538" y="1297478"/>
                  </a:lnTo>
                  <a:lnTo>
                    <a:pt x="6559943" y="1297478"/>
                  </a:lnTo>
                  <a:lnTo>
                    <a:pt x="6564349" y="1248484"/>
                  </a:lnTo>
                  <a:lnTo>
                    <a:pt x="6568755" y="1160011"/>
                  </a:lnTo>
                  <a:lnTo>
                    <a:pt x="6573160" y="1079713"/>
                  </a:lnTo>
                  <a:lnTo>
                    <a:pt x="6577566" y="1021039"/>
                  </a:lnTo>
                  <a:lnTo>
                    <a:pt x="6581971" y="993973"/>
                  </a:lnTo>
                  <a:lnTo>
                    <a:pt x="6586377" y="997999"/>
                  </a:lnTo>
                  <a:lnTo>
                    <a:pt x="6590783" y="1042063"/>
                  </a:lnTo>
                  <a:lnTo>
                    <a:pt x="6595188" y="1126136"/>
                  </a:lnTo>
                  <a:lnTo>
                    <a:pt x="6599594" y="1231309"/>
                  </a:lnTo>
                  <a:lnTo>
                    <a:pt x="6604000" y="1320645"/>
                  </a:lnTo>
                </a:path>
              </a:pathLst>
            </a:custGeom>
            <a:ln w="9525" cap="rnd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1005839" y="2178126"/>
              <a:ext cx="0" cy="1093548"/>
            </a:xfrm>
            <a:custGeom>
              <a:avLst/>
              <a:pathLst>
                <a:path w="0" h="1093548">
                  <a:moveTo>
                    <a:pt x="0" y="1093548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914399" y="3271674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914399" y="2907158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914399" y="2542642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914399" y="2178126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tx10"/>
            <p:cNvSpPr/>
            <p:nvPr/>
          </p:nvSpPr>
          <p:spPr>
            <a:xfrm rot="-5400000">
              <a:off x="681348" y="3215119"/>
              <a:ext cx="96961" cy="1131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</a:t>
              </a:r>
            </a:p>
          </p:txBody>
        </p:sp>
        <p:sp>
          <p:nvSpPr>
            <p:cNvPr id="12" name="tx11"/>
            <p:cNvSpPr/>
            <p:nvPr/>
          </p:nvSpPr>
          <p:spPr>
            <a:xfrm rot="-5400000">
              <a:off x="682353" y="2851608"/>
              <a:ext cx="96961" cy="1111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</a:t>
              </a:r>
            </a:p>
          </p:txBody>
        </p:sp>
        <p:sp>
          <p:nvSpPr>
            <p:cNvPr id="13" name="tx12"/>
            <p:cNvSpPr/>
            <p:nvPr/>
          </p:nvSpPr>
          <p:spPr>
            <a:xfrm rot="-5400000">
              <a:off x="680269" y="2485008"/>
              <a:ext cx="96961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</a:t>
              </a:r>
            </a:p>
          </p:txBody>
        </p:sp>
        <p:sp>
          <p:nvSpPr>
            <p:cNvPr id="14" name="tx13"/>
            <p:cNvSpPr/>
            <p:nvPr/>
          </p:nvSpPr>
          <p:spPr>
            <a:xfrm rot="-5400000">
              <a:off x="680269" y="2120492"/>
              <a:ext cx="96961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</a:t>
              </a:r>
            </a:p>
          </p:txBody>
        </p:sp>
        <p:sp>
          <p:nvSpPr>
            <p:cNvPr id="15" name="pg14"/>
            <p:cNvSpPr/>
            <p:nvPr/>
          </p:nvSpPr>
          <p:spPr>
            <a:xfrm>
              <a:off x="1005839" y="1965960"/>
              <a:ext cx="7132319" cy="1545202"/>
            </a:xfrm>
            <a:custGeom>
              <a:avLst/>
              <a:pathLst>
                <a:path w="7132319" h="1545202">
                  <a:moveTo>
                    <a:pt x="0" y="1545202"/>
                  </a:moveTo>
                  <a:lnTo>
                    <a:pt x="7132319" y="1545202"/>
                  </a:lnTo>
                  <a:lnTo>
                    <a:pt x="7132319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tx15"/>
            <p:cNvSpPr/>
            <p:nvPr/>
          </p:nvSpPr>
          <p:spPr>
            <a:xfrm>
              <a:off x="2102986" y="1666860"/>
              <a:ext cx="4938027" cy="1828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EB4 locus r2 = 0.953, obs|pred 0.974, pred|obs 0.971</a:t>
              </a:r>
            </a:p>
          </p:txBody>
        </p:sp>
        <p:sp>
          <p:nvSpPr>
            <p:cNvPr id="17" name="tx16"/>
            <p:cNvSpPr/>
            <p:nvPr/>
          </p:nvSpPr>
          <p:spPr>
            <a:xfrm>
              <a:off x="4098689" y="4072607"/>
              <a:ext cx="946621" cy="1334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chr chr2, NA</a:t>
              </a:r>
            </a:p>
          </p:txBody>
        </p:sp>
        <p:sp>
          <p:nvSpPr>
            <p:cNvPr id="18" name="tx17"/>
            <p:cNvSpPr/>
            <p:nvPr/>
          </p:nvSpPr>
          <p:spPr>
            <a:xfrm rot="-5400000">
              <a:off x="-408013" y="2662695"/>
              <a:ext cx="1505545" cy="1517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cg_trace$lk27_1k[f]</a:t>
              </a:r>
            </a:p>
          </p:txBody>
        </p:sp>
        <p:sp>
          <p:nvSpPr>
            <p:cNvPr id="19" name="pg18"/>
            <p:cNvSpPr/>
            <p:nvPr/>
          </p:nvSpPr>
          <p:spPr>
            <a:xfrm>
              <a:off x="1269999" y="2023189"/>
              <a:ext cx="6604000" cy="1430742"/>
            </a:xfrm>
            <a:custGeom>
              <a:avLst/>
              <a:pathLst>
                <a:path w="6604000" h="1430742">
                  <a:moveTo>
                    <a:pt x="0" y="1430742"/>
                  </a:moveTo>
                  <a:lnTo>
                    <a:pt x="4405" y="1430742"/>
                  </a:lnTo>
                  <a:lnTo>
                    <a:pt x="8811" y="1430742"/>
                  </a:lnTo>
                  <a:lnTo>
                    <a:pt x="13216" y="1430742"/>
                  </a:lnTo>
                  <a:lnTo>
                    <a:pt x="17622" y="1430742"/>
                  </a:lnTo>
                  <a:lnTo>
                    <a:pt x="22028" y="1430742"/>
                  </a:lnTo>
                  <a:lnTo>
                    <a:pt x="26433" y="1430742"/>
                  </a:lnTo>
                  <a:lnTo>
                    <a:pt x="30839" y="1430742"/>
                  </a:lnTo>
                  <a:lnTo>
                    <a:pt x="35244" y="1430742"/>
                  </a:lnTo>
                  <a:lnTo>
                    <a:pt x="39650" y="1430742"/>
                  </a:lnTo>
                  <a:lnTo>
                    <a:pt x="44056" y="1430742"/>
                  </a:lnTo>
                  <a:lnTo>
                    <a:pt x="48461" y="1430742"/>
                  </a:lnTo>
                  <a:lnTo>
                    <a:pt x="52867" y="1430742"/>
                  </a:lnTo>
                  <a:lnTo>
                    <a:pt x="57272" y="1430742"/>
                  </a:lnTo>
                  <a:lnTo>
                    <a:pt x="61678" y="1406879"/>
                  </a:lnTo>
                  <a:lnTo>
                    <a:pt x="66084" y="1383900"/>
                  </a:lnTo>
                  <a:lnTo>
                    <a:pt x="70489" y="1343210"/>
                  </a:lnTo>
                  <a:lnTo>
                    <a:pt x="74895" y="1325006"/>
                  </a:lnTo>
                  <a:lnTo>
                    <a:pt x="79300" y="1325006"/>
                  </a:lnTo>
                  <a:lnTo>
                    <a:pt x="83706" y="1342269"/>
                  </a:lnTo>
                  <a:lnTo>
                    <a:pt x="88112" y="1361755"/>
                  </a:lnTo>
                  <a:lnTo>
                    <a:pt x="92517" y="1405681"/>
                  </a:lnTo>
                  <a:lnTo>
                    <a:pt x="96923" y="1430742"/>
                  </a:lnTo>
                  <a:lnTo>
                    <a:pt x="101328" y="1430742"/>
                  </a:lnTo>
                  <a:lnTo>
                    <a:pt x="105734" y="1382802"/>
                  </a:lnTo>
                  <a:lnTo>
                    <a:pt x="110140" y="1318063"/>
                  </a:lnTo>
                  <a:lnTo>
                    <a:pt x="114545" y="1271124"/>
                  </a:lnTo>
                  <a:lnTo>
                    <a:pt x="118951" y="1243922"/>
                  </a:lnTo>
                  <a:lnTo>
                    <a:pt x="123356" y="1243922"/>
                  </a:lnTo>
                  <a:lnTo>
                    <a:pt x="127762" y="1271124"/>
                  </a:lnTo>
                  <a:lnTo>
                    <a:pt x="132168" y="1324128"/>
                  </a:lnTo>
                  <a:lnTo>
                    <a:pt x="136573" y="1382802"/>
                  </a:lnTo>
                  <a:lnTo>
                    <a:pt x="140979" y="1430742"/>
                  </a:lnTo>
                  <a:lnTo>
                    <a:pt x="145384" y="1430742"/>
                  </a:lnTo>
                  <a:lnTo>
                    <a:pt x="149790" y="1430742"/>
                  </a:lnTo>
                  <a:lnTo>
                    <a:pt x="154196" y="1430742"/>
                  </a:lnTo>
                  <a:lnTo>
                    <a:pt x="158601" y="1430742"/>
                  </a:lnTo>
                  <a:lnTo>
                    <a:pt x="163007" y="1430742"/>
                  </a:lnTo>
                  <a:lnTo>
                    <a:pt x="167412" y="1405681"/>
                  </a:lnTo>
                  <a:lnTo>
                    <a:pt x="171818" y="1361755"/>
                  </a:lnTo>
                  <a:lnTo>
                    <a:pt x="176224" y="1342269"/>
                  </a:lnTo>
                  <a:lnTo>
                    <a:pt x="180629" y="1342269"/>
                  </a:lnTo>
                  <a:lnTo>
                    <a:pt x="185035" y="1342269"/>
                  </a:lnTo>
                  <a:lnTo>
                    <a:pt x="189440" y="1361755"/>
                  </a:lnTo>
                  <a:lnTo>
                    <a:pt x="193846" y="1405681"/>
                  </a:lnTo>
                  <a:lnTo>
                    <a:pt x="198252" y="1430742"/>
                  </a:lnTo>
                  <a:lnTo>
                    <a:pt x="202657" y="1430742"/>
                  </a:lnTo>
                  <a:lnTo>
                    <a:pt x="207063" y="1430742"/>
                  </a:lnTo>
                  <a:lnTo>
                    <a:pt x="211468" y="1405681"/>
                  </a:lnTo>
                  <a:lnTo>
                    <a:pt x="215874" y="1382802"/>
                  </a:lnTo>
                  <a:lnTo>
                    <a:pt x="220280" y="1361755"/>
                  </a:lnTo>
                  <a:lnTo>
                    <a:pt x="224685" y="1324128"/>
                  </a:lnTo>
                  <a:lnTo>
                    <a:pt x="229091" y="1291217"/>
                  </a:lnTo>
                  <a:lnTo>
                    <a:pt x="233496" y="1261971"/>
                  </a:lnTo>
                  <a:lnTo>
                    <a:pt x="237902" y="1223423"/>
                  </a:lnTo>
                  <a:lnTo>
                    <a:pt x="242308" y="1223423"/>
                  </a:lnTo>
                  <a:lnTo>
                    <a:pt x="246713" y="1235655"/>
                  </a:lnTo>
                  <a:lnTo>
                    <a:pt x="251119" y="1248484"/>
                  </a:lnTo>
                  <a:lnTo>
                    <a:pt x="255525" y="1291217"/>
                  </a:lnTo>
                  <a:lnTo>
                    <a:pt x="259930" y="1361755"/>
                  </a:lnTo>
                  <a:lnTo>
                    <a:pt x="264336" y="1382802"/>
                  </a:lnTo>
                  <a:lnTo>
                    <a:pt x="268741" y="1405681"/>
                  </a:lnTo>
                  <a:lnTo>
                    <a:pt x="273147" y="1430742"/>
                  </a:lnTo>
                  <a:lnTo>
                    <a:pt x="277553" y="1430742"/>
                  </a:lnTo>
                  <a:lnTo>
                    <a:pt x="281958" y="1430742"/>
                  </a:lnTo>
                  <a:lnTo>
                    <a:pt x="286364" y="1430742"/>
                  </a:lnTo>
                  <a:lnTo>
                    <a:pt x="290769" y="1430742"/>
                  </a:lnTo>
                  <a:lnTo>
                    <a:pt x="295175" y="1430742"/>
                  </a:lnTo>
                  <a:lnTo>
                    <a:pt x="299581" y="1420429"/>
                  </a:lnTo>
                  <a:lnTo>
                    <a:pt x="303986" y="1374180"/>
                  </a:lnTo>
                  <a:lnTo>
                    <a:pt x="308392" y="1334862"/>
                  </a:lnTo>
                  <a:lnTo>
                    <a:pt x="312797" y="1317208"/>
                  </a:lnTo>
                  <a:lnTo>
                    <a:pt x="317203" y="1317208"/>
                  </a:lnTo>
                  <a:lnTo>
                    <a:pt x="321609" y="1324128"/>
                  </a:lnTo>
                  <a:lnTo>
                    <a:pt x="326014" y="1361755"/>
                  </a:lnTo>
                  <a:lnTo>
                    <a:pt x="330420" y="1405681"/>
                  </a:lnTo>
                  <a:lnTo>
                    <a:pt x="334825" y="1430742"/>
                  </a:lnTo>
                  <a:lnTo>
                    <a:pt x="339231" y="1430742"/>
                  </a:lnTo>
                  <a:lnTo>
                    <a:pt x="343637" y="1430742"/>
                  </a:lnTo>
                  <a:lnTo>
                    <a:pt x="348042" y="1430742"/>
                  </a:lnTo>
                  <a:lnTo>
                    <a:pt x="352448" y="1430742"/>
                  </a:lnTo>
                  <a:lnTo>
                    <a:pt x="356853" y="1430742"/>
                  </a:lnTo>
                  <a:lnTo>
                    <a:pt x="361259" y="1430742"/>
                  </a:lnTo>
                  <a:lnTo>
                    <a:pt x="365665" y="1430742"/>
                  </a:lnTo>
                  <a:lnTo>
                    <a:pt x="370070" y="1430742"/>
                  </a:lnTo>
                  <a:lnTo>
                    <a:pt x="374476" y="1430742"/>
                  </a:lnTo>
                  <a:lnTo>
                    <a:pt x="378881" y="1430742"/>
                  </a:lnTo>
                  <a:lnTo>
                    <a:pt x="383287" y="1430742"/>
                  </a:lnTo>
                  <a:lnTo>
                    <a:pt x="387693" y="1430742"/>
                  </a:lnTo>
                  <a:lnTo>
                    <a:pt x="392098" y="1430742"/>
                  </a:lnTo>
                  <a:lnTo>
                    <a:pt x="396504" y="1430742"/>
                  </a:lnTo>
                  <a:lnTo>
                    <a:pt x="400909" y="1430742"/>
                  </a:lnTo>
                  <a:lnTo>
                    <a:pt x="405315" y="1430742"/>
                  </a:lnTo>
                  <a:lnTo>
                    <a:pt x="409721" y="1428126"/>
                  </a:lnTo>
                  <a:lnTo>
                    <a:pt x="414126" y="1403302"/>
                  </a:lnTo>
                  <a:lnTo>
                    <a:pt x="418532" y="1359741"/>
                  </a:lnTo>
                  <a:lnTo>
                    <a:pt x="422937" y="1340398"/>
                  </a:lnTo>
                  <a:lnTo>
                    <a:pt x="427343" y="1340398"/>
                  </a:lnTo>
                  <a:lnTo>
                    <a:pt x="431749" y="1342269"/>
                  </a:lnTo>
                  <a:lnTo>
                    <a:pt x="436154" y="1361755"/>
                  </a:lnTo>
                  <a:lnTo>
                    <a:pt x="440560" y="1405681"/>
                  </a:lnTo>
                  <a:lnTo>
                    <a:pt x="444965" y="1430742"/>
                  </a:lnTo>
                  <a:lnTo>
                    <a:pt x="449371" y="1430742"/>
                  </a:lnTo>
                  <a:lnTo>
                    <a:pt x="453777" y="1430742"/>
                  </a:lnTo>
                  <a:lnTo>
                    <a:pt x="458182" y="1430742"/>
                  </a:lnTo>
                  <a:lnTo>
                    <a:pt x="462588" y="1430742"/>
                  </a:lnTo>
                  <a:lnTo>
                    <a:pt x="466993" y="1430742"/>
                  </a:lnTo>
                  <a:lnTo>
                    <a:pt x="471399" y="1430742"/>
                  </a:lnTo>
                  <a:lnTo>
                    <a:pt x="475805" y="1430742"/>
                  </a:lnTo>
                  <a:lnTo>
                    <a:pt x="480210" y="1430742"/>
                  </a:lnTo>
                  <a:lnTo>
                    <a:pt x="484616" y="1430742"/>
                  </a:lnTo>
                  <a:lnTo>
                    <a:pt x="489022" y="1430742"/>
                  </a:lnTo>
                  <a:lnTo>
                    <a:pt x="493427" y="1430742"/>
                  </a:lnTo>
                  <a:lnTo>
                    <a:pt x="497833" y="1430742"/>
                  </a:lnTo>
                  <a:lnTo>
                    <a:pt x="502238" y="1430742"/>
                  </a:lnTo>
                  <a:lnTo>
                    <a:pt x="506644" y="1430742"/>
                  </a:lnTo>
                  <a:lnTo>
                    <a:pt x="511050" y="1430742"/>
                  </a:lnTo>
                  <a:lnTo>
                    <a:pt x="515455" y="1430742"/>
                  </a:lnTo>
                  <a:lnTo>
                    <a:pt x="519861" y="1430742"/>
                  </a:lnTo>
                  <a:lnTo>
                    <a:pt x="524266" y="1430742"/>
                  </a:lnTo>
                  <a:lnTo>
                    <a:pt x="528672" y="1430742"/>
                  </a:lnTo>
                  <a:lnTo>
                    <a:pt x="533078" y="1430742"/>
                  </a:lnTo>
                  <a:lnTo>
                    <a:pt x="537483" y="1430742"/>
                  </a:lnTo>
                  <a:lnTo>
                    <a:pt x="541889" y="1430742"/>
                  </a:lnTo>
                  <a:lnTo>
                    <a:pt x="546294" y="1430742"/>
                  </a:lnTo>
                  <a:lnTo>
                    <a:pt x="550700" y="1430742"/>
                  </a:lnTo>
                  <a:lnTo>
                    <a:pt x="555106" y="1430742"/>
                  </a:lnTo>
                  <a:lnTo>
                    <a:pt x="559511" y="1430742"/>
                  </a:lnTo>
                  <a:lnTo>
                    <a:pt x="563917" y="1430742"/>
                  </a:lnTo>
                  <a:lnTo>
                    <a:pt x="568322" y="1430742"/>
                  </a:lnTo>
                  <a:lnTo>
                    <a:pt x="572728" y="1430742"/>
                  </a:lnTo>
                  <a:lnTo>
                    <a:pt x="577134" y="1430742"/>
                  </a:lnTo>
                  <a:lnTo>
                    <a:pt x="581539" y="1430742"/>
                  </a:lnTo>
                  <a:lnTo>
                    <a:pt x="585945" y="1430742"/>
                  </a:lnTo>
                  <a:lnTo>
                    <a:pt x="590350" y="1430742"/>
                  </a:lnTo>
                  <a:lnTo>
                    <a:pt x="594756" y="1425535"/>
                  </a:lnTo>
                  <a:lnTo>
                    <a:pt x="599162" y="1400943"/>
                  </a:lnTo>
                  <a:lnTo>
                    <a:pt x="603567" y="1378456"/>
                  </a:lnTo>
                  <a:lnTo>
                    <a:pt x="607973" y="1357741"/>
                  </a:lnTo>
                  <a:lnTo>
                    <a:pt x="612378" y="1338540"/>
                  </a:lnTo>
                  <a:lnTo>
                    <a:pt x="616784" y="1324128"/>
                  </a:lnTo>
                  <a:lnTo>
                    <a:pt x="621190" y="1324128"/>
                  </a:lnTo>
                  <a:lnTo>
                    <a:pt x="625595" y="1324128"/>
                  </a:lnTo>
                  <a:lnTo>
                    <a:pt x="630001" y="1312974"/>
                  </a:lnTo>
                  <a:lnTo>
                    <a:pt x="634406" y="1312974"/>
                  </a:lnTo>
                  <a:lnTo>
                    <a:pt x="638812" y="1330336"/>
                  </a:lnTo>
                  <a:lnTo>
                    <a:pt x="643218" y="1348926"/>
                  </a:lnTo>
                  <a:lnTo>
                    <a:pt x="647623" y="1368932"/>
                  </a:lnTo>
                  <a:lnTo>
                    <a:pt x="652029" y="1405681"/>
                  </a:lnTo>
                  <a:lnTo>
                    <a:pt x="656434" y="1430742"/>
                  </a:lnTo>
                  <a:lnTo>
                    <a:pt x="660840" y="1382802"/>
                  </a:lnTo>
                  <a:lnTo>
                    <a:pt x="665246" y="1340398"/>
                  </a:lnTo>
                  <a:lnTo>
                    <a:pt x="669651" y="1289675"/>
                  </a:lnTo>
                  <a:lnTo>
                    <a:pt x="674057" y="1198906"/>
                  </a:lnTo>
                  <a:lnTo>
                    <a:pt x="678462" y="1098721"/>
                  </a:lnTo>
                  <a:lnTo>
                    <a:pt x="682868" y="1016376"/>
                  </a:lnTo>
                  <a:lnTo>
                    <a:pt x="687274" y="966269"/>
                  </a:lnTo>
                  <a:lnTo>
                    <a:pt x="691679" y="931383"/>
                  </a:lnTo>
                  <a:lnTo>
                    <a:pt x="696085" y="927670"/>
                  </a:lnTo>
                  <a:lnTo>
                    <a:pt x="700490" y="957213"/>
                  </a:lnTo>
                  <a:lnTo>
                    <a:pt x="704896" y="1026351"/>
                  </a:lnTo>
                  <a:lnTo>
                    <a:pt x="709302" y="1106649"/>
                  </a:lnTo>
                  <a:lnTo>
                    <a:pt x="713707" y="1211735"/>
                  </a:lnTo>
                  <a:lnTo>
                    <a:pt x="718113" y="1324128"/>
                  </a:lnTo>
                  <a:lnTo>
                    <a:pt x="722519" y="1405681"/>
                  </a:lnTo>
                  <a:lnTo>
                    <a:pt x="726924" y="1386110"/>
                  </a:lnTo>
                  <a:lnTo>
                    <a:pt x="731330" y="1309635"/>
                  </a:lnTo>
                  <a:lnTo>
                    <a:pt x="735735" y="1250464"/>
                  </a:lnTo>
                  <a:lnTo>
                    <a:pt x="740141" y="1237540"/>
                  </a:lnTo>
                  <a:lnTo>
                    <a:pt x="744547" y="1237540"/>
                  </a:lnTo>
                  <a:lnTo>
                    <a:pt x="748952" y="1261971"/>
                  </a:lnTo>
                  <a:lnTo>
                    <a:pt x="753358" y="1307158"/>
                  </a:lnTo>
                  <a:lnTo>
                    <a:pt x="757763" y="1361755"/>
                  </a:lnTo>
                  <a:lnTo>
                    <a:pt x="762169" y="1342269"/>
                  </a:lnTo>
                  <a:lnTo>
                    <a:pt x="766575" y="1291217"/>
                  </a:lnTo>
                  <a:lnTo>
                    <a:pt x="770980" y="1261971"/>
                  </a:lnTo>
                  <a:lnTo>
                    <a:pt x="775386" y="1276188"/>
                  </a:lnTo>
                  <a:lnTo>
                    <a:pt x="779791" y="1291217"/>
                  </a:lnTo>
                  <a:lnTo>
                    <a:pt x="784197" y="1324128"/>
                  </a:lnTo>
                  <a:lnTo>
                    <a:pt x="788603" y="1382802"/>
                  </a:lnTo>
                  <a:lnTo>
                    <a:pt x="793008" y="1430742"/>
                  </a:lnTo>
                  <a:lnTo>
                    <a:pt x="797414" y="1430742"/>
                  </a:lnTo>
                  <a:lnTo>
                    <a:pt x="801819" y="1430742"/>
                  </a:lnTo>
                  <a:lnTo>
                    <a:pt x="806225" y="1430742"/>
                  </a:lnTo>
                  <a:lnTo>
                    <a:pt x="810631" y="1430742"/>
                  </a:lnTo>
                  <a:lnTo>
                    <a:pt x="815036" y="1430742"/>
                  </a:lnTo>
                  <a:lnTo>
                    <a:pt x="819442" y="1430742"/>
                  </a:lnTo>
                  <a:lnTo>
                    <a:pt x="823847" y="1430742"/>
                  </a:lnTo>
                  <a:lnTo>
                    <a:pt x="828253" y="1430742"/>
                  </a:lnTo>
                  <a:lnTo>
                    <a:pt x="832659" y="1430742"/>
                  </a:lnTo>
                  <a:lnTo>
                    <a:pt x="837064" y="1430742"/>
                  </a:lnTo>
                  <a:lnTo>
                    <a:pt x="841470" y="1405681"/>
                  </a:lnTo>
                  <a:lnTo>
                    <a:pt x="845875" y="1382802"/>
                  </a:lnTo>
                  <a:lnTo>
                    <a:pt x="850281" y="1342269"/>
                  </a:lnTo>
                  <a:lnTo>
                    <a:pt x="854687" y="1324128"/>
                  </a:lnTo>
                  <a:lnTo>
                    <a:pt x="859092" y="1324128"/>
                  </a:lnTo>
                  <a:lnTo>
                    <a:pt x="863498" y="1342269"/>
                  </a:lnTo>
                  <a:lnTo>
                    <a:pt x="867903" y="1361755"/>
                  </a:lnTo>
                  <a:lnTo>
                    <a:pt x="872309" y="1405681"/>
                  </a:lnTo>
                  <a:lnTo>
                    <a:pt x="876715" y="1405681"/>
                  </a:lnTo>
                  <a:lnTo>
                    <a:pt x="881120" y="1382802"/>
                  </a:lnTo>
                  <a:lnTo>
                    <a:pt x="885526" y="1342269"/>
                  </a:lnTo>
                  <a:lnTo>
                    <a:pt x="889931" y="1324128"/>
                  </a:lnTo>
                  <a:lnTo>
                    <a:pt x="894337" y="1324128"/>
                  </a:lnTo>
                  <a:lnTo>
                    <a:pt x="898743" y="1342269"/>
                  </a:lnTo>
                  <a:lnTo>
                    <a:pt x="903148" y="1361755"/>
                  </a:lnTo>
                  <a:lnTo>
                    <a:pt x="907554" y="1405681"/>
                  </a:lnTo>
                  <a:lnTo>
                    <a:pt x="911959" y="1430742"/>
                  </a:lnTo>
                  <a:lnTo>
                    <a:pt x="916365" y="1430742"/>
                  </a:lnTo>
                  <a:lnTo>
                    <a:pt x="920771" y="1430742"/>
                  </a:lnTo>
                  <a:lnTo>
                    <a:pt x="925176" y="1430742"/>
                  </a:lnTo>
                  <a:lnTo>
                    <a:pt x="929582" y="1430742"/>
                  </a:lnTo>
                  <a:lnTo>
                    <a:pt x="933987" y="1430742"/>
                  </a:lnTo>
                  <a:lnTo>
                    <a:pt x="938393" y="1430742"/>
                  </a:lnTo>
                  <a:lnTo>
                    <a:pt x="942799" y="1405681"/>
                  </a:lnTo>
                  <a:lnTo>
                    <a:pt x="947204" y="1382802"/>
                  </a:lnTo>
                  <a:lnTo>
                    <a:pt x="951610" y="1361755"/>
                  </a:lnTo>
                  <a:lnTo>
                    <a:pt x="956016" y="1342269"/>
                  </a:lnTo>
                  <a:lnTo>
                    <a:pt x="960421" y="1342269"/>
                  </a:lnTo>
                  <a:lnTo>
                    <a:pt x="964827" y="1361755"/>
                  </a:lnTo>
                  <a:lnTo>
                    <a:pt x="969232" y="1382802"/>
                  </a:lnTo>
                  <a:lnTo>
                    <a:pt x="973638" y="1405681"/>
                  </a:lnTo>
                  <a:lnTo>
                    <a:pt x="978044" y="1430742"/>
                  </a:lnTo>
                  <a:lnTo>
                    <a:pt x="982449" y="1430742"/>
                  </a:lnTo>
                  <a:lnTo>
                    <a:pt x="986855" y="1430742"/>
                  </a:lnTo>
                  <a:lnTo>
                    <a:pt x="991260" y="1430742"/>
                  </a:lnTo>
                  <a:lnTo>
                    <a:pt x="995666" y="1430742"/>
                  </a:lnTo>
                  <a:lnTo>
                    <a:pt x="1000072" y="1430742"/>
                  </a:lnTo>
                  <a:lnTo>
                    <a:pt x="1004477" y="1430742"/>
                  </a:lnTo>
                  <a:lnTo>
                    <a:pt x="1008883" y="1405681"/>
                  </a:lnTo>
                  <a:lnTo>
                    <a:pt x="1013288" y="1361755"/>
                  </a:lnTo>
                  <a:lnTo>
                    <a:pt x="1017694" y="1342269"/>
                  </a:lnTo>
                  <a:lnTo>
                    <a:pt x="1022100" y="1342269"/>
                  </a:lnTo>
                  <a:lnTo>
                    <a:pt x="1026505" y="1342269"/>
                  </a:lnTo>
                  <a:lnTo>
                    <a:pt x="1030911" y="1361755"/>
                  </a:lnTo>
                  <a:lnTo>
                    <a:pt x="1035316" y="1405681"/>
                  </a:lnTo>
                  <a:lnTo>
                    <a:pt x="1039722" y="1430742"/>
                  </a:lnTo>
                  <a:lnTo>
                    <a:pt x="1044128" y="1430742"/>
                  </a:lnTo>
                  <a:lnTo>
                    <a:pt x="1048533" y="1430742"/>
                  </a:lnTo>
                  <a:lnTo>
                    <a:pt x="1052939" y="1430742"/>
                  </a:lnTo>
                  <a:lnTo>
                    <a:pt x="1057344" y="1430742"/>
                  </a:lnTo>
                  <a:lnTo>
                    <a:pt x="1061750" y="1430742"/>
                  </a:lnTo>
                  <a:lnTo>
                    <a:pt x="1066156" y="1430742"/>
                  </a:lnTo>
                  <a:lnTo>
                    <a:pt x="1070561" y="1405681"/>
                  </a:lnTo>
                  <a:lnTo>
                    <a:pt x="1074967" y="1361755"/>
                  </a:lnTo>
                  <a:lnTo>
                    <a:pt x="1079372" y="1324128"/>
                  </a:lnTo>
                  <a:lnTo>
                    <a:pt x="1083778" y="1307158"/>
                  </a:lnTo>
                  <a:lnTo>
                    <a:pt x="1088184" y="1307158"/>
                  </a:lnTo>
                  <a:lnTo>
                    <a:pt x="1092589" y="1324128"/>
                  </a:lnTo>
                  <a:lnTo>
                    <a:pt x="1096995" y="1361755"/>
                  </a:lnTo>
                  <a:lnTo>
                    <a:pt x="1101400" y="1405681"/>
                  </a:lnTo>
                  <a:lnTo>
                    <a:pt x="1105806" y="1430742"/>
                  </a:lnTo>
                  <a:lnTo>
                    <a:pt x="1110212" y="1430742"/>
                  </a:lnTo>
                  <a:lnTo>
                    <a:pt x="1114617" y="1430742"/>
                  </a:lnTo>
                  <a:lnTo>
                    <a:pt x="1119023" y="1430742"/>
                  </a:lnTo>
                  <a:lnTo>
                    <a:pt x="1123428" y="1430742"/>
                  </a:lnTo>
                  <a:lnTo>
                    <a:pt x="1127834" y="1430742"/>
                  </a:lnTo>
                  <a:lnTo>
                    <a:pt x="1132240" y="1430742"/>
                  </a:lnTo>
                  <a:lnTo>
                    <a:pt x="1136645" y="1430742"/>
                  </a:lnTo>
                  <a:lnTo>
                    <a:pt x="1141051" y="1430742"/>
                  </a:lnTo>
                  <a:lnTo>
                    <a:pt x="1145456" y="1430742"/>
                  </a:lnTo>
                  <a:lnTo>
                    <a:pt x="1149862" y="1430742"/>
                  </a:lnTo>
                  <a:lnTo>
                    <a:pt x="1154268" y="1430742"/>
                  </a:lnTo>
                  <a:lnTo>
                    <a:pt x="1158673" y="1430742"/>
                  </a:lnTo>
                  <a:lnTo>
                    <a:pt x="1163079" y="1430742"/>
                  </a:lnTo>
                  <a:lnTo>
                    <a:pt x="1167484" y="1430742"/>
                  </a:lnTo>
                  <a:lnTo>
                    <a:pt x="1171890" y="1430742"/>
                  </a:lnTo>
                  <a:lnTo>
                    <a:pt x="1176296" y="1430742"/>
                  </a:lnTo>
                  <a:lnTo>
                    <a:pt x="1180701" y="1430742"/>
                  </a:lnTo>
                  <a:lnTo>
                    <a:pt x="1185107" y="1430742"/>
                  </a:lnTo>
                  <a:lnTo>
                    <a:pt x="1189513" y="1430742"/>
                  </a:lnTo>
                  <a:lnTo>
                    <a:pt x="1193918" y="1430742"/>
                  </a:lnTo>
                  <a:lnTo>
                    <a:pt x="1198324" y="1430742"/>
                  </a:lnTo>
                  <a:lnTo>
                    <a:pt x="1202729" y="1430742"/>
                  </a:lnTo>
                  <a:lnTo>
                    <a:pt x="1207135" y="1430742"/>
                  </a:lnTo>
                  <a:lnTo>
                    <a:pt x="1211541" y="1430742"/>
                  </a:lnTo>
                  <a:lnTo>
                    <a:pt x="1215946" y="1430742"/>
                  </a:lnTo>
                  <a:lnTo>
                    <a:pt x="1220352" y="1430742"/>
                  </a:lnTo>
                  <a:lnTo>
                    <a:pt x="1224757" y="1430742"/>
                  </a:lnTo>
                  <a:lnTo>
                    <a:pt x="1229163" y="1430742"/>
                  </a:lnTo>
                  <a:lnTo>
                    <a:pt x="1233569" y="1430742"/>
                  </a:lnTo>
                  <a:lnTo>
                    <a:pt x="1237974" y="1430742"/>
                  </a:lnTo>
                  <a:lnTo>
                    <a:pt x="1242380" y="1430742"/>
                  </a:lnTo>
                  <a:lnTo>
                    <a:pt x="1246785" y="1430742"/>
                  </a:lnTo>
                  <a:lnTo>
                    <a:pt x="1251191" y="1430742"/>
                  </a:lnTo>
                  <a:lnTo>
                    <a:pt x="1255597" y="1430742"/>
                  </a:lnTo>
                  <a:lnTo>
                    <a:pt x="1260002" y="1430742"/>
                  </a:lnTo>
                  <a:lnTo>
                    <a:pt x="1264408" y="1430742"/>
                  </a:lnTo>
                  <a:lnTo>
                    <a:pt x="1268813" y="1430742"/>
                  </a:lnTo>
                  <a:lnTo>
                    <a:pt x="1273219" y="1430742"/>
                  </a:lnTo>
                  <a:lnTo>
                    <a:pt x="1277625" y="1430742"/>
                  </a:lnTo>
                  <a:lnTo>
                    <a:pt x="1282030" y="1430742"/>
                  </a:lnTo>
                  <a:lnTo>
                    <a:pt x="1286436" y="1430742"/>
                  </a:lnTo>
                  <a:lnTo>
                    <a:pt x="1290841" y="1430742"/>
                  </a:lnTo>
                  <a:lnTo>
                    <a:pt x="1295247" y="1430742"/>
                  </a:lnTo>
                  <a:lnTo>
                    <a:pt x="1299653" y="1430742"/>
                  </a:lnTo>
                  <a:lnTo>
                    <a:pt x="1304058" y="1430742"/>
                  </a:lnTo>
                  <a:lnTo>
                    <a:pt x="1308464" y="1430742"/>
                  </a:lnTo>
                  <a:lnTo>
                    <a:pt x="1312869" y="1430742"/>
                  </a:lnTo>
                  <a:lnTo>
                    <a:pt x="1317275" y="1430742"/>
                  </a:lnTo>
                  <a:lnTo>
                    <a:pt x="1321681" y="1430742"/>
                  </a:lnTo>
                  <a:lnTo>
                    <a:pt x="1326086" y="1430742"/>
                  </a:lnTo>
                  <a:lnTo>
                    <a:pt x="1330492" y="1430742"/>
                  </a:lnTo>
                  <a:lnTo>
                    <a:pt x="1334897" y="1430742"/>
                  </a:lnTo>
                  <a:lnTo>
                    <a:pt x="1339303" y="1430742"/>
                  </a:lnTo>
                  <a:lnTo>
                    <a:pt x="1343709" y="1405681"/>
                  </a:lnTo>
                  <a:lnTo>
                    <a:pt x="1348114" y="1361755"/>
                  </a:lnTo>
                  <a:lnTo>
                    <a:pt x="1352520" y="1342269"/>
                  </a:lnTo>
                  <a:lnTo>
                    <a:pt x="1356925" y="1342269"/>
                  </a:lnTo>
                  <a:lnTo>
                    <a:pt x="1361331" y="1342269"/>
                  </a:lnTo>
                  <a:lnTo>
                    <a:pt x="1365737" y="1361755"/>
                  </a:lnTo>
                  <a:lnTo>
                    <a:pt x="1370142" y="1405681"/>
                  </a:lnTo>
                  <a:lnTo>
                    <a:pt x="1374548" y="1430742"/>
                  </a:lnTo>
                  <a:lnTo>
                    <a:pt x="1378953" y="1430742"/>
                  </a:lnTo>
                  <a:lnTo>
                    <a:pt x="1383359" y="1430742"/>
                  </a:lnTo>
                  <a:lnTo>
                    <a:pt x="1387765" y="1430742"/>
                  </a:lnTo>
                  <a:lnTo>
                    <a:pt x="1392170" y="1430742"/>
                  </a:lnTo>
                  <a:lnTo>
                    <a:pt x="1396576" y="1430742"/>
                  </a:lnTo>
                  <a:lnTo>
                    <a:pt x="1400981" y="1430742"/>
                  </a:lnTo>
                  <a:lnTo>
                    <a:pt x="1405387" y="1405681"/>
                  </a:lnTo>
                  <a:lnTo>
                    <a:pt x="1409793" y="1361755"/>
                  </a:lnTo>
                  <a:lnTo>
                    <a:pt x="1414198" y="1342269"/>
                  </a:lnTo>
                  <a:lnTo>
                    <a:pt x="1418604" y="1342269"/>
                  </a:lnTo>
                  <a:lnTo>
                    <a:pt x="1423010" y="1342269"/>
                  </a:lnTo>
                  <a:lnTo>
                    <a:pt x="1427415" y="1361755"/>
                  </a:lnTo>
                  <a:lnTo>
                    <a:pt x="1431821" y="1405681"/>
                  </a:lnTo>
                  <a:lnTo>
                    <a:pt x="1436226" y="1430742"/>
                  </a:lnTo>
                  <a:lnTo>
                    <a:pt x="1440632" y="1430742"/>
                  </a:lnTo>
                  <a:lnTo>
                    <a:pt x="1445038" y="1430742"/>
                  </a:lnTo>
                  <a:lnTo>
                    <a:pt x="1449443" y="1430742"/>
                  </a:lnTo>
                  <a:lnTo>
                    <a:pt x="1453849" y="1430742"/>
                  </a:lnTo>
                  <a:lnTo>
                    <a:pt x="1458254" y="1430742"/>
                  </a:lnTo>
                  <a:lnTo>
                    <a:pt x="1462660" y="1430742"/>
                  </a:lnTo>
                  <a:lnTo>
                    <a:pt x="1467066" y="1430742"/>
                  </a:lnTo>
                  <a:lnTo>
                    <a:pt x="1471471" y="1430742"/>
                  </a:lnTo>
                  <a:lnTo>
                    <a:pt x="1475877" y="1430742"/>
                  </a:lnTo>
                  <a:lnTo>
                    <a:pt x="1480282" y="1405681"/>
                  </a:lnTo>
                  <a:lnTo>
                    <a:pt x="1484688" y="1342269"/>
                  </a:lnTo>
                  <a:lnTo>
                    <a:pt x="1489094" y="1276188"/>
                  </a:lnTo>
                  <a:lnTo>
                    <a:pt x="1493499" y="1248484"/>
                  </a:lnTo>
                  <a:lnTo>
                    <a:pt x="1497905" y="1248484"/>
                  </a:lnTo>
                  <a:lnTo>
                    <a:pt x="1502310" y="1261971"/>
                  </a:lnTo>
                  <a:lnTo>
                    <a:pt x="1506716" y="1282845"/>
                  </a:lnTo>
                  <a:lnTo>
                    <a:pt x="1511122" y="1314659"/>
                  </a:lnTo>
                  <a:lnTo>
                    <a:pt x="1515527" y="1332137"/>
                  </a:lnTo>
                  <a:lnTo>
                    <a:pt x="1519933" y="1332137"/>
                  </a:lnTo>
                  <a:lnTo>
                    <a:pt x="1524338" y="1332137"/>
                  </a:lnTo>
                  <a:lnTo>
                    <a:pt x="1528744" y="1361755"/>
                  </a:lnTo>
                  <a:lnTo>
                    <a:pt x="1533150" y="1405681"/>
                  </a:lnTo>
                  <a:lnTo>
                    <a:pt x="1537555" y="1430742"/>
                  </a:lnTo>
                  <a:lnTo>
                    <a:pt x="1541961" y="1430742"/>
                  </a:lnTo>
                  <a:lnTo>
                    <a:pt x="1546366" y="1430742"/>
                  </a:lnTo>
                  <a:lnTo>
                    <a:pt x="1550772" y="1430742"/>
                  </a:lnTo>
                  <a:lnTo>
                    <a:pt x="1555178" y="1430742"/>
                  </a:lnTo>
                  <a:lnTo>
                    <a:pt x="1559583" y="1430742"/>
                  </a:lnTo>
                  <a:lnTo>
                    <a:pt x="1563989" y="1397445"/>
                  </a:lnTo>
                  <a:lnTo>
                    <a:pt x="1568394" y="1318063"/>
                  </a:lnTo>
                  <a:lnTo>
                    <a:pt x="1572800" y="1243922"/>
                  </a:lnTo>
                  <a:lnTo>
                    <a:pt x="1577206" y="1215187"/>
                  </a:lnTo>
                  <a:lnTo>
                    <a:pt x="1581611" y="1203852"/>
                  </a:lnTo>
                  <a:lnTo>
                    <a:pt x="1586017" y="1219273"/>
                  </a:lnTo>
                  <a:lnTo>
                    <a:pt x="1590422" y="1271124"/>
                  </a:lnTo>
                  <a:lnTo>
                    <a:pt x="1594828" y="1354770"/>
                  </a:lnTo>
                  <a:lnTo>
                    <a:pt x="1599234" y="1405681"/>
                  </a:lnTo>
                  <a:lnTo>
                    <a:pt x="1603639" y="1430742"/>
                  </a:lnTo>
                  <a:lnTo>
                    <a:pt x="1608045" y="1430742"/>
                  </a:lnTo>
                  <a:lnTo>
                    <a:pt x="1612450" y="1430742"/>
                  </a:lnTo>
                  <a:lnTo>
                    <a:pt x="1616856" y="1430742"/>
                  </a:lnTo>
                  <a:lnTo>
                    <a:pt x="1621262" y="1430742"/>
                  </a:lnTo>
                  <a:lnTo>
                    <a:pt x="1625667" y="1405681"/>
                  </a:lnTo>
                  <a:lnTo>
                    <a:pt x="1630073" y="1382802"/>
                  </a:lnTo>
                  <a:lnTo>
                    <a:pt x="1634478" y="1342269"/>
                  </a:lnTo>
                  <a:lnTo>
                    <a:pt x="1638884" y="1324128"/>
                  </a:lnTo>
                  <a:lnTo>
                    <a:pt x="1643290" y="1291992"/>
                  </a:lnTo>
                  <a:lnTo>
                    <a:pt x="1647695" y="1279866"/>
                  </a:lnTo>
                  <a:lnTo>
                    <a:pt x="1652101" y="1265454"/>
                  </a:lnTo>
                  <a:lnTo>
                    <a:pt x="1656507" y="1279866"/>
                  </a:lnTo>
                  <a:lnTo>
                    <a:pt x="1660912" y="1295113"/>
                  </a:lnTo>
                  <a:lnTo>
                    <a:pt x="1665318" y="1327658"/>
                  </a:lnTo>
                  <a:lnTo>
                    <a:pt x="1669723" y="1361755"/>
                  </a:lnTo>
                  <a:lnTo>
                    <a:pt x="1674129" y="1405681"/>
                  </a:lnTo>
                  <a:lnTo>
                    <a:pt x="1678535" y="1430742"/>
                  </a:lnTo>
                  <a:lnTo>
                    <a:pt x="1682940" y="1430742"/>
                  </a:lnTo>
                  <a:lnTo>
                    <a:pt x="1687346" y="1430742"/>
                  </a:lnTo>
                  <a:lnTo>
                    <a:pt x="1691751" y="1430742"/>
                  </a:lnTo>
                  <a:lnTo>
                    <a:pt x="1696157" y="1430742"/>
                  </a:lnTo>
                  <a:lnTo>
                    <a:pt x="1700563" y="1430742"/>
                  </a:lnTo>
                  <a:lnTo>
                    <a:pt x="1704968" y="1430742"/>
                  </a:lnTo>
                  <a:lnTo>
                    <a:pt x="1709374" y="1430742"/>
                  </a:lnTo>
                  <a:lnTo>
                    <a:pt x="1713779" y="1395139"/>
                  </a:lnTo>
                  <a:lnTo>
                    <a:pt x="1718185" y="1352808"/>
                  </a:lnTo>
                  <a:lnTo>
                    <a:pt x="1722591" y="1316356"/>
                  </a:lnTo>
                  <a:lnTo>
                    <a:pt x="1726996" y="1299865"/>
                  </a:lnTo>
                  <a:lnTo>
                    <a:pt x="1731402" y="1255816"/>
                  </a:lnTo>
                  <a:lnTo>
                    <a:pt x="1735807" y="1235655"/>
                  </a:lnTo>
                  <a:lnTo>
                    <a:pt x="1740213" y="1209458"/>
                  </a:lnTo>
                  <a:lnTo>
                    <a:pt x="1744619" y="1209458"/>
                  </a:lnTo>
                  <a:lnTo>
                    <a:pt x="1749024" y="1209458"/>
                  </a:lnTo>
                  <a:lnTo>
                    <a:pt x="1753430" y="1245868"/>
                  </a:lnTo>
                  <a:lnTo>
                    <a:pt x="1757835" y="1288142"/>
                  </a:lnTo>
                  <a:lnTo>
                    <a:pt x="1762241" y="1361755"/>
                  </a:lnTo>
                  <a:lnTo>
                    <a:pt x="1766647" y="1405681"/>
                  </a:lnTo>
                  <a:lnTo>
                    <a:pt x="1771052" y="1430742"/>
                  </a:lnTo>
                  <a:lnTo>
                    <a:pt x="1775458" y="1430742"/>
                  </a:lnTo>
                  <a:lnTo>
                    <a:pt x="1779863" y="1430742"/>
                  </a:lnTo>
                  <a:lnTo>
                    <a:pt x="1784269" y="1430742"/>
                  </a:lnTo>
                  <a:lnTo>
                    <a:pt x="1788675" y="1430742"/>
                  </a:lnTo>
                  <a:lnTo>
                    <a:pt x="1793080" y="1430742"/>
                  </a:lnTo>
                  <a:lnTo>
                    <a:pt x="1797486" y="1430742"/>
                  </a:lnTo>
                  <a:lnTo>
                    <a:pt x="1801891" y="1382802"/>
                  </a:lnTo>
                  <a:lnTo>
                    <a:pt x="1806297" y="1324128"/>
                  </a:lnTo>
                  <a:lnTo>
                    <a:pt x="1810703" y="1276188"/>
                  </a:lnTo>
                  <a:lnTo>
                    <a:pt x="1815108" y="1240712"/>
                  </a:lnTo>
                  <a:lnTo>
                    <a:pt x="1819514" y="1204963"/>
                  </a:lnTo>
                  <a:lnTo>
                    <a:pt x="1823919" y="1204963"/>
                  </a:lnTo>
                  <a:lnTo>
                    <a:pt x="1828325" y="1228248"/>
                  </a:lnTo>
                  <a:lnTo>
                    <a:pt x="1832731" y="1253796"/>
                  </a:lnTo>
                  <a:lnTo>
                    <a:pt x="1837136" y="1261971"/>
                  </a:lnTo>
                  <a:lnTo>
                    <a:pt x="1841542" y="1276188"/>
                  </a:lnTo>
                  <a:lnTo>
                    <a:pt x="1845947" y="1291217"/>
                  </a:lnTo>
                  <a:lnTo>
                    <a:pt x="1850353" y="1307158"/>
                  </a:lnTo>
                  <a:lnTo>
                    <a:pt x="1854759" y="1324128"/>
                  </a:lnTo>
                  <a:lnTo>
                    <a:pt x="1859164" y="1361755"/>
                  </a:lnTo>
                  <a:lnTo>
                    <a:pt x="1863570" y="1405681"/>
                  </a:lnTo>
                  <a:lnTo>
                    <a:pt x="1867975" y="1382802"/>
                  </a:lnTo>
                  <a:lnTo>
                    <a:pt x="1872381" y="1342269"/>
                  </a:lnTo>
                  <a:lnTo>
                    <a:pt x="1876787" y="1307158"/>
                  </a:lnTo>
                  <a:lnTo>
                    <a:pt x="1881192" y="1286618"/>
                  </a:lnTo>
                  <a:lnTo>
                    <a:pt x="1885598" y="1257852"/>
                  </a:lnTo>
                  <a:lnTo>
                    <a:pt x="1890004" y="1271842"/>
                  </a:lnTo>
                  <a:lnTo>
                    <a:pt x="1894409" y="1286618"/>
                  </a:lnTo>
                  <a:lnTo>
                    <a:pt x="1898815" y="1286618"/>
                  </a:lnTo>
                  <a:lnTo>
                    <a:pt x="1903220" y="1276188"/>
                  </a:lnTo>
                  <a:lnTo>
                    <a:pt x="1907626" y="1291217"/>
                  </a:lnTo>
                  <a:lnTo>
                    <a:pt x="1912032" y="1307158"/>
                  </a:lnTo>
                  <a:lnTo>
                    <a:pt x="1916437" y="1307158"/>
                  </a:lnTo>
                  <a:lnTo>
                    <a:pt x="1920843" y="1307158"/>
                  </a:lnTo>
                  <a:lnTo>
                    <a:pt x="1925248" y="1324128"/>
                  </a:lnTo>
                  <a:lnTo>
                    <a:pt x="1929654" y="1342269"/>
                  </a:lnTo>
                  <a:lnTo>
                    <a:pt x="1934060" y="1342269"/>
                  </a:lnTo>
                  <a:lnTo>
                    <a:pt x="1938465" y="1361755"/>
                  </a:lnTo>
                  <a:lnTo>
                    <a:pt x="1942871" y="1405681"/>
                  </a:lnTo>
                  <a:lnTo>
                    <a:pt x="1947276" y="1430742"/>
                  </a:lnTo>
                  <a:lnTo>
                    <a:pt x="1951682" y="1430742"/>
                  </a:lnTo>
                  <a:lnTo>
                    <a:pt x="1956088" y="1392852"/>
                  </a:lnTo>
                  <a:lnTo>
                    <a:pt x="1960493" y="1350860"/>
                  </a:lnTo>
                  <a:lnTo>
                    <a:pt x="1964899" y="1302274"/>
                  </a:lnTo>
                  <a:lnTo>
                    <a:pt x="1969304" y="1286618"/>
                  </a:lnTo>
                  <a:lnTo>
                    <a:pt x="1973710" y="1240074"/>
                  </a:lnTo>
                  <a:lnTo>
                    <a:pt x="1978116" y="1210594"/>
                  </a:lnTo>
                  <a:lnTo>
                    <a:pt x="1982521" y="1178488"/>
                  </a:lnTo>
                  <a:lnTo>
                    <a:pt x="1986927" y="1175981"/>
                  </a:lnTo>
                  <a:lnTo>
                    <a:pt x="1991332" y="1147182"/>
                  </a:lnTo>
                  <a:lnTo>
                    <a:pt x="1995738" y="1137524"/>
                  </a:lnTo>
                  <a:lnTo>
                    <a:pt x="2000144" y="1114429"/>
                  </a:lnTo>
                  <a:lnTo>
                    <a:pt x="2004549" y="1100213"/>
                  </a:lnTo>
                  <a:lnTo>
                    <a:pt x="2008955" y="1078677"/>
                  </a:lnTo>
                  <a:lnTo>
                    <a:pt x="2013360" y="1061988"/>
                  </a:lnTo>
                  <a:lnTo>
                    <a:pt x="2017766" y="1064915"/>
                  </a:lnTo>
                  <a:lnTo>
                    <a:pt x="2022172" y="1083898"/>
                  </a:lnTo>
                  <a:lnTo>
                    <a:pt x="2026577" y="1097237"/>
                  </a:lnTo>
                  <a:lnTo>
                    <a:pt x="2030983" y="1104740"/>
                  </a:lnTo>
                  <a:lnTo>
                    <a:pt x="2035388" y="1108959"/>
                  </a:lnTo>
                  <a:lnTo>
                    <a:pt x="2039794" y="1059733"/>
                  </a:lnTo>
                  <a:lnTo>
                    <a:pt x="2044200" y="982970"/>
                  </a:lnTo>
                  <a:lnTo>
                    <a:pt x="2048605" y="904823"/>
                  </a:lnTo>
                  <a:lnTo>
                    <a:pt x="2053011" y="846363"/>
                  </a:lnTo>
                  <a:lnTo>
                    <a:pt x="2057416" y="825163"/>
                  </a:lnTo>
                  <a:lnTo>
                    <a:pt x="2061822" y="828468"/>
                  </a:lnTo>
                  <a:lnTo>
                    <a:pt x="2066228" y="838505"/>
                  </a:lnTo>
                  <a:lnTo>
                    <a:pt x="2070633" y="852706"/>
                  </a:lnTo>
                  <a:lnTo>
                    <a:pt x="2075039" y="856379"/>
                  </a:lnTo>
                  <a:lnTo>
                    <a:pt x="2079444" y="839474"/>
                  </a:lnTo>
                  <a:lnTo>
                    <a:pt x="2083850" y="777354"/>
                  </a:lnTo>
                  <a:lnTo>
                    <a:pt x="2088256" y="722121"/>
                  </a:lnTo>
                  <a:lnTo>
                    <a:pt x="2092661" y="608814"/>
                  </a:lnTo>
                  <a:lnTo>
                    <a:pt x="2097067" y="481029"/>
                  </a:lnTo>
                  <a:lnTo>
                    <a:pt x="2101472" y="380484"/>
                  </a:lnTo>
                  <a:lnTo>
                    <a:pt x="2105878" y="293987"/>
                  </a:lnTo>
                  <a:lnTo>
                    <a:pt x="2110284" y="231348"/>
                  </a:lnTo>
                  <a:lnTo>
                    <a:pt x="2114689" y="181774"/>
                  </a:lnTo>
                  <a:lnTo>
                    <a:pt x="2119095" y="156450"/>
                  </a:lnTo>
                  <a:lnTo>
                    <a:pt x="2123501" y="138310"/>
                  </a:lnTo>
                  <a:lnTo>
                    <a:pt x="2127906" y="121503"/>
                  </a:lnTo>
                  <a:lnTo>
                    <a:pt x="2132312" y="100996"/>
                  </a:lnTo>
                  <a:lnTo>
                    <a:pt x="2136717" y="94012"/>
                  </a:lnTo>
                  <a:lnTo>
                    <a:pt x="2141123" y="83057"/>
                  </a:lnTo>
                  <a:lnTo>
                    <a:pt x="2145529" y="74289"/>
                  </a:lnTo>
                  <a:lnTo>
                    <a:pt x="2149934" y="79526"/>
                  </a:lnTo>
                  <a:lnTo>
                    <a:pt x="2154340" y="92833"/>
                  </a:lnTo>
                  <a:lnTo>
                    <a:pt x="2158745" y="105085"/>
                  </a:lnTo>
                  <a:lnTo>
                    <a:pt x="2163151" y="115185"/>
                  </a:lnTo>
                  <a:lnTo>
                    <a:pt x="2167557" y="115503"/>
                  </a:lnTo>
                  <a:lnTo>
                    <a:pt x="2171962" y="103822"/>
                  </a:lnTo>
                  <a:lnTo>
                    <a:pt x="2176368" y="87725"/>
                  </a:lnTo>
                  <a:lnTo>
                    <a:pt x="2180773" y="70023"/>
                  </a:lnTo>
                  <a:lnTo>
                    <a:pt x="2185179" y="60830"/>
                  </a:lnTo>
                  <a:lnTo>
                    <a:pt x="2189585" y="63030"/>
                  </a:lnTo>
                  <a:lnTo>
                    <a:pt x="2193990" y="66602"/>
                  </a:lnTo>
                  <a:lnTo>
                    <a:pt x="2198396" y="66228"/>
                  </a:lnTo>
                  <a:lnTo>
                    <a:pt x="2202801" y="65292"/>
                  </a:lnTo>
                  <a:lnTo>
                    <a:pt x="2207207" y="52839"/>
                  </a:lnTo>
                  <a:lnTo>
                    <a:pt x="2211613" y="34477"/>
                  </a:lnTo>
                  <a:lnTo>
                    <a:pt x="2216018" y="18737"/>
                  </a:lnTo>
                  <a:lnTo>
                    <a:pt x="2220424" y="7478"/>
                  </a:lnTo>
                  <a:lnTo>
                    <a:pt x="2224829" y="0"/>
                  </a:lnTo>
                  <a:lnTo>
                    <a:pt x="2229235" y="10230"/>
                  </a:lnTo>
                  <a:lnTo>
                    <a:pt x="2233641" y="34263"/>
                  </a:lnTo>
                  <a:lnTo>
                    <a:pt x="2238046" y="60751"/>
                  </a:lnTo>
                  <a:lnTo>
                    <a:pt x="2242452" y="80391"/>
                  </a:lnTo>
                  <a:lnTo>
                    <a:pt x="2246857" y="98863"/>
                  </a:lnTo>
                  <a:lnTo>
                    <a:pt x="2251263" y="117277"/>
                  </a:lnTo>
                  <a:lnTo>
                    <a:pt x="2255669" y="140119"/>
                  </a:lnTo>
                  <a:lnTo>
                    <a:pt x="2260074" y="177509"/>
                  </a:lnTo>
                  <a:lnTo>
                    <a:pt x="2264480" y="231843"/>
                  </a:lnTo>
                  <a:lnTo>
                    <a:pt x="2268885" y="282011"/>
                  </a:lnTo>
                  <a:lnTo>
                    <a:pt x="2273291" y="281578"/>
                  </a:lnTo>
                  <a:lnTo>
                    <a:pt x="2277697" y="246922"/>
                  </a:lnTo>
                  <a:lnTo>
                    <a:pt x="2282102" y="205556"/>
                  </a:lnTo>
                  <a:lnTo>
                    <a:pt x="2286508" y="181115"/>
                  </a:lnTo>
                  <a:lnTo>
                    <a:pt x="2290913" y="178204"/>
                  </a:lnTo>
                  <a:lnTo>
                    <a:pt x="2295319" y="200536"/>
                  </a:lnTo>
                  <a:lnTo>
                    <a:pt x="2299725" y="236648"/>
                  </a:lnTo>
                  <a:lnTo>
                    <a:pt x="2304130" y="282661"/>
                  </a:lnTo>
                  <a:lnTo>
                    <a:pt x="2308536" y="345818"/>
                  </a:lnTo>
                  <a:lnTo>
                    <a:pt x="2312941" y="408977"/>
                  </a:lnTo>
                  <a:lnTo>
                    <a:pt x="2317347" y="457252"/>
                  </a:lnTo>
                  <a:lnTo>
                    <a:pt x="2321753" y="482025"/>
                  </a:lnTo>
                  <a:lnTo>
                    <a:pt x="2326158" y="491826"/>
                  </a:lnTo>
                  <a:lnTo>
                    <a:pt x="2330564" y="459826"/>
                  </a:lnTo>
                  <a:lnTo>
                    <a:pt x="2334969" y="432214"/>
                  </a:lnTo>
                  <a:lnTo>
                    <a:pt x="2339375" y="433871"/>
                  </a:lnTo>
                  <a:lnTo>
                    <a:pt x="2343781" y="465186"/>
                  </a:lnTo>
                  <a:lnTo>
                    <a:pt x="2348186" y="517202"/>
                  </a:lnTo>
                  <a:lnTo>
                    <a:pt x="2352592" y="597351"/>
                  </a:lnTo>
                  <a:lnTo>
                    <a:pt x="2356997" y="657355"/>
                  </a:lnTo>
                  <a:lnTo>
                    <a:pt x="2361403" y="639121"/>
                  </a:lnTo>
                  <a:lnTo>
                    <a:pt x="2365809" y="547247"/>
                  </a:lnTo>
                  <a:lnTo>
                    <a:pt x="2370214" y="451923"/>
                  </a:lnTo>
                  <a:lnTo>
                    <a:pt x="2374620" y="380702"/>
                  </a:lnTo>
                  <a:lnTo>
                    <a:pt x="2379026" y="326980"/>
                  </a:lnTo>
                  <a:lnTo>
                    <a:pt x="2383431" y="279871"/>
                  </a:lnTo>
                  <a:lnTo>
                    <a:pt x="2387837" y="235264"/>
                  </a:lnTo>
                  <a:lnTo>
                    <a:pt x="2392242" y="215413"/>
                  </a:lnTo>
                  <a:lnTo>
                    <a:pt x="2396648" y="194343"/>
                  </a:lnTo>
                  <a:lnTo>
                    <a:pt x="2401054" y="179576"/>
                  </a:lnTo>
                  <a:lnTo>
                    <a:pt x="2405459" y="176258"/>
                  </a:lnTo>
                  <a:lnTo>
                    <a:pt x="2409865" y="175546"/>
                  </a:lnTo>
                  <a:lnTo>
                    <a:pt x="2414270" y="151538"/>
                  </a:lnTo>
                  <a:lnTo>
                    <a:pt x="2418676" y="123473"/>
                  </a:lnTo>
                  <a:lnTo>
                    <a:pt x="2423082" y="107862"/>
                  </a:lnTo>
                  <a:lnTo>
                    <a:pt x="2427487" y="108291"/>
                  </a:lnTo>
                  <a:lnTo>
                    <a:pt x="2431893" y="129166"/>
                  </a:lnTo>
                  <a:lnTo>
                    <a:pt x="2436298" y="158691"/>
                  </a:lnTo>
                  <a:lnTo>
                    <a:pt x="2440704" y="193295"/>
                  </a:lnTo>
                  <a:lnTo>
                    <a:pt x="2445110" y="208285"/>
                  </a:lnTo>
                  <a:lnTo>
                    <a:pt x="2449515" y="185601"/>
                  </a:lnTo>
                  <a:lnTo>
                    <a:pt x="2453921" y="156926"/>
                  </a:lnTo>
                  <a:lnTo>
                    <a:pt x="2458326" y="137395"/>
                  </a:lnTo>
                  <a:lnTo>
                    <a:pt x="2462732" y="112995"/>
                  </a:lnTo>
                  <a:lnTo>
                    <a:pt x="2467138" y="91708"/>
                  </a:lnTo>
                  <a:lnTo>
                    <a:pt x="2471543" y="88450"/>
                  </a:lnTo>
                  <a:lnTo>
                    <a:pt x="2475949" y="92250"/>
                  </a:lnTo>
                  <a:lnTo>
                    <a:pt x="2480354" y="102506"/>
                  </a:lnTo>
                  <a:lnTo>
                    <a:pt x="2484760" y="130651"/>
                  </a:lnTo>
                  <a:lnTo>
                    <a:pt x="2489166" y="173455"/>
                  </a:lnTo>
                  <a:lnTo>
                    <a:pt x="2493571" y="216061"/>
                  </a:lnTo>
                  <a:lnTo>
                    <a:pt x="2497977" y="241885"/>
                  </a:lnTo>
                  <a:lnTo>
                    <a:pt x="2502382" y="250709"/>
                  </a:lnTo>
                  <a:lnTo>
                    <a:pt x="2506788" y="250310"/>
                  </a:lnTo>
                  <a:lnTo>
                    <a:pt x="2511194" y="227435"/>
                  </a:lnTo>
                  <a:lnTo>
                    <a:pt x="2515599" y="180945"/>
                  </a:lnTo>
                  <a:lnTo>
                    <a:pt x="2520005" y="144268"/>
                  </a:lnTo>
                  <a:lnTo>
                    <a:pt x="2524410" y="121042"/>
                  </a:lnTo>
                  <a:lnTo>
                    <a:pt x="2528816" y="95261"/>
                  </a:lnTo>
                  <a:lnTo>
                    <a:pt x="2533222" y="76994"/>
                  </a:lnTo>
                  <a:lnTo>
                    <a:pt x="2537627" y="79356"/>
                  </a:lnTo>
                  <a:lnTo>
                    <a:pt x="2542033" y="98913"/>
                  </a:lnTo>
                  <a:lnTo>
                    <a:pt x="2546438" y="131307"/>
                  </a:lnTo>
                  <a:lnTo>
                    <a:pt x="2550844" y="173433"/>
                  </a:lnTo>
                  <a:lnTo>
                    <a:pt x="2555250" y="227760"/>
                  </a:lnTo>
                  <a:lnTo>
                    <a:pt x="2559655" y="271147"/>
                  </a:lnTo>
                  <a:lnTo>
                    <a:pt x="2564061" y="268824"/>
                  </a:lnTo>
                  <a:lnTo>
                    <a:pt x="2568466" y="234248"/>
                  </a:lnTo>
                  <a:lnTo>
                    <a:pt x="2572872" y="198625"/>
                  </a:lnTo>
                  <a:lnTo>
                    <a:pt x="2577278" y="162902"/>
                  </a:lnTo>
                  <a:lnTo>
                    <a:pt x="2581683" y="136944"/>
                  </a:lnTo>
                  <a:lnTo>
                    <a:pt x="2586089" y="127051"/>
                  </a:lnTo>
                  <a:lnTo>
                    <a:pt x="2590494" y="124926"/>
                  </a:lnTo>
                  <a:lnTo>
                    <a:pt x="2594900" y="147953"/>
                  </a:lnTo>
                  <a:lnTo>
                    <a:pt x="2599306" y="184771"/>
                  </a:lnTo>
                  <a:lnTo>
                    <a:pt x="2603711" y="228167"/>
                  </a:lnTo>
                  <a:lnTo>
                    <a:pt x="2608117" y="272734"/>
                  </a:lnTo>
                  <a:lnTo>
                    <a:pt x="2612523" y="313969"/>
                  </a:lnTo>
                  <a:lnTo>
                    <a:pt x="2616928" y="304676"/>
                  </a:lnTo>
                  <a:lnTo>
                    <a:pt x="2621334" y="291264"/>
                  </a:lnTo>
                  <a:lnTo>
                    <a:pt x="2625739" y="297302"/>
                  </a:lnTo>
                  <a:lnTo>
                    <a:pt x="2630145" y="319327"/>
                  </a:lnTo>
                  <a:lnTo>
                    <a:pt x="2634551" y="351764"/>
                  </a:lnTo>
                  <a:lnTo>
                    <a:pt x="2638956" y="387478"/>
                  </a:lnTo>
                  <a:lnTo>
                    <a:pt x="2643362" y="367997"/>
                  </a:lnTo>
                  <a:lnTo>
                    <a:pt x="2647767" y="280864"/>
                  </a:lnTo>
                  <a:lnTo>
                    <a:pt x="2652173" y="202203"/>
                  </a:lnTo>
                  <a:lnTo>
                    <a:pt x="2656579" y="139305"/>
                  </a:lnTo>
                  <a:lnTo>
                    <a:pt x="2660984" y="94975"/>
                  </a:lnTo>
                  <a:lnTo>
                    <a:pt x="2665390" y="72114"/>
                  </a:lnTo>
                  <a:lnTo>
                    <a:pt x="2669795" y="73941"/>
                  </a:lnTo>
                  <a:lnTo>
                    <a:pt x="2674201" y="73806"/>
                  </a:lnTo>
                  <a:lnTo>
                    <a:pt x="2678607" y="75478"/>
                  </a:lnTo>
                  <a:lnTo>
                    <a:pt x="2683012" y="79564"/>
                  </a:lnTo>
                  <a:lnTo>
                    <a:pt x="2687418" y="93036"/>
                  </a:lnTo>
                  <a:lnTo>
                    <a:pt x="2691823" y="94346"/>
                  </a:lnTo>
                  <a:lnTo>
                    <a:pt x="2696229" y="98589"/>
                  </a:lnTo>
                  <a:lnTo>
                    <a:pt x="2700635" y="111546"/>
                  </a:lnTo>
                  <a:lnTo>
                    <a:pt x="2705040" y="136810"/>
                  </a:lnTo>
                  <a:lnTo>
                    <a:pt x="2709446" y="165061"/>
                  </a:lnTo>
                  <a:lnTo>
                    <a:pt x="2713851" y="208700"/>
                  </a:lnTo>
                  <a:lnTo>
                    <a:pt x="2718257" y="246049"/>
                  </a:lnTo>
                  <a:lnTo>
                    <a:pt x="2722663" y="281911"/>
                  </a:lnTo>
                  <a:lnTo>
                    <a:pt x="2727068" y="319039"/>
                  </a:lnTo>
                  <a:lnTo>
                    <a:pt x="2731474" y="345988"/>
                  </a:lnTo>
                  <a:lnTo>
                    <a:pt x="2735879" y="374758"/>
                  </a:lnTo>
                  <a:lnTo>
                    <a:pt x="2740285" y="429691"/>
                  </a:lnTo>
                  <a:lnTo>
                    <a:pt x="2744691" y="482453"/>
                  </a:lnTo>
                  <a:lnTo>
                    <a:pt x="2749096" y="527376"/>
                  </a:lnTo>
                  <a:lnTo>
                    <a:pt x="2753502" y="567556"/>
                  </a:lnTo>
                  <a:lnTo>
                    <a:pt x="2757907" y="609218"/>
                  </a:lnTo>
                  <a:lnTo>
                    <a:pt x="2762313" y="614472"/>
                  </a:lnTo>
                  <a:lnTo>
                    <a:pt x="2766719" y="604067"/>
                  </a:lnTo>
                  <a:lnTo>
                    <a:pt x="2771124" y="553813"/>
                  </a:lnTo>
                  <a:lnTo>
                    <a:pt x="2775530" y="481669"/>
                  </a:lnTo>
                  <a:lnTo>
                    <a:pt x="2779935" y="415259"/>
                  </a:lnTo>
                  <a:lnTo>
                    <a:pt x="2784341" y="352504"/>
                  </a:lnTo>
                  <a:lnTo>
                    <a:pt x="2788747" y="292423"/>
                  </a:lnTo>
                  <a:lnTo>
                    <a:pt x="2793152" y="240914"/>
                  </a:lnTo>
                  <a:lnTo>
                    <a:pt x="2797558" y="206467"/>
                  </a:lnTo>
                  <a:lnTo>
                    <a:pt x="2801963" y="170464"/>
                  </a:lnTo>
                  <a:lnTo>
                    <a:pt x="2806369" y="136360"/>
                  </a:lnTo>
                  <a:lnTo>
                    <a:pt x="2810775" y="105281"/>
                  </a:lnTo>
                  <a:lnTo>
                    <a:pt x="2815180" y="88187"/>
                  </a:lnTo>
                  <a:lnTo>
                    <a:pt x="2819586" y="74750"/>
                  </a:lnTo>
                  <a:lnTo>
                    <a:pt x="2823991" y="72444"/>
                  </a:lnTo>
                  <a:lnTo>
                    <a:pt x="2828397" y="78441"/>
                  </a:lnTo>
                  <a:lnTo>
                    <a:pt x="2832803" y="84656"/>
                  </a:lnTo>
                  <a:lnTo>
                    <a:pt x="2837208" y="77330"/>
                  </a:lnTo>
                  <a:lnTo>
                    <a:pt x="2841614" y="62004"/>
                  </a:lnTo>
                  <a:lnTo>
                    <a:pt x="2846020" y="42806"/>
                  </a:lnTo>
                  <a:lnTo>
                    <a:pt x="2850425" y="33466"/>
                  </a:lnTo>
                  <a:lnTo>
                    <a:pt x="2854831" y="35930"/>
                  </a:lnTo>
                  <a:lnTo>
                    <a:pt x="2859236" y="37917"/>
                  </a:lnTo>
                  <a:lnTo>
                    <a:pt x="2863642" y="43652"/>
                  </a:lnTo>
                  <a:lnTo>
                    <a:pt x="2868048" y="54810"/>
                  </a:lnTo>
                  <a:lnTo>
                    <a:pt x="2872453" y="63312"/>
                  </a:lnTo>
                  <a:lnTo>
                    <a:pt x="2876859" y="61096"/>
                  </a:lnTo>
                  <a:lnTo>
                    <a:pt x="2881264" y="68252"/>
                  </a:lnTo>
                  <a:lnTo>
                    <a:pt x="2885670" y="89601"/>
                  </a:lnTo>
                  <a:lnTo>
                    <a:pt x="2890076" y="126544"/>
                  </a:lnTo>
                  <a:lnTo>
                    <a:pt x="2894481" y="171216"/>
                  </a:lnTo>
                  <a:lnTo>
                    <a:pt x="2898887" y="225924"/>
                  </a:lnTo>
                  <a:lnTo>
                    <a:pt x="2903292" y="292301"/>
                  </a:lnTo>
                  <a:lnTo>
                    <a:pt x="2907698" y="341606"/>
                  </a:lnTo>
                  <a:lnTo>
                    <a:pt x="2912104" y="352373"/>
                  </a:lnTo>
                  <a:lnTo>
                    <a:pt x="2916509" y="346221"/>
                  </a:lnTo>
                  <a:lnTo>
                    <a:pt x="2920915" y="336681"/>
                  </a:lnTo>
                  <a:lnTo>
                    <a:pt x="2925320" y="307395"/>
                  </a:lnTo>
                  <a:lnTo>
                    <a:pt x="2929726" y="273152"/>
                  </a:lnTo>
                  <a:lnTo>
                    <a:pt x="2934132" y="236255"/>
                  </a:lnTo>
                  <a:lnTo>
                    <a:pt x="2938537" y="185520"/>
                  </a:lnTo>
                  <a:lnTo>
                    <a:pt x="2942943" y="141794"/>
                  </a:lnTo>
                  <a:lnTo>
                    <a:pt x="2947348" y="103315"/>
                  </a:lnTo>
                  <a:lnTo>
                    <a:pt x="2951754" y="75372"/>
                  </a:lnTo>
                  <a:lnTo>
                    <a:pt x="2956160" y="50591"/>
                  </a:lnTo>
                  <a:lnTo>
                    <a:pt x="2960565" y="33705"/>
                  </a:lnTo>
                  <a:lnTo>
                    <a:pt x="2964971" y="21048"/>
                  </a:lnTo>
                  <a:lnTo>
                    <a:pt x="2969376" y="17291"/>
                  </a:lnTo>
                  <a:lnTo>
                    <a:pt x="2973782" y="19441"/>
                  </a:lnTo>
                  <a:lnTo>
                    <a:pt x="2978188" y="24446"/>
                  </a:lnTo>
                  <a:lnTo>
                    <a:pt x="2982593" y="33861"/>
                  </a:lnTo>
                  <a:lnTo>
                    <a:pt x="2986999" y="44812"/>
                  </a:lnTo>
                  <a:lnTo>
                    <a:pt x="2991404" y="53913"/>
                  </a:lnTo>
                  <a:lnTo>
                    <a:pt x="2995810" y="64373"/>
                  </a:lnTo>
                  <a:lnTo>
                    <a:pt x="3000216" y="82823"/>
                  </a:lnTo>
                  <a:lnTo>
                    <a:pt x="3004621" y="107638"/>
                  </a:lnTo>
                  <a:lnTo>
                    <a:pt x="3009027" y="136810"/>
                  </a:lnTo>
                  <a:lnTo>
                    <a:pt x="3013432" y="150041"/>
                  </a:lnTo>
                  <a:lnTo>
                    <a:pt x="3017838" y="146496"/>
                  </a:lnTo>
                  <a:lnTo>
                    <a:pt x="3022244" y="122473"/>
                  </a:lnTo>
                  <a:lnTo>
                    <a:pt x="3026649" y="87494"/>
                  </a:lnTo>
                  <a:lnTo>
                    <a:pt x="3031055" y="65752"/>
                  </a:lnTo>
                  <a:lnTo>
                    <a:pt x="3035460" y="63937"/>
                  </a:lnTo>
                  <a:lnTo>
                    <a:pt x="3039866" y="71574"/>
                  </a:lnTo>
                  <a:lnTo>
                    <a:pt x="3044272" y="92145"/>
                  </a:lnTo>
                  <a:lnTo>
                    <a:pt x="3048677" y="132144"/>
                  </a:lnTo>
                  <a:lnTo>
                    <a:pt x="3053083" y="175136"/>
                  </a:lnTo>
                  <a:lnTo>
                    <a:pt x="3057488" y="217646"/>
                  </a:lnTo>
                  <a:lnTo>
                    <a:pt x="3061894" y="256736"/>
                  </a:lnTo>
                  <a:lnTo>
                    <a:pt x="3066300" y="299108"/>
                  </a:lnTo>
                  <a:lnTo>
                    <a:pt x="3070705" y="343241"/>
                  </a:lnTo>
                  <a:lnTo>
                    <a:pt x="3075111" y="379324"/>
                  </a:lnTo>
                  <a:lnTo>
                    <a:pt x="3079517" y="422945"/>
                  </a:lnTo>
                  <a:lnTo>
                    <a:pt x="3083922" y="448293"/>
                  </a:lnTo>
                  <a:lnTo>
                    <a:pt x="3088328" y="429866"/>
                  </a:lnTo>
                  <a:lnTo>
                    <a:pt x="3092733" y="362128"/>
                  </a:lnTo>
                  <a:lnTo>
                    <a:pt x="3097139" y="312432"/>
                  </a:lnTo>
                  <a:lnTo>
                    <a:pt x="3101545" y="250310"/>
                  </a:lnTo>
                  <a:lnTo>
                    <a:pt x="3105950" y="187071"/>
                  </a:lnTo>
                  <a:lnTo>
                    <a:pt x="3110356" y="134642"/>
                  </a:lnTo>
                  <a:lnTo>
                    <a:pt x="3114761" y="93044"/>
                  </a:lnTo>
                  <a:lnTo>
                    <a:pt x="3119167" y="49736"/>
                  </a:lnTo>
                  <a:lnTo>
                    <a:pt x="3123573" y="26096"/>
                  </a:lnTo>
                  <a:lnTo>
                    <a:pt x="3127978" y="29509"/>
                  </a:lnTo>
                  <a:lnTo>
                    <a:pt x="3132384" y="54516"/>
                  </a:lnTo>
                  <a:lnTo>
                    <a:pt x="3136789" y="107270"/>
                  </a:lnTo>
                  <a:lnTo>
                    <a:pt x="3141195" y="177777"/>
                  </a:lnTo>
                  <a:lnTo>
                    <a:pt x="3145601" y="240459"/>
                  </a:lnTo>
                  <a:lnTo>
                    <a:pt x="3150006" y="262873"/>
                  </a:lnTo>
                  <a:lnTo>
                    <a:pt x="3154412" y="245817"/>
                  </a:lnTo>
                  <a:lnTo>
                    <a:pt x="3158817" y="209432"/>
                  </a:lnTo>
                  <a:lnTo>
                    <a:pt x="3163223" y="175457"/>
                  </a:lnTo>
                  <a:lnTo>
                    <a:pt x="3167629" y="157071"/>
                  </a:lnTo>
                  <a:lnTo>
                    <a:pt x="3172034" y="165114"/>
                  </a:lnTo>
                  <a:lnTo>
                    <a:pt x="3176440" y="206204"/>
                  </a:lnTo>
                  <a:lnTo>
                    <a:pt x="3180845" y="253220"/>
                  </a:lnTo>
                  <a:lnTo>
                    <a:pt x="3185251" y="289288"/>
                  </a:lnTo>
                  <a:lnTo>
                    <a:pt x="3189657" y="278306"/>
                  </a:lnTo>
                  <a:lnTo>
                    <a:pt x="3194062" y="221852"/>
                  </a:lnTo>
                  <a:lnTo>
                    <a:pt x="3198468" y="151842"/>
                  </a:lnTo>
                  <a:lnTo>
                    <a:pt x="3202873" y="95564"/>
                  </a:lnTo>
                  <a:lnTo>
                    <a:pt x="3207279" y="68296"/>
                  </a:lnTo>
                  <a:lnTo>
                    <a:pt x="3211685" y="79341"/>
                  </a:lnTo>
                  <a:lnTo>
                    <a:pt x="3216090" y="99977"/>
                  </a:lnTo>
                  <a:lnTo>
                    <a:pt x="3220496" y="128534"/>
                  </a:lnTo>
                  <a:lnTo>
                    <a:pt x="3224901" y="153941"/>
                  </a:lnTo>
                  <a:lnTo>
                    <a:pt x="3229307" y="166205"/>
                  </a:lnTo>
                  <a:lnTo>
                    <a:pt x="3233713" y="160206"/>
                  </a:lnTo>
                  <a:lnTo>
                    <a:pt x="3238118" y="167657"/>
                  </a:lnTo>
                  <a:lnTo>
                    <a:pt x="3242524" y="180945"/>
                  </a:lnTo>
                  <a:lnTo>
                    <a:pt x="3246929" y="213366"/>
                  </a:lnTo>
                  <a:lnTo>
                    <a:pt x="3251335" y="262363"/>
                  </a:lnTo>
                  <a:lnTo>
                    <a:pt x="3255741" y="307854"/>
                  </a:lnTo>
                  <a:lnTo>
                    <a:pt x="3260146" y="342884"/>
                  </a:lnTo>
                  <a:lnTo>
                    <a:pt x="3264552" y="376279"/>
                  </a:lnTo>
                  <a:lnTo>
                    <a:pt x="3268957" y="399566"/>
                  </a:lnTo>
                  <a:lnTo>
                    <a:pt x="3273363" y="393694"/>
                  </a:lnTo>
                  <a:lnTo>
                    <a:pt x="3277769" y="375280"/>
                  </a:lnTo>
                  <a:lnTo>
                    <a:pt x="3282174" y="344695"/>
                  </a:lnTo>
                  <a:lnTo>
                    <a:pt x="3286580" y="289991"/>
                  </a:lnTo>
                  <a:lnTo>
                    <a:pt x="3290985" y="252549"/>
                  </a:lnTo>
                  <a:lnTo>
                    <a:pt x="3295391" y="226368"/>
                  </a:lnTo>
                  <a:lnTo>
                    <a:pt x="3299797" y="206942"/>
                  </a:lnTo>
                  <a:lnTo>
                    <a:pt x="3304202" y="198129"/>
                  </a:lnTo>
                  <a:lnTo>
                    <a:pt x="3308608" y="191330"/>
                  </a:lnTo>
                  <a:lnTo>
                    <a:pt x="3313014" y="165338"/>
                  </a:lnTo>
                  <a:lnTo>
                    <a:pt x="3317419" y="133873"/>
                  </a:lnTo>
                  <a:lnTo>
                    <a:pt x="3321825" y="110355"/>
                  </a:lnTo>
                  <a:lnTo>
                    <a:pt x="3326230" y="88953"/>
                  </a:lnTo>
                  <a:lnTo>
                    <a:pt x="3330636" y="72106"/>
                  </a:lnTo>
                  <a:lnTo>
                    <a:pt x="3335042" y="60917"/>
                  </a:lnTo>
                  <a:lnTo>
                    <a:pt x="3339447" y="55386"/>
                  </a:lnTo>
                  <a:lnTo>
                    <a:pt x="3343853" y="52713"/>
                  </a:lnTo>
                  <a:lnTo>
                    <a:pt x="3348258" y="53774"/>
                  </a:lnTo>
                  <a:lnTo>
                    <a:pt x="3352664" y="59891"/>
                  </a:lnTo>
                  <a:lnTo>
                    <a:pt x="3357070" y="73926"/>
                  </a:lnTo>
                  <a:lnTo>
                    <a:pt x="3361475" y="92088"/>
                  </a:lnTo>
                  <a:lnTo>
                    <a:pt x="3365881" y="105187"/>
                  </a:lnTo>
                  <a:lnTo>
                    <a:pt x="3370286" y="123109"/>
                  </a:lnTo>
                  <a:lnTo>
                    <a:pt x="3374692" y="138146"/>
                  </a:lnTo>
                  <a:lnTo>
                    <a:pt x="3379098" y="127560"/>
                  </a:lnTo>
                  <a:lnTo>
                    <a:pt x="3383503" y="109110"/>
                  </a:lnTo>
                  <a:lnTo>
                    <a:pt x="3387909" y="92809"/>
                  </a:lnTo>
                  <a:lnTo>
                    <a:pt x="3392314" y="69503"/>
                  </a:lnTo>
                  <a:lnTo>
                    <a:pt x="3396720" y="49901"/>
                  </a:lnTo>
                  <a:lnTo>
                    <a:pt x="3401126" y="49881"/>
                  </a:lnTo>
                  <a:lnTo>
                    <a:pt x="3405531" y="65430"/>
                  </a:lnTo>
                  <a:lnTo>
                    <a:pt x="3409937" y="94028"/>
                  </a:lnTo>
                  <a:lnTo>
                    <a:pt x="3414342" y="145147"/>
                  </a:lnTo>
                  <a:lnTo>
                    <a:pt x="3418748" y="220491"/>
                  </a:lnTo>
                  <a:lnTo>
                    <a:pt x="3423154" y="319327"/>
                  </a:lnTo>
                  <a:lnTo>
                    <a:pt x="3427559" y="424715"/>
                  </a:lnTo>
                  <a:lnTo>
                    <a:pt x="3431965" y="529801"/>
                  </a:lnTo>
                  <a:lnTo>
                    <a:pt x="3436370" y="589943"/>
                  </a:lnTo>
                  <a:lnTo>
                    <a:pt x="3440776" y="615477"/>
                  </a:lnTo>
                  <a:lnTo>
                    <a:pt x="3445182" y="626971"/>
                  </a:lnTo>
                  <a:lnTo>
                    <a:pt x="3449587" y="636607"/>
                  </a:lnTo>
                  <a:lnTo>
                    <a:pt x="3453993" y="610958"/>
                  </a:lnTo>
                  <a:lnTo>
                    <a:pt x="3458398" y="531043"/>
                  </a:lnTo>
                  <a:lnTo>
                    <a:pt x="3462804" y="415176"/>
                  </a:lnTo>
                  <a:lnTo>
                    <a:pt x="3467210" y="321698"/>
                  </a:lnTo>
                  <a:lnTo>
                    <a:pt x="3471615" y="241785"/>
                  </a:lnTo>
                  <a:lnTo>
                    <a:pt x="3476021" y="184863"/>
                  </a:lnTo>
                  <a:lnTo>
                    <a:pt x="3480426" y="156223"/>
                  </a:lnTo>
                  <a:lnTo>
                    <a:pt x="3484832" y="151011"/>
                  </a:lnTo>
                  <a:lnTo>
                    <a:pt x="3489238" y="150324"/>
                  </a:lnTo>
                  <a:lnTo>
                    <a:pt x="3493643" y="160028"/>
                  </a:lnTo>
                  <a:lnTo>
                    <a:pt x="3498049" y="173554"/>
                  </a:lnTo>
                  <a:lnTo>
                    <a:pt x="3502454" y="170834"/>
                  </a:lnTo>
                  <a:lnTo>
                    <a:pt x="3506860" y="160405"/>
                  </a:lnTo>
                  <a:lnTo>
                    <a:pt x="3511266" y="144268"/>
                  </a:lnTo>
                  <a:lnTo>
                    <a:pt x="3515671" y="130351"/>
                  </a:lnTo>
                  <a:lnTo>
                    <a:pt x="3520077" y="129278"/>
                  </a:lnTo>
                  <a:lnTo>
                    <a:pt x="3524482" y="148233"/>
                  </a:lnTo>
                  <a:lnTo>
                    <a:pt x="3528888" y="176883"/>
                  </a:lnTo>
                  <a:lnTo>
                    <a:pt x="3533294" y="228901"/>
                  </a:lnTo>
                  <a:lnTo>
                    <a:pt x="3537699" y="296438"/>
                  </a:lnTo>
                  <a:lnTo>
                    <a:pt x="3542105" y="376374"/>
                  </a:lnTo>
                  <a:lnTo>
                    <a:pt x="3546511" y="456378"/>
                  </a:lnTo>
                  <a:lnTo>
                    <a:pt x="3550916" y="496190"/>
                  </a:lnTo>
                  <a:lnTo>
                    <a:pt x="3555322" y="467233"/>
                  </a:lnTo>
                  <a:lnTo>
                    <a:pt x="3559727" y="396871"/>
                  </a:lnTo>
                  <a:lnTo>
                    <a:pt x="3564133" y="316274"/>
                  </a:lnTo>
                  <a:lnTo>
                    <a:pt x="3568539" y="254867"/>
                  </a:lnTo>
                  <a:lnTo>
                    <a:pt x="3572944" y="215142"/>
                  </a:lnTo>
                  <a:lnTo>
                    <a:pt x="3577350" y="182697"/>
                  </a:lnTo>
                  <a:lnTo>
                    <a:pt x="3581755" y="170583"/>
                  </a:lnTo>
                  <a:lnTo>
                    <a:pt x="3586161" y="170267"/>
                  </a:lnTo>
                  <a:lnTo>
                    <a:pt x="3590567" y="165852"/>
                  </a:lnTo>
                  <a:lnTo>
                    <a:pt x="3594972" y="164708"/>
                  </a:lnTo>
                  <a:lnTo>
                    <a:pt x="3599378" y="180390"/>
                  </a:lnTo>
                  <a:lnTo>
                    <a:pt x="3603783" y="196127"/>
                  </a:lnTo>
                  <a:lnTo>
                    <a:pt x="3608189" y="203732"/>
                  </a:lnTo>
                  <a:lnTo>
                    <a:pt x="3612595" y="204054"/>
                  </a:lnTo>
                  <a:lnTo>
                    <a:pt x="3617000" y="209533"/>
                  </a:lnTo>
                  <a:lnTo>
                    <a:pt x="3621406" y="205955"/>
                  </a:lnTo>
                  <a:lnTo>
                    <a:pt x="3625811" y="196800"/>
                  </a:lnTo>
                  <a:lnTo>
                    <a:pt x="3630217" y="179035"/>
                  </a:lnTo>
                  <a:lnTo>
                    <a:pt x="3634623" y="170507"/>
                  </a:lnTo>
                  <a:lnTo>
                    <a:pt x="3639028" y="171369"/>
                  </a:lnTo>
                  <a:lnTo>
                    <a:pt x="3643434" y="158889"/>
                  </a:lnTo>
                  <a:lnTo>
                    <a:pt x="3647839" y="140673"/>
                  </a:lnTo>
                  <a:lnTo>
                    <a:pt x="3652245" y="132323"/>
                  </a:lnTo>
                  <a:lnTo>
                    <a:pt x="3656651" y="129716"/>
                  </a:lnTo>
                  <a:lnTo>
                    <a:pt x="3661056" y="128162"/>
                  </a:lnTo>
                  <a:lnTo>
                    <a:pt x="3665462" y="155131"/>
                  </a:lnTo>
                  <a:lnTo>
                    <a:pt x="3669867" y="208423"/>
                  </a:lnTo>
                  <a:lnTo>
                    <a:pt x="3674273" y="273991"/>
                  </a:lnTo>
                  <a:lnTo>
                    <a:pt x="3678679" y="353967"/>
                  </a:lnTo>
                  <a:lnTo>
                    <a:pt x="3683084" y="408977"/>
                  </a:lnTo>
                  <a:lnTo>
                    <a:pt x="3687490" y="393058"/>
                  </a:lnTo>
                  <a:lnTo>
                    <a:pt x="3691895" y="347586"/>
                  </a:lnTo>
                  <a:lnTo>
                    <a:pt x="3696301" y="325974"/>
                  </a:lnTo>
                  <a:lnTo>
                    <a:pt x="3700707" y="299553"/>
                  </a:lnTo>
                  <a:lnTo>
                    <a:pt x="3705112" y="292076"/>
                  </a:lnTo>
                  <a:lnTo>
                    <a:pt x="3709518" y="302327"/>
                  </a:lnTo>
                  <a:lnTo>
                    <a:pt x="3713923" y="314289"/>
                  </a:lnTo>
                  <a:lnTo>
                    <a:pt x="3718329" y="319288"/>
                  </a:lnTo>
                  <a:lnTo>
                    <a:pt x="3722735" y="338182"/>
                  </a:lnTo>
                  <a:lnTo>
                    <a:pt x="3727140" y="345076"/>
                  </a:lnTo>
                  <a:lnTo>
                    <a:pt x="3731546" y="341920"/>
                  </a:lnTo>
                  <a:lnTo>
                    <a:pt x="3735951" y="323622"/>
                  </a:lnTo>
                  <a:lnTo>
                    <a:pt x="3740357" y="301698"/>
                  </a:lnTo>
                  <a:lnTo>
                    <a:pt x="3744763" y="273587"/>
                  </a:lnTo>
                  <a:lnTo>
                    <a:pt x="3749168" y="262920"/>
                  </a:lnTo>
                  <a:lnTo>
                    <a:pt x="3753574" y="275075"/>
                  </a:lnTo>
                  <a:lnTo>
                    <a:pt x="3757979" y="307982"/>
                  </a:lnTo>
                  <a:lnTo>
                    <a:pt x="3762385" y="343935"/>
                  </a:lnTo>
                  <a:lnTo>
                    <a:pt x="3766791" y="382209"/>
                  </a:lnTo>
                  <a:lnTo>
                    <a:pt x="3771196" y="404667"/>
                  </a:lnTo>
                  <a:lnTo>
                    <a:pt x="3775602" y="408411"/>
                  </a:lnTo>
                  <a:lnTo>
                    <a:pt x="3780008" y="403475"/>
                  </a:lnTo>
                  <a:lnTo>
                    <a:pt x="3784413" y="390908"/>
                  </a:lnTo>
                  <a:lnTo>
                    <a:pt x="3788819" y="371485"/>
                  </a:lnTo>
                  <a:lnTo>
                    <a:pt x="3793224" y="358539"/>
                  </a:lnTo>
                  <a:lnTo>
                    <a:pt x="3797630" y="340252"/>
                  </a:lnTo>
                  <a:lnTo>
                    <a:pt x="3802036" y="328923"/>
                  </a:lnTo>
                  <a:lnTo>
                    <a:pt x="3806441" y="336804"/>
                  </a:lnTo>
                  <a:lnTo>
                    <a:pt x="3810847" y="366569"/>
                  </a:lnTo>
                  <a:lnTo>
                    <a:pt x="3815252" y="401526"/>
                  </a:lnTo>
                  <a:lnTo>
                    <a:pt x="3819658" y="455185"/>
                  </a:lnTo>
                  <a:lnTo>
                    <a:pt x="3824064" y="507996"/>
                  </a:lnTo>
                  <a:lnTo>
                    <a:pt x="3828469" y="520399"/>
                  </a:lnTo>
                  <a:lnTo>
                    <a:pt x="3832875" y="461271"/>
                  </a:lnTo>
                  <a:lnTo>
                    <a:pt x="3837280" y="383774"/>
                  </a:lnTo>
                  <a:lnTo>
                    <a:pt x="3841686" y="316996"/>
                  </a:lnTo>
                  <a:lnTo>
                    <a:pt x="3846092" y="283396"/>
                  </a:lnTo>
                  <a:lnTo>
                    <a:pt x="3850497" y="270174"/>
                  </a:lnTo>
                  <a:lnTo>
                    <a:pt x="3854903" y="274152"/>
                  </a:lnTo>
                  <a:lnTo>
                    <a:pt x="3859308" y="289802"/>
                  </a:lnTo>
                  <a:lnTo>
                    <a:pt x="3863714" y="288195"/>
                  </a:lnTo>
                  <a:lnTo>
                    <a:pt x="3868120" y="262641"/>
                  </a:lnTo>
                  <a:lnTo>
                    <a:pt x="3872525" y="223686"/>
                  </a:lnTo>
                  <a:lnTo>
                    <a:pt x="3876931" y="183314"/>
                  </a:lnTo>
                  <a:lnTo>
                    <a:pt x="3881336" y="143785"/>
                  </a:lnTo>
                  <a:lnTo>
                    <a:pt x="3885742" y="110260"/>
                  </a:lnTo>
                  <a:lnTo>
                    <a:pt x="3890148" y="78280"/>
                  </a:lnTo>
                  <a:lnTo>
                    <a:pt x="3894553" y="52400"/>
                  </a:lnTo>
                  <a:lnTo>
                    <a:pt x="3898959" y="32091"/>
                  </a:lnTo>
                  <a:lnTo>
                    <a:pt x="3903364" y="24997"/>
                  </a:lnTo>
                  <a:lnTo>
                    <a:pt x="3907770" y="26108"/>
                  </a:lnTo>
                  <a:lnTo>
                    <a:pt x="3912176" y="34828"/>
                  </a:lnTo>
                  <a:lnTo>
                    <a:pt x="3916581" y="43969"/>
                  </a:lnTo>
                  <a:lnTo>
                    <a:pt x="3920987" y="62581"/>
                  </a:lnTo>
                  <a:lnTo>
                    <a:pt x="3925392" y="70865"/>
                  </a:lnTo>
                  <a:lnTo>
                    <a:pt x="3929798" y="76894"/>
                  </a:lnTo>
                  <a:lnTo>
                    <a:pt x="3934204" y="79610"/>
                  </a:lnTo>
                  <a:lnTo>
                    <a:pt x="3938609" y="85515"/>
                  </a:lnTo>
                  <a:lnTo>
                    <a:pt x="3943015" y="85499"/>
                  </a:lnTo>
                  <a:lnTo>
                    <a:pt x="3947420" y="81950"/>
                  </a:lnTo>
                  <a:lnTo>
                    <a:pt x="3951826" y="79510"/>
                  </a:lnTo>
                  <a:lnTo>
                    <a:pt x="3956232" y="71754"/>
                  </a:lnTo>
                  <a:lnTo>
                    <a:pt x="3960637" y="59113"/>
                  </a:lnTo>
                  <a:lnTo>
                    <a:pt x="3965043" y="52046"/>
                  </a:lnTo>
                  <a:lnTo>
                    <a:pt x="3969448" y="53830"/>
                  </a:lnTo>
                  <a:lnTo>
                    <a:pt x="3973854" y="53830"/>
                  </a:lnTo>
                  <a:lnTo>
                    <a:pt x="3978260" y="51373"/>
                  </a:lnTo>
                  <a:lnTo>
                    <a:pt x="3982665" y="46568"/>
                  </a:lnTo>
                  <a:lnTo>
                    <a:pt x="3987071" y="40343"/>
                  </a:lnTo>
                  <a:lnTo>
                    <a:pt x="3991476" y="28314"/>
                  </a:lnTo>
                  <a:lnTo>
                    <a:pt x="3995882" y="19902"/>
                  </a:lnTo>
                  <a:lnTo>
                    <a:pt x="4000288" y="19135"/>
                  </a:lnTo>
                  <a:lnTo>
                    <a:pt x="4004693" y="23192"/>
                  </a:lnTo>
                  <a:lnTo>
                    <a:pt x="4009099" y="35714"/>
                  </a:lnTo>
                  <a:lnTo>
                    <a:pt x="4013505" y="76543"/>
                  </a:lnTo>
                  <a:lnTo>
                    <a:pt x="4017910" y="130277"/>
                  </a:lnTo>
                  <a:lnTo>
                    <a:pt x="4022316" y="197548"/>
                  </a:lnTo>
                  <a:lnTo>
                    <a:pt x="4026721" y="296139"/>
                  </a:lnTo>
                  <a:lnTo>
                    <a:pt x="4031127" y="394434"/>
                  </a:lnTo>
                  <a:lnTo>
                    <a:pt x="4035533" y="433663"/>
                  </a:lnTo>
                  <a:lnTo>
                    <a:pt x="4039938" y="401552"/>
                  </a:lnTo>
                  <a:lnTo>
                    <a:pt x="4044344" y="355504"/>
                  </a:lnTo>
                  <a:lnTo>
                    <a:pt x="4048749" y="301913"/>
                  </a:lnTo>
                  <a:lnTo>
                    <a:pt x="4053155" y="262131"/>
                  </a:lnTo>
                  <a:lnTo>
                    <a:pt x="4057561" y="218391"/>
                  </a:lnTo>
                  <a:lnTo>
                    <a:pt x="4061966" y="197705"/>
                  </a:lnTo>
                  <a:lnTo>
                    <a:pt x="4066372" y="184898"/>
                  </a:lnTo>
                  <a:lnTo>
                    <a:pt x="4070777" y="191625"/>
                  </a:lnTo>
                  <a:lnTo>
                    <a:pt x="4075183" y="196211"/>
                  </a:lnTo>
                  <a:lnTo>
                    <a:pt x="4079589" y="184173"/>
                  </a:lnTo>
                  <a:lnTo>
                    <a:pt x="4083994" y="162194"/>
                  </a:lnTo>
                  <a:lnTo>
                    <a:pt x="4088400" y="144544"/>
                  </a:lnTo>
                  <a:lnTo>
                    <a:pt x="4092805" y="121811"/>
                  </a:lnTo>
                  <a:lnTo>
                    <a:pt x="4097211" y="104279"/>
                  </a:lnTo>
                  <a:lnTo>
                    <a:pt x="4101617" y="113013"/>
                  </a:lnTo>
                  <a:lnTo>
                    <a:pt x="4106022" y="119565"/>
                  </a:lnTo>
                  <a:lnTo>
                    <a:pt x="4110428" y="121358"/>
                  </a:lnTo>
                  <a:lnTo>
                    <a:pt x="4114833" y="126184"/>
                  </a:lnTo>
                  <a:lnTo>
                    <a:pt x="4119239" y="134120"/>
                  </a:lnTo>
                  <a:lnTo>
                    <a:pt x="4123645" y="131730"/>
                  </a:lnTo>
                  <a:lnTo>
                    <a:pt x="4128050" y="150970"/>
                  </a:lnTo>
                  <a:lnTo>
                    <a:pt x="4132456" y="166130"/>
                  </a:lnTo>
                  <a:lnTo>
                    <a:pt x="4136861" y="159108"/>
                  </a:lnTo>
                  <a:lnTo>
                    <a:pt x="4141267" y="130174"/>
                  </a:lnTo>
                  <a:lnTo>
                    <a:pt x="4145673" y="96574"/>
                  </a:lnTo>
                  <a:lnTo>
                    <a:pt x="4150078" y="66661"/>
                  </a:lnTo>
                  <a:lnTo>
                    <a:pt x="4154484" y="41355"/>
                  </a:lnTo>
                  <a:lnTo>
                    <a:pt x="4158889" y="23124"/>
                  </a:lnTo>
                  <a:lnTo>
                    <a:pt x="4163295" y="15508"/>
                  </a:lnTo>
                  <a:lnTo>
                    <a:pt x="4167701" y="12939"/>
                  </a:lnTo>
                  <a:lnTo>
                    <a:pt x="4172106" y="12198"/>
                  </a:lnTo>
                  <a:lnTo>
                    <a:pt x="4176512" y="17565"/>
                  </a:lnTo>
                  <a:lnTo>
                    <a:pt x="4180917" y="31467"/>
                  </a:lnTo>
                  <a:lnTo>
                    <a:pt x="4185323" y="48055"/>
                  </a:lnTo>
                  <a:lnTo>
                    <a:pt x="4189729" y="72721"/>
                  </a:lnTo>
                  <a:lnTo>
                    <a:pt x="4194134" y="99029"/>
                  </a:lnTo>
                  <a:lnTo>
                    <a:pt x="4198540" y="114647"/>
                  </a:lnTo>
                  <a:lnTo>
                    <a:pt x="4202945" y="115627"/>
                  </a:lnTo>
                  <a:lnTo>
                    <a:pt x="4207351" y="110234"/>
                  </a:lnTo>
                  <a:lnTo>
                    <a:pt x="4211757" y="100194"/>
                  </a:lnTo>
                  <a:lnTo>
                    <a:pt x="4216162" y="77062"/>
                  </a:lnTo>
                  <a:lnTo>
                    <a:pt x="4220568" y="72046"/>
                  </a:lnTo>
                  <a:lnTo>
                    <a:pt x="4224973" y="69340"/>
                  </a:lnTo>
                  <a:lnTo>
                    <a:pt x="4229379" y="62068"/>
                  </a:lnTo>
                  <a:lnTo>
                    <a:pt x="4233785" y="57038"/>
                  </a:lnTo>
                  <a:lnTo>
                    <a:pt x="4238190" y="59899"/>
                  </a:lnTo>
                  <a:lnTo>
                    <a:pt x="4242596" y="53648"/>
                  </a:lnTo>
                  <a:lnTo>
                    <a:pt x="4247002" y="66852"/>
                  </a:lnTo>
                  <a:lnTo>
                    <a:pt x="4251407" y="98556"/>
                  </a:lnTo>
                  <a:lnTo>
                    <a:pt x="4255813" y="128543"/>
                  </a:lnTo>
                  <a:lnTo>
                    <a:pt x="4260218" y="145870"/>
                  </a:lnTo>
                  <a:lnTo>
                    <a:pt x="4264624" y="161456"/>
                  </a:lnTo>
                  <a:lnTo>
                    <a:pt x="4269030" y="146506"/>
                  </a:lnTo>
                  <a:lnTo>
                    <a:pt x="4273435" y="127347"/>
                  </a:lnTo>
                  <a:lnTo>
                    <a:pt x="4277841" y="107415"/>
                  </a:lnTo>
                  <a:lnTo>
                    <a:pt x="4282246" y="88665"/>
                  </a:lnTo>
                  <a:lnTo>
                    <a:pt x="4286652" y="87145"/>
                  </a:lnTo>
                  <a:lnTo>
                    <a:pt x="4291058" y="106022"/>
                  </a:lnTo>
                  <a:lnTo>
                    <a:pt x="4295463" y="133457"/>
                  </a:lnTo>
                  <a:lnTo>
                    <a:pt x="4299869" y="165862"/>
                  </a:lnTo>
                  <a:lnTo>
                    <a:pt x="4304274" y="218888"/>
                  </a:lnTo>
                  <a:lnTo>
                    <a:pt x="4308680" y="265894"/>
                  </a:lnTo>
                  <a:lnTo>
                    <a:pt x="4313086" y="290730"/>
                  </a:lnTo>
                  <a:lnTo>
                    <a:pt x="4317491" y="296280"/>
                  </a:lnTo>
                  <a:lnTo>
                    <a:pt x="4321897" y="316824"/>
                  </a:lnTo>
                  <a:lnTo>
                    <a:pt x="4326302" y="348485"/>
                  </a:lnTo>
                  <a:lnTo>
                    <a:pt x="4330708" y="366546"/>
                  </a:lnTo>
                  <a:lnTo>
                    <a:pt x="4335114" y="380871"/>
                  </a:lnTo>
                  <a:lnTo>
                    <a:pt x="4339519" y="388450"/>
                  </a:lnTo>
                  <a:lnTo>
                    <a:pt x="4343925" y="373623"/>
                  </a:lnTo>
                  <a:lnTo>
                    <a:pt x="4348330" y="357560"/>
                  </a:lnTo>
                  <a:lnTo>
                    <a:pt x="4352736" y="329941"/>
                  </a:lnTo>
                  <a:lnTo>
                    <a:pt x="4357142" y="285852"/>
                  </a:lnTo>
                  <a:lnTo>
                    <a:pt x="4361547" y="231458"/>
                  </a:lnTo>
                  <a:lnTo>
                    <a:pt x="4365953" y="189578"/>
                  </a:lnTo>
                  <a:lnTo>
                    <a:pt x="4370358" y="156429"/>
                  </a:lnTo>
                  <a:lnTo>
                    <a:pt x="4374764" y="147743"/>
                  </a:lnTo>
                  <a:lnTo>
                    <a:pt x="4379170" y="163815"/>
                  </a:lnTo>
                  <a:lnTo>
                    <a:pt x="4383575" y="193034"/>
                  </a:lnTo>
                  <a:lnTo>
                    <a:pt x="4387981" y="211831"/>
                  </a:lnTo>
                  <a:lnTo>
                    <a:pt x="4392386" y="211946"/>
                  </a:lnTo>
                  <a:lnTo>
                    <a:pt x="4396792" y="203757"/>
                  </a:lnTo>
                  <a:lnTo>
                    <a:pt x="4401198" y="175880"/>
                  </a:lnTo>
                  <a:lnTo>
                    <a:pt x="4405603" y="139459"/>
                  </a:lnTo>
                  <a:lnTo>
                    <a:pt x="4410009" y="106867"/>
                  </a:lnTo>
                  <a:lnTo>
                    <a:pt x="4414414" y="87089"/>
                  </a:lnTo>
                  <a:lnTo>
                    <a:pt x="4418820" y="71201"/>
                  </a:lnTo>
                  <a:lnTo>
                    <a:pt x="4423226" y="52692"/>
                  </a:lnTo>
                  <a:lnTo>
                    <a:pt x="4427631" y="49049"/>
                  </a:lnTo>
                  <a:lnTo>
                    <a:pt x="4432037" y="57144"/>
                  </a:lnTo>
                  <a:lnTo>
                    <a:pt x="4436442" y="71313"/>
                  </a:lnTo>
                  <a:lnTo>
                    <a:pt x="4440848" y="86804"/>
                  </a:lnTo>
                  <a:lnTo>
                    <a:pt x="4445254" y="124157"/>
                  </a:lnTo>
                  <a:lnTo>
                    <a:pt x="4449659" y="170660"/>
                  </a:lnTo>
                  <a:lnTo>
                    <a:pt x="4454065" y="233236"/>
                  </a:lnTo>
                  <a:lnTo>
                    <a:pt x="4458470" y="308571"/>
                  </a:lnTo>
                  <a:lnTo>
                    <a:pt x="4462876" y="396949"/>
                  </a:lnTo>
                  <a:lnTo>
                    <a:pt x="4467282" y="475618"/>
                  </a:lnTo>
                  <a:lnTo>
                    <a:pt x="4471687" y="537696"/>
                  </a:lnTo>
                  <a:lnTo>
                    <a:pt x="4476093" y="512239"/>
                  </a:lnTo>
                  <a:lnTo>
                    <a:pt x="4480498" y="414762"/>
                  </a:lnTo>
                  <a:lnTo>
                    <a:pt x="4484904" y="328705"/>
                  </a:lnTo>
                  <a:lnTo>
                    <a:pt x="4489310" y="253713"/>
                  </a:lnTo>
                  <a:lnTo>
                    <a:pt x="4493715" y="182400"/>
                  </a:lnTo>
                  <a:lnTo>
                    <a:pt x="4498121" y="131082"/>
                  </a:lnTo>
                  <a:lnTo>
                    <a:pt x="4502527" y="107098"/>
                  </a:lnTo>
                  <a:lnTo>
                    <a:pt x="4506932" y="89905"/>
                  </a:lnTo>
                  <a:lnTo>
                    <a:pt x="4511338" y="83683"/>
                  </a:lnTo>
                  <a:lnTo>
                    <a:pt x="4515743" y="88370"/>
                  </a:lnTo>
                  <a:lnTo>
                    <a:pt x="4520149" y="98490"/>
                  </a:lnTo>
                  <a:lnTo>
                    <a:pt x="4524555" y="107004"/>
                  </a:lnTo>
                  <a:lnTo>
                    <a:pt x="4528960" y="117188"/>
                  </a:lnTo>
                  <a:lnTo>
                    <a:pt x="4533366" y="129585"/>
                  </a:lnTo>
                  <a:lnTo>
                    <a:pt x="4537771" y="155008"/>
                  </a:lnTo>
                  <a:lnTo>
                    <a:pt x="4542177" y="186792"/>
                  </a:lnTo>
                  <a:lnTo>
                    <a:pt x="4546583" y="212265"/>
                  </a:lnTo>
                  <a:lnTo>
                    <a:pt x="4550988" y="211245"/>
                  </a:lnTo>
                  <a:lnTo>
                    <a:pt x="4555394" y="184415"/>
                  </a:lnTo>
                  <a:lnTo>
                    <a:pt x="4559799" y="145018"/>
                  </a:lnTo>
                  <a:lnTo>
                    <a:pt x="4564205" y="101708"/>
                  </a:lnTo>
                  <a:lnTo>
                    <a:pt x="4568611" y="64271"/>
                  </a:lnTo>
                  <a:lnTo>
                    <a:pt x="4573016" y="50944"/>
                  </a:lnTo>
                  <a:lnTo>
                    <a:pt x="4577422" y="57023"/>
                  </a:lnTo>
                  <a:lnTo>
                    <a:pt x="4581827" y="72827"/>
                  </a:lnTo>
                  <a:lnTo>
                    <a:pt x="4586233" y="94820"/>
                  </a:lnTo>
                  <a:lnTo>
                    <a:pt x="4590639" y="125899"/>
                  </a:lnTo>
                  <a:lnTo>
                    <a:pt x="4595044" y="142146"/>
                  </a:lnTo>
                  <a:lnTo>
                    <a:pt x="4599450" y="153134"/>
                  </a:lnTo>
                  <a:lnTo>
                    <a:pt x="4603855" y="155440"/>
                  </a:lnTo>
                  <a:lnTo>
                    <a:pt x="4608261" y="164815"/>
                  </a:lnTo>
                  <a:lnTo>
                    <a:pt x="4612667" y="172224"/>
                  </a:lnTo>
                  <a:lnTo>
                    <a:pt x="4617072" y="193807"/>
                  </a:lnTo>
                  <a:lnTo>
                    <a:pt x="4621478" y="220728"/>
                  </a:lnTo>
                  <a:lnTo>
                    <a:pt x="4625883" y="258481"/>
                  </a:lnTo>
                  <a:lnTo>
                    <a:pt x="4630289" y="281894"/>
                  </a:lnTo>
                  <a:lnTo>
                    <a:pt x="4634695" y="294632"/>
                  </a:lnTo>
                  <a:lnTo>
                    <a:pt x="4639100" y="307560"/>
                  </a:lnTo>
                  <a:lnTo>
                    <a:pt x="4643506" y="318694"/>
                  </a:lnTo>
                  <a:lnTo>
                    <a:pt x="4647911" y="318159"/>
                  </a:lnTo>
                  <a:lnTo>
                    <a:pt x="4652317" y="336292"/>
                  </a:lnTo>
                  <a:lnTo>
                    <a:pt x="4656723" y="367351"/>
                  </a:lnTo>
                  <a:lnTo>
                    <a:pt x="4661128" y="375280"/>
                  </a:lnTo>
                  <a:lnTo>
                    <a:pt x="4665534" y="367720"/>
                  </a:lnTo>
                  <a:lnTo>
                    <a:pt x="4669939" y="375422"/>
                  </a:lnTo>
                  <a:lnTo>
                    <a:pt x="4674345" y="372282"/>
                  </a:lnTo>
                  <a:lnTo>
                    <a:pt x="4678751" y="367674"/>
                  </a:lnTo>
                  <a:lnTo>
                    <a:pt x="4683156" y="389000"/>
                  </a:lnTo>
                  <a:lnTo>
                    <a:pt x="4687562" y="425375"/>
                  </a:lnTo>
                  <a:lnTo>
                    <a:pt x="4691967" y="439176"/>
                  </a:lnTo>
                  <a:lnTo>
                    <a:pt x="4696373" y="439448"/>
                  </a:lnTo>
                  <a:lnTo>
                    <a:pt x="4700779" y="438148"/>
                  </a:lnTo>
                  <a:lnTo>
                    <a:pt x="4705184" y="417787"/>
                  </a:lnTo>
                  <a:lnTo>
                    <a:pt x="4709590" y="397026"/>
                  </a:lnTo>
                  <a:lnTo>
                    <a:pt x="4713995" y="379806"/>
                  </a:lnTo>
                  <a:lnTo>
                    <a:pt x="4718401" y="368668"/>
                  </a:lnTo>
                  <a:lnTo>
                    <a:pt x="4722807" y="356320"/>
                  </a:lnTo>
                  <a:lnTo>
                    <a:pt x="4727212" y="360215"/>
                  </a:lnTo>
                  <a:lnTo>
                    <a:pt x="4731618" y="352177"/>
                  </a:lnTo>
                  <a:lnTo>
                    <a:pt x="4736024" y="330261"/>
                  </a:lnTo>
                  <a:lnTo>
                    <a:pt x="4740429" y="320462"/>
                  </a:lnTo>
                  <a:lnTo>
                    <a:pt x="4744835" y="314647"/>
                  </a:lnTo>
                  <a:lnTo>
                    <a:pt x="4749240" y="298451"/>
                  </a:lnTo>
                  <a:lnTo>
                    <a:pt x="4753646" y="269141"/>
                  </a:lnTo>
                  <a:lnTo>
                    <a:pt x="4758052" y="245512"/>
                  </a:lnTo>
                  <a:lnTo>
                    <a:pt x="4762457" y="234637"/>
                  </a:lnTo>
                  <a:lnTo>
                    <a:pt x="4766863" y="220188"/>
                  </a:lnTo>
                  <a:lnTo>
                    <a:pt x="4771268" y="205208"/>
                  </a:lnTo>
                  <a:lnTo>
                    <a:pt x="4775674" y="196187"/>
                  </a:lnTo>
                  <a:lnTo>
                    <a:pt x="4780080" y="188642"/>
                  </a:lnTo>
                  <a:lnTo>
                    <a:pt x="4784485" y="161046"/>
                  </a:lnTo>
                  <a:lnTo>
                    <a:pt x="4788891" y="133154"/>
                  </a:lnTo>
                  <a:lnTo>
                    <a:pt x="4793296" y="110069"/>
                  </a:lnTo>
                  <a:lnTo>
                    <a:pt x="4797702" y="94664"/>
                  </a:lnTo>
                  <a:lnTo>
                    <a:pt x="4802108" y="84609"/>
                  </a:lnTo>
                  <a:lnTo>
                    <a:pt x="4806513" y="82792"/>
                  </a:lnTo>
                  <a:lnTo>
                    <a:pt x="4810919" y="89705"/>
                  </a:lnTo>
                  <a:lnTo>
                    <a:pt x="4815324" y="102658"/>
                  </a:lnTo>
                  <a:lnTo>
                    <a:pt x="4819730" y="106859"/>
                  </a:lnTo>
                  <a:lnTo>
                    <a:pt x="4824136" y="114700"/>
                  </a:lnTo>
                  <a:lnTo>
                    <a:pt x="4828541" y="130510"/>
                  </a:lnTo>
                  <a:lnTo>
                    <a:pt x="4832947" y="160311"/>
                  </a:lnTo>
                  <a:lnTo>
                    <a:pt x="4837352" y="203238"/>
                  </a:lnTo>
                  <a:lnTo>
                    <a:pt x="4841758" y="273394"/>
                  </a:lnTo>
                  <a:lnTo>
                    <a:pt x="4846164" y="344674"/>
                  </a:lnTo>
                  <a:lnTo>
                    <a:pt x="4850569" y="402736"/>
                  </a:lnTo>
                  <a:lnTo>
                    <a:pt x="4854975" y="424343"/>
                  </a:lnTo>
                  <a:lnTo>
                    <a:pt x="4859380" y="418710"/>
                  </a:lnTo>
                  <a:lnTo>
                    <a:pt x="4863786" y="423201"/>
                  </a:lnTo>
                  <a:lnTo>
                    <a:pt x="4868192" y="447136"/>
                  </a:lnTo>
                  <a:lnTo>
                    <a:pt x="4872597" y="480745"/>
                  </a:lnTo>
                  <a:lnTo>
                    <a:pt x="4877003" y="504946"/>
                  </a:lnTo>
                  <a:lnTo>
                    <a:pt x="4881408" y="508350"/>
                  </a:lnTo>
                  <a:lnTo>
                    <a:pt x="4885814" y="470555"/>
                  </a:lnTo>
                  <a:lnTo>
                    <a:pt x="4890220" y="436795"/>
                  </a:lnTo>
                  <a:lnTo>
                    <a:pt x="4894625" y="428206"/>
                  </a:lnTo>
                  <a:lnTo>
                    <a:pt x="4899031" y="443911"/>
                  </a:lnTo>
                  <a:lnTo>
                    <a:pt x="4903436" y="470555"/>
                  </a:lnTo>
                  <a:lnTo>
                    <a:pt x="4907842" y="523718"/>
                  </a:lnTo>
                  <a:lnTo>
                    <a:pt x="4912248" y="586898"/>
                  </a:lnTo>
                  <a:lnTo>
                    <a:pt x="4916653" y="614296"/>
                  </a:lnTo>
                  <a:lnTo>
                    <a:pt x="4921059" y="591938"/>
                  </a:lnTo>
                  <a:lnTo>
                    <a:pt x="4925464" y="556070"/>
                  </a:lnTo>
                  <a:lnTo>
                    <a:pt x="4929870" y="523134"/>
                  </a:lnTo>
                  <a:lnTo>
                    <a:pt x="4934276" y="499368"/>
                  </a:lnTo>
                  <a:lnTo>
                    <a:pt x="4938681" y="510724"/>
                  </a:lnTo>
                  <a:lnTo>
                    <a:pt x="4943087" y="546791"/>
                  </a:lnTo>
                  <a:lnTo>
                    <a:pt x="4947492" y="604748"/>
                  </a:lnTo>
                  <a:lnTo>
                    <a:pt x="4951898" y="668340"/>
                  </a:lnTo>
                  <a:lnTo>
                    <a:pt x="4956304" y="737291"/>
                  </a:lnTo>
                  <a:lnTo>
                    <a:pt x="4960709" y="775280"/>
                  </a:lnTo>
                  <a:lnTo>
                    <a:pt x="4965115" y="809973"/>
                  </a:lnTo>
                  <a:lnTo>
                    <a:pt x="4969521" y="810221"/>
                  </a:lnTo>
                  <a:lnTo>
                    <a:pt x="4973926" y="820474"/>
                  </a:lnTo>
                  <a:lnTo>
                    <a:pt x="4978332" y="841844"/>
                  </a:lnTo>
                  <a:lnTo>
                    <a:pt x="4982737" y="891977"/>
                  </a:lnTo>
                  <a:lnTo>
                    <a:pt x="4987143" y="956129"/>
                  </a:lnTo>
                  <a:lnTo>
                    <a:pt x="4991549" y="1045078"/>
                  </a:lnTo>
                  <a:lnTo>
                    <a:pt x="4995954" y="1100962"/>
                  </a:lnTo>
                  <a:lnTo>
                    <a:pt x="5000360" y="1167150"/>
                  </a:lnTo>
                  <a:lnTo>
                    <a:pt x="5004765" y="1176981"/>
                  </a:lnTo>
                  <a:lnTo>
                    <a:pt x="5009171" y="1176981"/>
                  </a:lnTo>
                  <a:lnTo>
                    <a:pt x="5013577" y="1187194"/>
                  </a:lnTo>
                  <a:lnTo>
                    <a:pt x="5017982" y="1226428"/>
                  </a:lnTo>
                  <a:lnTo>
                    <a:pt x="5022388" y="1241991"/>
                  </a:lnTo>
                  <a:lnTo>
                    <a:pt x="5026793" y="1255141"/>
                  </a:lnTo>
                  <a:lnTo>
                    <a:pt x="5031199" y="1268984"/>
                  </a:lnTo>
                  <a:lnTo>
                    <a:pt x="5035605" y="1299067"/>
                  </a:lnTo>
                  <a:lnTo>
                    <a:pt x="5040010" y="1324128"/>
                  </a:lnTo>
                  <a:lnTo>
                    <a:pt x="5044416" y="1342269"/>
                  </a:lnTo>
                  <a:lnTo>
                    <a:pt x="5048821" y="1382802"/>
                  </a:lnTo>
                  <a:lnTo>
                    <a:pt x="5053227" y="1420429"/>
                  </a:lnTo>
                  <a:lnTo>
                    <a:pt x="5057633" y="1381709"/>
                  </a:lnTo>
                  <a:lnTo>
                    <a:pt x="5062038" y="1341332"/>
                  </a:lnTo>
                  <a:lnTo>
                    <a:pt x="5066444" y="1275459"/>
                  </a:lnTo>
                  <a:lnTo>
                    <a:pt x="5070849" y="1235030"/>
                  </a:lnTo>
                  <a:lnTo>
                    <a:pt x="5075255" y="1211164"/>
                  </a:lnTo>
                  <a:lnTo>
                    <a:pt x="5079661" y="1196198"/>
                  </a:lnTo>
                  <a:lnTo>
                    <a:pt x="5084066" y="1207201"/>
                  </a:lnTo>
                  <a:lnTo>
                    <a:pt x="5088472" y="1243277"/>
                  </a:lnTo>
                  <a:lnTo>
                    <a:pt x="5092877" y="1270409"/>
                  </a:lnTo>
                  <a:lnTo>
                    <a:pt x="5097283" y="1291217"/>
                  </a:lnTo>
                  <a:lnTo>
                    <a:pt x="5101689" y="1307158"/>
                  </a:lnTo>
                  <a:lnTo>
                    <a:pt x="5106094" y="1282097"/>
                  </a:lnTo>
                  <a:lnTo>
                    <a:pt x="5110500" y="1282097"/>
                  </a:lnTo>
                  <a:lnTo>
                    <a:pt x="5114905" y="1282097"/>
                  </a:lnTo>
                  <a:lnTo>
                    <a:pt x="5119311" y="1282097"/>
                  </a:lnTo>
                  <a:lnTo>
                    <a:pt x="5123717" y="1297478"/>
                  </a:lnTo>
                  <a:lnTo>
                    <a:pt x="5128122" y="1307158"/>
                  </a:lnTo>
                  <a:lnTo>
                    <a:pt x="5132528" y="1276188"/>
                  </a:lnTo>
                  <a:lnTo>
                    <a:pt x="5136933" y="1248484"/>
                  </a:lnTo>
                  <a:lnTo>
                    <a:pt x="5141339" y="1248484"/>
                  </a:lnTo>
                  <a:lnTo>
                    <a:pt x="5145745" y="1248484"/>
                  </a:lnTo>
                  <a:lnTo>
                    <a:pt x="5150150" y="1261971"/>
                  </a:lnTo>
                  <a:lnTo>
                    <a:pt x="5154556" y="1291217"/>
                  </a:lnTo>
                  <a:lnTo>
                    <a:pt x="5158961" y="1342269"/>
                  </a:lnTo>
                  <a:lnTo>
                    <a:pt x="5163367" y="1324128"/>
                  </a:lnTo>
                  <a:lnTo>
                    <a:pt x="5167773" y="1307158"/>
                  </a:lnTo>
                  <a:lnTo>
                    <a:pt x="5172178" y="1307158"/>
                  </a:lnTo>
                  <a:lnTo>
                    <a:pt x="5176584" y="1324128"/>
                  </a:lnTo>
                  <a:lnTo>
                    <a:pt x="5180989" y="1324128"/>
                  </a:lnTo>
                  <a:lnTo>
                    <a:pt x="5185395" y="1361755"/>
                  </a:lnTo>
                  <a:lnTo>
                    <a:pt x="5189801" y="1405681"/>
                  </a:lnTo>
                  <a:lnTo>
                    <a:pt x="5194206" y="1430742"/>
                  </a:lnTo>
                  <a:lnTo>
                    <a:pt x="5198612" y="1430742"/>
                  </a:lnTo>
                  <a:lnTo>
                    <a:pt x="5203018" y="1430742"/>
                  </a:lnTo>
                  <a:lnTo>
                    <a:pt x="5207423" y="1430742"/>
                  </a:lnTo>
                  <a:lnTo>
                    <a:pt x="5211829" y="1430742"/>
                  </a:lnTo>
                  <a:lnTo>
                    <a:pt x="5216234" y="1430742"/>
                  </a:lnTo>
                  <a:lnTo>
                    <a:pt x="5220640" y="1430742"/>
                  </a:lnTo>
                  <a:lnTo>
                    <a:pt x="5225046" y="1405681"/>
                  </a:lnTo>
                  <a:lnTo>
                    <a:pt x="5229451" y="1361755"/>
                  </a:lnTo>
                  <a:lnTo>
                    <a:pt x="5233857" y="1342269"/>
                  </a:lnTo>
                  <a:lnTo>
                    <a:pt x="5238262" y="1324128"/>
                  </a:lnTo>
                  <a:lnTo>
                    <a:pt x="5242668" y="1324128"/>
                  </a:lnTo>
                  <a:lnTo>
                    <a:pt x="5247074" y="1342269"/>
                  </a:lnTo>
                  <a:lnTo>
                    <a:pt x="5251479" y="1382802"/>
                  </a:lnTo>
                  <a:lnTo>
                    <a:pt x="5255885" y="1405681"/>
                  </a:lnTo>
                  <a:lnTo>
                    <a:pt x="5260290" y="1430742"/>
                  </a:lnTo>
                  <a:lnTo>
                    <a:pt x="5264696" y="1430742"/>
                  </a:lnTo>
                  <a:lnTo>
                    <a:pt x="5269102" y="1430742"/>
                  </a:lnTo>
                  <a:lnTo>
                    <a:pt x="5273507" y="1430742"/>
                  </a:lnTo>
                  <a:lnTo>
                    <a:pt x="5277913" y="1430742"/>
                  </a:lnTo>
                  <a:lnTo>
                    <a:pt x="5282318" y="1430742"/>
                  </a:lnTo>
                  <a:lnTo>
                    <a:pt x="5286724" y="1430742"/>
                  </a:lnTo>
                  <a:lnTo>
                    <a:pt x="5291130" y="1430742"/>
                  </a:lnTo>
                  <a:lnTo>
                    <a:pt x="5295535" y="1430742"/>
                  </a:lnTo>
                  <a:lnTo>
                    <a:pt x="5299941" y="1430742"/>
                  </a:lnTo>
                  <a:lnTo>
                    <a:pt x="5304346" y="1405681"/>
                  </a:lnTo>
                  <a:lnTo>
                    <a:pt x="5308752" y="1361755"/>
                  </a:lnTo>
                  <a:lnTo>
                    <a:pt x="5313158" y="1291217"/>
                  </a:lnTo>
                  <a:lnTo>
                    <a:pt x="5317563" y="1211735"/>
                  </a:lnTo>
                  <a:lnTo>
                    <a:pt x="5321969" y="1179497"/>
                  </a:lnTo>
                  <a:lnTo>
                    <a:pt x="5326374" y="1189810"/>
                  </a:lnTo>
                  <a:lnTo>
                    <a:pt x="5330780" y="1211735"/>
                  </a:lnTo>
                  <a:lnTo>
                    <a:pt x="5335186" y="1261971"/>
                  </a:lnTo>
                  <a:lnTo>
                    <a:pt x="5339591" y="1361755"/>
                  </a:lnTo>
                  <a:lnTo>
                    <a:pt x="5343997" y="1430742"/>
                  </a:lnTo>
                  <a:lnTo>
                    <a:pt x="5348402" y="1405681"/>
                  </a:lnTo>
                  <a:lnTo>
                    <a:pt x="5352808" y="1361755"/>
                  </a:lnTo>
                  <a:lnTo>
                    <a:pt x="5357214" y="1324128"/>
                  </a:lnTo>
                  <a:lnTo>
                    <a:pt x="5361619" y="1324128"/>
                  </a:lnTo>
                  <a:lnTo>
                    <a:pt x="5366025" y="1324128"/>
                  </a:lnTo>
                  <a:lnTo>
                    <a:pt x="5370430" y="1342269"/>
                  </a:lnTo>
                  <a:lnTo>
                    <a:pt x="5374836" y="1382802"/>
                  </a:lnTo>
                  <a:lnTo>
                    <a:pt x="5379242" y="1430742"/>
                  </a:lnTo>
                  <a:lnTo>
                    <a:pt x="5383647" y="1405681"/>
                  </a:lnTo>
                  <a:lnTo>
                    <a:pt x="5388053" y="1361755"/>
                  </a:lnTo>
                  <a:lnTo>
                    <a:pt x="5392458" y="1324128"/>
                  </a:lnTo>
                  <a:lnTo>
                    <a:pt x="5396864" y="1307158"/>
                  </a:lnTo>
                  <a:lnTo>
                    <a:pt x="5401270" y="1307158"/>
                  </a:lnTo>
                  <a:lnTo>
                    <a:pt x="5405675" y="1324128"/>
                  </a:lnTo>
                  <a:lnTo>
                    <a:pt x="5410081" y="1361755"/>
                  </a:lnTo>
                  <a:lnTo>
                    <a:pt x="5414486" y="1405681"/>
                  </a:lnTo>
                  <a:lnTo>
                    <a:pt x="5418892" y="1405681"/>
                  </a:lnTo>
                  <a:lnTo>
                    <a:pt x="5423298" y="1382802"/>
                  </a:lnTo>
                  <a:lnTo>
                    <a:pt x="5427703" y="1342269"/>
                  </a:lnTo>
                  <a:lnTo>
                    <a:pt x="5432109" y="1324128"/>
                  </a:lnTo>
                  <a:lnTo>
                    <a:pt x="5436515" y="1324128"/>
                  </a:lnTo>
                  <a:lnTo>
                    <a:pt x="5440920" y="1342269"/>
                  </a:lnTo>
                  <a:lnTo>
                    <a:pt x="5445326" y="1361755"/>
                  </a:lnTo>
                  <a:lnTo>
                    <a:pt x="5449731" y="1405681"/>
                  </a:lnTo>
                  <a:lnTo>
                    <a:pt x="5454137" y="1430742"/>
                  </a:lnTo>
                  <a:lnTo>
                    <a:pt x="5458543" y="1430742"/>
                  </a:lnTo>
                  <a:lnTo>
                    <a:pt x="5462948" y="1430742"/>
                  </a:lnTo>
                  <a:lnTo>
                    <a:pt x="5467354" y="1430742"/>
                  </a:lnTo>
                  <a:lnTo>
                    <a:pt x="5471759" y="1430742"/>
                  </a:lnTo>
                  <a:lnTo>
                    <a:pt x="5476165" y="1430742"/>
                  </a:lnTo>
                  <a:lnTo>
                    <a:pt x="5480571" y="1430742"/>
                  </a:lnTo>
                  <a:lnTo>
                    <a:pt x="5484976" y="1430742"/>
                  </a:lnTo>
                  <a:lnTo>
                    <a:pt x="5489382" y="1430742"/>
                  </a:lnTo>
                  <a:lnTo>
                    <a:pt x="5493787" y="1430742"/>
                  </a:lnTo>
                  <a:lnTo>
                    <a:pt x="5498193" y="1430742"/>
                  </a:lnTo>
                  <a:lnTo>
                    <a:pt x="5502599" y="1430742"/>
                  </a:lnTo>
                  <a:lnTo>
                    <a:pt x="5507004" y="1430742"/>
                  </a:lnTo>
                  <a:lnTo>
                    <a:pt x="5511410" y="1430742"/>
                  </a:lnTo>
                  <a:lnTo>
                    <a:pt x="5515815" y="1405681"/>
                  </a:lnTo>
                  <a:lnTo>
                    <a:pt x="5520221" y="1361755"/>
                  </a:lnTo>
                  <a:lnTo>
                    <a:pt x="5524627" y="1342269"/>
                  </a:lnTo>
                  <a:lnTo>
                    <a:pt x="5529032" y="1324128"/>
                  </a:lnTo>
                  <a:lnTo>
                    <a:pt x="5533438" y="1291217"/>
                  </a:lnTo>
                  <a:lnTo>
                    <a:pt x="5537843" y="1291217"/>
                  </a:lnTo>
                  <a:lnTo>
                    <a:pt x="5542249" y="1307158"/>
                  </a:lnTo>
                  <a:lnTo>
                    <a:pt x="5546655" y="1324128"/>
                  </a:lnTo>
                  <a:lnTo>
                    <a:pt x="5551060" y="1342269"/>
                  </a:lnTo>
                  <a:lnTo>
                    <a:pt x="5555466" y="1361755"/>
                  </a:lnTo>
                  <a:lnTo>
                    <a:pt x="5559871" y="1361755"/>
                  </a:lnTo>
                  <a:lnTo>
                    <a:pt x="5564277" y="1324128"/>
                  </a:lnTo>
                  <a:lnTo>
                    <a:pt x="5568683" y="1276188"/>
                  </a:lnTo>
                  <a:lnTo>
                    <a:pt x="5573088" y="1253126"/>
                  </a:lnTo>
                  <a:lnTo>
                    <a:pt x="5577494" y="1266156"/>
                  </a:lnTo>
                  <a:lnTo>
                    <a:pt x="5581899" y="1266156"/>
                  </a:lnTo>
                  <a:lnTo>
                    <a:pt x="5586305" y="1280607"/>
                  </a:lnTo>
                  <a:lnTo>
                    <a:pt x="5590711" y="1312135"/>
                  </a:lnTo>
                  <a:lnTo>
                    <a:pt x="5595116" y="1341332"/>
                  </a:lnTo>
                  <a:lnTo>
                    <a:pt x="5599522" y="1342269"/>
                  </a:lnTo>
                  <a:lnTo>
                    <a:pt x="5603927" y="1361755"/>
                  </a:lnTo>
                  <a:lnTo>
                    <a:pt x="5608333" y="1405681"/>
                  </a:lnTo>
                  <a:lnTo>
                    <a:pt x="5612739" y="1430742"/>
                  </a:lnTo>
                  <a:lnTo>
                    <a:pt x="5617144" y="1430742"/>
                  </a:lnTo>
                  <a:lnTo>
                    <a:pt x="5621550" y="1430742"/>
                  </a:lnTo>
                  <a:lnTo>
                    <a:pt x="5625955" y="1430742"/>
                  </a:lnTo>
                  <a:lnTo>
                    <a:pt x="5630361" y="1430742"/>
                  </a:lnTo>
                  <a:lnTo>
                    <a:pt x="5634767" y="1430742"/>
                  </a:lnTo>
                  <a:lnTo>
                    <a:pt x="5639172" y="1430742"/>
                  </a:lnTo>
                  <a:lnTo>
                    <a:pt x="5643578" y="1430742"/>
                  </a:lnTo>
                  <a:lnTo>
                    <a:pt x="5647983" y="1430742"/>
                  </a:lnTo>
                  <a:lnTo>
                    <a:pt x="5652389" y="1430742"/>
                  </a:lnTo>
                  <a:lnTo>
                    <a:pt x="5656795" y="1430742"/>
                  </a:lnTo>
                  <a:lnTo>
                    <a:pt x="5661200" y="1430742"/>
                  </a:lnTo>
                  <a:lnTo>
                    <a:pt x="5665606" y="1382802"/>
                  </a:lnTo>
                  <a:lnTo>
                    <a:pt x="5670012" y="1324128"/>
                  </a:lnTo>
                  <a:lnTo>
                    <a:pt x="5674417" y="1266156"/>
                  </a:lnTo>
                  <a:lnTo>
                    <a:pt x="5678823" y="1227033"/>
                  </a:lnTo>
                  <a:lnTo>
                    <a:pt x="5683228" y="1192985"/>
                  </a:lnTo>
                  <a:lnTo>
                    <a:pt x="5687634" y="1175981"/>
                  </a:lnTo>
                  <a:lnTo>
                    <a:pt x="5692040" y="1189285"/>
                  </a:lnTo>
                  <a:lnTo>
                    <a:pt x="5696445" y="1231309"/>
                  </a:lnTo>
                  <a:lnTo>
                    <a:pt x="5700851" y="1271124"/>
                  </a:lnTo>
                  <a:lnTo>
                    <a:pt x="5705256" y="1318063"/>
                  </a:lnTo>
                  <a:lnTo>
                    <a:pt x="5709662" y="1389459"/>
                  </a:lnTo>
                  <a:lnTo>
                    <a:pt x="5714068" y="1430742"/>
                  </a:lnTo>
                  <a:lnTo>
                    <a:pt x="5718473" y="1405681"/>
                  </a:lnTo>
                  <a:lnTo>
                    <a:pt x="5722879" y="1382802"/>
                  </a:lnTo>
                  <a:lnTo>
                    <a:pt x="5727284" y="1358739"/>
                  </a:lnTo>
                  <a:lnTo>
                    <a:pt x="5731690" y="1339467"/>
                  </a:lnTo>
                  <a:lnTo>
                    <a:pt x="5736096" y="1339467"/>
                  </a:lnTo>
                  <a:lnTo>
                    <a:pt x="5740501" y="1358739"/>
                  </a:lnTo>
                  <a:lnTo>
                    <a:pt x="5744907" y="1339467"/>
                  </a:lnTo>
                  <a:lnTo>
                    <a:pt x="5749312" y="1291992"/>
                  </a:lnTo>
                  <a:lnTo>
                    <a:pt x="5753718" y="1249142"/>
                  </a:lnTo>
                  <a:lnTo>
                    <a:pt x="5758124" y="1224021"/>
                  </a:lnTo>
                  <a:lnTo>
                    <a:pt x="5762529" y="1224021"/>
                  </a:lnTo>
                  <a:lnTo>
                    <a:pt x="5766935" y="1249142"/>
                  </a:lnTo>
                  <a:lnTo>
                    <a:pt x="5771340" y="1307158"/>
                  </a:lnTo>
                  <a:lnTo>
                    <a:pt x="5775746" y="1382802"/>
                  </a:lnTo>
                  <a:lnTo>
                    <a:pt x="5780152" y="1430742"/>
                  </a:lnTo>
                  <a:lnTo>
                    <a:pt x="5784557" y="1430742"/>
                  </a:lnTo>
                  <a:lnTo>
                    <a:pt x="5788963" y="1430742"/>
                  </a:lnTo>
                  <a:lnTo>
                    <a:pt x="5793368" y="1430742"/>
                  </a:lnTo>
                  <a:lnTo>
                    <a:pt x="5797774" y="1430742"/>
                  </a:lnTo>
                  <a:lnTo>
                    <a:pt x="5802180" y="1430742"/>
                  </a:lnTo>
                  <a:lnTo>
                    <a:pt x="5806585" y="1430742"/>
                  </a:lnTo>
                  <a:lnTo>
                    <a:pt x="5810991" y="1430742"/>
                  </a:lnTo>
                  <a:lnTo>
                    <a:pt x="5815396" y="1430742"/>
                  </a:lnTo>
                  <a:lnTo>
                    <a:pt x="5819802" y="1430742"/>
                  </a:lnTo>
                  <a:lnTo>
                    <a:pt x="5824208" y="1430742"/>
                  </a:lnTo>
                  <a:lnTo>
                    <a:pt x="5828613" y="1430742"/>
                  </a:lnTo>
                  <a:lnTo>
                    <a:pt x="5833019" y="1430742"/>
                  </a:lnTo>
                  <a:lnTo>
                    <a:pt x="5837424" y="1430742"/>
                  </a:lnTo>
                  <a:lnTo>
                    <a:pt x="5841830" y="1430742"/>
                  </a:lnTo>
                  <a:lnTo>
                    <a:pt x="5846236" y="1430742"/>
                  </a:lnTo>
                  <a:lnTo>
                    <a:pt x="5850641" y="1430742"/>
                  </a:lnTo>
                  <a:lnTo>
                    <a:pt x="5855047" y="1430742"/>
                  </a:lnTo>
                  <a:lnTo>
                    <a:pt x="5859452" y="1430742"/>
                  </a:lnTo>
                  <a:lnTo>
                    <a:pt x="5863858" y="1430742"/>
                  </a:lnTo>
                  <a:lnTo>
                    <a:pt x="5868264" y="1430742"/>
                  </a:lnTo>
                  <a:lnTo>
                    <a:pt x="5872669" y="1430742"/>
                  </a:lnTo>
                  <a:lnTo>
                    <a:pt x="5877075" y="1430742"/>
                  </a:lnTo>
                  <a:lnTo>
                    <a:pt x="5881480" y="1430742"/>
                  </a:lnTo>
                  <a:lnTo>
                    <a:pt x="5885886" y="1430742"/>
                  </a:lnTo>
                  <a:lnTo>
                    <a:pt x="5890292" y="1430742"/>
                  </a:lnTo>
                  <a:lnTo>
                    <a:pt x="5894697" y="1430742"/>
                  </a:lnTo>
                  <a:lnTo>
                    <a:pt x="5899103" y="1430742"/>
                  </a:lnTo>
                  <a:lnTo>
                    <a:pt x="5903509" y="1430742"/>
                  </a:lnTo>
                  <a:lnTo>
                    <a:pt x="5907914" y="1430742"/>
                  </a:lnTo>
                  <a:lnTo>
                    <a:pt x="5912320" y="1430742"/>
                  </a:lnTo>
                  <a:lnTo>
                    <a:pt x="5916725" y="1430742"/>
                  </a:lnTo>
                  <a:lnTo>
                    <a:pt x="5921131" y="1430742"/>
                  </a:lnTo>
                  <a:lnTo>
                    <a:pt x="5925537" y="1430742"/>
                  </a:lnTo>
                  <a:lnTo>
                    <a:pt x="5929942" y="1430742"/>
                  </a:lnTo>
                  <a:lnTo>
                    <a:pt x="5934348" y="1430742"/>
                  </a:lnTo>
                  <a:lnTo>
                    <a:pt x="5938753" y="1382802"/>
                  </a:lnTo>
                  <a:lnTo>
                    <a:pt x="5943159" y="1307158"/>
                  </a:lnTo>
                  <a:lnTo>
                    <a:pt x="5947565" y="1261971"/>
                  </a:lnTo>
                  <a:lnTo>
                    <a:pt x="5951970" y="1236910"/>
                  </a:lnTo>
                  <a:lnTo>
                    <a:pt x="5956376" y="1236910"/>
                  </a:lnTo>
                  <a:lnTo>
                    <a:pt x="5960781" y="1263359"/>
                  </a:lnTo>
                  <a:lnTo>
                    <a:pt x="5965187" y="1325887"/>
                  </a:lnTo>
                  <a:lnTo>
                    <a:pt x="5969593" y="1385002"/>
                  </a:lnTo>
                  <a:lnTo>
                    <a:pt x="5973998" y="1430742"/>
                  </a:lnTo>
                  <a:lnTo>
                    <a:pt x="5978404" y="1430742"/>
                  </a:lnTo>
                  <a:lnTo>
                    <a:pt x="5982809" y="1430742"/>
                  </a:lnTo>
                  <a:lnTo>
                    <a:pt x="5987215" y="1430742"/>
                  </a:lnTo>
                  <a:lnTo>
                    <a:pt x="5991621" y="1430742"/>
                  </a:lnTo>
                  <a:lnTo>
                    <a:pt x="5996026" y="1430742"/>
                  </a:lnTo>
                  <a:lnTo>
                    <a:pt x="6000432" y="1430742"/>
                  </a:lnTo>
                  <a:lnTo>
                    <a:pt x="6004837" y="1430742"/>
                  </a:lnTo>
                  <a:lnTo>
                    <a:pt x="6009243" y="1430742"/>
                  </a:lnTo>
                  <a:lnTo>
                    <a:pt x="6013649" y="1430742"/>
                  </a:lnTo>
                  <a:lnTo>
                    <a:pt x="6018054" y="1430742"/>
                  </a:lnTo>
                  <a:lnTo>
                    <a:pt x="6022460" y="1430742"/>
                  </a:lnTo>
                  <a:lnTo>
                    <a:pt x="6026865" y="1405681"/>
                  </a:lnTo>
                  <a:lnTo>
                    <a:pt x="6031271" y="1361755"/>
                  </a:lnTo>
                  <a:lnTo>
                    <a:pt x="6035677" y="1342269"/>
                  </a:lnTo>
                  <a:lnTo>
                    <a:pt x="6040082" y="1342269"/>
                  </a:lnTo>
                  <a:lnTo>
                    <a:pt x="6044488" y="1342269"/>
                  </a:lnTo>
                  <a:lnTo>
                    <a:pt x="6048893" y="1361755"/>
                  </a:lnTo>
                  <a:lnTo>
                    <a:pt x="6053299" y="1361755"/>
                  </a:lnTo>
                  <a:lnTo>
                    <a:pt x="6057705" y="1342269"/>
                  </a:lnTo>
                  <a:lnTo>
                    <a:pt x="6062110" y="1266156"/>
                  </a:lnTo>
                  <a:lnTo>
                    <a:pt x="6066516" y="1215187"/>
                  </a:lnTo>
                  <a:lnTo>
                    <a:pt x="6070921" y="1177482"/>
                  </a:lnTo>
                  <a:lnTo>
                    <a:pt x="6075327" y="1187715"/>
                  </a:lnTo>
                  <a:lnTo>
                    <a:pt x="6079733" y="1209458"/>
                  </a:lnTo>
                  <a:lnTo>
                    <a:pt x="6084138" y="1268984"/>
                  </a:lnTo>
                  <a:lnTo>
                    <a:pt x="6088544" y="1333042"/>
                  </a:lnTo>
                  <a:lnTo>
                    <a:pt x="6092949" y="1405681"/>
                  </a:lnTo>
                  <a:lnTo>
                    <a:pt x="6097355" y="1430742"/>
                  </a:lnTo>
                  <a:lnTo>
                    <a:pt x="6101761" y="1430742"/>
                  </a:lnTo>
                  <a:lnTo>
                    <a:pt x="6106166" y="1430742"/>
                  </a:lnTo>
                  <a:lnTo>
                    <a:pt x="6110572" y="1430742"/>
                  </a:lnTo>
                  <a:lnTo>
                    <a:pt x="6114977" y="1405681"/>
                  </a:lnTo>
                  <a:lnTo>
                    <a:pt x="6119383" y="1361755"/>
                  </a:lnTo>
                  <a:lnTo>
                    <a:pt x="6123789" y="1342269"/>
                  </a:lnTo>
                  <a:lnTo>
                    <a:pt x="6128194" y="1342269"/>
                  </a:lnTo>
                  <a:lnTo>
                    <a:pt x="6132600" y="1342269"/>
                  </a:lnTo>
                  <a:lnTo>
                    <a:pt x="6137006" y="1361755"/>
                  </a:lnTo>
                  <a:lnTo>
                    <a:pt x="6141411" y="1405681"/>
                  </a:lnTo>
                  <a:lnTo>
                    <a:pt x="6145817" y="1430742"/>
                  </a:lnTo>
                  <a:lnTo>
                    <a:pt x="6150222" y="1430742"/>
                  </a:lnTo>
                  <a:lnTo>
                    <a:pt x="6154628" y="1430742"/>
                  </a:lnTo>
                  <a:lnTo>
                    <a:pt x="6159034" y="1430742"/>
                  </a:lnTo>
                  <a:lnTo>
                    <a:pt x="6163439" y="1405681"/>
                  </a:lnTo>
                  <a:lnTo>
                    <a:pt x="6167845" y="1361755"/>
                  </a:lnTo>
                  <a:lnTo>
                    <a:pt x="6172250" y="1261971"/>
                  </a:lnTo>
                  <a:lnTo>
                    <a:pt x="6176656" y="1207201"/>
                  </a:lnTo>
                  <a:lnTo>
                    <a:pt x="6181062" y="1185636"/>
                  </a:lnTo>
                  <a:lnTo>
                    <a:pt x="6185467" y="1196198"/>
                  </a:lnTo>
                  <a:lnTo>
                    <a:pt x="6189873" y="1218685"/>
                  </a:lnTo>
                  <a:lnTo>
                    <a:pt x="6194278" y="1300665"/>
                  </a:lnTo>
                  <a:lnTo>
                    <a:pt x="6198684" y="1382802"/>
                  </a:lnTo>
                  <a:lnTo>
                    <a:pt x="6203090" y="1430742"/>
                  </a:lnTo>
                  <a:lnTo>
                    <a:pt x="6207495" y="1430742"/>
                  </a:lnTo>
                  <a:lnTo>
                    <a:pt x="6211901" y="1430742"/>
                  </a:lnTo>
                  <a:lnTo>
                    <a:pt x="6216306" y="1430742"/>
                  </a:lnTo>
                  <a:lnTo>
                    <a:pt x="6220712" y="1430742"/>
                  </a:lnTo>
                  <a:lnTo>
                    <a:pt x="6225118" y="1430742"/>
                  </a:lnTo>
                  <a:lnTo>
                    <a:pt x="6229523" y="1430742"/>
                  </a:lnTo>
                  <a:lnTo>
                    <a:pt x="6233929" y="1392852"/>
                  </a:lnTo>
                  <a:lnTo>
                    <a:pt x="6238334" y="1350860"/>
                  </a:lnTo>
                  <a:lnTo>
                    <a:pt x="6242740" y="1332137"/>
                  </a:lnTo>
                  <a:lnTo>
                    <a:pt x="6247146" y="1332137"/>
                  </a:lnTo>
                  <a:lnTo>
                    <a:pt x="6251551" y="1332137"/>
                  </a:lnTo>
                  <a:lnTo>
                    <a:pt x="6255957" y="1361755"/>
                  </a:lnTo>
                  <a:lnTo>
                    <a:pt x="6260362" y="1405681"/>
                  </a:lnTo>
                  <a:lnTo>
                    <a:pt x="6264768" y="1405681"/>
                  </a:lnTo>
                  <a:lnTo>
                    <a:pt x="6269174" y="1361755"/>
                  </a:lnTo>
                  <a:lnTo>
                    <a:pt x="6273579" y="1342269"/>
                  </a:lnTo>
                  <a:lnTo>
                    <a:pt x="6277985" y="1342269"/>
                  </a:lnTo>
                  <a:lnTo>
                    <a:pt x="6282390" y="1342269"/>
                  </a:lnTo>
                  <a:lnTo>
                    <a:pt x="6286796" y="1361755"/>
                  </a:lnTo>
                  <a:lnTo>
                    <a:pt x="6291202" y="1405681"/>
                  </a:lnTo>
                  <a:lnTo>
                    <a:pt x="6295607" y="1430742"/>
                  </a:lnTo>
                  <a:lnTo>
                    <a:pt x="6300013" y="1430742"/>
                  </a:lnTo>
                  <a:lnTo>
                    <a:pt x="6304418" y="1361755"/>
                  </a:lnTo>
                  <a:lnTo>
                    <a:pt x="6308824" y="1291217"/>
                  </a:lnTo>
                  <a:lnTo>
                    <a:pt x="6313230" y="1274731"/>
                  </a:lnTo>
                  <a:lnTo>
                    <a:pt x="6317635" y="1274731"/>
                  </a:lnTo>
                  <a:lnTo>
                    <a:pt x="6322041" y="1274731"/>
                  </a:lnTo>
                  <a:lnTo>
                    <a:pt x="6326446" y="1322381"/>
                  </a:lnTo>
                  <a:lnTo>
                    <a:pt x="6330852" y="1380620"/>
                  </a:lnTo>
                  <a:lnTo>
                    <a:pt x="6335258" y="1342269"/>
                  </a:lnTo>
                  <a:lnTo>
                    <a:pt x="6339663" y="1276188"/>
                  </a:lnTo>
                  <a:lnTo>
                    <a:pt x="6344069" y="1248484"/>
                  </a:lnTo>
                  <a:lnTo>
                    <a:pt x="6348474" y="1248484"/>
                  </a:lnTo>
                  <a:lnTo>
                    <a:pt x="6352880" y="1261971"/>
                  </a:lnTo>
                  <a:lnTo>
                    <a:pt x="6357286" y="1307158"/>
                  </a:lnTo>
                  <a:lnTo>
                    <a:pt x="6361691" y="1382802"/>
                  </a:lnTo>
                  <a:lnTo>
                    <a:pt x="6366097" y="1430742"/>
                  </a:lnTo>
                  <a:lnTo>
                    <a:pt x="6370503" y="1430742"/>
                  </a:lnTo>
                  <a:lnTo>
                    <a:pt x="6374908" y="1430742"/>
                  </a:lnTo>
                  <a:lnTo>
                    <a:pt x="6379314" y="1405681"/>
                  </a:lnTo>
                  <a:lnTo>
                    <a:pt x="6383719" y="1382802"/>
                  </a:lnTo>
                  <a:lnTo>
                    <a:pt x="6388125" y="1342269"/>
                  </a:lnTo>
                  <a:lnTo>
                    <a:pt x="6392531" y="1307158"/>
                  </a:lnTo>
                  <a:lnTo>
                    <a:pt x="6396936" y="1261971"/>
                  </a:lnTo>
                  <a:lnTo>
                    <a:pt x="6401342" y="1261971"/>
                  </a:lnTo>
                  <a:lnTo>
                    <a:pt x="6405747" y="1276188"/>
                  </a:lnTo>
                  <a:lnTo>
                    <a:pt x="6410153" y="1307158"/>
                  </a:lnTo>
                  <a:lnTo>
                    <a:pt x="6414559" y="1342269"/>
                  </a:lnTo>
                  <a:lnTo>
                    <a:pt x="6418964" y="1361755"/>
                  </a:lnTo>
                  <a:lnTo>
                    <a:pt x="6423370" y="1342269"/>
                  </a:lnTo>
                  <a:lnTo>
                    <a:pt x="6427775" y="1324128"/>
                  </a:lnTo>
                  <a:lnTo>
                    <a:pt x="6432181" y="1324128"/>
                  </a:lnTo>
                  <a:lnTo>
                    <a:pt x="6436587" y="1324128"/>
                  </a:lnTo>
                  <a:lnTo>
                    <a:pt x="6440992" y="1361755"/>
                  </a:lnTo>
                  <a:lnTo>
                    <a:pt x="6445398" y="1405681"/>
                  </a:lnTo>
                  <a:lnTo>
                    <a:pt x="6449803" y="1405681"/>
                  </a:lnTo>
                  <a:lnTo>
                    <a:pt x="6454209" y="1342269"/>
                  </a:lnTo>
                  <a:lnTo>
                    <a:pt x="6458615" y="1282097"/>
                  </a:lnTo>
                  <a:lnTo>
                    <a:pt x="6463020" y="1253796"/>
                  </a:lnTo>
                  <a:lnTo>
                    <a:pt x="6467426" y="1240712"/>
                  </a:lnTo>
                  <a:lnTo>
                    <a:pt x="6471831" y="1253796"/>
                  </a:lnTo>
                  <a:lnTo>
                    <a:pt x="6476237" y="1297478"/>
                  </a:lnTo>
                  <a:lnTo>
                    <a:pt x="6480643" y="1361755"/>
                  </a:lnTo>
                  <a:lnTo>
                    <a:pt x="6485048" y="1405681"/>
                  </a:lnTo>
                  <a:lnTo>
                    <a:pt x="6489454" y="1430742"/>
                  </a:lnTo>
                  <a:lnTo>
                    <a:pt x="6493859" y="1430742"/>
                  </a:lnTo>
                  <a:lnTo>
                    <a:pt x="6498265" y="1430742"/>
                  </a:lnTo>
                  <a:lnTo>
                    <a:pt x="6502671" y="1430742"/>
                  </a:lnTo>
                  <a:lnTo>
                    <a:pt x="6507076" y="1430742"/>
                  </a:lnTo>
                  <a:lnTo>
                    <a:pt x="6511482" y="1430742"/>
                  </a:lnTo>
                  <a:lnTo>
                    <a:pt x="6515887" y="1430742"/>
                  </a:lnTo>
                  <a:lnTo>
                    <a:pt x="6520293" y="1430742"/>
                  </a:lnTo>
                  <a:lnTo>
                    <a:pt x="6524699" y="1405681"/>
                  </a:lnTo>
                  <a:lnTo>
                    <a:pt x="6529104" y="1382802"/>
                  </a:lnTo>
                  <a:lnTo>
                    <a:pt x="6533510" y="1360746"/>
                  </a:lnTo>
                  <a:lnTo>
                    <a:pt x="6537915" y="1341332"/>
                  </a:lnTo>
                  <a:lnTo>
                    <a:pt x="6542321" y="1312974"/>
                  </a:lnTo>
                  <a:lnTo>
                    <a:pt x="6546727" y="1312974"/>
                  </a:lnTo>
                  <a:lnTo>
                    <a:pt x="6551132" y="1296687"/>
                  </a:lnTo>
                  <a:lnTo>
                    <a:pt x="6555538" y="1297478"/>
                  </a:lnTo>
                  <a:lnTo>
                    <a:pt x="6559943" y="1297478"/>
                  </a:lnTo>
                  <a:lnTo>
                    <a:pt x="6564349" y="1248484"/>
                  </a:lnTo>
                  <a:lnTo>
                    <a:pt x="6568755" y="1160011"/>
                  </a:lnTo>
                  <a:lnTo>
                    <a:pt x="6573160" y="1079713"/>
                  </a:lnTo>
                  <a:lnTo>
                    <a:pt x="6577566" y="1021039"/>
                  </a:lnTo>
                  <a:lnTo>
                    <a:pt x="6581971" y="993973"/>
                  </a:lnTo>
                  <a:lnTo>
                    <a:pt x="6586377" y="997999"/>
                  </a:lnTo>
                  <a:lnTo>
                    <a:pt x="6590783" y="1042063"/>
                  </a:lnTo>
                  <a:lnTo>
                    <a:pt x="6595188" y="1126136"/>
                  </a:lnTo>
                  <a:lnTo>
                    <a:pt x="6599594" y="1231309"/>
                  </a:lnTo>
                  <a:lnTo>
                    <a:pt x="6604000" y="1320645"/>
                  </a:lnTo>
                  <a:lnTo>
                    <a:pt x="6604000" y="1430742"/>
                  </a:lnTo>
                  <a:lnTo>
                    <a:pt x="6599594" y="1430742"/>
                  </a:lnTo>
                  <a:lnTo>
                    <a:pt x="6595188" y="1430742"/>
                  </a:lnTo>
                  <a:lnTo>
                    <a:pt x="6590783" y="1430742"/>
                  </a:lnTo>
                  <a:lnTo>
                    <a:pt x="6586377" y="1430742"/>
                  </a:lnTo>
                  <a:lnTo>
                    <a:pt x="6581971" y="1430742"/>
                  </a:lnTo>
                  <a:lnTo>
                    <a:pt x="6577566" y="1430742"/>
                  </a:lnTo>
                  <a:lnTo>
                    <a:pt x="6573160" y="1430742"/>
                  </a:lnTo>
                  <a:lnTo>
                    <a:pt x="6568755" y="1430742"/>
                  </a:lnTo>
                  <a:lnTo>
                    <a:pt x="6564349" y="1430742"/>
                  </a:lnTo>
                  <a:lnTo>
                    <a:pt x="6559943" y="1430742"/>
                  </a:lnTo>
                  <a:lnTo>
                    <a:pt x="6555538" y="1430742"/>
                  </a:lnTo>
                  <a:lnTo>
                    <a:pt x="6551132" y="1430742"/>
                  </a:lnTo>
                  <a:lnTo>
                    <a:pt x="6546727" y="1430742"/>
                  </a:lnTo>
                  <a:lnTo>
                    <a:pt x="6542321" y="1430742"/>
                  </a:lnTo>
                  <a:lnTo>
                    <a:pt x="6537915" y="1430742"/>
                  </a:lnTo>
                  <a:lnTo>
                    <a:pt x="6533510" y="1430742"/>
                  </a:lnTo>
                  <a:lnTo>
                    <a:pt x="6529104" y="1430742"/>
                  </a:lnTo>
                  <a:lnTo>
                    <a:pt x="6524699" y="1430742"/>
                  </a:lnTo>
                  <a:lnTo>
                    <a:pt x="6520293" y="1430742"/>
                  </a:lnTo>
                  <a:lnTo>
                    <a:pt x="6515887" y="1430742"/>
                  </a:lnTo>
                  <a:lnTo>
                    <a:pt x="6511482" y="1430742"/>
                  </a:lnTo>
                  <a:lnTo>
                    <a:pt x="6507076" y="1430742"/>
                  </a:lnTo>
                  <a:lnTo>
                    <a:pt x="6502671" y="1430742"/>
                  </a:lnTo>
                  <a:lnTo>
                    <a:pt x="6498265" y="1430742"/>
                  </a:lnTo>
                  <a:lnTo>
                    <a:pt x="6493859" y="1430742"/>
                  </a:lnTo>
                  <a:lnTo>
                    <a:pt x="6489454" y="1430742"/>
                  </a:lnTo>
                  <a:lnTo>
                    <a:pt x="6485048" y="1430742"/>
                  </a:lnTo>
                  <a:lnTo>
                    <a:pt x="6480643" y="1430742"/>
                  </a:lnTo>
                  <a:lnTo>
                    <a:pt x="6476237" y="1430742"/>
                  </a:lnTo>
                  <a:lnTo>
                    <a:pt x="6471831" y="1430742"/>
                  </a:lnTo>
                  <a:lnTo>
                    <a:pt x="6467426" y="1430742"/>
                  </a:lnTo>
                  <a:lnTo>
                    <a:pt x="6463020" y="1430742"/>
                  </a:lnTo>
                  <a:lnTo>
                    <a:pt x="6458615" y="1430742"/>
                  </a:lnTo>
                  <a:lnTo>
                    <a:pt x="6454209" y="1430742"/>
                  </a:lnTo>
                  <a:lnTo>
                    <a:pt x="6449803" y="1430742"/>
                  </a:lnTo>
                  <a:lnTo>
                    <a:pt x="6445398" y="1430742"/>
                  </a:lnTo>
                  <a:lnTo>
                    <a:pt x="6440992" y="1430742"/>
                  </a:lnTo>
                  <a:lnTo>
                    <a:pt x="6436587" y="1430742"/>
                  </a:lnTo>
                  <a:lnTo>
                    <a:pt x="6432181" y="1430742"/>
                  </a:lnTo>
                  <a:lnTo>
                    <a:pt x="6427775" y="1430742"/>
                  </a:lnTo>
                  <a:lnTo>
                    <a:pt x="6423370" y="1430742"/>
                  </a:lnTo>
                  <a:lnTo>
                    <a:pt x="6418964" y="1430742"/>
                  </a:lnTo>
                  <a:lnTo>
                    <a:pt x="6414559" y="1430742"/>
                  </a:lnTo>
                  <a:lnTo>
                    <a:pt x="6410153" y="1430742"/>
                  </a:lnTo>
                  <a:lnTo>
                    <a:pt x="6405747" y="1430742"/>
                  </a:lnTo>
                  <a:lnTo>
                    <a:pt x="6401342" y="1430742"/>
                  </a:lnTo>
                  <a:lnTo>
                    <a:pt x="6396936" y="1430742"/>
                  </a:lnTo>
                  <a:lnTo>
                    <a:pt x="6392531" y="1430742"/>
                  </a:lnTo>
                  <a:lnTo>
                    <a:pt x="6388125" y="1430742"/>
                  </a:lnTo>
                  <a:lnTo>
                    <a:pt x="6383719" y="1430742"/>
                  </a:lnTo>
                  <a:lnTo>
                    <a:pt x="6379314" y="1430742"/>
                  </a:lnTo>
                  <a:lnTo>
                    <a:pt x="6374908" y="1430742"/>
                  </a:lnTo>
                  <a:lnTo>
                    <a:pt x="6370503" y="1430742"/>
                  </a:lnTo>
                  <a:lnTo>
                    <a:pt x="6366097" y="1430742"/>
                  </a:lnTo>
                  <a:lnTo>
                    <a:pt x="6361691" y="1430742"/>
                  </a:lnTo>
                  <a:lnTo>
                    <a:pt x="6357286" y="1430742"/>
                  </a:lnTo>
                  <a:lnTo>
                    <a:pt x="6352880" y="1430742"/>
                  </a:lnTo>
                  <a:lnTo>
                    <a:pt x="6348474" y="1430742"/>
                  </a:lnTo>
                  <a:lnTo>
                    <a:pt x="6344069" y="1430742"/>
                  </a:lnTo>
                  <a:lnTo>
                    <a:pt x="6339663" y="1430742"/>
                  </a:lnTo>
                  <a:lnTo>
                    <a:pt x="6335258" y="1430742"/>
                  </a:lnTo>
                  <a:lnTo>
                    <a:pt x="6330852" y="1430742"/>
                  </a:lnTo>
                  <a:lnTo>
                    <a:pt x="6326446" y="1430742"/>
                  </a:lnTo>
                  <a:lnTo>
                    <a:pt x="6322041" y="1430742"/>
                  </a:lnTo>
                  <a:lnTo>
                    <a:pt x="6317635" y="1430742"/>
                  </a:lnTo>
                  <a:lnTo>
                    <a:pt x="6313230" y="1430742"/>
                  </a:lnTo>
                  <a:lnTo>
                    <a:pt x="6308824" y="1430742"/>
                  </a:lnTo>
                  <a:lnTo>
                    <a:pt x="6304418" y="1430742"/>
                  </a:lnTo>
                  <a:lnTo>
                    <a:pt x="6300013" y="1430742"/>
                  </a:lnTo>
                  <a:lnTo>
                    <a:pt x="6295607" y="1430742"/>
                  </a:lnTo>
                  <a:lnTo>
                    <a:pt x="6291202" y="1430742"/>
                  </a:lnTo>
                  <a:lnTo>
                    <a:pt x="6286796" y="1430742"/>
                  </a:lnTo>
                  <a:lnTo>
                    <a:pt x="6282390" y="1430742"/>
                  </a:lnTo>
                  <a:lnTo>
                    <a:pt x="6277985" y="1430742"/>
                  </a:lnTo>
                  <a:lnTo>
                    <a:pt x="6273579" y="1430742"/>
                  </a:lnTo>
                  <a:lnTo>
                    <a:pt x="6269174" y="1430742"/>
                  </a:lnTo>
                  <a:lnTo>
                    <a:pt x="6264768" y="1430742"/>
                  </a:lnTo>
                  <a:lnTo>
                    <a:pt x="6260362" y="1430742"/>
                  </a:lnTo>
                  <a:lnTo>
                    <a:pt x="6255957" y="1430742"/>
                  </a:lnTo>
                  <a:lnTo>
                    <a:pt x="6251551" y="1430742"/>
                  </a:lnTo>
                  <a:lnTo>
                    <a:pt x="6247146" y="1430742"/>
                  </a:lnTo>
                  <a:lnTo>
                    <a:pt x="6242740" y="1430742"/>
                  </a:lnTo>
                  <a:lnTo>
                    <a:pt x="6238334" y="1430742"/>
                  </a:lnTo>
                  <a:lnTo>
                    <a:pt x="6233929" y="1430742"/>
                  </a:lnTo>
                  <a:lnTo>
                    <a:pt x="6229523" y="1430742"/>
                  </a:lnTo>
                  <a:lnTo>
                    <a:pt x="6225118" y="1430742"/>
                  </a:lnTo>
                  <a:lnTo>
                    <a:pt x="6220712" y="1430742"/>
                  </a:lnTo>
                  <a:lnTo>
                    <a:pt x="6216306" y="1430742"/>
                  </a:lnTo>
                  <a:lnTo>
                    <a:pt x="6211901" y="1430742"/>
                  </a:lnTo>
                  <a:lnTo>
                    <a:pt x="6207495" y="1430742"/>
                  </a:lnTo>
                  <a:lnTo>
                    <a:pt x="6203090" y="1430742"/>
                  </a:lnTo>
                  <a:lnTo>
                    <a:pt x="6198684" y="1430742"/>
                  </a:lnTo>
                  <a:lnTo>
                    <a:pt x="6194278" y="1430742"/>
                  </a:lnTo>
                  <a:lnTo>
                    <a:pt x="6189873" y="1430742"/>
                  </a:lnTo>
                  <a:lnTo>
                    <a:pt x="6185467" y="1430742"/>
                  </a:lnTo>
                  <a:lnTo>
                    <a:pt x="6181062" y="1430742"/>
                  </a:lnTo>
                  <a:lnTo>
                    <a:pt x="6176656" y="1430742"/>
                  </a:lnTo>
                  <a:lnTo>
                    <a:pt x="6172250" y="1430742"/>
                  </a:lnTo>
                  <a:lnTo>
                    <a:pt x="6167845" y="1430742"/>
                  </a:lnTo>
                  <a:lnTo>
                    <a:pt x="6163439" y="1430742"/>
                  </a:lnTo>
                  <a:lnTo>
                    <a:pt x="6159034" y="1430742"/>
                  </a:lnTo>
                  <a:lnTo>
                    <a:pt x="6154628" y="1430742"/>
                  </a:lnTo>
                  <a:lnTo>
                    <a:pt x="6150222" y="1430742"/>
                  </a:lnTo>
                  <a:lnTo>
                    <a:pt x="6145817" y="1430742"/>
                  </a:lnTo>
                  <a:lnTo>
                    <a:pt x="6141411" y="1430742"/>
                  </a:lnTo>
                  <a:lnTo>
                    <a:pt x="6137006" y="1430742"/>
                  </a:lnTo>
                  <a:lnTo>
                    <a:pt x="6132600" y="1430742"/>
                  </a:lnTo>
                  <a:lnTo>
                    <a:pt x="6128194" y="1430742"/>
                  </a:lnTo>
                  <a:lnTo>
                    <a:pt x="6123789" y="1430742"/>
                  </a:lnTo>
                  <a:lnTo>
                    <a:pt x="6119383" y="1430742"/>
                  </a:lnTo>
                  <a:lnTo>
                    <a:pt x="6114977" y="1430742"/>
                  </a:lnTo>
                  <a:lnTo>
                    <a:pt x="6110572" y="1430742"/>
                  </a:lnTo>
                  <a:lnTo>
                    <a:pt x="6106166" y="1430742"/>
                  </a:lnTo>
                  <a:lnTo>
                    <a:pt x="6101761" y="1430742"/>
                  </a:lnTo>
                  <a:lnTo>
                    <a:pt x="6097355" y="1430742"/>
                  </a:lnTo>
                  <a:lnTo>
                    <a:pt x="6092949" y="1430742"/>
                  </a:lnTo>
                  <a:lnTo>
                    <a:pt x="6088544" y="1430742"/>
                  </a:lnTo>
                  <a:lnTo>
                    <a:pt x="6084138" y="1430742"/>
                  </a:lnTo>
                  <a:lnTo>
                    <a:pt x="6079733" y="1430742"/>
                  </a:lnTo>
                  <a:lnTo>
                    <a:pt x="6075327" y="1430742"/>
                  </a:lnTo>
                  <a:lnTo>
                    <a:pt x="6070921" y="1430742"/>
                  </a:lnTo>
                  <a:lnTo>
                    <a:pt x="6066516" y="1430742"/>
                  </a:lnTo>
                  <a:lnTo>
                    <a:pt x="6062110" y="1430742"/>
                  </a:lnTo>
                  <a:lnTo>
                    <a:pt x="6057705" y="1430742"/>
                  </a:lnTo>
                  <a:lnTo>
                    <a:pt x="6053299" y="1430742"/>
                  </a:lnTo>
                  <a:lnTo>
                    <a:pt x="6048893" y="1430742"/>
                  </a:lnTo>
                  <a:lnTo>
                    <a:pt x="6044488" y="1430742"/>
                  </a:lnTo>
                  <a:lnTo>
                    <a:pt x="6040082" y="1430742"/>
                  </a:lnTo>
                  <a:lnTo>
                    <a:pt x="6035677" y="1430742"/>
                  </a:lnTo>
                  <a:lnTo>
                    <a:pt x="6031271" y="1430742"/>
                  </a:lnTo>
                  <a:lnTo>
                    <a:pt x="6026865" y="1430742"/>
                  </a:lnTo>
                  <a:lnTo>
                    <a:pt x="6022460" y="1430742"/>
                  </a:lnTo>
                  <a:lnTo>
                    <a:pt x="6018054" y="1430742"/>
                  </a:lnTo>
                  <a:lnTo>
                    <a:pt x="6013649" y="1430742"/>
                  </a:lnTo>
                  <a:lnTo>
                    <a:pt x="6009243" y="1430742"/>
                  </a:lnTo>
                  <a:lnTo>
                    <a:pt x="6004837" y="1430742"/>
                  </a:lnTo>
                  <a:lnTo>
                    <a:pt x="6000432" y="1430742"/>
                  </a:lnTo>
                  <a:lnTo>
                    <a:pt x="5996026" y="1430742"/>
                  </a:lnTo>
                  <a:lnTo>
                    <a:pt x="5991621" y="1430742"/>
                  </a:lnTo>
                  <a:lnTo>
                    <a:pt x="5987215" y="1430742"/>
                  </a:lnTo>
                  <a:lnTo>
                    <a:pt x="5982809" y="1430742"/>
                  </a:lnTo>
                  <a:lnTo>
                    <a:pt x="5978404" y="1430742"/>
                  </a:lnTo>
                  <a:lnTo>
                    <a:pt x="5973998" y="1430742"/>
                  </a:lnTo>
                  <a:lnTo>
                    <a:pt x="5969593" y="1430742"/>
                  </a:lnTo>
                  <a:lnTo>
                    <a:pt x="5965187" y="1430742"/>
                  </a:lnTo>
                  <a:lnTo>
                    <a:pt x="5960781" y="1430742"/>
                  </a:lnTo>
                  <a:lnTo>
                    <a:pt x="5956376" y="1430742"/>
                  </a:lnTo>
                  <a:lnTo>
                    <a:pt x="5951970" y="1430742"/>
                  </a:lnTo>
                  <a:lnTo>
                    <a:pt x="5947565" y="1430742"/>
                  </a:lnTo>
                  <a:lnTo>
                    <a:pt x="5943159" y="1430742"/>
                  </a:lnTo>
                  <a:lnTo>
                    <a:pt x="5938753" y="1430742"/>
                  </a:lnTo>
                  <a:lnTo>
                    <a:pt x="5934348" y="1430742"/>
                  </a:lnTo>
                  <a:lnTo>
                    <a:pt x="5929942" y="1430742"/>
                  </a:lnTo>
                  <a:lnTo>
                    <a:pt x="5925537" y="1430742"/>
                  </a:lnTo>
                  <a:lnTo>
                    <a:pt x="5921131" y="1430742"/>
                  </a:lnTo>
                  <a:lnTo>
                    <a:pt x="5916725" y="1430742"/>
                  </a:lnTo>
                  <a:lnTo>
                    <a:pt x="5912320" y="1430742"/>
                  </a:lnTo>
                  <a:lnTo>
                    <a:pt x="5907914" y="1430742"/>
                  </a:lnTo>
                  <a:lnTo>
                    <a:pt x="5903509" y="1430742"/>
                  </a:lnTo>
                  <a:lnTo>
                    <a:pt x="5899103" y="1430742"/>
                  </a:lnTo>
                  <a:lnTo>
                    <a:pt x="5894697" y="1430742"/>
                  </a:lnTo>
                  <a:lnTo>
                    <a:pt x="5890292" y="1430742"/>
                  </a:lnTo>
                  <a:lnTo>
                    <a:pt x="5885886" y="1430742"/>
                  </a:lnTo>
                  <a:lnTo>
                    <a:pt x="5881480" y="1430742"/>
                  </a:lnTo>
                  <a:lnTo>
                    <a:pt x="5877075" y="1430742"/>
                  </a:lnTo>
                  <a:lnTo>
                    <a:pt x="5872669" y="1430742"/>
                  </a:lnTo>
                  <a:lnTo>
                    <a:pt x="5868264" y="1430742"/>
                  </a:lnTo>
                  <a:lnTo>
                    <a:pt x="5863858" y="1430742"/>
                  </a:lnTo>
                  <a:lnTo>
                    <a:pt x="5859452" y="1430742"/>
                  </a:lnTo>
                  <a:lnTo>
                    <a:pt x="5855047" y="1430742"/>
                  </a:lnTo>
                  <a:lnTo>
                    <a:pt x="5850641" y="1430742"/>
                  </a:lnTo>
                  <a:lnTo>
                    <a:pt x="5846236" y="1430742"/>
                  </a:lnTo>
                  <a:lnTo>
                    <a:pt x="5841830" y="1430742"/>
                  </a:lnTo>
                  <a:lnTo>
                    <a:pt x="5837424" y="1430742"/>
                  </a:lnTo>
                  <a:lnTo>
                    <a:pt x="5833019" y="1430742"/>
                  </a:lnTo>
                  <a:lnTo>
                    <a:pt x="5828613" y="1430742"/>
                  </a:lnTo>
                  <a:lnTo>
                    <a:pt x="5824208" y="1430742"/>
                  </a:lnTo>
                  <a:lnTo>
                    <a:pt x="5819802" y="1430742"/>
                  </a:lnTo>
                  <a:lnTo>
                    <a:pt x="5815396" y="1430742"/>
                  </a:lnTo>
                  <a:lnTo>
                    <a:pt x="5810991" y="1430742"/>
                  </a:lnTo>
                  <a:lnTo>
                    <a:pt x="5806585" y="1430742"/>
                  </a:lnTo>
                  <a:lnTo>
                    <a:pt x="5802180" y="1430742"/>
                  </a:lnTo>
                  <a:lnTo>
                    <a:pt x="5797774" y="1430742"/>
                  </a:lnTo>
                  <a:lnTo>
                    <a:pt x="5793368" y="1430742"/>
                  </a:lnTo>
                  <a:lnTo>
                    <a:pt x="5788963" y="1430742"/>
                  </a:lnTo>
                  <a:lnTo>
                    <a:pt x="5784557" y="1430742"/>
                  </a:lnTo>
                  <a:lnTo>
                    <a:pt x="5780152" y="1430742"/>
                  </a:lnTo>
                  <a:lnTo>
                    <a:pt x="5775746" y="1430742"/>
                  </a:lnTo>
                  <a:lnTo>
                    <a:pt x="5771340" y="1430742"/>
                  </a:lnTo>
                  <a:lnTo>
                    <a:pt x="5766935" y="1430742"/>
                  </a:lnTo>
                  <a:lnTo>
                    <a:pt x="5762529" y="1430742"/>
                  </a:lnTo>
                  <a:lnTo>
                    <a:pt x="5758124" y="1430742"/>
                  </a:lnTo>
                  <a:lnTo>
                    <a:pt x="5753718" y="1430742"/>
                  </a:lnTo>
                  <a:lnTo>
                    <a:pt x="5749312" y="1430742"/>
                  </a:lnTo>
                  <a:lnTo>
                    <a:pt x="5744907" y="1430742"/>
                  </a:lnTo>
                  <a:lnTo>
                    <a:pt x="5740501" y="1430742"/>
                  </a:lnTo>
                  <a:lnTo>
                    <a:pt x="5736096" y="1430742"/>
                  </a:lnTo>
                  <a:lnTo>
                    <a:pt x="5731690" y="1430742"/>
                  </a:lnTo>
                  <a:lnTo>
                    <a:pt x="5727284" y="1430742"/>
                  </a:lnTo>
                  <a:lnTo>
                    <a:pt x="5722879" y="1430742"/>
                  </a:lnTo>
                  <a:lnTo>
                    <a:pt x="5718473" y="1430742"/>
                  </a:lnTo>
                  <a:lnTo>
                    <a:pt x="5714068" y="1430742"/>
                  </a:lnTo>
                  <a:lnTo>
                    <a:pt x="5709662" y="1430742"/>
                  </a:lnTo>
                  <a:lnTo>
                    <a:pt x="5705256" y="1430742"/>
                  </a:lnTo>
                  <a:lnTo>
                    <a:pt x="5700851" y="1430742"/>
                  </a:lnTo>
                  <a:lnTo>
                    <a:pt x="5696445" y="1430742"/>
                  </a:lnTo>
                  <a:lnTo>
                    <a:pt x="5692040" y="1430742"/>
                  </a:lnTo>
                  <a:lnTo>
                    <a:pt x="5687634" y="1430742"/>
                  </a:lnTo>
                  <a:lnTo>
                    <a:pt x="5683228" y="1430742"/>
                  </a:lnTo>
                  <a:lnTo>
                    <a:pt x="5678823" y="1430742"/>
                  </a:lnTo>
                  <a:lnTo>
                    <a:pt x="5674417" y="1430742"/>
                  </a:lnTo>
                  <a:lnTo>
                    <a:pt x="5670012" y="1430742"/>
                  </a:lnTo>
                  <a:lnTo>
                    <a:pt x="5665606" y="1430742"/>
                  </a:lnTo>
                  <a:lnTo>
                    <a:pt x="5661200" y="1430742"/>
                  </a:lnTo>
                  <a:lnTo>
                    <a:pt x="5656795" y="1430742"/>
                  </a:lnTo>
                  <a:lnTo>
                    <a:pt x="5652389" y="1430742"/>
                  </a:lnTo>
                  <a:lnTo>
                    <a:pt x="5647983" y="1430742"/>
                  </a:lnTo>
                  <a:lnTo>
                    <a:pt x="5643578" y="1430742"/>
                  </a:lnTo>
                  <a:lnTo>
                    <a:pt x="5639172" y="1430742"/>
                  </a:lnTo>
                  <a:lnTo>
                    <a:pt x="5634767" y="1430742"/>
                  </a:lnTo>
                  <a:lnTo>
                    <a:pt x="5630361" y="1430742"/>
                  </a:lnTo>
                  <a:lnTo>
                    <a:pt x="5625955" y="1430742"/>
                  </a:lnTo>
                  <a:lnTo>
                    <a:pt x="5621550" y="1430742"/>
                  </a:lnTo>
                  <a:lnTo>
                    <a:pt x="5617144" y="1430742"/>
                  </a:lnTo>
                  <a:lnTo>
                    <a:pt x="5612739" y="1430742"/>
                  </a:lnTo>
                  <a:lnTo>
                    <a:pt x="5608333" y="1430742"/>
                  </a:lnTo>
                  <a:lnTo>
                    <a:pt x="5603927" y="1430742"/>
                  </a:lnTo>
                  <a:lnTo>
                    <a:pt x="5599522" y="1430742"/>
                  </a:lnTo>
                  <a:lnTo>
                    <a:pt x="5595116" y="1430742"/>
                  </a:lnTo>
                  <a:lnTo>
                    <a:pt x="5590711" y="1430742"/>
                  </a:lnTo>
                  <a:lnTo>
                    <a:pt x="5586305" y="1430742"/>
                  </a:lnTo>
                  <a:lnTo>
                    <a:pt x="5581899" y="1430742"/>
                  </a:lnTo>
                  <a:lnTo>
                    <a:pt x="5577494" y="1430742"/>
                  </a:lnTo>
                  <a:lnTo>
                    <a:pt x="5573088" y="1430742"/>
                  </a:lnTo>
                  <a:lnTo>
                    <a:pt x="5568683" y="1430742"/>
                  </a:lnTo>
                  <a:lnTo>
                    <a:pt x="5564277" y="1430742"/>
                  </a:lnTo>
                  <a:lnTo>
                    <a:pt x="5559871" y="1430742"/>
                  </a:lnTo>
                  <a:lnTo>
                    <a:pt x="5555466" y="1430742"/>
                  </a:lnTo>
                  <a:lnTo>
                    <a:pt x="5551060" y="1430742"/>
                  </a:lnTo>
                  <a:lnTo>
                    <a:pt x="5546655" y="1430742"/>
                  </a:lnTo>
                  <a:lnTo>
                    <a:pt x="5542249" y="1430742"/>
                  </a:lnTo>
                  <a:lnTo>
                    <a:pt x="5537843" y="1430742"/>
                  </a:lnTo>
                  <a:lnTo>
                    <a:pt x="5533438" y="1430742"/>
                  </a:lnTo>
                  <a:lnTo>
                    <a:pt x="5529032" y="1430742"/>
                  </a:lnTo>
                  <a:lnTo>
                    <a:pt x="5524627" y="1430742"/>
                  </a:lnTo>
                  <a:lnTo>
                    <a:pt x="5520221" y="1430742"/>
                  </a:lnTo>
                  <a:lnTo>
                    <a:pt x="5515815" y="1430742"/>
                  </a:lnTo>
                  <a:lnTo>
                    <a:pt x="5511410" y="1430742"/>
                  </a:lnTo>
                  <a:lnTo>
                    <a:pt x="5507004" y="1430742"/>
                  </a:lnTo>
                  <a:lnTo>
                    <a:pt x="5502599" y="1430742"/>
                  </a:lnTo>
                  <a:lnTo>
                    <a:pt x="5498193" y="1430742"/>
                  </a:lnTo>
                  <a:lnTo>
                    <a:pt x="5493787" y="1430742"/>
                  </a:lnTo>
                  <a:lnTo>
                    <a:pt x="5489382" y="1430742"/>
                  </a:lnTo>
                  <a:lnTo>
                    <a:pt x="5484976" y="1430742"/>
                  </a:lnTo>
                  <a:lnTo>
                    <a:pt x="5480571" y="1430742"/>
                  </a:lnTo>
                  <a:lnTo>
                    <a:pt x="5476165" y="1430742"/>
                  </a:lnTo>
                  <a:lnTo>
                    <a:pt x="5471759" y="1430742"/>
                  </a:lnTo>
                  <a:lnTo>
                    <a:pt x="5467354" y="1430742"/>
                  </a:lnTo>
                  <a:lnTo>
                    <a:pt x="5462948" y="1430742"/>
                  </a:lnTo>
                  <a:lnTo>
                    <a:pt x="5458543" y="1430742"/>
                  </a:lnTo>
                  <a:lnTo>
                    <a:pt x="5454137" y="1430742"/>
                  </a:lnTo>
                  <a:lnTo>
                    <a:pt x="5449731" y="1430742"/>
                  </a:lnTo>
                  <a:lnTo>
                    <a:pt x="5445326" y="1430742"/>
                  </a:lnTo>
                  <a:lnTo>
                    <a:pt x="5440920" y="1430742"/>
                  </a:lnTo>
                  <a:lnTo>
                    <a:pt x="5436515" y="1430742"/>
                  </a:lnTo>
                  <a:lnTo>
                    <a:pt x="5432109" y="1430742"/>
                  </a:lnTo>
                  <a:lnTo>
                    <a:pt x="5427703" y="1430742"/>
                  </a:lnTo>
                  <a:lnTo>
                    <a:pt x="5423298" y="1430742"/>
                  </a:lnTo>
                  <a:lnTo>
                    <a:pt x="5418892" y="1430742"/>
                  </a:lnTo>
                  <a:lnTo>
                    <a:pt x="5414486" y="1430742"/>
                  </a:lnTo>
                  <a:lnTo>
                    <a:pt x="5410081" y="1430742"/>
                  </a:lnTo>
                  <a:lnTo>
                    <a:pt x="5405675" y="1430742"/>
                  </a:lnTo>
                  <a:lnTo>
                    <a:pt x="5401270" y="1430742"/>
                  </a:lnTo>
                  <a:lnTo>
                    <a:pt x="5396864" y="1430742"/>
                  </a:lnTo>
                  <a:lnTo>
                    <a:pt x="5392458" y="1430742"/>
                  </a:lnTo>
                  <a:lnTo>
                    <a:pt x="5388053" y="1430742"/>
                  </a:lnTo>
                  <a:lnTo>
                    <a:pt x="5383647" y="1430742"/>
                  </a:lnTo>
                  <a:lnTo>
                    <a:pt x="5379242" y="1430742"/>
                  </a:lnTo>
                  <a:lnTo>
                    <a:pt x="5374836" y="1430742"/>
                  </a:lnTo>
                  <a:lnTo>
                    <a:pt x="5370430" y="1430742"/>
                  </a:lnTo>
                  <a:lnTo>
                    <a:pt x="5366025" y="1430742"/>
                  </a:lnTo>
                  <a:lnTo>
                    <a:pt x="5361619" y="1430742"/>
                  </a:lnTo>
                  <a:lnTo>
                    <a:pt x="5357214" y="1430742"/>
                  </a:lnTo>
                  <a:lnTo>
                    <a:pt x="5352808" y="1430742"/>
                  </a:lnTo>
                  <a:lnTo>
                    <a:pt x="5348402" y="1430742"/>
                  </a:lnTo>
                  <a:lnTo>
                    <a:pt x="5343997" y="1430742"/>
                  </a:lnTo>
                  <a:lnTo>
                    <a:pt x="5339591" y="1430742"/>
                  </a:lnTo>
                  <a:lnTo>
                    <a:pt x="5335186" y="1430742"/>
                  </a:lnTo>
                  <a:lnTo>
                    <a:pt x="5330780" y="1430742"/>
                  </a:lnTo>
                  <a:lnTo>
                    <a:pt x="5326374" y="1430742"/>
                  </a:lnTo>
                  <a:lnTo>
                    <a:pt x="5321969" y="1430742"/>
                  </a:lnTo>
                  <a:lnTo>
                    <a:pt x="5317563" y="1430742"/>
                  </a:lnTo>
                  <a:lnTo>
                    <a:pt x="5313158" y="1430742"/>
                  </a:lnTo>
                  <a:lnTo>
                    <a:pt x="5308752" y="1430742"/>
                  </a:lnTo>
                  <a:lnTo>
                    <a:pt x="5304346" y="1430742"/>
                  </a:lnTo>
                  <a:lnTo>
                    <a:pt x="5299941" y="1430742"/>
                  </a:lnTo>
                  <a:lnTo>
                    <a:pt x="5295535" y="1430742"/>
                  </a:lnTo>
                  <a:lnTo>
                    <a:pt x="5291130" y="1430742"/>
                  </a:lnTo>
                  <a:lnTo>
                    <a:pt x="5286724" y="1430742"/>
                  </a:lnTo>
                  <a:lnTo>
                    <a:pt x="5282318" y="1430742"/>
                  </a:lnTo>
                  <a:lnTo>
                    <a:pt x="5277913" y="1430742"/>
                  </a:lnTo>
                  <a:lnTo>
                    <a:pt x="5273507" y="1430742"/>
                  </a:lnTo>
                  <a:lnTo>
                    <a:pt x="5269102" y="1430742"/>
                  </a:lnTo>
                  <a:lnTo>
                    <a:pt x="5264696" y="1430742"/>
                  </a:lnTo>
                  <a:lnTo>
                    <a:pt x="5260290" y="1430742"/>
                  </a:lnTo>
                  <a:lnTo>
                    <a:pt x="5255885" y="1430742"/>
                  </a:lnTo>
                  <a:lnTo>
                    <a:pt x="5251479" y="1430742"/>
                  </a:lnTo>
                  <a:lnTo>
                    <a:pt x="5247074" y="1430742"/>
                  </a:lnTo>
                  <a:lnTo>
                    <a:pt x="5242668" y="1430742"/>
                  </a:lnTo>
                  <a:lnTo>
                    <a:pt x="5238262" y="1430742"/>
                  </a:lnTo>
                  <a:lnTo>
                    <a:pt x="5233857" y="1430742"/>
                  </a:lnTo>
                  <a:lnTo>
                    <a:pt x="5229451" y="1430742"/>
                  </a:lnTo>
                  <a:lnTo>
                    <a:pt x="5225046" y="1430742"/>
                  </a:lnTo>
                  <a:lnTo>
                    <a:pt x="5220640" y="1430742"/>
                  </a:lnTo>
                  <a:lnTo>
                    <a:pt x="5216234" y="1430742"/>
                  </a:lnTo>
                  <a:lnTo>
                    <a:pt x="5211829" y="1430742"/>
                  </a:lnTo>
                  <a:lnTo>
                    <a:pt x="5207423" y="1430742"/>
                  </a:lnTo>
                  <a:lnTo>
                    <a:pt x="5203018" y="1430742"/>
                  </a:lnTo>
                  <a:lnTo>
                    <a:pt x="5198612" y="1430742"/>
                  </a:lnTo>
                  <a:lnTo>
                    <a:pt x="5194206" y="1430742"/>
                  </a:lnTo>
                  <a:lnTo>
                    <a:pt x="5189801" y="1430742"/>
                  </a:lnTo>
                  <a:lnTo>
                    <a:pt x="5185395" y="1430742"/>
                  </a:lnTo>
                  <a:lnTo>
                    <a:pt x="5180989" y="1430742"/>
                  </a:lnTo>
                  <a:lnTo>
                    <a:pt x="5176584" y="1430742"/>
                  </a:lnTo>
                  <a:lnTo>
                    <a:pt x="5172178" y="1430742"/>
                  </a:lnTo>
                  <a:lnTo>
                    <a:pt x="5167773" y="1430742"/>
                  </a:lnTo>
                  <a:lnTo>
                    <a:pt x="5163367" y="1430742"/>
                  </a:lnTo>
                  <a:lnTo>
                    <a:pt x="5158961" y="1430742"/>
                  </a:lnTo>
                  <a:lnTo>
                    <a:pt x="5154556" y="1430742"/>
                  </a:lnTo>
                  <a:lnTo>
                    <a:pt x="5150150" y="1430742"/>
                  </a:lnTo>
                  <a:lnTo>
                    <a:pt x="5145745" y="1430742"/>
                  </a:lnTo>
                  <a:lnTo>
                    <a:pt x="5141339" y="1430742"/>
                  </a:lnTo>
                  <a:lnTo>
                    <a:pt x="5136933" y="1430742"/>
                  </a:lnTo>
                  <a:lnTo>
                    <a:pt x="5132528" y="1430742"/>
                  </a:lnTo>
                  <a:lnTo>
                    <a:pt x="5128122" y="1430742"/>
                  </a:lnTo>
                  <a:lnTo>
                    <a:pt x="5123717" y="1430742"/>
                  </a:lnTo>
                  <a:lnTo>
                    <a:pt x="5119311" y="1430742"/>
                  </a:lnTo>
                  <a:lnTo>
                    <a:pt x="5114905" y="1430742"/>
                  </a:lnTo>
                  <a:lnTo>
                    <a:pt x="5110500" y="1430742"/>
                  </a:lnTo>
                  <a:lnTo>
                    <a:pt x="5106094" y="1430742"/>
                  </a:lnTo>
                  <a:lnTo>
                    <a:pt x="5101689" y="1430742"/>
                  </a:lnTo>
                  <a:lnTo>
                    <a:pt x="5097283" y="1430742"/>
                  </a:lnTo>
                  <a:lnTo>
                    <a:pt x="5092877" y="1430742"/>
                  </a:lnTo>
                  <a:lnTo>
                    <a:pt x="5088472" y="1430742"/>
                  </a:lnTo>
                  <a:lnTo>
                    <a:pt x="5084066" y="1430742"/>
                  </a:lnTo>
                  <a:lnTo>
                    <a:pt x="5079661" y="1430742"/>
                  </a:lnTo>
                  <a:lnTo>
                    <a:pt x="5075255" y="1430742"/>
                  </a:lnTo>
                  <a:lnTo>
                    <a:pt x="5070849" y="1430742"/>
                  </a:lnTo>
                  <a:lnTo>
                    <a:pt x="5066444" y="1430742"/>
                  </a:lnTo>
                  <a:lnTo>
                    <a:pt x="5062038" y="1430742"/>
                  </a:lnTo>
                  <a:lnTo>
                    <a:pt x="5057633" y="1430742"/>
                  </a:lnTo>
                  <a:lnTo>
                    <a:pt x="5053227" y="1430742"/>
                  </a:lnTo>
                  <a:lnTo>
                    <a:pt x="5048821" y="1430742"/>
                  </a:lnTo>
                  <a:lnTo>
                    <a:pt x="5044416" y="1430742"/>
                  </a:lnTo>
                  <a:lnTo>
                    <a:pt x="5040010" y="1430742"/>
                  </a:lnTo>
                  <a:lnTo>
                    <a:pt x="5035605" y="1430742"/>
                  </a:lnTo>
                  <a:lnTo>
                    <a:pt x="5031199" y="1430742"/>
                  </a:lnTo>
                  <a:lnTo>
                    <a:pt x="5026793" y="1430742"/>
                  </a:lnTo>
                  <a:lnTo>
                    <a:pt x="5022388" y="1430742"/>
                  </a:lnTo>
                  <a:lnTo>
                    <a:pt x="5017982" y="1430742"/>
                  </a:lnTo>
                  <a:lnTo>
                    <a:pt x="5013577" y="1430742"/>
                  </a:lnTo>
                  <a:lnTo>
                    <a:pt x="5009171" y="1430742"/>
                  </a:lnTo>
                  <a:lnTo>
                    <a:pt x="5004765" y="1430742"/>
                  </a:lnTo>
                  <a:lnTo>
                    <a:pt x="5000360" y="1430742"/>
                  </a:lnTo>
                  <a:lnTo>
                    <a:pt x="4995954" y="1430742"/>
                  </a:lnTo>
                  <a:lnTo>
                    <a:pt x="4991549" y="1430742"/>
                  </a:lnTo>
                  <a:lnTo>
                    <a:pt x="4987143" y="1430742"/>
                  </a:lnTo>
                  <a:lnTo>
                    <a:pt x="4982737" y="1430742"/>
                  </a:lnTo>
                  <a:lnTo>
                    <a:pt x="4978332" y="1430742"/>
                  </a:lnTo>
                  <a:lnTo>
                    <a:pt x="4973926" y="1430742"/>
                  </a:lnTo>
                  <a:lnTo>
                    <a:pt x="4969521" y="1430742"/>
                  </a:lnTo>
                  <a:lnTo>
                    <a:pt x="4965115" y="1430742"/>
                  </a:lnTo>
                  <a:lnTo>
                    <a:pt x="4960709" y="1430742"/>
                  </a:lnTo>
                  <a:lnTo>
                    <a:pt x="4956304" y="1430742"/>
                  </a:lnTo>
                  <a:lnTo>
                    <a:pt x="4951898" y="1430742"/>
                  </a:lnTo>
                  <a:lnTo>
                    <a:pt x="4947492" y="1430742"/>
                  </a:lnTo>
                  <a:lnTo>
                    <a:pt x="4943087" y="1430742"/>
                  </a:lnTo>
                  <a:lnTo>
                    <a:pt x="4938681" y="1430742"/>
                  </a:lnTo>
                  <a:lnTo>
                    <a:pt x="4934276" y="1430742"/>
                  </a:lnTo>
                  <a:lnTo>
                    <a:pt x="4929870" y="1430742"/>
                  </a:lnTo>
                  <a:lnTo>
                    <a:pt x="4925464" y="1430742"/>
                  </a:lnTo>
                  <a:lnTo>
                    <a:pt x="4921059" y="1430742"/>
                  </a:lnTo>
                  <a:lnTo>
                    <a:pt x="4916653" y="1430742"/>
                  </a:lnTo>
                  <a:lnTo>
                    <a:pt x="4912248" y="1430742"/>
                  </a:lnTo>
                  <a:lnTo>
                    <a:pt x="4907842" y="1430742"/>
                  </a:lnTo>
                  <a:lnTo>
                    <a:pt x="4903436" y="1430742"/>
                  </a:lnTo>
                  <a:lnTo>
                    <a:pt x="4899031" y="1430742"/>
                  </a:lnTo>
                  <a:lnTo>
                    <a:pt x="4894625" y="1430742"/>
                  </a:lnTo>
                  <a:lnTo>
                    <a:pt x="4890220" y="1430742"/>
                  </a:lnTo>
                  <a:lnTo>
                    <a:pt x="4885814" y="1430742"/>
                  </a:lnTo>
                  <a:lnTo>
                    <a:pt x="4881408" y="1430742"/>
                  </a:lnTo>
                  <a:lnTo>
                    <a:pt x="4877003" y="1430742"/>
                  </a:lnTo>
                  <a:lnTo>
                    <a:pt x="4872597" y="1430742"/>
                  </a:lnTo>
                  <a:lnTo>
                    <a:pt x="4868192" y="1430742"/>
                  </a:lnTo>
                  <a:lnTo>
                    <a:pt x="4863786" y="1430742"/>
                  </a:lnTo>
                  <a:lnTo>
                    <a:pt x="4859380" y="1430742"/>
                  </a:lnTo>
                  <a:lnTo>
                    <a:pt x="4854975" y="1430742"/>
                  </a:lnTo>
                  <a:lnTo>
                    <a:pt x="4850569" y="1430742"/>
                  </a:lnTo>
                  <a:lnTo>
                    <a:pt x="4846164" y="1430742"/>
                  </a:lnTo>
                  <a:lnTo>
                    <a:pt x="4841758" y="1430742"/>
                  </a:lnTo>
                  <a:lnTo>
                    <a:pt x="4837352" y="1430742"/>
                  </a:lnTo>
                  <a:lnTo>
                    <a:pt x="4832947" y="1430742"/>
                  </a:lnTo>
                  <a:lnTo>
                    <a:pt x="4828541" y="1430742"/>
                  </a:lnTo>
                  <a:lnTo>
                    <a:pt x="4824136" y="1430742"/>
                  </a:lnTo>
                  <a:lnTo>
                    <a:pt x="4819730" y="1430742"/>
                  </a:lnTo>
                  <a:lnTo>
                    <a:pt x="4815324" y="1430742"/>
                  </a:lnTo>
                  <a:lnTo>
                    <a:pt x="4810919" y="1430742"/>
                  </a:lnTo>
                  <a:lnTo>
                    <a:pt x="4806513" y="1430742"/>
                  </a:lnTo>
                  <a:lnTo>
                    <a:pt x="4802108" y="1430742"/>
                  </a:lnTo>
                  <a:lnTo>
                    <a:pt x="4797702" y="1430742"/>
                  </a:lnTo>
                  <a:lnTo>
                    <a:pt x="4793296" y="1430742"/>
                  </a:lnTo>
                  <a:lnTo>
                    <a:pt x="4788891" y="1430742"/>
                  </a:lnTo>
                  <a:lnTo>
                    <a:pt x="4784485" y="1430742"/>
                  </a:lnTo>
                  <a:lnTo>
                    <a:pt x="4780080" y="1430742"/>
                  </a:lnTo>
                  <a:lnTo>
                    <a:pt x="4775674" y="1430742"/>
                  </a:lnTo>
                  <a:lnTo>
                    <a:pt x="4771268" y="1430742"/>
                  </a:lnTo>
                  <a:lnTo>
                    <a:pt x="4766863" y="1430742"/>
                  </a:lnTo>
                  <a:lnTo>
                    <a:pt x="4762457" y="1430742"/>
                  </a:lnTo>
                  <a:lnTo>
                    <a:pt x="4758052" y="1430742"/>
                  </a:lnTo>
                  <a:lnTo>
                    <a:pt x="4753646" y="1430742"/>
                  </a:lnTo>
                  <a:lnTo>
                    <a:pt x="4749240" y="1430742"/>
                  </a:lnTo>
                  <a:lnTo>
                    <a:pt x="4744835" y="1430742"/>
                  </a:lnTo>
                  <a:lnTo>
                    <a:pt x="4740429" y="1430742"/>
                  </a:lnTo>
                  <a:lnTo>
                    <a:pt x="4736024" y="1430742"/>
                  </a:lnTo>
                  <a:lnTo>
                    <a:pt x="4731618" y="1430742"/>
                  </a:lnTo>
                  <a:lnTo>
                    <a:pt x="4727212" y="1430742"/>
                  </a:lnTo>
                  <a:lnTo>
                    <a:pt x="4722807" y="1430742"/>
                  </a:lnTo>
                  <a:lnTo>
                    <a:pt x="4718401" y="1430742"/>
                  </a:lnTo>
                  <a:lnTo>
                    <a:pt x="4713995" y="1430742"/>
                  </a:lnTo>
                  <a:lnTo>
                    <a:pt x="4709590" y="1430742"/>
                  </a:lnTo>
                  <a:lnTo>
                    <a:pt x="4705184" y="1430742"/>
                  </a:lnTo>
                  <a:lnTo>
                    <a:pt x="4700779" y="1430742"/>
                  </a:lnTo>
                  <a:lnTo>
                    <a:pt x="4696373" y="1430742"/>
                  </a:lnTo>
                  <a:lnTo>
                    <a:pt x="4691967" y="1430742"/>
                  </a:lnTo>
                  <a:lnTo>
                    <a:pt x="4687562" y="1430742"/>
                  </a:lnTo>
                  <a:lnTo>
                    <a:pt x="4683156" y="1430742"/>
                  </a:lnTo>
                  <a:lnTo>
                    <a:pt x="4678751" y="1430742"/>
                  </a:lnTo>
                  <a:lnTo>
                    <a:pt x="4674345" y="1430742"/>
                  </a:lnTo>
                  <a:lnTo>
                    <a:pt x="4669939" y="1430742"/>
                  </a:lnTo>
                  <a:lnTo>
                    <a:pt x="4665534" y="1430742"/>
                  </a:lnTo>
                  <a:lnTo>
                    <a:pt x="4661128" y="1430742"/>
                  </a:lnTo>
                  <a:lnTo>
                    <a:pt x="4656723" y="1430742"/>
                  </a:lnTo>
                  <a:lnTo>
                    <a:pt x="4652317" y="1430742"/>
                  </a:lnTo>
                  <a:lnTo>
                    <a:pt x="4647911" y="1430742"/>
                  </a:lnTo>
                  <a:lnTo>
                    <a:pt x="4643506" y="1430742"/>
                  </a:lnTo>
                  <a:lnTo>
                    <a:pt x="4639100" y="1430742"/>
                  </a:lnTo>
                  <a:lnTo>
                    <a:pt x="4634695" y="1430742"/>
                  </a:lnTo>
                  <a:lnTo>
                    <a:pt x="4630289" y="1430742"/>
                  </a:lnTo>
                  <a:lnTo>
                    <a:pt x="4625883" y="1430742"/>
                  </a:lnTo>
                  <a:lnTo>
                    <a:pt x="4621478" y="1430742"/>
                  </a:lnTo>
                  <a:lnTo>
                    <a:pt x="4617072" y="1430742"/>
                  </a:lnTo>
                  <a:lnTo>
                    <a:pt x="4612667" y="1430742"/>
                  </a:lnTo>
                  <a:lnTo>
                    <a:pt x="4608261" y="1430742"/>
                  </a:lnTo>
                  <a:lnTo>
                    <a:pt x="4603855" y="1430742"/>
                  </a:lnTo>
                  <a:lnTo>
                    <a:pt x="4599450" y="1430742"/>
                  </a:lnTo>
                  <a:lnTo>
                    <a:pt x="4595044" y="1430742"/>
                  </a:lnTo>
                  <a:lnTo>
                    <a:pt x="4590639" y="1430742"/>
                  </a:lnTo>
                  <a:lnTo>
                    <a:pt x="4586233" y="1430742"/>
                  </a:lnTo>
                  <a:lnTo>
                    <a:pt x="4581827" y="1430742"/>
                  </a:lnTo>
                  <a:lnTo>
                    <a:pt x="4577422" y="1430742"/>
                  </a:lnTo>
                  <a:lnTo>
                    <a:pt x="4573016" y="1430742"/>
                  </a:lnTo>
                  <a:lnTo>
                    <a:pt x="4568611" y="1430742"/>
                  </a:lnTo>
                  <a:lnTo>
                    <a:pt x="4564205" y="1430742"/>
                  </a:lnTo>
                  <a:lnTo>
                    <a:pt x="4559799" y="1430742"/>
                  </a:lnTo>
                  <a:lnTo>
                    <a:pt x="4555394" y="1430742"/>
                  </a:lnTo>
                  <a:lnTo>
                    <a:pt x="4550988" y="1430742"/>
                  </a:lnTo>
                  <a:lnTo>
                    <a:pt x="4546583" y="1430742"/>
                  </a:lnTo>
                  <a:lnTo>
                    <a:pt x="4542177" y="1430742"/>
                  </a:lnTo>
                  <a:lnTo>
                    <a:pt x="4537771" y="1430742"/>
                  </a:lnTo>
                  <a:lnTo>
                    <a:pt x="4533366" y="1430742"/>
                  </a:lnTo>
                  <a:lnTo>
                    <a:pt x="4528960" y="1430742"/>
                  </a:lnTo>
                  <a:lnTo>
                    <a:pt x="4524555" y="1430742"/>
                  </a:lnTo>
                  <a:lnTo>
                    <a:pt x="4520149" y="1430742"/>
                  </a:lnTo>
                  <a:lnTo>
                    <a:pt x="4515743" y="1430742"/>
                  </a:lnTo>
                  <a:lnTo>
                    <a:pt x="4511338" y="1430742"/>
                  </a:lnTo>
                  <a:lnTo>
                    <a:pt x="4506932" y="1430742"/>
                  </a:lnTo>
                  <a:lnTo>
                    <a:pt x="4502527" y="1430742"/>
                  </a:lnTo>
                  <a:lnTo>
                    <a:pt x="4498121" y="1430742"/>
                  </a:lnTo>
                  <a:lnTo>
                    <a:pt x="4493715" y="1430742"/>
                  </a:lnTo>
                  <a:lnTo>
                    <a:pt x="4489310" y="1430742"/>
                  </a:lnTo>
                  <a:lnTo>
                    <a:pt x="4484904" y="1430742"/>
                  </a:lnTo>
                  <a:lnTo>
                    <a:pt x="4480498" y="1430742"/>
                  </a:lnTo>
                  <a:lnTo>
                    <a:pt x="4476093" y="1430742"/>
                  </a:lnTo>
                  <a:lnTo>
                    <a:pt x="4471687" y="1430742"/>
                  </a:lnTo>
                  <a:lnTo>
                    <a:pt x="4467282" y="1430742"/>
                  </a:lnTo>
                  <a:lnTo>
                    <a:pt x="4462876" y="1430742"/>
                  </a:lnTo>
                  <a:lnTo>
                    <a:pt x="4458470" y="1430742"/>
                  </a:lnTo>
                  <a:lnTo>
                    <a:pt x="4454065" y="1430742"/>
                  </a:lnTo>
                  <a:lnTo>
                    <a:pt x="4449659" y="1430742"/>
                  </a:lnTo>
                  <a:lnTo>
                    <a:pt x="4445254" y="1430742"/>
                  </a:lnTo>
                  <a:lnTo>
                    <a:pt x="4440848" y="1430742"/>
                  </a:lnTo>
                  <a:lnTo>
                    <a:pt x="4436442" y="1430742"/>
                  </a:lnTo>
                  <a:lnTo>
                    <a:pt x="4432037" y="1430742"/>
                  </a:lnTo>
                  <a:lnTo>
                    <a:pt x="4427631" y="1430742"/>
                  </a:lnTo>
                  <a:lnTo>
                    <a:pt x="4423226" y="1430742"/>
                  </a:lnTo>
                  <a:lnTo>
                    <a:pt x="4418820" y="1430742"/>
                  </a:lnTo>
                  <a:lnTo>
                    <a:pt x="4414414" y="1430742"/>
                  </a:lnTo>
                  <a:lnTo>
                    <a:pt x="4410009" y="1430742"/>
                  </a:lnTo>
                  <a:lnTo>
                    <a:pt x="4405603" y="1430742"/>
                  </a:lnTo>
                  <a:lnTo>
                    <a:pt x="4401198" y="1430742"/>
                  </a:lnTo>
                  <a:lnTo>
                    <a:pt x="4396792" y="1430742"/>
                  </a:lnTo>
                  <a:lnTo>
                    <a:pt x="4392386" y="1430742"/>
                  </a:lnTo>
                  <a:lnTo>
                    <a:pt x="4387981" y="1430742"/>
                  </a:lnTo>
                  <a:lnTo>
                    <a:pt x="4383575" y="1430742"/>
                  </a:lnTo>
                  <a:lnTo>
                    <a:pt x="4379170" y="1430742"/>
                  </a:lnTo>
                  <a:lnTo>
                    <a:pt x="4374764" y="1430742"/>
                  </a:lnTo>
                  <a:lnTo>
                    <a:pt x="4370358" y="1430742"/>
                  </a:lnTo>
                  <a:lnTo>
                    <a:pt x="4365953" y="1430742"/>
                  </a:lnTo>
                  <a:lnTo>
                    <a:pt x="4361547" y="1430742"/>
                  </a:lnTo>
                  <a:lnTo>
                    <a:pt x="4357142" y="1430742"/>
                  </a:lnTo>
                  <a:lnTo>
                    <a:pt x="4352736" y="1430742"/>
                  </a:lnTo>
                  <a:lnTo>
                    <a:pt x="4348330" y="1430742"/>
                  </a:lnTo>
                  <a:lnTo>
                    <a:pt x="4343925" y="1430742"/>
                  </a:lnTo>
                  <a:lnTo>
                    <a:pt x="4339519" y="1430742"/>
                  </a:lnTo>
                  <a:lnTo>
                    <a:pt x="4335114" y="1430742"/>
                  </a:lnTo>
                  <a:lnTo>
                    <a:pt x="4330708" y="1430742"/>
                  </a:lnTo>
                  <a:lnTo>
                    <a:pt x="4326302" y="1430742"/>
                  </a:lnTo>
                  <a:lnTo>
                    <a:pt x="4321897" y="1430742"/>
                  </a:lnTo>
                  <a:lnTo>
                    <a:pt x="4317491" y="1430742"/>
                  </a:lnTo>
                  <a:lnTo>
                    <a:pt x="4313086" y="1430742"/>
                  </a:lnTo>
                  <a:lnTo>
                    <a:pt x="4308680" y="1430742"/>
                  </a:lnTo>
                  <a:lnTo>
                    <a:pt x="4304274" y="1430742"/>
                  </a:lnTo>
                  <a:lnTo>
                    <a:pt x="4299869" y="1430742"/>
                  </a:lnTo>
                  <a:lnTo>
                    <a:pt x="4295463" y="1430742"/>
                  </a:lnTo>
                  <a:lnTo>
                    <a:pt x="4291058" y="1430742"/>
                  </a:lnTo>
                  <a:lnTo>
                    <a:pt x="4286652" y="1430742"/>
                  </a:lnTo>
                  <a:lnTo>
                    <a:pt x="4282246" y="1430742"/>
                  </a:lnTo>
                  <a:lnTo>
                    <a:pt x="4277841" y="1430742"/>
                  </a:lnTo>
                  <a:lnTo>
                    <a:pt x="4273435" y="1430742"/>
                  </a:lnTo>
                  <a:lnTo>
                    <a:pt x="4269030" y="1430742"/>
                  </a:lnTo>
                  <a:lnTo>
                    <a:pt x="4264624" y="1430742"/>
                  </a:lnTo>
                  <a:lnTo>
                    <a:pt x="4260218" y="1430742"/>
                  </a:lnTo>
                  <a:lnTo>
                    <a:pt x="4255813" y="1430742"/>
                  </a:lnTo>
                  <a:lnTo>
                    <a:pt x="4251407" y="1430742"/>
                  </a:lnTo>
                  <a:lnTo>
                    <a:pt x="4247002" y="1430742"/>
                  </a:lnTo>
                  <a:lnTo>
                    <a:pt x="4242596" y="1430742"/>
                  </a:lnTo>
                  <a:lnTo>
                    <a:pt x="4238190" y="1430742"/>
                  </a:lnTo>
                  <a:lnTo>
                    <a:pt x="4233785" y="1430742"/>
                  </a:lnTo>
                  <a:lnTo>
                    <a:pt x="4229379" y="1430742"/>
                  </a:lnTo>
                  <a:lnTo>
                    <a:pt x="4224973" y="1430742"/>
                  </a:lnTo>
                  <a:lnTo>
                    <a:pt x="4220568" y="1430742"/>
                  </a:lnTo>
                  <a:lnTo>
                    <a:pt x="4216162" y="1430742"/>
                  </a:lnTo>
                  <a:lnTo>
                    <a:pt x="4211757" y="1430742"/>
                  </a:lnTo>
                  <a:lnTo>
                    <a:pt x="4207351" y="1430742"/>
                  </a:lnTo>
                  <a:lnTo>
                    <a:pt x="4202945" y="1430742"/>
                  </a:lnTo>
                  <a:lnTo>
                    <a:pt x="4198540" y="1430742"/>
                  </a:lnTo>
                  <a:lnTo>
                    <a:pt x="4194134" y="1430742"/>
                  </a:lnTo>
                  <a:lnTo>
                    <a:pt x="4189729" y="1430742"/>
                  </a:lnTo>
                  <a:lnTo>
                    <a:pt x="4185323" y="1430742"/>
                  </a:lnTo>
                  <a:lnTo>
                    <a:pt x="4180917" y="1430742"/>
                  </a:lnTo>
                  <a:lnTo>
                    <a:pt x="4176512" y="1430742"/>
                  </a:lnTo>
                  <a:lnTo>
                    <a:pt x="4172106" y="1430742"/>
                  </a:lnTo>
                  <a:lnTo>
                    <a:pt x="4167701" y="1430742"/>
                  </a:lnTo>
                  <a:lnTo>
                    <a:pt x="4163295" y="1430742"/>
                  </a:lnTo>
                  <a:lnTo>
                    <a:pt x="4158889" y="1430742"/>
                  </a:lnTo>
                  <a:lnTo>
                    <a:pt x="4154484" y="1430742"/>
                  </a:lnTo>
                  <a:lnTo>
                    <a:pt x="4150078" y="1430742"/>
                  </a:lnTo>
                  <a:lnTo>
                    <a:pt x="4145673" y="1430742"/>
                  </a:lnTo>
                  <a:lnTo>
                    <a:pt x="4141267" y="1430742"/>
                  </a:lnTo>
                  <a:lnTo>
                    <a:pt x="4136861" y="1430742"/>
                  </a:lnTo>
                  <a:lnTo>
                    <a:pt x="4132456" y="1430742"/>
                  </a:lnTo>
                  <a:lnTo>
                    <a:pt x="4128050" y="1430742"/>
                  </a:lnTo>
                  <a:lnTo>
                    <a:pt x="4123645" y="1430742"/>
                  </a:lnTo>
                  <a:lnTo>
                    <a:pt x="4119239" y="1430742"/>
                  </a:lnTo>
                  <a:lnTo>
                    <a:pt x="4114833" y="1430742"/>
                  </a:lnTo>
                  <a:lnTo>
                    <a:pt x="4110428" y="1430742"/>
                  </a:lnTo>
                  <a:lnTo>
                    <a:pt x="4106022" y="1430742"/>
                  </a:lnTo>
                  <a:lnTo>
                    <a:pt x="4101617" y="1430742"/>
                  </a:lnTo>
                  <a:lnTo>
                    <a:pt x="4097211" y="1430742"/>
                  </a:lnTo>
                  <a:lnTo>
                    <a:pt x="4092805" y="1430742"/>
                  </a:lnTo>
                  <a:lnTo>
                    <a:pt x="4088400" y="1430742"/>
                  </a:lnTo>
                  <a:lnTo>
                    <a:pt x="4083994" y="1430742"/>
                  </a:lnTo>
                  <a:lnTo>
                    <a:pt x="4079589" y="1430742"/>
                  </a:lnTo>
                  <a:lnTo>
                    <a:pt x="4075183" y="1430742"/>
                  </a:lnTo>
                  <a:lnTo>
                    <a:pt x="4070777" y="1430742"/>
                  </a:lnTo>
                  <a:lnTo>
                    <a:pt x="4066372" y="1430742"/>
                  </a:lnTo>
                  <a:lnTo>
                    <a:pt x="4061966" y="1430742"/>
                  </a:lnTo>
                  <a:lnTo>
                    <a:pt x="4057561" y="1430742"/>
                  </a:lnTo>
                  <a:lnTo>
                    <a:pt x="4053155" y="1430742"/>
                  </a:lnTo>
                  <a:lnTo>
                    <a:pt x="4048749" y="1430742"/>
                  </a:lnTo>
                  <a:lnTo>
                    <a:pt x="4044344" y="1430742"/>
                  </a:lnTo>
                  <a:lnTo>
                    <a:pt x="4039938" y="1430742"/>
                  </a:lnTo>
                  <a:lnTo>
                    <a:pt x="4035533" y="1430742"/>
                  </a:lnTo>
                  <a:lnTo>
                    <a:pt x="4031127" y="1430742"/>
                  </a:lnTo>
                  <a:lnTo>
                    <a:pt x="4026721" y="1430742"/>
                  </a:lnTo>
                  <a:lnTo>
                    <a:pt x="4022316" y="1430742"/>
                  </a:lnTo>
                  <a:lnTo>
                    <a:pt x="4017910" y="1430742"/>
                  </a:lnTo>
                  <a:lnTo>
                    <a:pt x="4013505" y="1430742"/>
                  </a:lnTo>
                  <a:lnTo>
                    <a:pt x="4009099" y="1430742"/>
                  </a:lnTo>
                  <a:lnTo>
                    <a:pt x="4004693" y="1430742"/>
                  </a:lnTo>
                  <a:lnTo>
                    <a:pt x="4000288" y="1430742"/>
                  </a:lnTo>
                  <a:lnTo>
                    <a:pt x="3995882" y="1430742"/>
                  </a:lnTo>
                  <a:lnTo>
                    <a:pt x="3991476" y="1430742"/>
                  </a:lnTo>
                  <a:lnTo>
                    <a:pt x="3987071" y="1430742"/>
                  </a:lnTo>
                  <a:lnTo>
                    <a:pt x="3982665" y="1430742"/>
                  </a:lnTo>
                  <a:lnTo>
                    <a:pt x="3978260" y="1430742"/>
                  </a:lnTo>
                  <a:lnTo>
                    <a:pt x="3973854" y="1430742"/>
                  </a:lnTo>
                  <a:lnTo>
                    <a:pt x="3969448" y="1430742"/>
                  </a:lnTo>
                  <a:lnTo>
                    <a:pt x="3965043" y="1430742"/>
                  </a:lnTo>
                  <a:lnTo>
                    <a:pt x="3960637" y="1430742"/>
                  </a:lnTo>
                  <a:lnTo>
                    <a:pt x="3956232" y="1430742"/>
                  </a:lnTo>
                  <a:lnTo>
                    <a:pt x="3951826" y="1430742"/>
                  </a:lnTo>
                  <a:lnTo>
                    <a:pt x="3947420" y="1430742"/>
                  </a:lnTo>
                  <a:lnTo>
                    <a:pt x="3943015" y="1430742"/>
                  </a:lnTo>
                  <a:lnTo>
                    <a:pt x="3938609" y="1430742"/>
                  </a:lnTo>
                  <a:lnTo>
                    <a:pt x="3934204" y="1430742"/>
                  </a:lnTo>
                  <a:lnTo>
                    <a:pt x="3929798" y="1430742"/>
                  </a:lnTo>
                  <a:lnTo>
                    <a:pt x="3925392" y="1430742"/>
                  </a:lnTo>
                  <a:lnTo>
                    <a:pt x="3920987" y="1430742"/>
                  </a:lnTo>
                  <a:lnTo>
                    <a:pt x="3916581" y="1430742"/>
                  </a:lnTo>
                  <a:lnTo>
                    <a:pt x="3912176" y="1430742"/>
                  </a:lnTo>
                  <a:lnTo>
                    <a:pt x="3907770" y="1430742"/>
                  </a:lnTo>
                  <a:lnTo>
                    <a:pt x="3903364" y="1430742"/>
                  </a:lnTo>
                  <a:lnTo>
                    <a:pt x="3898959" y="1430742"/>
                  </a:lnTo>
                  <a:lnTo>
                    <a:pt x="3894553" y="1430742"/>
                  </a:lnTo>
                  <a:lnTo>
                    <a:pt x="3890148" y="1430742"/>
                  </a:lnTo>
                  <a:lnTo>
                    <a:pt x="3885742" y="1430742"/>
                  </a:lnTo>
                  <a:lnTo>
                    <a:pt x="3881336" y="1430742"/>
                  </a:lnTo>
                  <a:lnTo>
                    <a:pt x="3876931" y="1430742"/>
                  </a:lnTo>
                  <a:lnTo>
                    <a:pt x="3872525" y="1430742"/>
                  </a:lnTo>
                  <a:lnTo>
                    <a:pt x="3868120" y="1430742"/>
                  </a:lnTo>
                  <a:lnTo>
                    <a:pt x="3863714" y="1430742"/>
                  </a:lnTo>
                  <a:lnTo>
                    <a:pt x="3859308" y="1430742"/>
                  </a:lnTo>
                  <a:lnTo>
                    <a:pt x="3854903" y="1430742"/>
                  </a:lnTo>
                  <a:lnTo>
                    <a:pt x="3850497" y="1430742"/>
                  </a:lnTo>
                  <a:lnTo>
                    <a:pt x="3846092" y="1430742"/>
                  </a:lnTo>
                  <a:lnTo>
                    <a:pt x="3841686" y="1430742"/>
                  </a:lnTo>
                  <a:lnTo>
                    <a:pt x="3837280" y="1430742"/>
                  </a:lnTo>
                  <a:lnTo>
                    <a:pt x="3832875" y="1430742"/>
                  </a:lnTo>
                  <a:lnTo>
                    <a:pt x="3828469" y="1430742"/>
                  </a:lnTo>
                  <a:lnTo>
                    <a:pt x="3824064" y="1430742"/>
                  </a:lnTo>
                  <a:lnTo>
                    <a:pt x="3819658" y="1430742"/>
                  </a:lnTo>
                  <a:lnTo>
                    <a:pt x="3815252" y="1430742"/>
                  </a:lnTo>
                  <a:lnTo>
                    <a:pt x="3810847" y="1430742"/>
                  </a:lnTo>
                  <a:lnTo>
                    <a:pt x="3806441" y="1430742"/>
                  </a:lnTo>
                  <a:lnTo>
                    <a:pt x="3802036" y="1430742"/>
                  </a:lnTo>
                  <a:lnTo>
                    <a:pt x="3797630" y="1430742"/>
                  </a:lnTo>
                  <a:lnTo>
                    <a:pt x="3793224" y="1430742"/>
                  </a:lnTo>
                  <a:lnTo>
                    <a:pt x="3788819" y="1430742"/>
                  </a:lnTo>
                  <a:lnTo>
                    <a:pt x="3784413" y="1430742"/>
                  </a:lnTo>
                  <a:lnTo>
                    <a:pt x="3780008" y="1430742"/>
                  </a:lnTo>
                  <a:lnTo>
                    <a:pt x="3775602" y="1430742"/>
                  </a:lnTo>
                  <a:lnTo>
                    <a:pt x="3771196" y="1430742"/>
                  </a:lnTo>
                  <a:lnTo>
                    <a:pt x="3766791" y="1430742"/>
                  </a:lnTo>
                  <a:lnTo>
                    <a:pt x="3762385" y="1430742"/>
                  </a:lnTo>
                  <a:lnTo>
                    <a:pt x="3757979" y="1430742"/>
                  </a:lnTo>
                  <a:lnTo>
                    <a:pt x="3753574" y="1430742"/>
                  </a:lnTo>
                  <a:lnTo>
                    <a:pt x="3749168" y="1430742"/>
                  </a:lnTo>
                  <a:lnTo>
                    <a:pt x="3744763" y="1430742"/>
                  </a:lnTo>
                  <a:lnTo>
                    <a:pt x="3740357" y="1430742"/>
                  </a:lnTo>
                  <a:lnTo>
                    <a:pt x="3735951" y="1430742"/>
                  </a:lnTo>
                  <a:lnTo>
                    <a:pt x="3731546" y="1430742"/>
                  </a:lnTo>
                  <a:lnTo>
                    <a:pt x="3727140" y="1430742"/>
                  </a:lnTo>
                  <a:lnTo>
                    <a:pt x="3722735" y="1430742"/>
                  </a:lnTo>
                  <a:lnTo>
                    <a:pt x="3718329" y="1430742"/>
                  </a:lnTo>
                  <a:lnTo>
                    <a:pt x="3713923" y="1430742"/>
                  </a:lnTo>
                  <a:lnTo>
                    <a:pt x="3709518" y="1430742"/>
                  </a:lnTo>
                  <a:lnTo>
                    <a:pt x="3705112" y="1430742"/>
                  </a:lnTo>
                  <a:lnTo>
                    <a:pt x="3700707" y="1430742"/>
                  </a:lnTo>
                  <a:lnTo>
                    <a:pt x="3696301" y="1430742"/>
                  </a:lnTo>
                  <a:lnTo>
                    <a:pt x="3691895" y="1430742"/>
                  </a:lnTo>
                  <a:lnTo>
                    <a:pt x="3687490" y="1430742"/>
                  </a:lnTo>
                  <a:lnTo>
                    <a:pt x="3683084" y="1430742"/>
                  </a:lnTo>
                  <a:lnTo>
                    <a:pt x="3678679" y="1430742"/>
                  </a:lnTo>
                  <a:lnTo>
                    <a:pt x="3674273" y="1430742"/>
                  </a:lnTo>
                  <a:lnTo>
                    <a:pt x="3669867" y="1430742"/>
                  </a:lnTo>
                  <a:lnTo>
                    <a:pt x="3665462" y="1430742"/>
                  </a:lnTo>
                  <a:lnTo>
                    <a:pt x="3661056" y="1430742"/>
                  </a:lnTo>
                  <a:lnTo>
                    <a:pt x="3656651" y="1430742"/>
                  </a:lnTo>
                  <a:lnTo>
                    <a:pt x="3652245" y="1430742"/>
                  </a:lnTo>
                  <a:lnTo>
                    <a:pt x="3647839" y="1430742"/>
                  </a:lnTo>
                  <a:lnTo>
                    <a:pt x="3643434" y="1430742"/>
                  </a:lnTo>
                  <a:lnTo>
                    <a:pt x="3639028" y="1430742"/>
                  </a:lnTo>
                  <a:lnTo>
                    <a:pt x="3634623" y="1430742"/>
                  </a:lnTo>
                  <a:lnTo>
                    <a:pt x="3630217" y="1430742"/>
                  </a:lnTo>
                  <a:lnTo>
                    <a:pt x="3625811" y="1430742"/>
                  </a:lnTo>
                  <a:lnTo>
                    <a:pt x="3621406" y="1430742"/>
                  </a:lnTo>
                  <a:lnTo>
                    <a:pt x="3617000" y="1430742"/>
                  </a:lnTo>
                  <a:lnTo>
                    <a:pt x="3612595" y="1430742"/>
                  </a:lnTo>
                  <a:lnTo>
                    <a:pt x="3608189" y="1430742"/>
                  </a:lnTo>
                  <a:lnTo>
                    <a:pt x="3603783" y="1430742"/>
                  </a:lnTo>
                  <a:lnTo>
                    <a:pt x="3599378" y="1430742"/>
                  </a:lnTo>
                  <a:lnTo>
                    <a:pt x="3594972" y="1430742"/>
                  </a:lnTo>
                  <a:lnTo>
                    <a:pt x="3590567" y="1430742"/>
                  </a:lnTo>
                  <a:lnTo>
                    <a:pt x="3586161" y="1430742"/>
                  </a:lnTo>
                  <a:lnTo>
                    <a:pt x="3581755" y="1430742"/>
                  </a:lnTo>
                  <a:lnTo>
                    <a:pt x="3577350" y="1430742"/>
                  </a:lnTo>
                  <a:lnTo>
                    <a:pt x="3572944" y="1430742"/>
                  </a:lnTo>
                  <a:lnTo>
                    <a:pt x="3568539" y="1430742"/>
                  </a:lnTo>
                  <a:lnTo>
                    <a:pt x="3564133" y="1430742"/>
                  </a:lnTo>
                  <a:lnTo>
                    <a:pt x="3559727" y="1430742"/>
                  </a:lnTo>
                  <a:lnTo>
                    <a:pt x="3555322" y="1430742"/>
                  </a:lnTo>
                  <a:lnTo>
                    <a:pt x="3550916" y="1430742"/>
                  </a:lnTo>
                  <a:lnTo>
                    <a:pt x="3546511" y="1430742"/>
                  </a:lnTo>
                  <a:lnTo>
                    <a:pt x="3542105" y="1430742"/>
                  </a:lnTo>
                  <a:lnTo>
                    <a:pt x="3537699" y="1430742"/>
                  </a:lnTo>
                  <a:lnTo>
                    <a:pt x="3533294" y="1430742"/>
                  </a:lnTo>
                  <a:lnTo>
                    <a:pt x="3528888" y="1430742"/>
                  </a:lnTo>
                  <a:lnTo>
                    <a:pt x="3524482" y="1430742"/>
                  </a:lnTo>
                  <a:lnTo>
                    <a:pt x="3520077" y="1430742"/>
                  </a:lnTo>
                  <a:lnTo>
                    <a:pt x="3515671" y="1430742"/>
                  </a:lnTo>
                  <a:lnTo>
                    <a:pt x="3511266" y="1430742"/>
                  </a:lnTo>
                  <a:lnTo>
                    <a:pt x="3506860" y="1430742"/>
                  </a:lnTo>
                  <a:lnTo>
                    <a:pt x="3502454" y="1430742"/>
                  </a:lnTo>
                  <a:lnTo>
                    <a:pt x="3498049" y="1430742"/>
                  </a:lnTo>
                  <a:lnTo>
                    <a:pt x="3493643" y="1430742"/>
                  </a:lnTo>
                  <a:lnTo>
                    <a:pt x="3489238" y="1430742"/>
                  </a:lnTo>
                  <a:lnTo>
                    <a:pt x="3484832" y="1430742"/>
                  </a:lnTo>
                  <a:lnTo>
                    <a:pt x="3480426" y="1430742"/>
                  </a:lnTo>
                  <a:lnTo>
                    <a:pt x="3476021" y="1430742"/>
                  </a:lnTo>
                  <a:lnTo>
                    <a:pt x="3471615" y="1430742"/>
                  </a:lnTo>
                  <a:lnTo>
                    <a:pt x="3467210" y="1430742"/>
                  </a:lnTo>
                  <a:lnTo>
                    <a:pt x="3462804" y="1430742"/>
                  </a:lnTo>
                  <a:lnTo>
                    <a:pt x="3458398" y="1430742"/>
                  </a:lnTo>
                  <a:lnTo>
                    <a:pt x="3453993" y="1430742"/>
                  </a:lnTo>
                  <a:lnTo>
                    <a:pt x="3449587" y="1430742"/>
                  </a:lnTo>
                  <a:lnTo>
                    <a:pt x="3445182" y="1430742"/>
                  </a:lnTo>
                  <a:lnTo>
                    <a:pt x="3440776" y="1430742"/>
                  </a:lnTo>
                  <a:lnTo>
                    <a:pt x="3436370" y="1430742"/>
                  </a:lnTo>
                  <a:lnTo>
                    <a:pt x="3431965" y="1430742"/>
                  </a:lnTo>
                  <a:lnTo>
                    <a:pt x="3427559" y="1430742"/>
                  </a:lnTo>
                  <a:lnTo>
                    <a:pt x="3423154" y="1430742"/>
                  </a:lnTo>
                  <a:lnTo>
                    <a:pt x="3418748" y="1430742"/>
                  </a:lnTo>
                  <a:lnTo>
                    <a:pt x="3414342" y="1430742"/>
                  </a:lnTo>
                  <a:lnTo>
                    <a:pt x="3409937" y="1430742"/>
                  </a:lnTo>
                  <a:lnTo>
                    <a:pt x="3405531" y="1430742"/>
                  </a:lnTo>
                  <a:lnTo>
                    <a:pt x="3401126" y="1430742"/>
                  </a:lnTo>
                  <a:lnTo>
                    <a:pt x="3396720" y="1430742"/>
                  </a:lnTo>
                  <a:lnTo>
                    <a:pt x="3392314" y="1430742"/>
                  </a:lnTo>
                  <a:lnTo>
                    <a:pt x="3387909" y="1430742"/>
                  </a:lnTo>
                  <a:lnTo>
                    <a:pt x="3383503" y="1430742"/>
                  </a:lnTo>
                  <a:lnTo>
                    <a:pt x="3379098" y="1430742"/>
                  </a:lnTo>
                  <a:lnTo>
                    <a:pt x="3374692" y="1430742"/>
                  </a:lnTo>
                  <a:lnTo>
                    <a:pt x="3370286" y="1430742"/>
                  </a:lnTo>
                  <a:lnTo>
                    <a:pt x="3365881" y="1430742"/>
                  </a:lnTo>
                  <a:lnTo>
                    <a:pt x="3361475" y="1430742"/>
                  </a:lnTo>
                  <a:lnTo>
                    <a:pt x="3357070" y="1430742"/>
                  </a:lnTo>
                  <a:lnTo>
                    <a:pt x="3352664" y="1430742"/>
                  </a:lnTo>
                  <a:lnTo>
                    <a:pt x="3348258" y="1430742"/>
                  </a:lnTo>
                  <a:lnTo>
                    <a:pt x="3343853" y="1430742"/>
                  </a:lnTo>
                  <a:lnTo>
                    <a:pt x="3339447" y="1430742"/>
                  </a:lnTo>
                  <a:lnTo>
                    <a:pt x="3335042" y="1430742"/>
                  </a:lnTo>
                  <a:lnTo>
                    <a:pt x="3330636" y="1430742"/>
                  </a:lnTo>
                  <a:lnTo>
                    <a:pt x="3326230" y="1430742"/>
                  </a:lnTo>
                  <a:lnTo>
                    <a:pt x="3321825" y="1430742"/>
                  </a:lnTo>
                  <a:lnTo>
                    <a:pt x="3317419" y="1430742"/>
                  </a:lnTo>
                  <a:lnTo>
                    <a:pt x="3313014" y="1430742"/>
                  </a:lnTo>
                  <a:lnTo>
                    <a:pt x="3308608" y="1430742"/>
                  </a:lnTo>
                  <a:lnTo>
                    <a:pt x="3304202" y="1430742"/>
                  </a:lnTo>
                  <a:lnTo>
                    <a:pt x="3299797" y="1430742"/>
                  </a:lnTo>
                  <a:lnTo>
                    <a:pt x="3295391" y="1430742"/>
                  </a:lnTo>
                  <a:lnTo>
                    <a:pt x="3290985" y="1430742"/>
                  </a:lnTo>
                  <a:lnTo>
                    <a:pt x="3286580" y="1430742"/>
                  </a:lnTo>
                  <a:lnTo>
                    <a:pt x="3282174" y="1430742"/>
                  </a:lnTo>
                  <a:lnTo>
                    <a:pt x="3277769" y="1430742"/>
                  </a:lnTo>
                  <a:lnTo>
                    <a:pt x="3273363" y="1430742"/>
                  </a:lnTo>
                  <a:lnTo>
                    <a:pt x="3268957" y="1430742"/>
                  </a:lnTo>
                  <a:lnTo>
                    <a:pt x="3264552" y="1430742"/>
                  </a:lnTo>
                  <a:lnTo>
                    <a:pt x="3260146" y="1430742"/>
                  </a:lnTo>
                  <a:lnTo>
                    <a:pt x="3255741" y="1430742"/>
                  </a:lnTo>
                  <a:lnTo>
                    <a:pt x="3251335" y="1430742"/>
                  </a:lnTo>
                  <a:lnTo>
                    <a:pt x="3246929" y="1430742"/>
                  </a:lnTo>
                  <a:lnTo>
                    <a:pt x="3242524" y="1430742"/>
                  </a:lnTo>
                  <a:lnTo>
                    <a:pt x="3238118" y="1430742"/>
                  </a:lnTo>
                  <a:lnTo>
                    <a:pt x="3233713" y="1430742"/>
                  </a:lnTo>
                  <a:lnTo>
                    <a:pt x="3229307" y="1430742"/>
                  </a:lnTo>
                  <a:lnTo>
                    <a:pt x="3224901" y="1430742"/>
                  </a:lnTo>
                  <a:lnTo>
                    <a:pt x="3220496" y="1430742"/>
                  </a:lnTo>
                  <a:lnTo>
                    <a:pt x="3216090" y="1430742"/>
                  </a:lnTo>
                  <a:lnTo>
                    <a:pt x="3211685" y="1430742"/>
                  </a:lnTo>
                  <a:lnTo>
                    <a:pt x="3207279" y="1430742"/>
                  </a:lnTo>
                  <a:lnTo>
                    <a:pt x="3202873" y="1430742"/>
                  </a:lnTo>
                  <a:lnTo>
                    <a:pt x="3198468" y="1430742"/>
                  </a:lnTo>
                  <a:lnTo>
                    <a:pt x="3194062" y="1430742"/>
                  </a:lnTo>
                  <a:lnTo>
                    <a:pt x="3189657" y="1430742"/>
                  </a:lnTo>
                  <a:lnTo>
                    <a:pt x="3185251" y="1430742"/>
                  </a:lnTo>
                  <a:lnTo>
                    <a:pt x="3180845" y="1430742"/>
                  </a:lnTo>
                  <a:lnTo>
                    <a:pt x="3176440" y="1430742"/>
                  </a:lnTo>
                  <a:lnTo>
                    <a:pt x="3172034" y="1430742"/>
                  </a:lnTo>
                  <a:lnTo>
                    <a:pt x="3167629" y="1430742"/>
                  </a:lnTo>
                  <a:lnTo>
                    <a:pt x="3163223" y="1430742"/>
                  </a:lnTo>
                  <a:lnTo>
                    <a:pt x="3158817" y="1430742"/>
                  </a:lnTo>
                  <a:lnTo>
                    <a:pt x="3154412" y="1430742"/>
                  </a:lnTo>
                  <a:lnTo>
                    <a:pt x="3150006" y="1430742"/>
                  </a:lnTo>
                  <a:lnTo>
                    <a:pt x="3145601" y="1430742"/>
                  </a:lnTo>
                  <a:lnTo>
                    <a:pt x="3141195" y="1430742"/>
                  </a:lnTo>
                  <a:lnTo>
                    <a:pt x="3136789" y="1430742"/>
                  </a:lnTo>
                  <a:lnTo>
                    <a:pt x="3132384" y="1430742"/>
                  </a:lnTo>
                  <a:lnTo>
                    <a:pt x="3127978" y="1430742"/>
                  </a:lnTo>
                  <a:lnTo>
                    <a:pt x="3123573" y="1430742"/>
                  </a:lnTo>
                  <a:lnTo>
                    <a:pt x="3119167" y="1430742"/>
                  </a:lnTo>
                  <a:lnTo>
                    <a:pt x="3114761" y="1430742"/>
                  </a:lnTo>
                  <a:lnTo>
                    <a:pt x="3110356" y="1430742"/>
                  </a:lnTo>
                  <a:lnTo>
                    <a:pt x="3105950" y="1430742"/>
                  </a:lnTo>
                  <a:lnTo>
                    <a:pt x="3101545" y="1430742"/>
                  </a:lnTo>
                  <a:lnTo>
                    <a:pt x="3097139" y="1430742"/>
                  </a:lnTo>
                  <a:lnTo>
                    <a:pt x="3092733" y="1430742"/>
                  </a:lnTo>
                  <a:lnTo>
                    <a:pt x="3088328" y="1430742"/>
                  </a:lnTo>
                  <a:lnTo>
                    <a:pt x="3083922" y="1430742"/>
                  </a:lnTo>
                  <a:lnTo>
                    <a:pt x="3079517" y="1430742"/>
                  </a:lnTo>
                  <a:lnTo>
                    <a:pt x="3075111" y="1430742"/>
                  </a:lnTo>
                  <a:lnTo>
                    <a:pt x="3070705" y="1430742"/>
                  </a:lnTo>
                  <a:lnTo>
                    <a:pt x="3066300" y="1430742"/>
                  </a:lnTo>
                  <a:lnTo>
                    <a:pt x="3061894" y="1430742"/>
                  </a:lnTo>
                  <a:lnTo>
                    <a:pt x="3057488" y="1430742"/>
                  </a:lnTo>
                  <a:lnTo>
                    <a:pt x="3053083" y="1430742"/>
                  </a:lnTo>
                  <a:lnTo>
                    <a:pt x="3048677" y="1430742"/>
                  </a:lnTo>
                  <a:lnTo>
                    <a:pt x="3044272" y="1430742"/>
                  </a:lnTo>
                  <a:lnTo>
                    <a:pt x="3039866" y="1430742"/>
                  </a:lnTo>
                  <a:lnTo>
                    <a:pt x="3035460" y="1430742"/>
                  </a:lnTo>
                  <a:lnTo>
                    <a:pt x="3031055" y="1430742"/>
                  </a:lnTo>
                  <a:lnTo>
                    <a:pt x="3026649" y="1430742"/>
                  </a:lnTo>
                  <a:lnTo>
                    <a:pt x="3022244" y="1430742"/>
                  </a:lnTo>
                  <a:lnTo>
                    <a:pt x="3017838" y="1430742"/>
                  </a:lnTo>
                  <a:lnTo>
                    <a:pt x="3013432" y="1430742"/>
                  </a:lnTo>
                  <a:lnTo>
                    <a:pt x="3009027" y="1430742"/>
                  </a:lnTo>
                  <a:lnTo>
                    <a:pt x="3004621" y="1430742"/>
                  </a:lnTo>
                  <a:lnTo>
                    <a:pt x="3000216" y="1430742"/>
                  </a:lnTo>
                  <a:lnTo>
                    <a:pt x="2995810" y="1430742"/>
                  </a:lnTo>
                  <a:lnTo>
                    <a:pt x="2991404" y="1430742"/>
                  </a:lnTo>
                  <a:lnTo>
                    <a:pt x="2986999" y="1430742"/>
                  </a:lnTo>
                  <a:lnTo>
                    <a:pt x="2982593" y="1430742"/>
                  </a:lnTo>
                  <a:lnTo>
                    <a:pt x="2978188" y="1430742"/>
                  </a:lnTo>
                  <a:lnTo>
                    <a:pt x="2973782" y="1430742"/>
                  </a:lnTo>
                  <a:lnTo>
                    <a:pt x="2969376" y="1430742"/>
                  </a:lnTo>
                  <a:lnTo>
                    <a:pt x="2964971" y="1430742"/>
                  </a:lnTo>
                  <a:lnTo>
                    <a:pt x="2960565" y="1430742"/>
                  </a:lnTo>
                  <a:lnTo>
                    <a:pt x="2956160" y="1430742"/>
                  </a:lnTo>
                  <a:lnTo>
                    <a:pt x="2951754" y="1430742"/>
                  </a:lnTo>
                  <a:lnTo>
                    <a:pt x="2947348" y="1430742"/>
                  </a:lnTo>
                  <a:lnTo>
                    <a:pt x="2942943" y="1430742"/>
                  </a:lnTo>
                  <a:lnTo>
                    <a:pt x="2938537" y="1430742"/>
                  </a:lnTo>
                  <a:lnTo>
                    <a:pt x="2934132" y="1430742"/>
                  </a:lnTo>
                  <a:lnTo>
                    <a:pt x="2929726" y="1430742"/>
                  </a:lnTo>
                  <a:lnTo>
                    <a:pt x="2925320" y="1430742"/>
                  </a:lnTo>
                  <a:lnTo>
                    <a:pt x="2920915" y="1430742"/>
                  </a:lnTo>
                  <a:lnTo>
                    <a:pt x="2916509" y="1430742"/>
                  </a:lnTo>
                  <a:lnTo>
                    <a:pt x="2912104" y="1430742"/>
                  </a:lnTo>
                  <a:lnTo>
                    <a:pt x="2907698" y="1430742"/>
                  </a:lnTo>
                  <a:lnTo>
                    <a:pt x="2903292" y="1430742"/>
                  </a:lnTo>
                  <a:lnTo>
                    <a:pt x="2898887" y="1430742"/>
                  </a:lnTo>
                  <a:lnTo>
                    <a:pt x="2894481" y="1430742"/>
                  </a:lnTo>
                  <a:lnTo>
                    <a:pt x="2890076" y="1430742"/>
                  </a:lnTo>
                  <a:lnTo>
                    <a:pt x="2885670" y="1430742"/>
                  </a:lnTo>
                  <a:lnTo>
                    <a:pt x="2881264" y="1430742"/>
                  </a:lnTo>
                  <a:lnTo>
                    <a:pt x="2876859" y="1430742"/>
                  </a:lnTo>
                  <a:lnTo>
                    <a:pt x="2872453" y="1430742"/>
                  </a:lnTo>
                  <a:lnTo>
                    <a:pt x="2868048" y="1430742"/>
                  </a:lnTo>
                  <a:lnTo>
                    <a:pt x="2863642" y="1430742"/>
                  </a:lnTo>
                  <a:lnTo>
                    <a:pt x="2859236" y="1430742"/>
                  </a:lnTo>
                  <a:lnTo>
                    <a:pt x="2854831" y="1430742"/>
                  </a:lnTo>
                  <a:lnTo>
                    <a:pt x="2850425" y="1430742"/>
                  </a:lnTo>
                  <a:lnTo>
                    <a:pt x="2846020" y="1430742"/>
                  </a:lnTo>
                  <a:lnTo>
                    <a:pt x="2841614" y="1430742"/>
                  </a:lnTo>
                  <a:lnTo>
                    <a:pt x="2837208" y="1430742"/>
                  </a:lnTo>
                  <a:lnTo>
                    <a:pt x="2832803" y="1430742"/>
                  </a:lnTo>
                  <a:lnTo>
                    <a:pt x="2828397" y="1430742"/>
                  </a:lnTo>
                  <a:lnTo>
                    <a:pt x="2823991" y="1430742"/>
                  </a:lnTo>
                  <a:lnTo>
                    <a:pt x="2819586" y="1430742"/>
                  </a:lnTo>
                  <a:lnTo>
                    <a:pt x="2815180" y="1430742"/>
                  </a:lnTo>
                  <a:lnTo>
                    <a:pt x="2810775" y="1430742"/>
                  </a:lnTo>
                  <a:lnTo>
                    <a:pt x="2806369" y="1430742"/>
                  </a:lnTo>
                  <a:lnTo>
                    <a:pt x="2801963" y="1430742"/>
                  </a:lnTo>
                  <a:lnTo>
                    <a:pt x="2797558" y="1430742"/>
                  </a:lnTo>
                  <a:lnTo>
                    <a:pt x="2793152" y="1430742"/>
                  </a:lnTo>
                  <a:lnTo>
                    <a:pt x="2788747" y="1430742"/>
                  </a:lnTo>
                  <a:lnTo>
                    <a:pt x="2784341" y="1430742"/>
                  </a:lnTo>
                  <a:lnTo>
                    <a:pt x="2779935" y="1430742"/>
                  </a:lnTo>
                  <a:lnTo>
                    <a:pt x="2775530" y="1430742"/>
                  </a:lnTo>
                  <a:lnTo>
                    <a:pt x="2771124" y="1430742"/>
                  </a:lnTo>
                  <a:lnTo>
                    <a:pt x="2766719" y="1430742"/>
                  </a:lnTo>
                  <a:lnTo>
                    <a:pt x="2762313" y="1430742"/>
                  </a:lnTo>
                  <a:lnTo>
                    <a:pt x="2757907" y="1430742"/>
                  </a:lnTo>
                  <a:lnTo>
                    <a:pt x="2753502" y="1430742"/>
                  </a:lnTo>
                  <a:lnTo>
                    <a:pt x="2749096" y="1430742"/>
                  </a:lnTo>
                  <a:lnTo>
                    <a:pt x="2744691" y="1430742"/>
                  </a:lnTo>
                  <a:lnTo>
                    <a:pt x="2740285" y="1430742"/>
                  </a:lnTo>
                  <a:lnTo>
                    <a:pt x="2735879" y="1430742"/>
                  </a:lnTo>
                  <a:lnTo>
                    <a:pt x="2731474" y="1430742"/>
                  </a:lnTo>
                  <a:lnTo>
                    <a:pt x="2727068" y="1430742"/>
                  </a:lnTo>
                  <a:lnTo>
                    <a:pt x="2722663" y="1430742"/>
                  </a:lnTo>
                  <a:lnTo>
                    <a:pt x="2718257" y="1430742"/>
                  </a:lnTo>
                  <a:lnTo>
                    <a:pt x="2713851" y="1430742"/>
                  </a:lnTo>
                  <a:lnTo>
                    <a:pt x="2709446" y="1430742"/>
                  </a:lnTo>
                  <a:lnTo>
                    <a:pt x="2705040" y="1430742"/>
                  </a:lnTo>
                  <a:lnTo>
                    <a:pt x="2700635" y="1430742"/>
                  </a:lnTo>
                  <a:lnTo>
                    <a:pt x="2696229" y="1430742"/>
                  </a:lnTo>
                  <a:lnTo>
                    <a:pt x="2691823" y="1430742"/>
                  </a:lnTo>
                  <a:lnTo>
                    <a:pt x="2687418" y="1430742"/>
                  </a:lnTo>
                  <a:lnTo>
                    <a:pt x="2683012" y="1430742"/>
                  </a:lnTo>
                  <a:lnTo>
                    <a:pt x="2678607" y="1430742"/>
                  </a:lnTo>
                  <a:lnTo>
                    <a:pt x="2674201" y="1430742"/>
                  </a:lnTo>
                  <a:lnTo>
                    <a:pt x="2669795" y="1430742"/>
                  </a:lnTo>
                  <a:lnTo>
                    <a:pt x="2665390" y="1430742"/>
                  </a:lnTo>
                  <a:lnTo>
                    <a:pt x="2660984" y="1430742"/>
                  </a:lnTo>
                  <a:lnTo>
                    <a:pt x="2656579" y="1430742"/>
                  </a:lnTo>
                  <a:lnTo>
                    <a:pt x="2652173" y="1430742"/>
                  </a:lnTo>
                  <a:lnTo>
                    <a:pt x="2647767" y="1430742"/>
                  </a:lnTo>
                  <a:lnTo>
                    <a:pt x="2643362" y="1430742"/>
                  </a:lnTo>
                  <a:lnTo>
                    <a:pt x="2638956" y="1430742"/>
                  </a:lnTo>
                  <a:lnTo>
                    <a:pt x="2634551" y="1430742"/>
                  </a:lnTo>
                  <a:lnTo>
                    <a:pt x="2630145" y="1430742"/>
                  </a:lnTo>
                  <a:lnTo>
                    <a:pt x="2625739" y="1430742"/>
                  </a:lnTo>
                  <a:lnTo>
                    <a:pt x="2621334" y="1430742"/>
                  </a:lnTo>
                  <a:lnTo>
                    <a:pt x="2616928" y="1430742"/>
                  </a:lnTo>
                  <a:lnTo>
                    <a:pt x="2612523" y="1430742"/>
                  </a:lnTo>
                  <a:lnTo>
                    <a:pt x="2608117" y="1430742"/>
                  </a:lnTo>
                  <a:lnTo>
                    <a:pt x="2603711" y="1430742"/>
                  </a:lnTo>
                  <a:lnTo>
                    <a:pt x="2599306" y="1430742"/>
                  </a:lnTo>
                  <a:lnTo>
                    <a:pt x="2594900" y="1430742"/>
                  </a:lnTo>
                  <a:lnTo>
                    <a:pt x="2590494" y="1430742"/>
                  </a:lnTo>
                  <a:lnTo>
                    <a:pt x="2586089" y="1430742"/>
                  </a:lnTo>
                  <a:lnTo>
                    <a:pt x="2581683" y="1430742"/>
                  </a:lnTo>
                  <a:lnTo>
                    <a:pt x="2577278" y="1430742"/>
                  </a:lnTo>
                  <a:lnTo>
                    <a:pt x="2572872" y="1430742"/>
                  </a:lnTo>
                  <a:lnTo>
                    <a:pt x="2568466" y="1430742"/>
                  </a:lnTo>
                  <a:lnTo>
                    <a:pt x="2564061" y="1430742"/>
                  </a:lnTo>
                  <a:lnTo>
                    <a:pt x="2559655" y="1430742"/>
                  </a:lnTo>
                  <a:lnTo>
                    <a:pt x="2555250" y="1430742"/>
                  </a:lnTo>
                  <a:lnTo>
                    <a:pt x="2550844" y="1430742"/>
                  </a:lnTo>
                  <a:lnTo>
                    <a:pt x="2546438" y="1430742"/>
                  </a:lnTo>
                  <a:lnTo>
                    <a:pt x="2542033" y="1430742"/>
                  </a:lnTo>
                  <a:lnTo>
                    <a:pt x="2537627" y="1430742"/>
                  </a:lnTo>
                  <a:lnTo>
                    <a:pt x="2533222" y="1430742"/>
                  </a:lnTo>
                  <a:lnTo>
                    <a:pt x="2528816" y="1430742"/>
                  </a:lnTo>
                  <a:lnTo>
                    <a:pt x="2524410" y="1430742"/>
                  </a:lnTo>
                  <a:lnTo>
                    <a:pt x="2520005" y="1430742"/>
                  </a:lnTo>
                  <a:lnTo>
                    <a:pt x="2515599" y="1430742"/>
                  </a:lnTo>
                  <a:lnTo>
                    <a:pt x="2511194" y="1430742"/>
                  </a:lnTo>
                  <a:lnTo>
                    <a:pt x="2506788" y="1430742"/>
                  </a:lnTo>
                  <a:lnTo>
                    <a:pt x="2502382" y="1430742"/>
                  </a:lnTo>
                  <a:lnTo>
                    <a:pt x="2497977" y="1430742"/>
                  </a:lnTo>
                  <a:lnTo>
                    <a:pt x="2493571" y="1430742"/>
                  </a:lnTo>
                  <a:lnTo>
                    <a:pt x="2489166" y="1430742"/>
                  </a:lnTo>
                  <a:lnTo>
                    <a:pt x="2484760" y="1430742"/>
                  </a:lnTo>
                  <a:lnTo>
                    <a:pt x="2480354" y="1430742"/>
                  </a:lnTo>
                  <a:lnTo>
                    <a:pt x="2475949" y="1430742"/>
                  </a:lnTo>
                  <a:lnTo>
                    <a:pt x="2471543" y="1430742"/>
                  </a:lnTo>
                  <a:lnTo>
                    <a:pt x="2467138" y="1430742"/>
                  </a:lnTo>
                  <a:lnTo>
                    <a:pt x="2462732" y="1430742"/>
                  </a:lnTo>
                  <a:lnTo>
                    <a:pt x="2458326" y="1430742"/>
                  </a:lnTo>
                  <a:lnTo>
                    <a:pt x="2453921" y="1430742"/>
                  </a:lnTo>
                  <a:lnTo>
                    <a:pt x="2449515" y="1430742"/>
                  </a:lnTo>
                  <a:lnTo>
                    <a:pt x="2445110" y="1430742"/>
                  </a:lnTo>
                  <a:lnTo>
                    <a:pt x="2440704" y="1430742"/>
                  </a:lnTo>
                  <a:lnTo>
                    <a:pt x="2436298" y="1430742"/>
                  </a:lnTo>
                  <a:lnTo>
                    <a:pt x="2431893" y="1430742"/>
                  </a:lnTo>
                  <a:lnTo>
                    <a:pt x="2427487" y="1430742"/>
                  </a:lnTo>
                  <a:lnTo>
                    <a:pt x="2423082" y="1430742"/>
                  </a:lnTo>
                  <a:lnTo>
                    <a:pt x="2418676" y="1430742"/>
                  </a:lnTo>
                  <a:lnTo>
                    <a:pt x="2414270" y="1430742"/>
                  </a:lnTo>
                  <a:lnTo>
                    <a:pt x="2409865" y="1430742"/>
                  </a:lnTo>
                  <a:lnTo>
                    <a:pt x="2405459" y="1430742"/>
                  </a:lnTo>
                  <a:lnTo>
                    <a:pt x="2401054" y="1430742"/>
                  </a:lnTo>
                  <a:lnTo>
                    <a:pt x="2396648" y="1430742"/>
                  </a:lnTo>
                  <a:lnTo>
                    <a:pt x="2392242" y="1430742"/>
                  </a:lnTo>
                  <a:lnTo>
                    <a:pt x="2387837" y="1430742"/>
                  </a:lnTo>
                  <a:lnTo>
                    <a:pt x="2383431" y="1430742"/>
                  </a:lnTo>
                  <a:lnTo>
                    <a:pt x="2379026" y="1430742"/>
                  </a:lnTo>
                  <a:lnTo>
                    <a:pt x="2374620" y="1430742"/>
                  </a:lnTo>
                  <a:lnTo>
                    <a:pt x="2370214" y="1430742"/>
                  </a:lnTo>
                  <a:lnTo>
                    <a:pt x="2365809" y="1430742"/>
                  </a:lnTo>
                  <a:lnTo>
                    <a:pt x="2361403" y="1430742"/>
                  </a:lnTo>
                  <a:lnTo>
                    <a:pt x="2356997" y="1430742"/>
                  </a:lnTo>
                  <a:lnTo>
                    <a:pt x="2352592" y="1430742"/>
                  </a:lnTo>
                  <a:lnTo>
                    <a:pt x="2348186" y="1430742"/>
                  </a:lnTo>
                  <a:lnTo>
                    <a:pt x="2343781" y="1430742"/>
                  </a:lnTo>
                  <a:lnTo>
                    <a:pt x="2339375" y="1430742"/>
                  </a:lnTo>
                  <a:lnTo>
                    <a:pt x="2334969" y="1430742"/>
                  </a:lnTo>
                  <a:lnTo>
                    <a:pt x="2330564" y="1430742"/>
                  </a:lnTo>
                  <a:lnTo>
                    <a:pt x="2326158" y="1430742"/>
                  </a:lnTo>
                  <a:lnTo>
                    <a:pt x="2321753" y="1430742"/>
                  </a:lnTo>
                  <a:lnTo>
                    <a:pt x="2317347" y="1430742"/>
                  </a:lnTo>
                  <a:lnTo>
                    <a:pt x="2312941" y="1430742"/>
                  </a:lnTo>
                  <a:lnTo>
                    <a:pt x="2308536" y="1430742"/>
                  </a:lnTo>
                  <a:lnTo>
                    <a:pt x="2304130" y="1430742"/>
                  </a:lnTo>
                  <a:lnTo>
                    <a:pt x="2299725" y="1430742"/>
                  </a:lnTo>
                  <a:lnTo>
                    <a:pt x="2295319" y="1430742"/>
                  </a:lnTo>
                  <a:lnTo>
                    <a:pt x="2290913" y="1430742"/>
                  </a:lnTo>
                  <a:lnTo>
                    <a:pt x="2286508" y="1430742"/>
                  </a:lnTo>
                  <a:lnTo>
                    <a:pt x="2282102" y="1430742"/>
                  </a:lnTo>
                  <a:lnTo>
                    <a:pt x="2277697" y="1430742"/>
                  </a:lnTo>
                  <a:lnTo>
                    <a:pt x="2273291" y="1430742"/>
                  </a:lnTo>
                  <a:lnTo>
                    <a:pt x="2268885" y="1430742"/>
                  </a:lnTo>
                  <a:lnTo>
                    <a:pt x="2264480" y="1430742"/>
                  </a:lnTo>
                  <a:lnTo>
                    <a:pt x="2260074" y="1430742"/>
                  </a:lnTo>
                  <a:lnTo>
                    <a:pt x="2255669" y="1430742"/>
                  </a:lnTo>
                  <a:lnTo>
                    <a:pt x="2251263" y="1430742"/>
                  </a:lnTo>
                  <a:lnTo>
                    <a:pt x="2246857" y="1430742"/>
                  </a:lnTo>
                  <a:lnTo>
                    <a:pt x="2242452" y="1430742"/>
                  </a:lnTo>
                  <a:lnTo>
                    <a:pt x="2238046" y="1430742"/>
                  </a:lnTo>
                  <a:lnTo>
                    <a:pt x="2233641" y="1430742"/>
                  </a:lnTo>
                  <a:lnTo>
                    <a:pt x="2229235" y="1430742"/>
                  </a:lnTo>
                  <a:lnTo>
                    <a:pt x="2224829" y="1430742"/>
                  </a:lnTo>
                  <a:lnTo>
                    <a:pt x="2220424" y="1430742"/>
                  </a:lnTo>
                  <a:lnTo>
                    <a:pt x="2216018" y="1430742"/>
                  </a:lnTo>
                  <a:lnTo>
                    <a:pt x="2211613" y="1430742"/>
                  </a:lnTo>
                  <a:lnTo>
                    <a:pt x="2207207" y="1430742"/>
                  </a:lnTo>
                  <a:lnTo>
                    <a:pt x="2202801" y="1430742"/>
                  </a:lnTo>
                  <a:lnTo>
                    <a:pt x="2198396" y="1430742"/>
                  </a:lnTo>
                  <a:lnTo>
                    <a:pt x="2193990" y="1430742"/>
                  </a:lnTo>
                  <a:lnTo>
                    <a:pt x="2189585" y="1430742"/>
                  </a:lnTo>
                  <a:lnTo>
                    <a:pt x="2185179" y="1430742"/>
                  </a:lnTo>
                  <a:lnTo>
                    <a:pt x="2180773" y="1430742"/>
                  </a:lnTo>
                  <a:lnTo>
                    <a:pt x="2176368" y="1430742"/>
                  </a:lnTo>
                  <a:lnTo>
                    <a:pt x="2171962" y="1430742"/>
                  </a:lnTo>
                  <a:lnTo>
                    <a:pt x="2167557" y="1430742"/>
                  </a:lnTo>
                  <a:lnTo>
                    <a:pt x="2163151" y="1430742"/>
                  </a:lnTo>
                  <a:lnTo>
                    <a:pt x="2158745" y="1430742"/>
                  </a:lnTo>
                  <a:lnTo>
                    <a:pt x="2154340" y="1430742"/>
                  </a:lnTo>
                  <a:lnTo>
                    <a:pt x="2149934" y="1430742"/>
                  </a:lnTo>
                  <a:lnTo>
                    <a:pt x="2145529" y="1430742"/>
                  </a:lnTo>
                  <a:lnTo>
                    <a:pt x="2141123" y="1430742"/>
                  </a:lnTo>
                  <a:lnTo>
                    <a:pt x="2136717" y="1430742"/>
                  </a:lnTo>
                  <a:lnTo>
                    <a:pt x="2132312" y="1430742"/>
                  </a:lnTo>
                  <a:lnTo>
                    <a:pt x="2127906" y="1430742"/>
                  </a:lnTo>
                  <a:lnTo>
                    <a:pt x="2123501" y="1430742"/>
                  </a:lnTo>
                  <a:lnTo>
                    <a:pt x="2119095" y="1430742"/>
                  </a:lnTo>
                  <a:lnTo>
                    <a:pt x="2114689" y="1430742"/>
                  </a:lnTo>
                  <a:lnTo>
                    <a:pt x="2110284" y="1430742"/>
                  </a:lnTo>
                  <a:lnTo>
                    <a:pt x="2105878" y="1430742"/>
                  </a:lnTo>
                  <a:lnTo>
                    <a:pt x="2101472" y="1430742"/>
                  </a:lnTo>
                  <a:lnTo>
                    <a:pt x="2097067" y="1430742"/>
                  </a:lnTo>
                  <a:lnTo>
                    <a:pt x="2092661" y="1430742"/>
                  </a:lnTo>
                  <a:lnTo>
                    <a:pt x="2088256" y="1430742"/>
                  </a:lnTo>
                  <a:lnTo>
                    <a:pt x="2083850" y="1430742"/>
                  </a:lnTo>
                  <a:lnTo>
                    <a:pt x="2079444" y="1430742"/>
                  </a:lnTo>
                  <a:lnTo>
                    <a:pt x="2075039" y="1430742"/>
                  </a:lnTo>
                  <a:lnTo>
                    <a:pt x="2070633" y="1430742"/>
                  </a:lnTo>
                  <a:lnTo>
                    <a:pt x="2066228" y="1430742"/>
                  </a:lnTo>
                  <a:lnTo>
                    <a:pt x="2061822" y="1430742"/>
                  </a:lnTo>
                  <a:lnTo>
                    <a:pt x="2057416" y="1430742"/>
                  </a:lnTo>
                  <a:lnTo>
                    <a:pt x="2053011" y="1430742"/>
                  </a:lnTo>
                  <a:lnTo>
                    <a:pt x="2048605" y="1430742"/>
                  </a:lnTo>
                  <a:lnTo>
                    <a:pt x="2044200" y="1430742"/>
                  </a:lnTo>
                  <a:lnTo>
                    <a:pt x="2039794" y="1430742"/>
                  </a:lnTo>
                  <a:lnTo>
                    <a:pt x="2035388" y="1430742"/>
                  </a:lnTo>
                  <a:lnTo>
                    <a:pt x="2030983" y="1430742"/>
                  </a:lnTo>
                  <a:lnTo>
                    <a:pt x="2026577" y="1430742"/>
                  </a:lnTo>
                  <a:lnTo>
                    <a:pt x="2022172" y="1430742"/>
                  </a:lnTo>
                  <a:lnTo>
                    <a:pt x="2017766" y="1430742"/>
                  </a:lnTo>
                  <a:lnTo>
                    <a:pt x="2013360" y="1430742"/>
                  </a:lnTo>
                  <a:lnTo>
                    <a:pt x="2008955" y="1430742"/>
                  </a:lnTo>
                  <a:lnTo>
                    <a:pt x="2004549" y="1430742"/>
                  </a:lnTo>
                  <a:lnTo>
                    <a:pt x="2000144" y="1430742"/>
                  </a:lnTo>
                  <a:lnTo>
                    <a:pt x="1995738" y="1430742"/>
                  </a:lnTo>
                  <a:lnTo>
                    <a:pt x="1991332" y="1430742"/>
                  </a:lnTo>
                  <a:lnTo>
                    <a:pt x="1986927" y="1430742"/>
                  </a:lnTo>
                  <a:lnTo>
                    <a:pt x="1982521" y="1430742"/>
                  </a:lnTo>
                  <a:lnTo>
                    <a:pt x="1978116" y="1430742"/>
                  </a:lnTo>
                  <a:lnTo>
                    <a:pt x="1973710" y="1430742"/>
                  </a:lnTo>
                  <a:lnTo>
                    <a:pt x="1969304" y="1430742"/>
                  </a:lnTo>
                  <a:lnTo>
                    <a:pt x="1964899" y="1430742"/>
                  </a:lnTo>
                  <a:lnTo>
                    <a:pt x="1960493" y="1430742"/>
                  </a:lnTo>
                  <a:lnTo>
                    <a:pt x="1956088" y="1430742"/>
                  </a:lnTo>
                  <a:lnTo>
                    <a:pt x="1951682" y="1430742"/>
                  </a:lnTo>
                  <a:lnTo>
                    <a:pt x="1947276" y="1430742"/>
                  </a:lnTo>
                  <a:lnTo>
                    <a:pt x="1942871" y="1430742"/>
                  </a:lnTo>
                  <a:lnTo>
                    <a:pt x="1938465" y="1430742"/>
                  </a:lnTo>
                  <a:lnTo>
                    <a:pt x="1934060" y="1430742"/>
                  </a:lnTo>
                  <a:lnTo>
                    <a:pt x="1929654" y="1430742"/>
                  </a:lnTo>
                  <a:lnTo>
                    <a:pt x="1925248" y="1430742"/>
                  </a:lnTo>
                  <a:lnTo>
                    <a:pt x="1920843" y="1430742"/>
                  </a:lnTo>
                  <a:lnTo>
                    <a:pt x="1916437" y="1430742"/>
                  </a:lnTo>
                  <a:lnTo>
                    <a:pt x="1912032" y="1430742"/>
                  </a:lnTo>
                  <a:lnTo>
                    <a:pt x="1907626" y="1430742"/>
                  </a:lnTo>
                  <a:lnTo>
                    <a:pt x="1903220" y="1430742"/>
                  </a:lnTo>
                  <a:lnTo>
                    <a:pt x="1898815" y="1430742"/>
                  </a:lnTo>
                  <a:lnTo>
                    <a:pt x="1894409" y="1430742"/>
                  </a:lnTo>
                  <a:lnTo>
                    <a:pt x="1890004" y="1430742"/>
                  </a:lnTo>
                  <a:lnTo>
                    <a:pt x="1885598" y="1430742"/>
                  </a:lnTo>
                  <a:lnTo>
                    <a:pt x="1881192" y="1430742"/>
                  </a:lnTo>
                  <a:lnTo>
                    <a:pt x="1876787" y="1430742"/>
                  </a:lnTo>
                  <a:lnTo>
                    <a:pt x="1872381" y="1430742"/>
                  </a:lnTo>
                  <a:lnTo>
                    <a:pt x="1867975" y="1430742"/>
                  </a:lnTo>
                  <a:lnTo>
                    <a:pt x="1863570" y="1430742"/>
                  </a:lnTo>
                  <a:lnTo>
                    <a:pt x="1859164" y="1430742"/>
                  </a:lnTo>
                  <a:lnTo>
                    <a:pt x="1854759" y="1430742"/>
                  </a:lnTo>
                  <a:lnTo>
                    <a:pt x="1850353" y="1430742"/>
                  </a:lnTo>
                  <a:lnTo>
                    <a:pt x="1845947" y="1430742"/>
                  </a:lnTo>
                  <a:lnTo>
                    <a:pt x="1841542" y="1430742"/>
                  </a:lnTo>
                  <a:lnTo>
                    <a:pt x="1837136" y="1430742"/>
                  </a:lnTo>
                  <a:lnTo>
                    <a:pt x="1832731" y="1430742"/>
                  </a:lnTo>
                  <a:lnTo>
                    <a:pt x="1828325" y="1430742"/>
                  </a:lnTo>
                  <a:lnTo>
                    <a:pt x="1823919" y="1430742"/>
                  </a:lnTo>
                  <a:lnTo>
                    <a:pt x="1819514" y="1430742"/>
                  </a:lnTo>
                  <a:lnTo>
                    <a:pt x="1815108" y="1430742"/>
                  </a:lnTo>
                  <a:lnTo>
                    <a:pt x="1810703" y="1430742"/>
                  </a:lnTo>
                  <a:lnTo>
                    <a:pt x="1806297" y="1430742"/>
                  </a:lnTo>
                  <a:lnTo>
                    <a:pt x="1801891" y="1430742"/>
                  </a:lnTo>
                  <a:lnTo>
                    <a:pt x="1797486" y="1430742"/>
                  </a:lnTo>
                  <a:lnTo>
                    <a:pt x="1793080" y="1430742"/>
                  </a:lnTo>
                  <a:lnTo>
                    <a:pt x="1788675" y="1430742"/>
                  </a:lnTo>
                  <a:lnTo>
                    <a:pt x="1784269" y="1430742"/>
                  </a:lnTo>
                  <a:lnTo>
                    <a:pt x="1779863" y="1430742"/>
                  </a:lnTo>
                  <a:lnTo>
                    <a:pt x="1775458" y="1430742"/>
                  </a:lnTo>
                  <a:lnTo>
                    <a:pt x="1771052" y="1430742"/>
                  </a:lnTo>
                  <a:lnTo>
                    <a:pt x="1766647" y="1430742"/>
                  </a:lnTo>
                  <a:lnTo>
                    <a:pt x="1762241" y="1430742"/>
                  </a:lnTo>
                  <a:lnTo>
                    <a:pt x="1757835" y="1430742"/>
                  </a:lnTo>
                  <a:lnTo>
                    <a:pt x="1753430" y="1430742"/>
                  </a:lnTo>
                  <a:lnTo>
                    <a:pt x="1749024" y="1430742"/>
                  </a:lnTo>
                  <a:lnTo>
                    <a:pt x="1744619" y="1430742"/>
                  </a:lnTo>
                  <a:lnTo>
                    <a:pt x="1740213" y="1430742"/>
                  </a:lnTo>
                  <a:lnTo>
                    <a:pt x="1735807" y="1430742"/>
                  </a:lnTo>
                  <a:lnTo>
                    <a:pt x="1731402" y="1430742"/>
                  </a:lnTo>
                  <a:lnTo>
                    <a:pt x="1726996" y="1430742"/>
                  </a:lnTo>
                  <a:lnTo>
                    <a:pt x="1722591" y="1430742"/>
                  </a:lnTo>
                  <a:lnTo>
                    <a:pt x="1718185" y="1430742"/>
                  </a:lnTo>
                  <a:lnTo>
                    <a:pt x="1713779" y="1430742"/>
                  </a:lnTo>
                  <a:lnTo>
                    <a:pt x="1709374" y="1430742"/>
                  </a:lnTo>
                  <a:lnTo>
                    <a:pt x="1704968" y="1430742"/>
                  </a:lnTo>
                  <a:lnTo>
                    <a:pt x="1700563" y="1430742"/>
                  </a:lnTo>
                  <a:lnTo>
                    <a:pt x="1696157" y="1430742"/>
                  </a:lnTo>
                  <a:lnTo>
                    <a:pt x="1691751" y="1430742"/>
                  </a:lnTo>
                  <a:lnTo>
                    <a:pt x="1687346" y="1430742"/>
                  </a:lnTo>
                  <a:lnTo>
                    <a:pt x="1682940" y="1430742"/>
                  </a:lnTo>
                  <a:lnTo>
                    <a:pt x="1678535" y="1430742"/>
                  </a:lnTo>
                  <a:lnTo>
                    <a:pt x="1674129" y="1430742"/>
                  </a:lnTo>
                  <a:lnTo>
                    <a:pt x="1669723" y="1430742"/>
                  </a:lnTo>
                  <a:lnTo>
                    <a:pt x="1665318" y="1430742"/>
                  </a:lnTo>
                  <a:lnTo>
                    <a:pt x="1660912" y="1430742"/>
                  </a:lnTo>
                  <a:lnTo>
                    <a:pt x="1656507" y="1430742"/>
                  </a:lnTo>
                  <a:lnTo>
                    <a:pt x="1652101" y="1430742"/>
                  </a:lnTo>
                  <a:lnTo>
                    <a:pt x="1647695" y="1430742"/>
                  </a:lnTo>
                  <a:lnTo>
                    <a:pt x="1643290" y="1430742"/>
                  </a:lnTo>
                  <a:lnTo>
                    <a:pt x="1638884" y="1430742"/>
                  </a:lnTo>
                  <a:lnTo>
                    <a:pt x="1634478" y="1430742"/>
                  </a:lnTo>
                  <a:lnTo>
                    <a:pt x="1630073" y="1430742"/>
                  </a:lnTo>
                  <a:lnTo>
                    <a:pt x="1625667" y="1430742"/>
                  </a:lnTo>
                  <a:lnTo>
                    <a:pt x="1621262" y="1430742"/>
                  </a:lnTo>
                  <a:lnTo>
                    <a:pt x="1616856" y="1430742"/>
                  </a:lnTo>
                  <a:lnTo>
                    <a:pt x="1612450" y="1430742"/>
                  </a:lnTo>
                  <a:lnTo>
                    <a:pt x="1608045" y="1430742"/>
                  </a:lnTo>
                  <a:lnTo>
                    <a:pt x="1603639" y="1430742"/>
                  </a:lnTo>
                  <a:lnTo>
                    <a:pt x="1599234" y="1430742"/>
                  </a:lnTo>
                  <a:lnTo>
                    <a:pt x="1594828" y="1430742"/>
                  </a:lnTo>
                  <a:lnTo>
                    <a:pt x="1590422" y="1430742"/>
                  </a:lnTo>
                  <a:lnTo>
                    <a:pt x="1586017" y="1430742"/>
                  </a:lnTo>
                  <a:lnTo>
                    <a:pt x="1581611" y="1430742"/>
                  </a:lnTo>
                  <a:lnTo>
                    <a:pt x="1577206" y="1430742"/>
                  </a:lnTo>
                  <a:lnTo>
                    <a:pt x="1572800" y="1430742"/>
                  </a:lnTo>
                  <a:lnTo>
                    <a:pt x="1568394" y="1430742"/>
                  </a:lnTo>
                  <a:lnTo>
                    <a:pt x="1563989" y="1430742"/>
                  </a:lnTo>
                  <a:lnTo>
                    <a:pt x="1559583" y="1430742"/>
                  </a:lnTo>
                  <a:lnTo>
                    <a:pt x="1555178" y="1430742"/>
                  </a:lnTo>
                  <a:lnTo>
                    <a:pt x="1550772" y="1430742"/>
                  </a:lnTo>
                  <a:lnTo>
                    <a:pt x="1546366" y="1430742"/>
                  </a:lnTo>
                  <a:lnTo>
                    <a:pt x="1541961" y="1430742"/>
                  </a:lnTo>
                  <a:lnTo>
                    <a:pt x="1537555" y="1430742"/>
                  </a:lnTo>
                  <a:lnTo>
                    <a:pt x="1533150" y="1430742"/>
                  </a:lnTo>
                  <a:lnTo>
                    <a:pt x="1528744" y="1430742"/>
                  </a:lnTo>
                  <a:lnTo>
                    <a:pt x="1524338" y="1430742"/>
                  </a:lnTo>
                  <a:lnTo>
                    <a:pt x="1519933" y="1430742"/>
                  </a:lnTo>
                  <a:lnTo>
                    <a:pt x="1515527" y="1430742"/>
                  </a:lnTo>
                  <a:lnTo>
                    <a:pt x="1511122" y="1430742"/>
                  </a:lnTo>
                  <a:lnTo>
                    <a:pt x="1506716" y="1430742"/>
                  </a:lnTo>
                  <a:lnTo>
                    <a:pt x="1502310" y="1430742"/>
                  </a:lnTo>
                  <a:lnTo>
                    <a:pt x="1497905" y="1430742"/>
                  </a:lnTo>
                  <a:lnTo>
                    <a:pt x="1493499" y="1430742"/>
                  </a:lnTo>
                  <a:lnTo>
                    <a:pt x="1489094" y="1430742"/>
                  </a:lnTo>
                  <a:lnTo>
                    <a:pt x="1484688" y="1430742"/>
                  </a:lnTo>
                  <a:lnTo>
                    <a:pt x="1480282" y="1430742"/>
                  </a:lnTo>
                  <a:lnTo>
                    <a:pt x="1475877" y="1430742"/>
                  </a:lnTo>
                  <a:lnTo>
                    <a:pt x="1471471" y="1430742"/>
                  </a:lnTo>
                  <a:lnTo>
                    <a:pt x="1467066" y="1430742"/>
                  </a:lnTo>
                  <a:lnTo>
                    <a:pt x="1462660" y="1430742"/>
                  </a:lnTo>
                  <a:lnTo>
                    <a:pt x="1458254" y="1430742"/>
                  </a:lnTo>
                  <a:lnTo>
                    <a:pt x="1453849" y="1430742"/>
                  </a:lnTo>
                  <a:lnTo>
                    <a:pt x="1449443" y="1430742"/>
                  </a:lnTo>
                  <a:lnTo>
                    <a:pt x="1445038" y="1430742"/>
                  </a:lnTo>
                  <a:lnTo>
                    <a:pt x="1440632" y="1430742"/>
                  </a:lnTo>
                  <a:lnTo>
                    <a:pt x="1436226" y="1430742"/>
                  </a:lnTo>
                  <a:lnTo>
                    <a:pt x="1431821" y="1430742"/>
                  </a:lnTo>
                  <a:lnTo>
                    <a:pt x="1427415" y="1430742"/>
                  </a:lnTo>
                  <a:lnTo>
                    <a:pt x="1423010" y="1430742"/>
                  </a:lnTo>
                  <a:lnTo>
                    <a:pt x="1418604" y="1430742"/>
                  </a:lnTo>
                  <a:lnTo>
                    <a:pt x="1414198" y="1430742"/>
                  </a:lnTo>
                  <a:lnTo>
                    <a:pt x="1409793" y="1430742"/>
                  </a:lnTo>
                  <a:lnTo>
                    <a:pt x="1405387" y="1430742"/>
                  </a:lnTo>
                  <a:lnTo>
                    <a:pt x="1400981" y="1430742"/>
                  </a:lnTo>
                  <a:lnTo>
                    <a:pt x="1396576" y="1430742"/>
                  </a:lnTo>
                  <a:lnTo>
                    <a:pt x="1392170" y="1430742"/>
                  </a:lnTo>
                  <a:lnTo>
                    <a:pt x="1387765" y="1430742"/>
                  </a:lnTo>
                  <a:lnTo>
                    <a:pt x="1383359" y="1430742"/>
                  </a:lnTo>
                  <a:lnTo>
                    <a:pt x="1378953" y="1430742"/>
                  </a:lnTo>
                  <a:lnTo>
                    <a:pt x="1374548" y="1430742"/>
                  </a:lnTo>
                  <a:lnTo>
                    <a:pt x="1370142" y="1430742"/>
                  </a:lnTo>
                  <a:lnTo>
                    <a:pt x="1365737" y="1430742"/>
                  </a:lnTo>
                  <a:lnTo>
                    <a:pt x="1361331" y="1430742"/>
                  </a:lnTo>
                  <a:lnTo>
                    <a:pt x="1356925" y="1430742"/>
                  </a:lnTo>
                  <a:lnTo>
                    <a:pt x="1352520" y="1430742"/>
                  </a:lnTo>
                  <a:lnTo>
                    <a:pt x="1348114" y="1430742"/>
                  </a:lnTo>
                  <a:lnTo>
                    <a:pt x="1343709" y="1430742"/>
                  </a:lnTo>
                  <a:lnTo>
                    <a:pt x="1339303" y="1430742"/>
                  </a:lnTo>
                  <a:lnTo>
                    <a:pt x="1334897" y="1430742"/>
                  </a:lnTo>
                  <a:lnTo>
                    <a:pt x="1330492" y="1430742"/>
                  </a:lnTo>
                  <a:lnTo>
                    <a:pt x="1326086" y="1430742"/>
                  </a:lnTo>
                  <a:lnTo>
                    <a:pt x="1321681" y="1430742"/>
                  </a:lnTo>
                  <a:lnTo>
                    <a:pt x="1317275" y="1430742"/>
                  </a:lnTo>
                  <a:lnTo>
                    <a:pt x="1312869" y="1430742"/>
                  </a:lnTo>
                  <a:lnTo>
                    <a:pt x="1308464" y="1430742"/>
                  </a:lnTo>
                  <a:lnTo>
                    <a:pt x="1304058" y="1430742"/>
                  </a:lnTo>
                  <a:lnTo>
                    <a:pt x="1299653" y="1430742"/>
                  </a:lnTo>
                  <a:lnTo>
                    <a:pt x="1295247" y="1430742"/>
                  </a:lnTo>
                  <a:lnTo>
                    <a:pt x="1290841" y="1430742"/>
                  </a:lnTo>
                  <a:lnTo>
                    <a:pt x="1286436" y="1430742"/>
                  </a:lnTo>
                  <a:lnTo>
                    <a:pt x="1282030" y="1430742"/>
                  </a:lnTo>
                  <a:lnTo>
                    <a:pt x="1277625" y="1430742"/>
                  </a:lnTo>
                  <a:lnTo>
                    <a:pt x="1273219" y="1430742"/>
                  </a:lnTo>
                  <a:lnTo>
                    <a:pt x="1268813" y="1430742"/>
                  </a:lnTo>
                  <a:lnTo>
                    <a:pt x="1264408" y="1430742"/>
                  </a:lnTo>
                  <a:lnTo>
                    <a:pt x="1260002" y="1430742"/>
                  </a:lnTo>
                  <a:lnTo>
                    <a:pt x="1255597" y="1430742"/>
                  </a:lnTo>
                  <a:lnTo>
                    <a:pt x="1251191" y="1430742"/>
                  </a:lnTo>
                  <a:lnTo>
                    <a:pt x="1246785" y="1430742"/>
                  </a:lnTo>
                  <a:lnTo>
                    <a:pt x="1242380" y="1430742"/>
                  </a:lnTo>
                  <a:lnTo>
                    <a:pt x="1237974" y="1430742"/>
                  </a:lnTo>
                  <a:lnTo>
                    <a:pt x="1233569" y="1430742"/>
                  </a:lnTo>
                  <a:lnTo>
                    <a:pt x="1229163" y="1430742"/>
                  </a:lnTo>
                  <a:lnTo>
                    <a:pt x="1224757" y="1430742"/>
                  </a:lnTo>
                  <a:lnTo>
                    <a:pt x="1220352" y="1430742"/>
                  </a:lnTo>
                  <a:lnTo>
                    <a:pt x="1215946" y="1430742"/>
                  </a:lnTo>
                  <a:lnTo>
                    <a:pt x="1211541" y="1430742"/>
                  </a:lnTo>
                  <a:lnTo>
                    <a:pt x="1207135" y="1430742"/>
                  </a:lnTo>
                  <a:lnTo>
                    <a:pt x="1202729" y="1430742"/>
                  </a:lnTo>
                  <a:lnTo>
                    <a:pt x="1198324" y="1430742"/>
                  </a:lnTo>
                  <a:lnTo>
                    <a:pt x="1193918" y="1430742"/>
                  </a:lnTo>
                  <a:lnTo>
                    <a:pt x="1189513" y="1430742"/>
                  </a:lnTo>
                  <a:lnTo>
                    <a:pt x="1185107" y="1430742"/>
                  </a:lnTo>
                  <a:lnTo>
                    <a:pt x="1180701" y="1430742"/>
                  </a:lnTo>
                  <a:lnTo>
                    <a:pt x="1176296" y="1430742"/>
                  </a:lnTo>
                  <a:lnTo>
                    <a:pt x="1171890" y="1430742"/>
                  </a:lnTo>
                  <a:lnTo>
                    <a:pt x="1167484" y="1430742"/>
                  </a:lnTo>
                  <a:lnTo>
                    <a:pt x="1163079" y="1430742"/>
                  </a:lnTo>
                  <a:lnTo>
                    <a:pt x="1158673" y="1430742"/>
                  </a:lnTo>
                  <a:lnTo>
                    <a:pt x="1154268" y="1430742"/>
                  </a:lnTo>
                  <a:lnTo>
                    <a:pt x="1149862" y="1430742"/>
                  </a:lnTo>
                  <a:lnTo>
                    <a:pt x="1145456" y="1430742"/>
                  </a:lnTo>
                  <a:lnTo>
                    <a:pt x="1141051" y="1430742"/>
                  </a:lnTo>
                  <a:lnTo>
                    <a:pt x="1136645" y="1430742"/>
                  </a:lnTo>
                  <a:lnTo>
                    <a:pt x="1132240" y="1430742"/>
                  </a:lnTo>
                  <a:lnTo>
                    <a:pt x="1127834" y="1430742"/>
                  </a:lnTo>
                  <a:lnTo>
                    <a:pt x="1123428" y="1430742"/>
                  </a:lnTo>
                  <a:lnTo>
                    <a:pt x="1119023" y="1430742"/>
                  </a:lnTo>
                  <a:lnTo>
                    <a:pt x="1114617" y="1430742"/>
                  </a:lnTo>
                  <a:lnTo>
                    <a:pt x="1110212" y="1430742"/>
                  </a:lnTo>
                  <a:lnTo>
                    <a:pt x="1105806" y="1430742"/>
                  </a:lnTo>
                  <a:lnTo>
                    <a:pt x="1101400" y="1430742"/>
                  </a:lnTo>
                  <a:lnTo>
                    <a:pt x="1096995" y="1430742"/>
                  </a:lnTo>
                  <a:lnTo>
                    <a:pt x="1092589" y="1430742"/>
                  </a:lnTo>
                  <a:lnTo>
                    <a:pt x="1088184" y="1430742"/>
                  </a:lnTo>
                  <a:lnTo>
                    <a:pt x="1083778" y="1430742"/>
                  </a:lnTo>
                  <a:lnTo>
                    <a:pt x="1079372" y="1430742"/>
                  </a:lnTo>
                  <a:lnTo>
                    <a:pt x="1074967" y="1430742"/>
                  </a:lnTo>
                  <a:lnTo>
                    <a:pt x="1070561" y="1430742"/>
                  </a:lnTo>
                  <a:lnTo>
                    <a:pt x="1066156" y="1430742"/>
                  </a:lnTo>
                  <a:lnTo>
                    <a:pt x="1061750" y="1430742"/>
                  </a:lnTo>
                  <a:lnTo>
                    <a:pt x="1057344" y="1430742"/>
                  </a:lnTo>
                  <a:lnTo>
                    <a:pt x="1052939" y="1430742"/>
                  </a:lnTo>
                  <a:lnTo>
                    <a:pt x="1048533" y="1430742"/>
                  </a:lnTo>
                  <a:lnTo>
                    <a:pt x="1044128" y="1430742"/>
                  </a:lnTo>
                  <a:lnTo>
                    <a:pt x="1039722" y="1430742"/>
                  </a:lnTo>
                  <a:lnTo>
                    <a:pt x="1035316" y="1430742"/>
                  </a:lnTo>
                  <a:lnTo>
                    <a:pt x="1030911" y="1430742"/>
                  </a:lnTo>
                  <a:lnTo>
                    <a:pt x="1026505" y="1430742"/>
                  </a:lnTo>
                  <a:lnTo>
                    <a:pt x="1022100" y="1430742"/>
                  </a:lnTo>
                  <a:lnTo>
                    <a:pt x="1017694" y="1430742"/>
                  </a:lnTo>
                  <a:lnTo>
                    <a:pt x="1013288" y="1430742"/>
                  </a:lnTo>
                  <a:lnTo>
                    <a:pt x="1008883" y="1430742"/>
                  </a:lnTo>
                  <a:lnTo>
                    <a:pt x="1004477" y="1430742"/>
                  </a:lnTo>
                  <a:lnTo>
                    <a:pt x="1000072" y="1430742"/>
                  </a:lnTo>
                  <a:lnTo>
                    <a:pt x="995666" y="1430742"/>
                  </a:lnTo>
                  <a:lnTo>
                    <a:pt x="991260" y="1430742"/>
                  </a:lnTo>
                  <a:lnTo>
                    <a:pt x="986855" y="1430742"/>
                  </a:lnTo>
                  <a:lnTo>
                    <a:pt x="982449" y="1430742"/>
                  </a:lnTo>
                  <a:lnTo>
                    <a:pt x="978044" y="1430742"/>
                  </a:lnTo>
                  <a:lnTo>
                    <a:pt x="973638" y="1430742"/>
                  </a:lnTo>
                  <a:lnTo>
                    <a:pt x="969232" y="1430742"/>
                  </a:lnTo>
                  <a:lnTo>
                    <a:pt x="964827" y="1430742"/>
                  </a:lnTo>
                  <a:lnTo>
                    <a:pt x="960421" y="1430742"/>
                  </a:lnTo>
                  <a:lnTo>
                    <a:pt x="956016" y="1430742"/>
                  </a:lnTo>
                  <a:lnTo>
                    <a:pt x="951610" y="1430742"/>
                  </a:lnTo>
                  <a:lnTo>
                    <a:pt x="947204" y="1430742"/>
                  </a:lnTo>
                  <a:lnTo>
                    <a:pt x="942799" y="1430742"/>
                  </a:lnTo>
                  <a:lnTo>
                    <a:pt x="938393" y="1430742"/>
                  </a:lnTo>
                  <a:lnTo>
                    <a:pt x="933987" y="1430742"/>
                  </a:lnTo>
                  <a:lnTo>
                    <a:pt x="929582" y="1430742"/>
                  </a:lnTo>
                  <a:lnTo>
                    <a:pt x="925176" y="1430742"/>
                  </a:lnTo>
                  <a:lnTo>
                    <a:pt x="920771" y="1430742"/>
                  </a:lnTo>
                  <a:lnTo>
                    <a:pt x="916365" y="1430742"/>
                  </a:lnTo>
                  <a:lnTo>
                    <a:pt x="911959" y="1430742"/>
                  </a:lnTo>
                  <a:lnTo>
                    <a:pt x="907554" y="1430742"/>
                  </a:lnTo>
                  <a:lnTo>
                    <a:pt x="903148" y="1430742"/>
                  </a:lnTo>
                  <a:lnTo>
                    <a:pt x="898743" y="1430742"/>
                  </a:lnTo>
                  <a:lnTo>
                    <a:pt x="894337" y="1430742"/>
                  </a:lnTo>
                  <a:lnTo>
                    <a:pt x="889931" y="1430742"/>
                  </a:lnTo>
                  <a:lnTo>
                    <a:pt x="885526" y="1430742"/>
                  </a:lnTo>
                  <a:lnTo>
                    <a:pt x="881120" y="1430742"/>
                  </a:lnTo>
                  <a:lnTo>
                    <a:pt x="876715" y="1430742"/>
                  </a:lnTo>
                  <a:lnTo>
                    <a:pt x="872309" y="1430742"/>
                  </a:lnTo>
                  <a:lnTo>
                    <a:pt x="867903" y="1430742"/>
                  </a:lnTo>
                  <a:lnTo>
                    <a:pt x="863498" y="1430742"/>
                  </a:lnTo>
                  <a:lnTo>
                    <a:pt x="859092" y="1430742"/>
                  </a:lnTo>
                  <a:lnTo>
                    <a:pt x="854687" y="1430742"/>
                  </a:lnTo>
                  <a:lnTo>
                    <a:pt x="850281" y="1430742"/>
                  </a:lnTo>
                  <a:lnTo>
                    <a:pt x="845875" y="1430742"/>
                  </a:lnTo>
                  <a:lnTo>
                    <a:pt x="841470" y="1430742"/>
                  </a:lnTo>
                  <a:lnTo>
                    <a:pt x="837064" y="1430742"/>
                  </a:lnTo>
                  <a:lnTo>
                    <a:pt x="832659" y="1430742"/>
                  </a:lnTo>
                  <a:lnTo>
                    <a:pt x="828253" y="1430742"/>
                  </a:lnTo>
                  <a:lnTo>
                    <a:pt x="823847" y="1430742"/>
                  </a:lnTo>
                  <a:lnTo>
                    <a:pt x="819442" y="1430742"/>
                  </a:lnTo>
                  <a:lnTo>
                    <a:pt x="815036" y="1430742"/>
                  </a:lnTo>
                  <a:lnTo>
                    <a:pt x="810631" y="1430742"/>
                  </a:lnTo>
                  <a:lnTo>
                    <a:pt x="806225" y="1430742"/>
                  </a:lnTo>
                  <a:lnTo>
                    <a:pt x="801819" y="1430742"/>
                  </a:lnTo>
                  <a:lnTo>
                    <a:pt x="797414" y="1430742"/>
                  </a:lnTo>
                  <a:lnTo>
                    <a:pt x="793008" y="1430742"/>
                  </a:lnTo>
                  <a:lnTo>
                    <a:pt x="788603" y="1430742"/>
                  </a:lnTo>
                  <a:lnTo>
                    <a:pt x="784197" y="1430742"/>
                  </a:lnTo>
                  <a:lnTo>
                    <a:pt x="779791" y="1430742"/>
                  </a:lnTo>
                  <a:lnTo>
                    <a:pt x="775386" y="1430742"/>
                  </a:lnTo>
                  <a:lnTo>
                    <a:pt x="770980" y="1430742"/>
                  </a:lnTo>
                  <a:lnTo>
                    <a:pt x="766575" y="1430742"/>
                  </a:lnTo>
                  <a:lnTo>
                    <a:pt x="762169" y="1430742"/>
                  </a:lnTo>
                  <a:lnTo>
                    <a:pt x="757763" y="1430742"/>
                  </a:lnTo>
                  <a:lnTo>
                    <a:pt x="753358" y="1430742"/>
                  </a:lnTo>
                  <a:lnTo>
                    <a:pt x="748952" y="1430742"/>
                  </a:lnTo>
                  <a:lnTo>
                    <a:pt x="744547" y="1430742"/>
                  </a:lnTo>
                  <a:lnTo>
                    <a:pt x="740141" y="1430742"/>
                  </a:lnTo>
                  <a:lnTo>
                    <a:pt x="735735" y="1430742"/>
                  </a:lnTo>
                  <a:lnTo>
                    <a:pt x="731330" y="1430742"/>
                  </a:lnTo>
                  <a:lnTo>
                    <a:pt x="726924" y="1430742"/>
                  </a:lnTo>
                  <a:lnTo>
                    <a:pt x="722519" y="1430742"/>
                  </a:lnTo>
                  <a:lnTo>
                    <a:pt x="718113" y="1430742"/>
                  </a:lnTo>
                  <a:lnTo>
                    <a:pt x="713707" y="1430742"/>
                  </a:lnTo>
                  <a:lnTo>
                    <a:pt x="709302" y="1430742"/>
                  </a:lnTo>
                  <a:lnTo>
                    <a:pt x="704896" y="1430742"/>
                  </a:lnTo>
                  <a:lnTo>
                    <a:pt x="700490" y="1430742"/>
                  </a:lnTo>
                  <a:lnTo>
                    <a:pt x="696085" y="1430742"/>
                  </a:lnTo>
                  <a:lnTo>
                    <a:pt x="691679" y="1430742"/>
                  </a:lnTo>
                  <a:lnTo>
                    <a:pt x="687274" y="1430742"/>
                  </a:lnTo>
                  <a:lnTo>
                    <a:pt x="682868" y="1430742"/>
                  </a:lnTo>
                  <a:lnTo>
                    <a:pt x="678462" y="1430742"/>
                  </a:lnTo>
                  <a:lnTo>
                    <a:pt x="674057" y="1430742"/>
                  </a:lnTo>
                  <a:lnTo>
                    <a:pt x="669651" y="1430742"/>
                  </a:lnTo>
                  <a:lnTo>
                    <a:pt x="665246" y="1430742"/>
                  </a:lnTo>
                  <a:lnTo>
                    <a:pt x="660840" y="1430742"/>
                  </a:lnTo>
                  <a:lnTo>
                    <a:pt x="656434" y="1430742"/>
                  </a:lnTo>
                  <a:lnTo>
                    <a:pt x="652029" y="1430742"/>
                  </a:lnTo>
                  <a:lnTo>
                    <a:pt x="647623" y="1430742"/>
                  </a:lnTo>
                  <a:lnTo>
                    <a:pt x="643218" y="1430742"/>
                  </a:lnTo>
                  <a:lnTo>
                    <a:pt x="638812" y="1430742"/>
                  </a:lnTo>
                  <a:lnTo>
                    <a:pt x="634406" y="1430742"/>
                  </a:lnTo>
                  <a:lnTo>
                    <a:pt x="630001" y="1430742"/>
                  </a:lnTo>
                  <a:lnTo>
                    <a:pt x="625595" y="1430742"/>
                  </a:lnTo>
                  <a:lnTo>
                    <a:pt x="621190" y="1430742"/>
                  </a:lnTo>
                  <a:lnTo>
                    <a:pt x="616784" y="1430742"/>
                  </a:lnTo>
                  <a:lnTo>
                    <a:pt x="612378" y="1430742"/>
                  </a:lnTo>
                  <a:lnTo>
                    <a:pt x="607973" y="1430742"/>
                  </a:lnTo>
                  <a:lnTo>
                    <a:pt x="603567" y="1430742"/>
                  </a:lnTo>
                  <a:lnTo>
                    <a:pt x="599162" y="1430742"/>
                  </a:lnTo>
                  <a:lnTo>
                    <a:pt x="594756" y="1430742"/>
                  </a:lnTo>
                  <a:lnTo>
                    <a:pt x="590350" y="1430742"/>
                  </a:lnTo>
                  <a:lnTo>
                    <a:pt x="585945" y="1430742"/>
                  </a:lnTo>
                  <a:lnTo>
                    <a:pt x="581539" y="1430742"/>
                  </a:lnTo>
                  <a:lnTo>
                    <a:pt x="577134" y="1430742"/>
                  </a:lnTo>
                  <a:lnTo>
                    <a:pt x="572728" y="1430742"/>
                  </a:lnTo>
                  <a:lnTo>
                    <a:pt x="568322" y="1430742"/>
                  </a:lnTo>
                  <a:lnTo>
                    <a:pt x="563917" y="1430742"/>
                  </a:lnTo>
                  <a:lnTo>
                    <a:pt x="559511" y="1430742"/>
                  </a:lnTo>
                  <a:lnTo>
                    <a:pt x="555106" y="1430742"/>
                  </a:lnTo>
                  <a:lnTo>
                    <a:pt x="550700" y="1430742"/>
                  </a:lnTo>
                  <a:lnTo>
                    <a:pt x="546294" y="1430742"/>
                  </a:lnTo>
                  <a:lnTo>
                    <a:pt x="541889" y="1430742"/>
                  </a:lnTo>
                  <a:lnTo>
                    <a:pt x="537483" y="1430742"/>
                  </a:lnTo>
                  <a:lnTo>
                    <a:pt x="533078" y="1430742"/>
                  </a:lnTo>
                  <a:lnTo>
                    <a:pt x="528672" y="1430742"/>
                  </a:lnTo>
                  <a:lnTo>
                    <a:pt x="524266" y="1430742"/>
                  </a:lnTo>
                  <a:lnTo>
                    <a:pt x="519861" y="1430742"/>
                  </a:lnTo>
                  <a:lnTo>
                    <a:pt x="515455" y="1430742"/>
                  </a:lnTo>
                  <a:lnTo>
                    <a:pt x="511050" y="1430742"/>
                  </a:lnTo>
                  <a:lnTo>
                    <a:pt x="506644" y="1430742"/>
                  </a:lnTo>
                  <a:lnTo>
                    <a:pt x="502238" y="1430742"/>
                  </a:lnTo>
                  <a:lnTo>
                    <a:pt x="497833" y="1430742"/>
                  </a:lnTo>
                  <a:lnTo>
                    <a:pt x="493427" y="1430742"/>
                  </a:lnTo>
                  <a:lnTo>
                    <a:pt x="489022" y="1430742"/>
                  </a:lnTo>
                  <a:lnTo>
                    <a:pt x="484616" y="1430742"/>
                  </a:lnTo>
                  <a:lnTo>
                    <a:pt x="480210" y="1430742"/>
                  </a:lnTo>
                  <a:lnTo>
                    <a:pt x="475805" y="1430742"/>
                  </a:lnTo>
                  <a:lnTo>
                    <a:pt x="471399" y="1430742"/>
                  </a:lnTo>
                  <a:lnTo>
                    <a:pt x="466993" y="1430742"/>
                  </a:lnTo>
                  <a:lnTo>
                    <a:pt x="462588" y="1430742"/>
                  </a:lnTo>
                  <a:lnTo>
                    <a:pt x="458182" y="1430742"/>
                  </a:lnTo>
                  <a:lnTo>
                    <a:pt x="453777" y="1430742"/>
                  </a:lnTo>
                  <a:lnTo>
                    <a:pt x="449371" y="1430742"/>
                  </a:lnTo>
                  <a:lnTo>
                    <a:pt x="444965" y="1430742"/>
                  </a:lnTo>
                  <a:lnTo>
                    <a:pt x="440560" y="1430742"/>
                  </a:lnTo>
                  <a:lnTo>
                    <a:pt x="436154" y="1430742"/>
                  </a:lnTo>
                  <a:lnTo>
                    <a:pt x="431749" y="1430742"/>
                  </a:lnTo>
                  <a:lnTo>
                    <a:pt x="427343" y="1430742"/>
                  </a:lnTo>
                  <a:lnTo>
                    <a:pt x="422937" y="1430742"/>
                  </a:lnTo>
                  <a:lnTo>
                    <a:pt x="418532" y="1430742"/>
                  </a:lnTo>
                  <a:lnTo>
                    <a:pt x="414126" y="1430742"/>
                  </a:lnTo>
                  <a:lnTo>
                    <a:pt x="409721" y="1430742"/>
                  </a:lnTo>
                  <a:lnTo>
                    <a:pt x="405315" y="1430742"/>
                  </a:lnTo>
                  <a:lnTo>
                    <a:pt x="400909" y="1430742"/>
                  </a:lnTo>
                  <a:lnTo>
                    <a:pt x="396504" y="1430742"/>
                  </a:lnTo>
                  <a:lnTo>
                    <a:pt x="392098" y="1430742"/>
                  </a:lnTo>
                  <a:lnTo>
                    <a:pt x="387693" y="1430742"/>
                  </a:lnTo>
                  <a:lnTo>
                    <a:pt x="383287" y="1430742"/>
                  </a:lnTo>
                  <a:lnTo>
                    <a:pt x="378881" y="1430742"/>
                  </a:lnTo>
                  <a:lnTo>
                    <a:pt x="374476" y="1430742"/>
                  </a:lnTo>
                  <a:lnTo>
                    <a:pt x="370070" y="1430742"/>
                  </a:lnTo>
                  <a:lnTo>
                    <a:pt x="365665" y="1430742"/>
                  </a:lnTo>
                  <a:lnTo>
                    <a:pt x="361259" y="1430742"/>
                  </a:lnTo>
                  <a:lnTo>
                    <a:pt x="356853" y="1430742"/>
                  </a:lnTo>
                  <a:lnTo>
                    <a:pt x="352448" y="1430742"/>
                  </a:lnTo>
                  <a:lnTo>
                    <a:pt x="348042" y="1430742"/>
                  </a:lnTo>
                  <a:lnTo>
                    <a:pt x="343637" y="1430742"/>
                  </a:lnTo>
                  <a:lnTo>
                    <a:pt x="339231" y="1430742"/>
                  </a:lnTo>
                  <a:lnTo>
                    <a:pt x="334825" y="1430742"/>
                  </a:lnTo>
                  <a:lnTo>
                    <a:pt x="330420" y="1430742"/>
                  </a:lnTo>
                  <a:lnTo>
                    <a:pt x="326014" y="1430742"/>
                  </a:lnTo>
                  <a:lnTo>
                    <a:pt x="321609" y="1430742"/>
                  </a:lnTo>
                  <a:lnTo>
                    <a:pt x="317203" y="1430742"/>
                  </a:lnTo>
                  <a:lnTo>
                    <a:pt x="312797" y="1430742"/>
                  </a:lnTo>
                  <a:lnTo>
                    <a:pt x="308392" y="1430742"/>
                  </a:lnTo>
                  <a:lnTo>
                    <a:pt x="303986" y="1430742"/>
                  </a:lnTo>
                  <a:lnTo>
                    <a:pt x="299581" y="1430742"/>
                  </a:lnTo>
                  <a:lnTo>
                    <a:pt x="295175" y="1430742"/>
                  </a:lnTo>
                  <a:lnTo>
                    <a:pt x="290769" y="1430742"/>
                  </a:lnTo>
                  <a:lnTo>
                    <a:pt x="286364" y="1430742"/>
                  </a:lnTo>
                  <a:lnTo>
                    <a:pt x="281958" y="1430742"/>
                  </a:lnTo>
                  <a:lnTo>
                    <a:pt x="277553" y="1430742"/>
                  </a:lnTo>
                  <a:lnTo>
                    <a:pt x="273147" y="1430742"/>
                  </a:lnTo>
                  <a:lnTo>
                    <a:pt x="268741" y="1430742"/>
                  </a:lnTo>
                  <a:lnTo>
                    <a:pt x="264336" y="1430742"/>
                  </a:lnTo>
                  <a:lnTo>
                    <a:pt x="259930" y="1430742"/>
                  </a:lnTo>
                  <a:lnTo>
                    <a:pt x="255525" y="1430742"/>
                  </a:lnTo>
                  <a:lnTo>
                    <a:pt x="251119" y="1430742"/>
                  </a:lnTo>
                  <a:lnTo>
                    <a:pt x="246713" y="1430742"/>
                  </a:lnTo>
                  <a:lnTo>
                    <a:pt x="242308" y="1430742"/>
                  </a:lnTo>
                  <a:lnTo>
                    <a:pt x="237902" y="1430742"/>
                  </a:lnTo>
                  <a:lnTo>
                    <a:pt x="233496" y="1430742"/>
                  </a:lnTo>
                  <a:lnTo>
                    <a:pt x="229091" y="1430742"/>
                  </a:lnTo>
                  <a:lnTo>
                    <a:pt x="224685" y="1430742"/>
                  </a:lnTo>
                  <a:lnTo>
                    <a:pt x="220280" y="1430742"/>
                  </a:lnTo>
                  <a:lnTo>
                    <a:pt x="215874" y="1430742"/>
                  </a:lnTo>
                  <a:lnTo>
                    <a:pt x="211468" y="1430742"/>
                  </a:lnTo>
                  <a:lnTo>
                    <a:pt x="207063" y="1430742"/>
                  </a:lnTo>
                  <a:lnTo>
                    <a:pt x="202657" y="1430742"/>
                  </a:lnTo>
                  <a:lnTo>
                    <a:pt x="198252" y="1430742"/>
                  </a:lnTo>
                  <a:lnTo>
                    <a:pt x="193846" y="1430742"/>
                  </a:lnTo>
                  <a:lnTo>
                    <a:pt x="189440" y="1430742"/>
                  </a:lnTo>
                  <a:lnTo>
                    <a:pt x="185035" y="1430742"/>
                  </a:lnTo>
                  <a:lnTo>
                    <a:pt x="180629" y="1430742"/>
                  </a:lnTo>
                  <a:lnTo>
                    <a:pt x="176224" y="1430742"/>
                  </a:lnTo>
                  <a:lnTo>
                    <a:pt x="171818" y="1430742"/>
                  </a:lnTo>
                  <a:lnTo>
                    <a:pt x="167412" y="1430742"/>
                  </a:lnTo>
                  <a:lnTo>
                    <a:pt x="163007" y="1430742"/>
                  </a:lnTo>
                  <a:lnTo>
                    <a:pt x="158601" y="1430742"/>
                  </a:lnTo>
                  <a:lnTo>
                    <a:pt x="154196" y="1430742"/>
                  </a:lnTo>
                  <a:lnTo>
                    <a:pt x="149790" y="1430742"/>
                  </a:lnTo>
                  <a:lnTo>
                    <a:pt x="145384" y="1430742"/>
                  </a:lnTo>
                  <a:lnTo>
                    <a:pt x="140979" y="1430742"/>
                  </a:lnTo>
                  <a:lnTo>
                    <a:pt x="136573" y="1430742"/>
                  </a:lnTo>
                  <a:lnTo>
                    <a:pt x="132168" y="1430742"/>
                  </a:lnTo>
                  <a:lnTo>
                    <a:pt x="127762" y="1430742"/>
                  </a:lnTo>
                  <a:lnTo>
                    <a:pt x="123356" y="1430742"/>
                  </a:lnTo>
                  <a:lnTo>
                    <a:pt x="118951" y="1430742"/>
                  </a:lnTo>
                  <a:lnTo>
                    <a:pt x="114545" y="1430742"/>
                  </a:lnTo>
                  <a:lnTo>
                    <a:pt x="110140" y="1430742"/>
                  </a:lnTo>
                  <a:lnTo>
                    <a:pt x="105734" y="1430742"/>
                  </a:lnTo>
                  <a:lnTo>
                    <a:pt x="101328" y="1430742"/>
                  </a:lnTo>
                  <a:lnTo>
                    <a:pt x="96923" y="1430742"/>
                  </a:lnTo>
                  <a:lnTo>
                    <a:pt x="92517" y="1430742"/>
                  </a:lnTo>
                  <a:lnTo>
                    <a:pt x="88112" y="1430742"/>
                  </a:lnTo>
                  <a:lnTo>
                    <a:pt x="83706" y="1430742"/>
                  </a:lnTo>
                  <a:lnTo>
                    <a:pt x="79300" y="1430742"/>
                  </a:lnTo>
                  <a:lnTo>
                    <a:pt x="74895" y="1430742"/>
                  </a:lnTo>
                  <a:lnTo>
                    <a:pt x="70489" y="1430742"/>
                  </a:lnTo>
                  <a:lnTo>
                    <a:pt x="66084" y="1430742"/>
                  </a:lnTo>
                  <a:lnTo>
                    <a:pt x="61678" y="1430742"/>
                  </a:lnTo>
                  <a:lnTo>
                    <a:pt x="57272" y="1430742"/>
                  </a:lnTo>
                  <a:lnTo>
                    <a:pt x="52867" y="1430742"/>
                  </a:lnTo>
                  <a:lnTo>
                    <a:pt x="48461" y="1430742"/>
                  </a:lnTo>
                  <a:lnTo>
                    <a:pt x="44056" y="1430742"/>
                  </a:lnTo>
                  <a:lnTo>
                    <a:pt x="39650" y="1430742"/>
                  </a:lnTo>
                  <a:lnTo>
                    <a:pt x="35244" y="1430742"/>
                  </a:lnTo>
                  <a:lnTo>
                    <a:pt x="30839" y="1430742"/>
                  </a:lnTo>
                  <a:lnTo>
                    <a:pt x="26433" y="1430742"/>
                  </a:lnTo>
                  <a:lnTo>
                    <a:pt x="22028" y="1430742"/>
                  </a:lnTo>
                  <a:lnTo>
                    <a:pt x="17622" y="1430742"/>
                  </a:lnTo>
                  <a:lnTo>
                    <a:pt x="13216" y="1430742"/>
                  </a:lnTo>
                  <a:lnTo>
                    <a:pt x="8811" y="1430742"/>
                  </a:lnTo>
                  <a:lnTo>
                    <a:pt x="4405" y="1430742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1005839" y="2861971"/>
              <a:ext cx="7132319" cy="0"/>
            </a:xfrm>
            <a:custGeom>
              <a:avLst/>
              <a:pathLst>
                <a:path w="7132319" h="0">
                  <a:moveTo>
                    <a:pt x="0" y="0"/>
                  </a:moveTo>
                  <a:lnTo>
                    <a:pt x="7132319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4571515" y="1965960"/>
              <a:ext cx="0" cy="1545202"/>
            </a:xfrm>
            <a:custGeom>
              <a:avLst/>
              <a:pathLst>
                <a:path w="0" h="1545202">
                  <a:moveTo>
                    <a:pt x="0" y="154520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0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1269999" y="3825765"/>
              <a:ext cx="6604000" cy="1317597"/>
            </a:xfrm>
            <a:custGeom>
              <a:avLst/>
              <a:pathLst>
                <a:path w="6604000" h="1317597">
                  <a:moveTo>
                    <a:pt x="0" y="1315391"/>
                  </a:moveTo>
                  <a:lnTo>
                    <a:pt x="4405" y="1315391"/>
                  </a:lnTo>
                  <a:lnTo>
                    <a:pt x="8811" y="1315391"/>
                  </a:lnTo>
                  <a:lnTo>
                    <a:pt x="13216" y="1314869"/>
                  </a:lnTo>
                  <a:lnTo>
                    <a:pt x="17622" y="1314869"/>
                  </a:lnTo>
                  <a:lnTo>
                    <a:pt x="22028" y="1314869"/>
                  </a:lnTo>
                  <a:lnTo>
                    <a:pt x="26433" y="1304817"/>
                  </a:lnTo>
                  <a:lnTo>
                    <a:pt x="30839" y="1304817"/>
                  </a:lnTo>
                  <a:lnTo>
                    <a:pt x="35244" y="1317163"/>
                  </a:lnTo>
                  <a:lnTo>
                    <a:pt x="39650" y="1317597"/>
                  </a:lnTo>
                  <a:lnTo>
                    <a:pt x="44056" y="1316056"/>
                  </a:lnTo>
                  <a:lnTo>
                    <a:pt x="48461" y="1314989"/>
                  </a:lnTo>
                  <a:lnTo>
                    <a:pt x="52867" y="1314762"/>
                  </a:lnTo>
                  <a:lnTo>
                    <a:pt x="57272" y="1313564"/>
                  </a:lnTo>
                  <a:lnTo>
                    <a:pt x="61678" y="1314762"/>
                  </a:lnTo>
                  <a:lnTo>
                    <a:pt x="66084" y="1314191"/>
                  </a:lnTo>
                  <a:lnTo>
                    <a:pt x="70489" y="1315298"/>
                  </a:lnTo>
                  <a:lnTo>
                    <a:pt x="74895" y="1315391"/>
                  </a:lnTo>
                  <a:lnTo>
                    <a:pt x="79300" y="1314494"/>
                  </a:lnTo>
                  <a:lnTo>
                    <a:pt x="83706" y="1315867"/>
                  </a:lnTo>
                  <a:lnTo>
                    <a:pt x="88112" y="1314842"/>
                  </a:lnTo>
                  <a:lnTo>
                    <a:pt x="92517" y="1315917"/>
                  </a:lnTo>
                  <a:lnTo>
                    <a:pt x="96923" y="1315917"/>
                  </a:lnTo>
                  <a:lnTo>
                    <a:pt x="101328" y="1316004"/>
                  </a:lnTo>
                  <a:lnTo>
                    <a:pt x="105734" y="1316593"/>
                  </a:lnTo>
                  <a:lnTo>
                    <a:pt x="110140" y="1300191"/>
                  </a:lnTo>
                  <a:lnTo>
                    <a:pt x="114545" y="1298155"/>
                  </a:lnTo>
                  <a:lnTo>
                    <a:pt x="118951" y="1310708"/>
                  </a:lnTo>
                  <a:lnTo>
                    <a:pt x="123356" y="1312481"/>
                  </a:lnTo>
                  <a:lnTo>
                    <a:pt x="127762" y="1300355"/>
                  </a:lnTo>
                  <a:lnTo>
                    <a:pt x="132168" y="1293557"/>
                  </a:lnTo>
                  <a:lnTo>
                    <a:pt x="136573" y="1306781"/>
                  </a:lnTo>
                  <a:lnTo>
                    <a:pt x="140979" y="1309757"/>
                  </a:lnTo>
                  <a:lnTo>
                    <a:pt x="145384" y="1313816"/>
                  </a:lnTo>
                  <a:lnTo>
                    <a:pt x="149790" y="1313721"/>
                  </a:lnTo>
                  <a:lnTo>
                    <a:pt x="154196" y="1313508"/>
                  </a:lnTo>
                  <a:lnTo>
                    <a:pt x="158601" y="1312083"/>
                  </a:lnTo>
                  <a:lnTo>
                    <a:pt x="163007" y="1314437"/>
                  </a:lnTo>
                  <a:lnTo>
                    <a:pt x="167412" y="1312111"/>
                  </a:lnTo>
                  <a:lnTo>
                    <a:pt x="171818" y="1310260"/>
                  </a:lnTo>
                  <a:lnTo>
                    <a:pt x="176224" y="1309738"/>
                  </a:lnTo>
                  <a:lnTo>
                    <a:pt x="180629" y="1311746"/>
                  </a:lnTo>
                  <a:lnTo>
                    <a:pt x="185035" y="1311262"/>
                  </a:lnTo>
                  <a:lnTo>
                    <a:pt x="189440" y="1295492"/>
                  </a:lnTo>
                  <a:lnTo>
                    <a:pt x="193846" y="1306340"/>
                  </a:lnTo>
                  <a:lnTo>
                    <a:pt x="198252" y="1307439"/>
                  </a:lnTo>
                  <a:lnTo>
                    <a:pt x="202657" y="1306766"/>
                  </a:lnTo>
                  <a:lnTo>
                    <a:pt x="207063" y="1302019"/>
                  </a:lnTo>
                  <a:lnTo>
                    <a:pt x="211468" y="1303543"/>
                  </a:lnTo>
                  <a:lnTo>
                    <a:pt x="215874" y="1295679"/>
                  </a:lnTo>
                  <a:lnTo>
                    <a:pt x="220280" y="1274266"/>
                  </a:lnTo>
                  <a:lnTo>
                    <a:pt x="224685" y="1288805"/>
                  </a:lnTo>
                  <a:lnTo>
                    <a:pt x="229091" y="1277472"/>
                  </a:lnTo>
                  <a:lnTo>
                    <a:pt x="233496" y="1277472"/>
                  </a:lnTo>
                  <a:lnTo>
                    <a:pt x="237902" y="1284551"/>
                  </a:lnTo>
                  <a:lnTo>
                    <a:pt x="242308" y="1282441"/>
                  </a:lnTo>
                  <a:lnTo>
                    <a:pt x="246713" y="1288127"/>
                  </a:lnTo>
                  <a:lnTo>
                    <a:pt x="251119" y="1287670"/>
                  </a:lnTo>
                  <a:lnTo>
                    <a:pt x="255525" y="1289669"/>
                  </a:lnTo>
                  <a:lnTo>
                    <a:pt x="259930" y="1291667"/>
                  </a:lnTo>
                  <a:lnTo>
                    <a:pt x="264336" y="1288985"/>
                  </a:lnTo>
                  <a:lnTo>
                    <a:pt x="268741" y="1288544"/>
                  </a:lnTo>
                  <a:lnTo>
                    <a:pt x="273147" y="1285774"/>
                  </a:lnTo>
                  <a:lnTo>
                    <a:pt x="277553" y="1287697"/>
                  </a:lnTo>
                  <a:lnTo>
                    <a:pt x="281958" y="1289696"/>
                  </a:lnTo>
                  <a:lnTo>
                    <a:pt x="286364" y="1290388"/>
                  </a:lnTo>
                  <a:lnTo>
                    <a:pt x="290769" y="1291879"/>
                  </a:lnTo>
                  <a:lnTo>
                    <a:pt x="295175" y="1282780"/>
                  </a:lnTo>
                  <a:lnTo>
                    <a:pt x="299581" y="1264862"/>
                  </a:lnTo>
                  <a:lnTo>
                    <a:pt x="303986" y="1291171"/>
                  </a:lnTo>
                  <a:lnTo>
                    <a:pt x="308392" y="1291242"/>
                  </a:lnTo>
                  <a:lnTo>
                    <a:pt x="312797" y="1290975"/>
                  </a:lnTo>
                  <a:lnTo>
                    <a:pt x="317203" y="1285113"/>
                  </a:lnTo>
                  <a:lnTo>
                    <a:pt x="321609" y="1287172"/>
                  </a:lnTo>
                  <a:lnTo>
                    <a:pt x="326014" y="1287530"/>
                  </a:lnTo>
                  <a:lnTo>
                    <a:pt x="330420" y="1287970"/>
                  </a:lnTo>
                  <a:lnTo>
                    <a:pt x="334825" y="1285134"/>
                  </a:lnTo>
                  <a:lnTo>
                    <a:pt x="339231" y="1285536"/>
                  </a:lnTo>
                  <a:lnTo>
                    <a:pt x="343637" y="1285536"/>
                  </a:lnTo>
                  <a:lnTo>
                    <a:pt x="348042" y="1285536"/>
                  </a:lnTo>
                  <a:lnTo>
                    <a:pt x="352448" y="1285536"/>
                  </a:lnTo>
                  <a:lnTo>
                    <a:pt x="356853" y="1285545"/>
                  </a:lnTo>
                  <a:lnTo>
                    <a:pt x="361259" y="1286761"/>
                  </a:lnTo>
                  <a:lnTo>
                    <a:pt x="365665" y="1274440"/>
                  </a:lnTo>
                  <a:lnTo>
                    <a:pt x="370070" y="1279354"/>
                  </a:lnTo>
                  <a:lnTo>
                    <a:pt x="374476" y="1283876"/>
                  </a:lnTo>
                  <a:lnTo>
                    <a:pt x="378881" y="1283876"/>
                  </a:lnTo>
                  <a:lnTo>
                    <a:pt x="383287" y="1284099"/>
                  </a:lnTo>
                  <a:lnTo>
                    <a:pt x="387693" y="1274027"/>
                  </a:lnTo>
                  <a:lnTo>
                    <a:pt x="392098" y="1286141"/>
                  </a:lnTo>
                  <a:lnTo>
                    <a:pt x="396504" y="1281928"/>
                  </a:lnTo>
                  <a:lnTo>
                    <a:pt x="400909" y="1246069"/>
                  </a:lnTo>
                  <a:lnTo>
                    <a:pt x="405315" y="1269077"/>
                  </a:lnTo>
                  <a:lnTo>
                    <a:pt x="409721" y="1273476"/>
                  </a:lnTo>
                  <a:lnTo>
                    <a:pt x="414126" y="1273288"/>
                  </a:lnTo>
                  <a:lnTo>
                    <a:pt x="418532" y="1273811"/>
                  </a:lnTo>
                  <a:lnTo>
                    <a:pt x="422937" y="1269788"/>
                  </a:lnTo>
                  <a:lnTo>
                    <a:pt x="427343" y="1243482"/>
                  </a:lnTo>
                  <a:lnTo>
                    <a:pt x="431749" y="1229772"/>
                  </a:lnTo>
                  <a:lnTo>
                    <a:pt x="436154" y="1262399"/>
                  </a:lnTo>
                  <a:lnTo>
                    <a:pt x="440560" y="1263177"/>
                  </a:lnTo>
                  <a:lnTo>
                    <a:pt x="444965" y="1264342"/>
                  </a:lnTo>
                  <a:lnTo>
                    <a:pt x="449371" y="1264342"/>
                  </a:lnTo>
                  <a:lnTo>
                    <a:pt x="453777" y="1264342"/>
                  </a:lnTo>
                  <a:lnTo>
                    <a:pt x="458182" y="1264342"/>
                  </a:lnTo>
                  <a:lnTo>
                    <a:pt x="462588" y="1263712"/>
                  </a:lnTo>
                  <a:lnTo>
                    <a:pt x="466993" y="1263445"/>
                  </a:lnTo>
                  <a:lnTo>
                    <a:pt x="471399" y="1264342"/>
                  </a:lnTo>
                  <a:lnTo>
                    <a:pt x="475805" y="1264342"/>
                  </a:lnTo>
                  <a:lnTo>
                    <a:pt x="480210" y="1268527"/>
                  </a:lnTo>
                  <a:lnTo>
                    <a:pt x="484616" y="1268527"/>
                  </a:lnTo>
                  <a:lnTo>
                    <a:pt x="489022" y="1271371"/>
                  </a:lnTo>
                  <a:lnTo>
                    <a:pt x="493427" y="1271398"/>
                  </a:lnTo>
                  <a:lnTo>
                    <a:pt x="497833" y="1271398"/>
                  </a:lnTo>
                  <a:lnTo>
                    <a:pt x="502238" y="1249051"/>
                  </a:lnTo>
                  <a:lnTo>
                    <a:pt x="506644" y="1263678"/>
                  </a:lnTo>
                  <a:lnTo>
                    <a:pt x="511050" y="1272133"/>
                  </a:lnTo>
                  <a:lnTo>
                    <a:pt x="515455" y="1273173"/>
                  </a:lnTo>
                  <a:lnTo>
                    <a:pt x="519861" y="1271504"/>
                  </a:lnTo>
                  <a:lnTo>
                    <a:pt x="524266" y="1262404"/>
                  </a:lnTo>
                  <a:lnTo>
                    <a:pt x="528672" y="1271273"/>
                  </a:lnTo>
                  <a:lnTo>
                    <a:pt x="533078" y="1247394"/>
                  </a:lnTo>
                  <a:lnTo>
                    <a:pt x="537483" y="1239777"/>
                  </a:lnTo>
                  <a:lnTo>
                    <a:pt x="541889" y="1263060"/>
                  </a:lnTo>
                  <a:lnTo>
                    <a:pt x="546294" y="1262576"/>
                  </a:lnTo>
                  <a:lnTo>
                    <a:pt x="550700" y="1262228"/>
                  </a:lnTo>
                  <a:lnTo>
                    <a:pt x="555106" y="1224930"/>
                  </a:lnTo>
                  <a:lnTo>
                    <a:pt x="559511" y="1254245"/>
                  </a:lnTo>
                  <a:lnTo>
                    <a:pt x="563917" y="1180097"/>
                  </a:lnTo>
                  <a:lnTo>
                    <a:pt x="568322" y="1179467"/>
                  </a:lnTo>
                  <a:lnTo>
                    <a:pt x="572728" y="1179908"/>
                  </a:lnTo>
                  <a:lnTo>
                    <a:pt x="577134" y="1180097"/>
                  </a:lnTo>
                  <a:lnTo>
                    <a:pt x="581539" y="1180070"/>
                  </a:lnTo>
                  <a:lnTo>
                    <a:pt x="585945" y="1180097"/>
                  </a:lnTo>
                  <a:lnTo>
                    <a:pt x="590350" y="1168042"/>
                  </a:lnTo>
                  <a:lnTo>
                    <a:pt x="594756" y="1129122"/>
                  </a:lnTo>
                  <a:lnTo>
                    <a:pt x="599162" y="1098201"/>
                  </a:lnTo>
                  <a:lnTo>
                    <a:pt x="603567" y="1073701"/>
                  </a:lnTo>
                  <a:lnTo>
                    <a:pt x="607973" y="1095694"/>
                  </a:lnTo>
                  <a:lnTo>
                    <a:pt x="612378" y="1119517"/>
                  </a:lnTo>
                  <a:lnTo>
                    <a:pt x="616784" y="1107626"/>
                  </a:lnTo>
                  <a:lnTo>
                    <a:pt x="621190" y="1080719"/>
                  </a:lnTo>
                  <a:lnTo>
                    <a:pt x="625595" y="1076056"/>
                  </a:lnTo>
                  <a:lnTo>
                    <a:pt x="630001" y="1062767"/>
                  </a:lnTo>
                  <a:lnTo>
                    <a:pt x="634406" y="1061737"/>
                  </a:lnTo>
                  <a:lnTo>
                    <a:pt x="638812" y="1026366"/>
                  </a:lnTo>
                  <a:lnTo>
                    <a:pt x="643218" y="1015978"/>
                  </a:lnTo>
                  <a:lnTo>
                    <a:pt x="647623" y="1031072"/>
                  </a:lnTo>
                  <a:lnTo>
                    <a:pt x="652029" y="999857"/>
                  </a:lnTo>
                  <a:lnTo>
                    <a:pt x="656434" y="992506"/>
                  </a:lnTo>
                  <a:lnTo>
                    <a:pt x="660840" y="990784"/>
                  </a:lnTo>
                  <a:lnTo>
                    <a:pt x="665246" y="979713"/>
                  </a:lnTo>
                  <a:lnTo>
                    <a:pt x="669651" y="929244"/>
                  </a:lnTo>
                  <a:lnTo>
                    <a:pt x="674057" y="908183"/>
                  </a:lnTo>
                  <a:lnTo>
                    <a:pt x="678462" y="858965"/>
                  </a:lnTo>
                  <a:lnTo>
                    <a:pt x="682868" y="843806"/>
                  </a:lnTo>
                  <a:lnTo>
                    <a:pt x="687274" y="830608"/>
                  </a:lnTo>
                  <a:lnTo>
                    <a:pt x="691679" y="812860"/>
                  </a:lnTo>
                  <a:lnTo>
                    <a:pt x="696085" y="830101"/>
                  </a:lnTo>
                  <a:lnTo>
                    <a:pt x="700490" y="856599"/>
                  </a:lnTo>
                  <a:lnTo>
                    <a:pt x="704896" y="860335"/>
                  </a:lnTo>
                  <a:lnTo>
                    <a:pt x="709302" y="913828"/>
                  </a:lnTo>
                  <a:lnTo>
                    <a:pt x="713707" y="965536"/>
                  </a:lnTo>
                  <a:lnTo>
                    <a:pt x="718113" y="977788"/>
                  </a:lnTo>
                  <a:lnTo>
                    <a:pt x="722519" y="965369"/>
                  </a:lnTo>
                  <a:lnTo>
                    <a:pt x="726924" y="954357"/>
                  </a:lnTo>
                  <a:lnTo>
                    <a:pt x="731330" y="978717"/>
                  </a:lnTo>
                  <a:lnTo>
                    <a:pt x="735735" y="1003613"/>
                  </a:lnTo>
                  <a:lnTo>
                    <a:pt x="740141" y="1010977"/>
                  </a:lnTo>
                  <a:lnTo>
                    <a:pt x="744547" y="1032508"/>
                  </a:lnTo>
                  <a:lnTo>
                    <a:pt x="748952" y="1004185"/>
                  </a:lnTo>
                  <a:lnTo>
                    <a:pt x="753358" y="1001828"/>
                  </a:lnTo>
                  <a:lnTo>
                    <a:pt x="757763" y="1026321"/>
                  </a:lnTo>
                  <a:lnTo>
                    <a:pt x="762169" y="1054458"/>
                  </a:lnTo>
                  <a:lnTo>
                    <a:pt x="766575" y="1096392"/>
                  </a:lnTo>
                  <a:lnTo>
                    <a:pt x="770980" y="1070831"/>
                  </a:lnTo>
                  <a:lnTo>
                    <a:pt x="775386" y="1034611"/>
                  </a:lnTo>
                  <a:lnTo>
                    <a:pt x="779791" y="1070047"/>
                  </a:lnTo>
                  <a:lnTo>
                    <a:pt x="784197" y="1093200"/>
                  </a:lnTo>
                  <a:lnTo>
                    <a:pt x="788603" y="1121149"/>
                  </a:lnTo>
                  <a:lnTo>
                    <a:pt x="793008" y="1116318"/>
                  </a:lnTo>
                  <a:lnTo>
                    <a:pt x="797414" y="1129013"/>
                  </a:lnTo>
                  <a:lnTo>
                    <a:pt x="801819" y="1131111"/>
                  </a:lnTo>
                  <a:lnTo>
                    <a:pt x="806225" y="1133421"/>
                  </a:lnTo>
                  <a:lnTo>
                    <a:pt x="810631" y="1134037"/>
                  </a:lnTo>
                  <a:lnTo>
                    <a:pt x="815036" y="1133421"/>
                  </a:lnTo>
                  <a:lnTo>
                    <a:pt x="819442" y="1132008"/>
                  </a:lnTo>
                  <a:lnTo>
                    <a:pt x="823847" y="1135564"/>
                  </a:lnTo>
                  <a:lnTo>
                    <a:pt x="828253" y="1167847"/>
                  </a:lnTo>
                  <a:lnTo>
                    <a:pt x="832659" y="1174960"/>
                  </a:lnTo>
                  <a:lnTo>
                    <a:pt x="837064" y="1184598"/>
                  </a:lnTo>
                  <a:lnTo>
                    <a:pt x="841470" y="1180771"/>
                  </a:lnTo>
                  <a:lnTo>
                    <a:pt x="845875" y="1140305"/>
                  </a:lnTo>
                  <a:lnTo>
                    <a:pt x="850281" y="1139446"/>
                  </a:lnTo>
                  <a:lnTo>
                    <a:pt x="854687" y="1172233"/>
                  </a:lnTo>
                  <a:lnTo>
                    <a:pt x="859092" y="1188701"/>
                  </a:lnTo>
                  <a:lnTo>
                    <a:pt x="863498" y="1178149"/>
                  </a:lnTo>
                  <a:lnTo>
                    <a:pt x="867903" y="1185302"/>
                  </a:lnTo>
                  <a:lnTo>
                    <a:pt x="872309" y="1189043"/>
                  </a:lnTo>
                  <a:lnTo>
                    <a:pt x="876715" y="1189692"/>
                  </a:lnTo>
                  <a:lnTo>
                    <a:pt x="881120" y="1215446"/>
                  </a:lnTo>
                  <a:lnTo>
                    <a:pt x="885526" y="1218246"/>
                  </a:lnTo>
                  <a:lnTo>
                    <a:pt x="889931" y="1219169"/>
                  </a:lnTo>
                  <a:lnTo>
                    <a:pt x="894337" y="1222118"/>
                  </a:lnTo>
                  <a:lnTo>
                    <a:pt x="898743" y="1216539"/>
                  </a:lnTo>
                  <a:lnTo>
                    <a:pt x="903148" y="1224494"/>
                  </a:lnTo>
                  <a:lnTo>
                    <a:pt x="907554" y="1224328"/>
                  </a:lnTo>
                  <a:lnTo>
                    <a:pt x="911959" y="1199713"/>
                  </a:lnTo>
                  <a:lnTo>
                    <a:pt x="916365" y="1200667"/>
                  </a:lnTo>
                  <a:lnTo>
                    <a:pt x="920771" y="1222467"/>
                  </a:lnTo>
                  <a:lnTo>
                    <a:pt x="925176" y="1224328"/>
                  </a:lnTo>
                  <a:lnTo>
                    <a:pt x="929582" y="1222592"/>
                  </a:lnTo>
                  <a:lnTo>
                    <a:pt x="933987" y="1224689"/>
                  </a:lnTo>
                  <a:lnTo>
                    <a:pt x="938393" y="1223325"/>
                  </a:lnTo>
                  <a:lnTo>
                    <a:pt x="942799" y="1225206"/>
                  </a:lnTo>
                  <a:lnTo>
                    <a:pt x="947204" y="1224897"/>
                  </a:lnTo>
                  <a:lnTo>
                    <a:pt x="951610" y="1194923"/>
                  </a:lnTo>
                  <a:lnTo>
                    <a:pt x="956016" y="1185774"/>
                  </a:lnTo>
                  <a:lnTo>
                    <a:pt x="960421" y="1183370"/>
                  </a:lnTo>
                  <a:lnTo>
                    <a:pt x="964827" y="1207905"/>
                  </a:lnTo>
                  <a:lnTo>
                    <a:pt x="969232" y="1224482"/>
                  </a:lnTo>
                  <a:lnTo>
                    <a:pt x="973638" y="1227507"/>
                  </a:lnTo>
                  <a:lnTo>
                    <a:pt x="978044" y="1201287"/>
                  </a:lnTo>
                  <a:lnTo>
                    <a:pt x="982449" y="1169346"/>
                  </a:lnTo>
                  <a:lnTo>
                    <a:pt x="986855" y="1192970"/>
                  </a:lnTo>
                  <a:lnTo>
                    <a:pt x="991260" y="1235479"/>
                  </a:lnTo>
                  <a:lnTo>
                    <a:pt x="995666" y="1227106"/>
                  </a:lnTo>
                  <a:lnTo>
                    <a:pt x="1000072" y="1222448"/>
                  </a:lnTo>
                  <a:lnTo>
                    <a:pt x="1004477" y="1193454"/>
                  </a:lnTo>
                  <a:lnTo>
                    <a:pt x="1008883" y="1208429"/>
                  </a:lnTo>
                  <a:lnTo>
                    <a:pt x="1013288" y="1224876"/>
                  </a:lnTo>
                  <a:lnTo>
                    <a:pt x="1017694" y="1220560"/>
                  </a:lnTo>
                  <a:lnTo>
                    <a:pt x="1022100" y="1227968"/>
                  </a:lnTo>
                  <a:lnTo>
                    <a:pt x="1026505" y="1230899"/>
                  </a:lnTo>
                  <a:lnTo>
                    <a:pt x="1030911" y="1227994"/>
                  </a:lnTo>
                  <a:lnTo>
                    <a:pt x="1035316" y="1248640"/>
                  </a:lnTo>
                  <a:lnTo>
                    <a:pt x="1039722" y="1236082"/>
                  </a:lnTo>
                  <a:lnTo>
                    <a:pt x="1044128" y="1244541"/>
                  </a:lnTo>
                  <a:lnTo>
                    <a:pt x="1048533" y="1251123"/>
                  </a:lnTo>
                  <a:lnTo>
                    <a:pt x="1052939" y="1244919"/>
                  </a:lnTo>
                  <a:lnTo>
                    <a:pt x="1057344" y="1242083"/>
                  </a:lnTo>
                  <a:lnTo>
                    <a:pt x="1061750" y="1218720"/>
                  </a:lnTo>
                  <a:lnTo>
                    <a:pt x="1066156" y="1198371"/>
                  </a:lnTo>
                  <a:lnTo>
                    <a:pt x="1070561" y="1186850"/>
                  </a:lnTo>
                  <a:lnTo>
                    <a:pt x="1074967" y="1216911"/>
                  </a:lnTo>
                  <a:lnTo>
                    <a:pt x="1079372" y="1178349"/>
                  </a:lnTo>
                  <a:lnTo>
                    <a:pt x="1083778" y="1148687"/>
                  </a:lnTo>
                  <a:lnTo>
                    <a:pt x="1088184" y="1169948"/>
                  </a:lnTo>
                  <a:lnTo>
                    <a:pt x="1092589" y="1156001"/>
                  </a:lnTo>
                  <a:lnTo>
                    <a:pt x="1096995" y="1159226"/>
                  </a:lnTo>
                  <a:lnTo>
                    <a:pt x="1101400" y="1183970"/>
                  </a:lnTo>
                  <a:lnTo>
                    <a:pt x="1105806" y="1163164"/>
                  </a:lnTo>
                  <a:lnTo>
                    <a:pt x="1110212" y="1129775"/>
                  </a:lnTo>
                  <a:lnTo>
                    <a:pt x="1114617" y="1189533"/>
                  </a:lnTo>
                  <a:lnTo>
                    <a:pt x="1119023" y="1186993"/>
                  </a:lnTo>
                  <a:lnTo>
                    <a:pt x="1123428" y="1186993"/>
                  </a:lnTo>
                  <a:lnTo>
                    <a:pt x="1127834" y="1188868"/>
                  </a:lnTo>
                  <a:lnTo>
                    <a:pt x="1132240" y="1188895"/>
                  </a:lnTo>
                  <a:lnTo>
                    <a:pt x="1136645" y="1186804"/>
                  </a:lnTo>
                  <a:lnTo>
                    <a:pt x="1141051" y="1170238"/>
                  </a:lnTo>
                  <a:lnTo>
                    <a:pt x="1145456" y="1170238"/>
                  </a:lnTo>
                  <a:lnTo>
                    <a:pt x="1149862" y="1186591"/>
                  </a:lnTo>
                  <a:lnTo>
                    <a:pt x="1154268" y="1187477"/>
                  </a:lnTo>
                  <a:lnTo>
                    <a:pt x="1158673" y="1188389"/>
                  </a:lnTo>
                  <a:lnTo>
                    <a:pt x="1163079" y="1188911"/>
                  </a:lnTo>
                  <a:lnTo>
                    <a:pt x="1167484" y="1185478"/>
                  </a:lnTo>
                  <a:lnTo>
                    <a:pt x="1171890" y="1184583"/>
                  </a:lnTo>
                  <a:lnTo>
                    <a:pt x="1176296" y="1186444"/>
                  </a:lnTo>
                  <a:lnTo>
                    <a:pt x="1180701" y="1189052"/>
                  </a:lnTo>
                  <a:lnTo>
                    <a:pt x="1185107" y="1189052"/>
                  </a:lnTo>
                  <a:lnTo>
                    <a:pt x="1189513" y="1189052"/>
                  </a:lnTo>
                  <a:lnTo>
                    <a:pt x="1193918" y="1187756"/>
                  </a:lnTo>
                  <a:lnTo>
                    <a:pt x="1198324" y="1188383"/>
                  </a:lnTo>
                  <a:lnTo>
                    <a:pt x="1202729" y="1187756"/>
                  </a:lnTo>
                  <a:lnTo>
                    <a:pt x="1207135" y="1189052"/>
                  </a:lnTo>
                  <a:lnTo>
                    <a:pt x="1211541" y="1189052"/>
                  </a:lnTo>
                  <a:lnTo>
                    <a:pt x="1215946" y="1186444"/>
                  </a:lnTo>
                  <a:lnTo>
                    <a:pt x="1220352" y="1187320"/>
                  </a:lnTo>
                  <a:lnTo>
                    <a:pt x="1224757" y="1185700"/>
                  </a:lnTo>
                  <a:lnTo>
                    <a:pt x="1229163" y="1185700"/>
                  </a:lnTo>
                  <a:lnTo>
                    <a:pt x="1233569" y="1185700"/>
                  </a:lnTo>
                  <a:lnTo>
                    <a:pt x="1237974" y="1185700"/>
                  </a:lnTo>
                  <a:lnTo>
                    <a:pt x="1242380" y="1185700"/>
                  </a:lnTo>
                  <a:lnTo>
                    <a:pt x="1246785" y="1187241"/>
                  </a:lnTo>
                  <a:lnTo>
                    <a:pt x="1251191" y="1180700"/>
                  </a:lnTo>
                  <a:lnTo>
                    <a:pt x="1255597" y="1180556"/>
                  </a:lnTo>
                  <a:lnTo>
                    <a:pt x="1260002" y="1176456"/>
                  </a:lnTo>
                  <a:lnTo>
                    <a:pt x="1264408" y="1178706"/>
                  </a:lnTo>
                  <a:lnTo>
                    <a:pt x="1268813" y="1181414"/>
                  </a:lnTo>
                  <a:lnTo>
                    <a:pt x="1273219" y="1184608"/>
                  </a:lnTo>
                  <a:lnTo>
                    <a:pt x="1277625" y="1187618"/>
                  </a:lnTo>
                  <a:lnTo>
                    <a:pt x="1282030" y="1181322"/>
                  </a:lnTo>
                  <a:lnTo>
                    <a:pt x="1286436" y="1157603"/>
                  </a:lnTo>
                  <a:lnTo>
                    <a:pt x="1290841" y="1164987"/>
                  </a:lnTo>
                  <a:lnTo>
                    <a:pt x="1295247" y="1180073"/>
                  </a:lnTo>
                  <a:lnTo>
                    <a:pt x="1299653" y="1182580"/>
                  </a:lnTo>
                  <a:lnTo>
                    <a:pt x="1304058" y="1181930"/>
                  </a:lnTo>
                  <a:lnTo>
                    <a:pt x="1308464" y="1180509"/>
                  </a:lnTo>
                  <a:lnTo>
                    <a:pt x="1312869" y="1163774"/>
                  </a:lnTo>
                  <a:lnTo>
                    <a:pt x="1317275" y="1151562"/>
                  </a:lnTo>
                  <a:lnTo>
                    <a:pt x="1321681" y="1183149"/>
                  </a:lnTo>
                  <a:lnTo>
                    <a:pt x="1326086" y="1164987"/>
                  </a:lnTo>
                  <a:lnTo>
                    <a:pt x="1330492" y="1178925"/>
                  </a:lnTo>
                  <a:lnTo>
                    <a:pt x="1334897" y="1181044"/>
                  </a:lnTo>
                  <a:lnTo>
                    <a:pt x="1339303" y="1183847"/>
                  </a:lnTo>
                  <a:lnTo>
                    <a:pt x="1343709" y="1181446"/>
                  </a:lnTo>
                  <a:lnTo>
                    <a:pt x="1348114" y="1181044"/>
                  </a:lnTo>
                  <a:lnTo>
                    <a:pt x="1352520" y="1178260"/>
                  </a:lnTo>
                  <a:lnTo>
                    <a:pt x="1356925" y="1179719"/>
                  </a:lnTo>
                  <a:lnTo>
                    <a:pt x="1361331" y="1176687"/>
                  </a:lnTo>
                  <a:lnTo>
                    <a:pt x="1365737" y="1176687"/>
                  </a:lnTo>
                  <a:lnTo>
                    <a:pt x="1370142" y="1175063"/>
                  </a:lnTo>
                  <a:lnTo>
                    <a:pt x="1374548" y="1175732"/>
                  </a:lnTo>
                  <a:lnTo>
                    <a:pt x="1378953" y="1175732"/>
                  </a:lnTo>
                  <a:lnTo>
                    <a:pt x="1383359" y="1178214"/>
                  </a:lnTo>
                  <a:lnTo>
                    <a:pt x="1387765" y="1178241"/>
                  </a:lnTo>
                  <a:lnTo>
                    <a:pt x="1392170" y="1186546"/>
                  </a:lnTo>
                  <a:lnTo>
                    <a:pt x="1396576" y="1177964"/>
                  </a:lnTo>
                  <a:lnTo>
                    <a:pt x="1400981" y="1158417"/>
                  </a:lnTo>
                  <a:lnTo>
                    <a:pt x="1405387" y="1160339"/>
                  </a:lnTo>
                  <a:lnTo>
                    <a:pt x="1409793" y="1168879"/>
                  </a:lnTo>
                  <a:lnTo>
                    <a:pt x="1414198" y="1172815"/>
                  </a:lnTo>
                  <a:lnTo>
                    <a:pt x="1418604" y="1170367"/>
                  </a:lnTo>
                  <a:lnTo>
                    <a:pt x="1423010" y="1168879"/>
                  </a:lnTo>
                  <a:lnTo>
                    <a:pt x="1427415" y="1162817"/>
                  </a:lnTo>
                  <a:lnTo>
                    <a:pt x="1431821" y="1178292"/>
                  </a:lnTo>
                  <a:lnTo>
                    <a:pt x="1436226" y="1173975"/>
                  </a:lnTo>
                  <a:lnTo>
                    <a:pt x="1440632" y="1174895"/>
                  </a:lnTo>
                  <a:lnTo>
                    <a:pt x="1445038" y="1174945"/>
                  </a:lnTo>
                  <a:lnTo>
                    <a:pt x="1449443" y="1179440"/>
                  </a:lnTo>
                  <a:lnTo>
                    <a:pt x="1453849" y="1159034"/>
                  </a:lnTo>
                  <a:lnTo>
                    <a:pt x="1458254" y="1178760"/>
                  </a:lnTo>
                  <a:lnTo>
                    <a:pt x="1462660" y="1175347"/>
                  </a:lnTo>
                  <a:lnTo>
                    <a:pt x="1467066" y="1175347"/>
                  </a:lnTo>
                  <a:lnTo>
                    <a:pt x="1471471" y="1175158"/>
                  </a:lnTo>
                  <a:lnTo>
                    <a:pt x="1475877" y="1172815"/>
                  </a:lnTo>
                  <a:lnTo>
                    <a:pt x="1480282" y="1157614"/>
                  </a:lnTo>
                  <a:lnTo>
                    <a:pt x="1484688" y="1163313"/>
                  </a:lnTo>
                  <a:lnTo>
                    <a:pt x="1489094" y="1179707"/>
                  </a:lnTo>
                  <a:lnTo>
                    <a:pt x="1493499" y="1175907"/>
                  </a:lnTo>
                  <a:lnTo>
                    <a:pt x="1497905" y="1144723"/>
                  </a:lnTo>
                  <a:lnTo>
                    <a:pt x="1502310" y="1135651"/>
                  </a:lnTo>
                  <a:lnTo>
                    <a:pt x="1506716" y="1146002"/>
                  </a:lnTo>
                  <a:lnTo>
                    <a:pt x="1511122" y="1162532"/>
                  </a:lnTo>
                  <a:lnTo>
                    <a:pt x="1515527" y="1152778"/>
                  </a:lnTo>
                  <a:lnTo>
                    <a:pt x="1519933" y="1164360"/>
                  </a:lnTo>
                  <a:lnTo>
                    <a:pt x="1524338" y="1175106"/>
                  </a:lnTo>
                  <a:lnTo>
                    <a:pt x="1528744" y="1175309"/>
                  </a:lnTo>
                  <a:lnTo>
                    <a:pt x="1533150" y="1174940"/>
                  </a:lnTo>
                  <a:lnTo>
                    <a:pt x="1537555" y="1172838"/>
                  </a:lnTo>
                  <a:lnTo>
                    <a:pt x="1541961" y="1172436"/>
                  </a:lnTo>
                  <a:lnTo>
                    <a:pt x="1546366" y="1172838"/>
                  </a:lnTo>
                  <a:lnTo>
                    <a:pt x="1550772" y="1168125"/>
                  </a:lnTo>
                  <a:lnTo>
                    <a:pt x="1555178" y="1171156"/>
                  </a:lnTo>
                  <a:lnTo>
                    <a:pt x="1559583" y="1170232"/>
                  </a:lnTo>
                  <a:lnTo>
                    <a:pt x="1563989" y="1147583"/>
                  </a:lnTo>
                  <a:lnTo>
                    <a:pt x="1568394" y="1124080"/>
                  </a:lnTo>
                  <a:lnTo>
                    <a:pt x="1572800" y="1110400"/>
                  </a:lnTo>
                  <a:lnTo>
                    <a:pt x="1577206" y="1116254"/>
                  </a:lnTo>
                  <a:lnTo>
                    <a:pt x="1581611" y="1117021"/>
                  </a:lnTo>
                  <a:lnTo>
                    <a:pt x="1586017" y="1134921"/>
                  </a:lnTo>
                  <a:lnTo>
                    <a:pt x="1590422" y="1139746"/>
                  </a:lnTo>
                  <a:lnTo>
                    <a:pt x="1594828" y="1135914"/>
                  </a:lnTo>
                  <a:lnTo>
                    <a:pt x="1599234" y="1147360"/>
                  </a:lnTo>
                  <a:lnTo>
                    <a:pt x="1603639" y="1122686"/>
                  </a:lnTo>
                  <a:lnTo>
                    <a:pt x="1608045" y="1128727"/>
                  </a:lnTo>
                  <a:lnTo>
                    <a:pt x="1612450" y="1149595"/>
                  </a:lnTo>
                  <a:lnTo>
                    <a:pt x="1616856" y="1149774"/>
                  </a:lnTo>
                  <a:lnTo>
                    <a:pt x="1621262" y="1148966"/>
                  </a:lnTo>
                  <a:lnTo>
                    <a:pt x="1625667" y="1130422"/>
                  </a:lnTo>
                  <a:lnTo>
                    <a:pt x="1630073" y="1146625"/>
                  </a:lnTo>
                  <a:lnTo>
                    <a:pt x="1634478" y="1140527"/>
                  </a:lnTo>
                  <a:lnTo>
                    <a:pt x="1638884" y="1122686"/>
                  </a:lnTo>
                  <a:lnTo>
                    <a:pt x="1643290" y="1134691"/>
                  </a:lnTo>
                  <a:lnTo>
                    <a:pt x="1647695" y="1140697"/>
                  </a:lnTo>
                  <a:lnTo>
                    <a:pt x="1652101" y="1144495"/>
                  </a:lnTo>
                  <a:lnTo>
                    <a:pt x="1656507" y="1142119"/>
                  </a:lnTo>
                  <a:lnTo>
                    <a:pt x="1660912" y="1132654"/>
                  </a:lnTo>
                  <a:lnTo>
                    <a:pt x="1665318" y="1128727"/>
                  </a:lnTo>
                  <a:lnTo>
                    <a:pt x="1669723" y="1150240"/>
                  </a:lnTo>
                  <a:lnTo>
                    <a:pt x="1674129" y="1139965"/>
                  </a:lnTo>
                  <a:lnTo>
                    <a:pt x="1678535" y="1120597"/>
                  </a:lnTo>
                  <a:lnTo>
                    <a:pt x="1682940" y="1142197"/>
                  </a:lnTo>
                  <a:lnTo>
                    <a:pt x="1687346" y="1139965"/>
                  </a:lnTo>
                  <a:lnTo>
                    <a:pt x="1691751" y="1142026"/>
                  </a:lnTo>
                  <a:lnTo>
                    <a:pt x="1696157" y="1124325"/>
                  </a:lnTo>
                  <a:lnTo>
                    <a:pt x="1700563" y="1142666"/>
                  </a:lnTo>
                  <a:lnTo>
                    <a:pt x="1704968" y="1138398"/>
                  </a:lnTo>
                  <a:lnTo>
                    <a:pt x="1709374" y="1157233"/>
                  </a:lnTo>
                  <a:lnTo>
                    <a:pt x="1713779" y="1157980"/>
                  </a:lnTo>
                  <a:lnTo>
                    <a:pt x="1718185" y="1156942"/>
                  </a:lnTo>
                  <a:lnTo>
                    <a:pt x="1722591" y="1138398"/>
                  </a:lnTo>
                  <a:lnTo>
                    <a:pt x="1726996" y="1043202"/>
                  </a:lnTo>
                  <a:lnTo>
                    <a:pt x="1731402" y="1078713"/>
                  </a:lnTo>
                  <a:lnTo>
                    <a:pt x="1735807" y="1101845"/>
                  </a:lnTo>
                  <a:lnTo>
                    <a:pt x="1740213" y="1072251"/>
                  </a:lnTo>
                  <a:lnTo>
                    <a:pt x="1744619" y="1060581"/>
                  </a:lnTo>
                  <a:lnTo>
                    <a:pt x="1749024" y="1068638"/>
                  </a:lnTo>
                  <a:lnTo>
                    <a:pt x="1753430" y="1070149"/>
                  </a:lnTo>
                  <a:lnTo>
                    <a:pt x="1757835" y="1070149"/>
                  </a:lnTo>
                  <a:lnTo>
                    <a:pt x="1762241" y="1051149"/>
                  </a:lnTo>
                  <a:lnTo>
                    <a:pt x="1766647" y="1070555"/>
                  </a:lnTo>
                  <a:lnTo>
                    <a:pt x="1771052" y="1082158"/>
                  </a:lnTo>
                  <a:lnTo>
                    <a:pt x="1775458" y="1053382"/>
                  </a:lnTo>
                  <a:lnTo>
                    <a:pt x="1779863" y="1047272"/>
                  </a:lnTo>
                  <a:lnTo>
                    <a:pt x="1784269" y="1064662"/>
                  </a:lnTo>
                  <a:lnTo>
                    <a:pt x="1788675" y="1077004"/>
                  </a:lnTo>
                  <a:lnTo>
                    <a:pt x="1793080" y="1082059"/>
                  </a:lnTo>
                  <a:lnTo>
                    <a:pt x="1797486" y="1072735"/>
                  </a:lnTo>
                  <a:lnTo>
                    <a:pt x="1801891" y="1066848"/>
                  </a:lnTo>
                  <a:lnTo>
                    <a:pt x="1806297" y="1054217"/>
                  </a:lnTo>
                  <a:lnTo>
                    <a:pt x="1810703" y="1068543"/>
                  </a:lnTo>
                  <a:lnTo>
                    <a:pt x="1815108" y="1072812"/>
                  </a:lnTo>
                  <a:lnTo>
                    <a:pt x="1819514" y="1051242"/>
                  </a:lnTo>
                  <a:lnTo>
                    <a:pt x="1823919" y="1043279"/>
                  </a:lnTo>
                  <a:lnTo>
                    <a:pt x="1828325" y="1066158"/>
                  </a:lnTo>
                  <a:lnTo>
                    <a:pt x="1832731" y="1050495"/>
                  </a:lnTo>
                  <a:lnTo>
                    <a:pt x="1837136" y="1044401"/>
                  </a:lnTo>
                  <a:lnTo>
                    <a:pt x="1841542" y="1030385"/>
                  </a:lnTo>
                  <a:lnTo>
                    <a:pt x="1845947" y="1009101"/>
                  </a:lnTo>
                  <a:lnTo>
                    <a:pt x="1850353" y="978249"/>
                  </a:lnTo>
                  <a:lnTo>
                    <a:pt x="1854759" y="992900"/>
                  </a:lnTo>
                  <a:lnTo>
                    <a:pt x="1859164" y="974396"/>
                  </a:lnTo>
                  <a:lnTo>
                    <a:pt x="1863570" y="990921"/>
                  </a:lnTo>
                  <a:lnTo>
                    <a:pt x="1867975" y="967160"/>
                  </a:lnTo>
                  <a:lnTo>
                    <a:pt x="1872381" y="959045"/>
                  </a:lnTo>
                  <a:lnTo>
                    <a:pt x="1876787" y="952895"/>
                  </a:lnTo>
                  <a:lnTo>
                    <a:pt x="1881192" y="952895"/>
                  </a:lnTo>
                  <a:lnTo>
                    <a:pt x="1885598" y="953041"/>
                  </a:lnTo>
                  <a:lnTo>
                    <a:pt x="1890004" y="959628"/>
                  </a:lnTo>
                  <a:lnTo>
                    <a:pt x="1894409" y="972152"/>
                  </a:lnTo>
                  <a:lnTo>
                    <a:pt x="1898815" y="976061"/>
                  </a:lnTo>
                  <a:lnTo>
                    <a:pt x="1903220" y="981187"/>
                  </a:lnTo>
                  <a:lnTo>
                    <a:pt x="1907626" y="976073"/>
                  </a:lnTo>
                  <a:lnTo>
                    <a:pt x="1912032" y="981399"/>
                  </a:lnTo>
                  <a:lnTo>
                    <a:pt x="1916437" y="942941"/>
                  </a:lnTo>
                  <a:lnTo>
                    <a:pt x="1920843" y="941399"/>
                  </a:lnTo>
                  <a:lnTo>
                    <a:pt x="1925248" y="936340"/>
                  </a:lnTo>
                  <a:lnTo>
                    <a:pt x="1929654" y="913923"/>
                  </a:lnTo>
                  <a:lnTo>
                    <a:pt x="1934060" y="881499"/>
                  </a:lnTo>
                  <a:lnTo>
                    <a:pt x="1938465" y="900886"/>
                  </a:lnTo>
                  <a:lnTo>
                    <a:pt x="1942871" y="871306"/>
                  </a:lnTo>
                  <a:lnTo>
                    <a:pt x="1947276" y="856521"/>
                  </a:lnTo>
                  <a:lnTo>
                    <a:pt x="1951682" y="875512"/>
                  </a:lnTo>
                  <a:lnTo>
                    <a:pt x="1956088" y="875512"/>
                  </a:lnTo>
                  <a:lnTo>
                    <a:pt x="1960493" y="866600"/>
                  </a:lnTo>
                  <a:lnTo>
                    <a:pt x="1964899" y="831373"/>
                  </a:lnTo>
                  <a:lnTo>
                    <a:pt x="1969304" y="827070"/>
                  </a:lnTo>
                  <a:lnTo>
                    <a:pt x="1973710" y="806775"/>
                  </a:lnTo>
                  <a:lnTo>
                    <a:pt x="1978116" y="776869"/>
                  </a:lnTo>
                  <a:lnTo>
                    <a:pt x="1982521" y="819695"/>
                  </a:lnTo>
                  <a:lnTo>
                    <a:pt x="1986927" y="720713"/>
                  </a:lnTo>
                  <a:lnTo>
                    <a:pt x="1991332" y="707894"/>
                  </a:lnTo>
                  <a:lnTo>
                    <a:pt x="1995738" y="712408"/>
                  </a:lnTo>
                  <a:lnTo>
                    <a:pt x="2000144" y="730803"/>
                  </a:lnTo>
                  <a:lnTo>
                    <a:pt x="2004549" y="739432"/>
                  </a:lnTo>
                  <a:lnTo>
                    <a:pt x="2008955" y="713447"/>
                  </a:lnTo>
                  <a:lnTo>
                    <a:pt x="2013360" y="745677"/>
                  </a:lnTo>
                  <a:lnTo>
                    <a:pt x="2017766" y="708695"/>
                  </a:lnTo>
                  <a:lnTo>
                    <a:pt x="2022172" y="730052"/>
                  </a:lnTo>
                  <a:lnTo>
                    <a:pt x="2026577" y="737073"/>
                  </a:lnTo>
                  <a:lnTo>
                    <a:pt x="2030983" y="692051"/>
                  </a:lnTo>
                  <a:lnTo>
                    <a:pt x="2035388" y="684284"/>
                  </a:lnTo>
                  <a:lnTo>
                    <a:pt x="2039794" y="652855"/>
                  </a:lnTo>
                  <a:lnTo>
                    <a:pt x="2044200" y="656426"/>
                  </a:lnTo>
                  <a:lnTo>
                    <a:pt x="2048605" y="600048"/>
                  </a:lnTo>
                  <a:lnTo>
                    <a:pt x="2053011" y="544139"/>
                  </a:lnTo>
                  <a:lnTo>
                    <a:pt x="2057416" y="471905"/>
                  </a:lnTo>
                  <a:lnTo>
                    <a:pt x="2061822" y="469533"/>
                  </a:lnTo>
                  <a:lnTo>
                    <a:pt x="2066228" y="499976"/>
                  </a:lnTo>
                  <a:lnTo>
                    <a:pt x="2070633" y="449079"/>
                  </a:lnTo>
                  <a:lnTo>
                    <a:pt x="2075039" y="430963"/>
                  </a:lnTo>
                  <a:lnTo>
                    <a:pt x="2079444" y="349143"/>
                  </a:lnTo>
                  <a:lnTo>
                    <a:pt x="2083850" y="266667"/>
                  </a:lnTo>
                  <a:lnTo>
                    <a:pt x="2088256" y="254751"/>
                  </a:lnTo>
                  <a:lnTo>
                    <a:pt x="2092661" y="215681"/>
                  </a:lnTo>
                  <a:lnTo>
                    <a:pt x="2097067" y="171983"/>
                  </a:lnTo>
                  <a:lnTo>
                    <a:pt x="2101472" y="207973"/>
                  </a:lnTo>
                  <a:lnTo>
                    <a:pt x="2105878" y="169256"/>
                  </a:lnTo>
                  <a:lnTo>
                    <a:pt x="2110284" y="120366"/>
                  </a:lnTo>
                  <a:lnTo>
                    <a:pt x="2114689" y="112783"/>
                  </a:lnTo>
                  <a:lnTo>
                    <a:pt x="2119095" y="107515"/>
                  </a:lnTo>
                  <a:lnTo>
                    <a:pt x="2123501" y="101115"/>
                  </a:lnTo>
                  <a:lnTo>
                    <a:pt x="2127906" y="95145"/>
                  </a:lnTo>
                  <a:lnTo>
                    <a:pt x="2132312" y="74484"/>
                  </a:lnTo>
                  <a:lnTo>
                    <a:pt x="2136717" y="74527"/>
                  </a:lnTo>
                  <a:lnTo>
                    <a:pt x="2141123" y="74527"/>
                  </a:lnTo>
                  <a:lnTo>
                    <a:pt x="2145529" y="80410"/>
                  </a:lnTo>
                  <a:lnTo>
                    <a:pt x="2149934" y="104640"/>
                  </a:lnTo>
                  <a:lnTo>
                    <a:pt x="2154340" y="104640"/>
                  </a:lnTo>
                  <a:lnTo>
                    <a:pt x="2158745" y="104640"/>
                  </a:lnTo>
                  <a:lnTo>
                    <a:pt x="2163151" y="111605"/>
                  </a:lnTo>
                  <a:lnTo>
                    <a:pt x="2167557" y="108658"/>
                  </a:lnTo>
                  <a:lnTo>
                    <a:pt x="2171962" y="121408"/>
                  </a:lnTo>
                  <a:lnTo>
                    <a:pt x="2176368" y="124857"/>
                  </a:lnTo>
                  <a:lnTo>
                    <a:pt x="2180773" y="123638"/>
                  </a:lnTo>
                  <a:lnTo>
                    <a:pt x="2185179" y="164182"/>
                  </a:lnTo>
                  <a:lnTo>
                    <a:pt x="2189585" y="161142"/>
                  </a:lnTo>
                  <a:lnTo>
                    <a:pt x="2193990" y="166409"/>
                  </a:lnTo>
                  <a:lnTo>
                    <a:pt x="2198396" y="89763"/>
                  </a:lnTo>
                  <a:lnTo>
                    <a:pt x="2202801" y="76336"/>
                  </a:lnTo>
                  <a:lnTo>
                    <a:pt x="2207207" y="64780"/>
                  </a:lnTo>
                  <a:lnTo>
                    <a:pt x="2211613" y="39579"/>
                  </a:lnTo>
                  <a:lnTo>
                    <a:pt x="2216018" y="47401"/>
                  </a:lnTo>
                  <a:lnTo>
                    <a:pt x="2220424" y="47401"/>
                  </a:lnTo>
                  <a:lnTo>
                    <a:pt x="2224829" y="55442"/>
                  </a:lnTo>
                  <a:lnTo>
                    <a:pt x="2229235" y="69917"/>
                  </a:lnTo>
                  <a:lnTo>
                    <a:pt x="2233641" y="64822"/>
                  </a:lnTo>
                  <a:lnTo>
                    <a:pt x="2238046" y="68839"/>
                  </a:lnTo>
                  <a:lnTo>
                    <a:pt x="2242452" y="116022"/>
                  </a:lnTo>
                  <a:lnTo>
                    <a:pt x="2246857" y="97774"/>
                  </a:lnTo>
                  <a:lnTo>
                    <a:pt x="2251263" y="92165"/>
                  </a:lnTo>
                  <a:lnTo>
                    <a:pt x="2255669" y="104197"/>
                  </a:lnTo>
                  <a:lnTo>
                    <a:pt x="2260074" y="119631"/>
                  </a:lnTo>
                  <a:lnTo>
                    <a:pt x="2264480" y="248002"/>
                  </a:lnTo>
                  <a:lnTo>
                    <a:pt x="2268885" y="319744"/>
                  </a:lnTo>
                  <a:lnTo>
                    <a:pt x="2273291" y="224926"/>
                  </a:lnTo>
                  <a:lnTo>
                    <a:pt x="2277697" y="208391"/>
                  </a:lnTo>
                  <a:lnTo>
                    <a:pt x="2282102" y="267623"/>
                  </a:lnTo>
                  <a:lnTo>
                    <a:pt x="2286508" y="287900"/>
                  </a:lnTo>
                  <a:lnTo>
                    <a:pt x="2290913" y="318413"/>
                  </a:lnTo>
                  <a:lnTo>
                    <a:pt x="2295319" y="340086"/>
                  </a:lnTo>
                  <a:lnTo>
                    <a:pt x="2299725" y="396542"/>
                  </a:lnTo>
                  <a:lnTo>
                    <a:pt x="2304130" y="464490"/>
                  </a:lnTo>
                  <a:lnTo>
                    <a:pt x="2308536" y="382186"/>
                  </a:lnTo>
                  <a:lnTo>
                    <a:pt x="2312941" y="459048"/>
                  </a:lnTo>
                  <a:lnTo>
                    <a:pt x="2317347" y="513834"/>
                  </a:lnTo>
                  <a:lnTo>
                    <a:pt x="2321753" y="481174"/>
                  </a:lnTo>
                  <a:lnTo>
                    <a:pt x="2326158" y="422376"/>
                  </a:lnTo>
                  <a:lnTo>
                    <a:pt x="2330564" y="416301"/>
                  </a:lnTo>
                  <a:lnTo>
                    <a:pt x="2334969" y="410752"/>
                  </a:lnTo>
                  <a:lnTo>
                    <a:pt x="2339375" y="374192"/>
                  </a:lnTo>
                  <a:lnTo>
                    <a:pt x="2343781" y="388824"/>
                  </a:lnTo>
                  <a:lnTo>
                    <a:pt x="2348186" y="359527"/>
                  </a:lnTo>
                  <a:lnTo>
                    <a:pt x="2352592" y="310972"/>
                  </a:lnTo>
                  <a:lnTo>
                    <a:pt x="2356997" y="259685"/>
                  </a:lnTo>
                  <a:lnTo>
                    <a:pt x="2361403" y="259685"/>
                  </a:lnTo>
                  <a:lnTo>
                    <a:pt x="2365809" y="250897"/>
                  </a:lnTo>
                  <a:lnTo>
                    <a:pt x="2370214" y="201672"/>
                  </a:lnTo>
                  <a:lnTo>
                    <a:pt x="2374620" y="162416"/>
                  </a:lnTo>
                  <a:lnTo>
                    <a:pt x="2379026" y="108490"/>
                  </a:lnTo>
                  <a:lnTo>
                    <a:pt x="2383431" y="64994"/>
                  </a:lnTo>
                  <a:lnTo>
                    <a:pt x="2387837" y="68525"/>
                  </a:lnTo>
                  <a:lnTo>
                    <a:pt x="2392242" y="58513"/>
                  </a:lnTo>
                  <a:lnTo>
                    <a:pt x="2396648" y="58513"/>
                  </a:lnTo>
                  <a:lnTo>
                    <a:pt x="2401054" y="58513"/>
                  </a:lnTo>
                  <a:lnTo>
                    <a:pt x="2405459" y="63608"/>
                  </a:lnTo>
                  <a:lnTo>
                    <a:pt x="2409865" y="62173"/>
                  </a:lnTo>
                  <a:lnTo>
                    <a:pt x="2414270" y="60323"/>
                  </a:lnTo>
                  <a:lnTo>
                    <a:pt x="2418676" y="60323"/>
                  </a:lnTo>
                  <a:lnTo>
                    <a:pt x="2423082" y="61709"/>
                  </a:lnTo>
                  <a:lnTo>
                    <a:pt x="2427487" y="63608"/>
                  </a:lnTo>
                  <a:lnTo>
                    <a:pt x="2431893" y="58513"/>
                  </a:lnTo>
                  <a:lnTo>
                    <a:pt x="2436298" y="62531"/>
                  </a:lnTo>
                  <a:lnTo>
                    <a:pt x="2440704" y="91111"/>
                  </a:lnTo>
                  <a:lnTo>
                    <a:pt x="2445110" y="58594"/>
                  </a:lnTo>
                  <a:lnTo>
                    <a:pt x="2449515" y="48582"/>
                  </a:lnTo>
                  <a:lnTo>
                    <a:pt x="2453921" y="52198"/>
                  </a:lnTo>
                  <a:lnTo>
                    <a:pt x="2458326" y="53677"/>
                  </a:lnTo>
                  <a:lnTo>
                    <a:pt x="2462732" y="52198"/>
                  </a:lnTo>
                  <a:lnTo>
                    <a:pt x="2467138" y="55063"/>
                  </a:lnTo>
                  <a:lnTo>
                    <a:pt x="2471543" y="48582"/>
                  </a:lnTo>
                  <a:lnTo>
                    <a:pt x="2475949" y="53677"/>
                  </a:lnTo>
                  <a:lnTo>
                    <a:pt x="2480354" y="53453"/>
                  </a:lnTo>
                  <a:lnTo>
                    <a:pt x="2484760" y="51974"/>
                  </a:lnTo>
                  <a:lnTo>
                    <a:pt x="2489166" y="52375"/>
                  </a:lnTo>
                  <a:lnTo>
                    <a:pt x="2493571" y="60233"/>
                  </a:lnTo>
                  <a:lnTo>
                    <a:pt x="2497977" y="59471"/>
                  </a:lnTo>
                  <a:lnTo>
                    <a:pt x="2502382" y="87639"/>
                  </a:lnTo>
                  <a:lnTo>
                    <a:pt x="2506788" y="63307"/>
                  </a:lnTo>
                  <a:lnTo>
                    <a:pt x="2511194" y="76068"/>
                  </a:lnTo>
                  <a:lnTo>
                    <a:pt x="2515599" y="59776"/>
                  </a:lnTo>
                  <a:lnTo>
                    <a:pt x="2520005" y="53295"/>
                  </a:lnTo>
                  <a:lnTo>
                    <a:pt x="2524410" y="53295"/>
                  </a:lnTo>
                  <a:lnTo>
                    <a:pt x="2528816" y="54061"/>
                  </a:lnTo>
                  <a:lnTo>
                    <a:pt x="2533222" y="65900"/>
                  </a:lnTo>
                  <a:lnTo>
                    <a:pt x="2537627" y="61883"/>
                  </a:lnTo>
                  <a:lnTo>
                    <a:pt x="2542033" y="69289"/>
                  </a:lnTo>
                  <a:lnTo>
                    <a:pt x="2546438" y="79304"/>
                  </a:lnTo>
                  <a:lnTo>
                    <a:pt x="2550844" y="83322"/>
                  </a:lnTo>
                  <a:lnTo>
                    <a:pt x="2555250" y="165703"/>
                  </a:lnTo>
                  <a:lnTo>
                    <a:pt x="2559655" y="182309"/>
                  </a:lnTo>
                  <a:lnTo>
                    <a:pt x="2564061" y="188490"/>
                  </a:lnTo>
                  <a:lnTo>
                    <a:pt x="2568466" y="92698"/>
                  </a:lnTo>
                  <a:lnTo>
                    <a:pt x="2572872" y="83314"/>
                  </a:lnTo>
                  <a:lnTo>
                    <a:pt x="2577278" y="72688"/>
                  </a:lnTo>
                  <a:lnTo>
                    <a:pt x="2581683" y="49694"/>
                  </a:lnTo>
                  <a:lnTo>
                    <a:pt x="2586089" y="43294"/>
                  </a:lnTo>
                  <a:lnTo>
                    <a:pt x="2590494" y="37368"/>
                  </a:lnTo>
                  <a:lnTo>
                    <a:pt x="2594900" y="32273"/>
                  </a:lnTo>
                  <a:lnTo>
                    <a:pt x="2599306" y="30932"/>
                  </a:lnTo>
                  <a:lnTo>
                    <a:pt x="2603711" y="33697"/>
                  </a:lnTo>
                  <a:lnTo>
                    <a:pt x="2608117" y="123091"/>
                  </a:lnTo>
                  <a:lnTo>
                    <a:pt x="2612523" y="97419"/>
                  </a:lnTo>
                  <a:lnTo>
                    <a:pt x="2616928" y="75476"/>
                  </a:lnTo>
                  <a:lnTo>
                    <a:pt x="2621334" y="113073"/>
                  </a:lnTo>
                  <a:lnTo>
                    <a:pt x="2625739" y="122347"/>
                  </a:lnTo>
                  <a:lnTo>
                    <a:pt x="2630145" y="95924"/>
                  </a:lnTo>
                  <a:lnTo>
                    <a:pt x="2634551" y="167089"/>
                  </a:lnTo>
                  <a:lnTo>
                    <a:pt x="2638956" y="341985"/>
                  </a:lnTo>
                  <a:lnTo>
                    <a:pt x="2643362" y="390087"/>
                  </a:lnTo>
                  <a:lnTo>
                    <a:pt x="2647767" y="329969"/>
                  </a:lnTo>
                  <a:lnTo>
                    <a:pt x="2652173" y="174248"/>
                  </a:lnTo>
                  <a:lnTo>
                    <a:pt x="2656579" y="215916"/>
                  </a:lnTo>
                  <a:lnTo>
                    <a:pt x="2660984" y="206100"/>
                  </a:lnTo>
                  <a:lnTo>
                    <a:pt x="2665390" y="233870"/>
                  </a:lnTo>
                  <a:lnTo>
                    <a:pt x="2669795" y="233870"/>
                  </a:lnTo>
                  <a:lnTo>
                    <a:pt x="2674201" y="232062"/>
                  </a:lnTo>
                  <a:lnTo>
                    <a:pt x="2678607" y="243116"/>
                  </a:lnTo>
                  <a:lnTo>
                    <a:pt x="2683012" y="218581"/>
                  </a:lnTo>
                  <a:lnTo>
                    <a:pt x="2687418" y="218581"/>
                  </a:lnTo>
                  <a:lnTo>
                    <a:pt x="2691823" y="239030"/>
                  </a:lnTo>
                  <a:lnTo>
                    <a:pt x="2696229" y="228831"/>
                  </a:lnTo>
                  <a:lnTo>
                    <a:pt x="2700635" y="234599"/>
                  </a:lnTo>
                  <a:lnTo>
                    <a:pt x="2705040" y="247084"/>
                  </a:lnTo>
                  <a:lnTo>
                    <a:pt x="2709446" y="236030"/>
                  </a:lnTo>
                  <a:lnTo>
                    <a:pt x="2713851" y="251002"/>
                  </a:lnTo>
                  <a:lnTo>
                    <a:pt x="2718257" y="353766"/>
                  </a:lnTo>
                  <a:lnTo>
                    <a:pt x="2722663" y="372134"/>
                  </a:lnTo>
                  <a:lnTo>
                    <a:pt x="2727068" y="274386"/>
                  </a:lnTo>
                  <a:lnTo>
                    <a:pt x="2731474" y="270985"/>
                  </a:lnTo>
                  <a:lnTo>
                    <a:pt x="2735879" y="355941"/>
                  </a:lnTo>
                  <a:lnTo>
                    <a:pt x="2740285" y="348612"/>
                  </a:lnTo>
                  <a:lnTo>
                    <a:pt x="2744691" y="286124"/>
                  </a:lnTo>
                  <a:lnTo>
                    <a:pt x="2749096" y="177513"/>
                  </a:lnTo>
                  <a:lnTo>
                    <a:pt x="2753502" y="222080"/>
                  </a:lnTo>
                  <a:lnTo>
                    <a:pt x="2757907" y="238892"/>
                  </a:lnTo>
                  <a:lnTo>
                    <a:pt x="2762313" y="230104"/>
                  </a:lnTo>
                  <a:lnTo>
                    <a:pt x="2766719" y="210690"/>
                  </a:lnTo>
                  <a:lnTo>
                    <a:pt x="2771124" y="94664"/>
                  </a:lnTo>
                  <a:lnTo>
                    <a:pt x="2775530" y="48131"/>
                  </a:lnTo>
                  <a:lnTo>
                    <a:pt x="2779935" y="32215"/>
                  </a:lnTo>
                  <a:lnTo>
                    <a:pt x="2784341" y="29752"/>
                  </a:lnTo>
                  <a:lnTo>
                    <a:pt x="2788747" y="30448"/>
                  </a:lnTo>
                  <a:lnTo>
                    <a:pt x="2793152" y="35543"/>
                  </a:lnTo>
                  <a:lnTo>
                    <a:pt x="2797558" y="30448"/>
                  </a:lnTo>
                  <a:lnTo>
                    <a:pt x="2801963" y="34466"/>
                  </a:lnTo>
                  <a:lnTo>
                    <a:pt x="2806369" y="34466"/>
                  </a:lnTo>
                  <a:lnTo>
                    <a:pt x="2810775" y="43184"/>
                  </a:lnTo>
                  <a:lnTo>
                    <a:pt x="2815180" y="45893"/>
                  </a:lnTo>
                  <a:lnTo>
                    <a:pt x="2819586" y="59428"/>
                  </a:lnTo>
                  <a:lnTo>
                    <a:pt x="2823991" y="58086"/>
                  </a:lnTo>
                  <a:lnTo>
                    <a:pt x="2828397" y="48790"/>
                  </a:lnTo>
                  <a:lnTo>
                    <a:pt x="2832803" y="45214"/>
                  </a:lnTo>
                  <a:lnTo>
                    <a:pt x="2837208" y="45214"/>
                  </a:lnTo>
                  <a:lnTo>
                    <a:pt x="2841614" y="47600"/>
                  </a:lnTo>
                  <a:lnTo>
                    <a:pt x="2846020" y="44200"/>
                  </a:lnTo>
                  <a:lnTo>
                    <a:pt x="2850425" y="44200"/>
                  </a:lnTo>
                  <a:lnTo>
                    <a:pt x="2854831" y="49079"/>
                  </a:lnTo>
                  <a:lnTo>
                    <a:pt x="2859236" y="47600"/>
                  </a:lnTo>
                  <a:lnTo>
                    <a:pt x="2863642" y="43984"/>
                  </a:lnTo>
                  <a:lnTo>
                    <a:pt x="2868048" y="37678"/>
                  </a:lnTo>
                  <a:lnTo>
                    <a:pt x="2872453" y="54192"/>
                  </a:lnTo>
                  <a:lnTo>
                    <a:pt x="2876859" y="49848"/>
                  </a:lnTo>
                  <a:lnTo>
                    <a:pt x="2881264" y="51589"/>
                  </a:lnTo>
                  <a:lnTo>
                    <a:pt x="2885670" y="60298"/>
                  </a:lnTo>
                  <a:lnTo>
                    <a:pt x="2890076" y="51709"/>
                  </a:lnTo>
                  <a:lnTo>
                    <a:pt x="2894481" y="70081"/>
                  </a:lnTo>
                  <a:lnTo>
                    <a:pt x="2898887" y="180373"/>
                  </a:lnTo>
                  <a:lnTo>
                    <a:pt x="2903292" y="251115"/>
                  </a:lnTo>
                  <a:lnTo>
                    <a:pt x="2907698" y="160403"/>
                  </a:lnTo>
                  <a:lnTo>
                    <a:pt x="2912104" y="86529"/>
                  </a:lnTo>
                  <a:lnTo>
                    <a:pt x="2916509" y="171768"/>
                  </a:lnTo>
                  <a:lnTo>
                    <a:pt x="2920915" y="63386"/>
                  </a:lnTo>
                  <a:lnTo>
                    <a:pt x="2925320" y="117193"/>
                  </a:lnTo>
                  <a:lnTo>
                    <a:pt x="2929726" y="106175"/>
                  </a:lnTo>
                  <a:lnTo>
                    <a:pt x="2934132" y="43998"/>
                  </a:lnTo>
                  <a:lnTo>
                    <a:pt x="2938537" y="48015"/>
                  </a:lnTo>
                  <a:lnTo>
                    <a:pt x="2942943" y="42620"/>
                  </a:lnTo>
                  <a:lnTo>
                    <a:pt x="2947348" y="42219"/>
                  </a:lnTo>
                  <a:lnTo>
                    <a:pt x="2951754" y="43698"/>
                  </a:lnTo>
                  <a:lnTo>
                    <a:pt x="2956160" y="43923"/>
                  </a:lnTo>
                  <a:lnTo>
                    <a:pt x="2960565" y="38828"/>
                  </a:lnTo>
                  <a:lnTo>
                    <a:pt x="2964971" y="42855"/>
                  </a:lnTo>
                  <a:lnTo>
                    <a:pt x="2969376" y="47683"/>
                  </a:lnTo>
                  <a:lnTo>
                    <a:pt x="2973782" y="50902"/>
                  </a:lnTo>
                  <a:lnTo>
                    <a:pt x="2978188" y="49423"/>
                  </a:lnTo>
                  <a:lnTo>
                    <a:pt x="2982593" y="47683"/>
                  </a:lnTo>
                  <a:lnTo>
                    <a:pt x="2986999" y="42855"/>
                  </a:lnTo>
                  <a:lnTo>
                    <a:pt x="2991404" y="38828"/>
                  </a:lnTo>
                  <a:lnTo>
                    <a:pt x="2995810" y="43923"/>
                  </a:lnTo>
                  <a:lnTo>
                    <a:pt x="3000216" y="42488"/>
                  </a:lnTo>
                  <a:lnTo>
                    <a:pt x="3004621" y="43923"/>
                  </a:lnTo>
                  <a:lnTo>
                    <a:pt x="3009027" y="42444"/>
                  </a:lnTo>
                  <a:lnTo>
                    <a:pt x="3013432" y="42488"/>
                  </a:lnTo>
                  <a:lnTo>
                    <a:pt x="3017838" y="42488"/>
                  </a:lnTo>
                  <a:lnTo>
                    <a:pt x="3022244" y="42488"/>
                  </a:lnTo>
                  <a:lnTo>
                    <a:pt x="3026649" y="43923"/>
                  </a:lnTo>
                  <a:lnTo>
                    <a:pt x="3031055" y="38828"/>
                  </a:lnTo>
                  <a:lnTo>
                    <a:pt x="3035460" y="40116"/>
                  </a:lnTo>
                  <a:lnTo>
                    <a:pt x="3039866" y="40307"/>
                  </a:lnTo>
                  <a:lnTo>
                    <a:pt x="3044272" y="38828"/>
                  </a:lnTo>
                  <a:lnTo>
                    <a:pt x="3048677" y="38828"/>
                  </a:lnTo>
                  <a:lnTo>
                    <a:pt x="3053083" y="38828"/>
                  </a:lnTo>
                  <a:lnTo>
                    <a:pt x="3057488" y="71426"/>
                  </a:lnTo>
                  <a:lnTo>
                    <a:pt x="3061894" y="133366"/>
                  </a:lnTo>
                  <a:lnTo>
                    <a:pt x="3066300" y="84841"/>
                  </a:lnTo>
                  <a:lnTo>
                    <a:pt x="3070705" y="60464"/>
                  </a:lnTo>
                  <a:lnTo>
                    <a:pt x="3075111" y="137323"/>
                  </a:lnTo>
                  <a:lnTo>
                    <a:pt x="3079517" y="187761"/>
                  </a:lnTo>
                  <a:lnTo>
                    <a:pt x="3083922" y="192956"/>
                  </a:lnTo>
                  <a:lnTo>
                    <a:pt x="3088328" y="195152"/>
                  </a:lnTo>
                  <a:lnTo>
                    <a:pt x="3092733" y="181739"/>
                  </a:lnTo>
                  <a:lnTo>
                    <a:pt x="3097139" y="69088"/>
                  </a:lnTo>
                  <a:lnTo>
                    <a:pt x="3101545" y="99086"/>
                  </a:lnTo>
                  <a:lnTo>
                    <a:pt x="3105950" y="121149"/>
                  </a:lnTo>
                  <a:lnTo>
                    <a:pt x="3110356" y="66488"/>
                  </a:lnTo>
                  <a:lnTo>
                    <a:pt x="3114761" y="66488"/>
                  </a:lnTo>
                  <a:lnTo>
                    <a:pt x="3119167" y="66488"/>
                  </a:lnTo>
                  <a:lnTo>
                    <a:pt x="3123573" y="67967"/>
                  </a:lnTo>
                  <a:lnTo>
                    <a:pt x="3127978" y="66488"/>
                  </a:lnTo>
                  <a:lnTo>
                    <a:pt x="3132384" y="66488"/>
                  </a:lnTo>
                  <a:lnTo>
                    <a:pt x="3136789" y="66488"/>
                  </a:lnTo>
                  <a:lnTo>
                    <a:pt x="3141195" y="95206"/>
                  </a:lnTo>
                  <a:lnTo>
                    <a:pt x="3145601" y="183917"/>
                  </a:lnTo>
                  <a:lnTo>
                    <a:pt x="3150006" y="214023"/>
                  </a:lnTo>
                  <a:lnTo>
                    <a:pt x="3154412" y="84065"/>
                  </a:lnTo>
                  <a:lnTo>
                    <a:pt x="3158817" y="66352"/>
                  </a:lnTo>
                  <a:lnTo>
                    <a:pt x="3163223" y="82175"/>
                  </a:lnTo>
                  <a:lnTo>
                    <a:pt x="3167629" y="72247"/>
                  </a:lnTo>
                  <a:lnTo>
                    <a:pt x="3172034" y="60995"/>
                  </a:lnTo>
                  <a:lnTo>
                    <a:pt x="3176440" y="58173"/>
                  </a:lnTo>
                  <a:lnTo>
                    <a:pt x="3180845" y="50767"/>
                  </a:lnTo>
                  <a:lnTo>
                    <a:pt x="3185251" y="205749"/>
                  </a:lnTo>
                  <a:lnTo>
                    <a:pt x="3189657" y="208855"/>
                  </a:lnTo>
                  <a:lnTo>
                    <a:pt x="3194062" y="131561"/>
                  </a:lnTo>
                  <a:lnTo>
                    <a:pt x="3198468" y="41194"/>
                  </a:lnTo>
                  <a:lnTo>
                    <a:pt x="3202873" y="42673"/>
                  </a:lnTo>
                  <a:lnTo>
                    <a:pt x="3207279" y="46289"/>
                  </a:lnTo>
                  <a:lnTo>
                    <a:pt x="3211685" y="44897"/>
                  </a:lnTo>
                  <a:lnTo>
                    <a:pt x="3216090" y="41782"/>
                  </a:lnTo>
                  <a:lnTo>
                    <a:pt x="3220496" y="41782"/>
                  </a:lnTo>
                  <a:lnTo>
                    <a:pt x="3224901" y="50729"/>
                  </a:lnTo>
                  <a:lnTo>
                    <a:pt x="3229307" y="48657"/>
                  </a:lnTo>
                  <a:lnTo>
                    <a:pt x="3233713" y="68138"/>
                  </a:lnTo>
                  <a:lnTo>
                    <a:pt x="3238118" y="65439"/>
                  </a:lnTo>
                  <a:lnTo>
                    <a:pt x="3242524" y="58861"/>
                  </a:lnTo>
                  <a:lnTo>
                    <a:pt x="3246929" y="57567"/>
                  </a:lnTo>
                  <a:lnTo>
                    <a:pt x="3251335" y="93755"/>
                  </a:lnTo>
                  <a:lnTo>
                    <a:pt x="3255741" y="93554"/>
                  </a:lnTo>
                  <a:lnTo>
                    <a:pt x="3260146" y="230712"/>
                  </a:lnTo>
                  <a:lnTo>
                    <a:pt x="3264552" y="298828"/>
                  </a:lnTo>
                  <a:lnTo>
                    <a:pt x="3268957" y="194265"/>
                  </a:lnTo>
                  <a:lnTo>
                    <a:pt x="3273363" y="281959"/>
                  </a:lnTo>
                  <a:lnTo>
                    <a:pt x="3277769" y="317967"/>
                  </a:lnTo>
                  <a:lnTo>
                    <a:pt x="3282174" y="224321"/>
                  </a:lnTo>
                  <a:lnTo>
                    <a:pt x="3286580" y="65316"/>
                  </a:lnTo>
                  <a:lnTo>
                    <a:pt x="3290985" y="66458"/>
                  </a:lnTo>
                  <a:lnTo>
                    <a:pt x="3295391" y="57670"/>
                  </a:lnTo>
                  <a:lnTo>
                    <a:pt x="3299797" y="43314"/>
                  </a:lnTo>
                  <a:lnTo>
                    <a:pt x="3304202" y="48064"/>
                  </a:lnTo>
                  <a:lnTo>
                    <a:pt x="3308608" y="42793"/>
                  </a:lnTo>
                  <a:lnTo>
                    <a:pt x="3313014" y="42988"/>
                  </a:lnTo>
                  <a:lnTo>
                    <a:pt x="3317419" y="40525"/>
                  </a:lnTo>
                  <a:lnTo>
                    <a:pt x="3321825" y="36508"/>
                  </a:lnTo>
                  <a:lnTo>
                    <a:pt x="3326230" y="40124"/>
                  </a:lnTo>
                  <a:lnTo>
                    <a:pt x="3330636" y="41602"/>
                  </a:lnTo>
                  <a:lnTo>
                    <a:pt x="3335042" y="21593"/>
                  </a:lnTo>
                  <a:lnTo>
                    <a:pt x="3339447" y="21173"/>
                  </a:lnTo>
                  <a:lnTo>
                    <a:pt x="3343853" y="23072"/>
                  </a:lnTo>
                  <a:lnTo>
                    <a:pt x="3348258" y="23072"/>
                  </a:lnTo>
                  <a:lnTo>
                    <a:pt x="3352664" y="19787"/>
                  </a:lnTo>
                  <a:lnTo>
                    <a:pt x="3357070" y="19787"/>
                  </a:lnTo>
                  <a:lnTo>
                    <a:pt x="3361475" y="21173"/>
                  </a:lnTo>
                  <a:lnTo>
                    <a:pt x="3365881" y="30885"/>
                  </a:lnTo>
                  <a:lnTo>
                    <a:pt x="3370286" y="32794"/>
                  </a:lnTo>
                  <a:lnTo>
                    <a:pt x="3374692" y="26314"/>
                  </a:lnTo>
                  <a:lnTo>
                    <a:pt x="3379098" y="23498"/>
                  </a:lnTo>
                  <a:lnTo>
                    <a:pt x="3383503" y="25961"/>
                  </a:lnTo>
                  <a:lnTo>
                    <a:pt x="3387909" y="23141"/>
                  </a:lnTo>
                  <a:lnTo>
                    <a:pt x="3392314" y="24881"/>
                  </a:lnTo>
                  <a:lnTo>
                    <a:pt x="3396720" y="24881"/>
                  </a:lnTo>
                  <a:lnTo>
                    <a:pt x="3401126" y="23662"/>
                  </a:lnTo>
                  <a:lnTo>
                    <a:pt x="3405531" y="38017"/>
                  </a:lnTo>
                  <a:lnTo>
                    <a:pt x="3409937" y="46805"/>
                  </a:lnTo>
                  <a:lnTo>
                    <a:pt x="3414342" y="82993"/>
                  </a:lnTo>
                  <a:lnTo>
                    <a:pt x="3418748" y="108104"/>
                  </a:lnTo>
                  <a:lnTo>
                    <a:pt x="3423154" y="226260"/>
                  </a:lnTo>
                  <a:lnTo>
                    <a:pt x="3427559" y="364271"/>
                  </a:lnTo>
                  <a:lnTo>
                    <a:pt x="3431965" y="329915"/>
                  </a:lnTo>
                  <a:lnTo>
                    <a:pt x="3436370" y="247156"/>
                  </a:lnTo>
                  <a:lnTo>
                    <a:pt x="3440776" y="119376"/>
                  </a:lnTo>
                  <a:lnTo>
                    <a:pt x="3445182" y="143640"/>
                  </a:lnTo>
                  <a:lnTo>
                    <a:pt x="3449587" y="226344"/>
                  </a:lnTo>
                  <a:lnTo>
                    <a:pt x="3453993" y="206930"/>
                  </a:lnTo>
                  <a:lnTo>
                    <a:pt x="3458398" y="131543"/>
                  </a:lnTo>
                  <a:lnTo>
                    <a:pt x="3462804" y="154120"/>
                  </a:lnTo>
                  <a:lnTo>
                    <a:pt x="3467210" y="20466"/>
                  </a:lnTo>
                  <a:lnTo>
                    <a:pt x="3471615" y="12918"/>
                  </a:lnTo>
                  <a:lnTo>
                    <a:pt x="3476021" y="16935"/>
                  </a:lnTo>
                  <a:lnTo>
                    <a:pt x="3480426" y="12918"/>
                  </a:lnTo>
                  <a:lnTo>
                    <a:pt x="3484832" y="16534"/>
                  </a:lnTo>
                  <a:lnTo>
                    <a:pt x="3489238" y="14310"/>
                  </a:lnTo>
                  <a:lnTo>
                    <a:pt x="3493643" y="14310"/>
                  </a:lnTo>
                  <a:lnTo>
                    <a:pt x="3498049" y="17506"/>
                  </a:lnTo>
                  <a:lnTo>
                    <a:pt x="3502454" y="17656"/>
                  </a:lnTo>
                  <a:lnTo>
                    <a:pt x="3506860" y="17656"/>
                  </a:lnTo>
                  <a:lnTo>
                    <a:pt x="3511266" y="18120"/>
                  </a:lnTo>
                  <a:lnTo>
                    <a:pt x="3515671" y="18120"/>
                  </a:lnTo>
                  <a:lnTo>
                    <a:pt x="3520077" y="18120"/>
                  </a:lnTo>
                  <a:lnTo>
                    <a:pt x="3524482" y="18077"/>
                  </a:lnTo>
                  <a:lnTo>
                    <a:pt x="3528888" y="22136"/>
                  </a:lnTo>
                  <a:lnTo>
                    <a:pt x="3533294" y="61959"/>
                  </a:lnTo>
                  <a:lnTo>
                    <a:pt x="3537699" y="65115"/>
                  </a:lnTo>
                  <a:lnTo>
                    <a:pt x="3542105" y="66855"/>
                  </a:lnTo>
                  <a:lnTo>
                    <a:pt x="3546511" y="182077"/>
                  </a:lnTo>
                  <a:lnTo>
                    <a:pt x="3550916" y="221340"/>
                  </a:lnTo>
                  <a:lnTo>
                    <a:pt x="3555322" y="235695"/>
                  </a:lnTo>
                  <a:lnTo>
                    <a:pt x="3559727" y="160206"/>
                  </a:lnTo>
                  <a:lnTo>
                    <a:pt x="3564133" y="117479"/>
                  </a:lnTo>
                  <a:lnTo>
                    <a:pt x="3568539" y="166034"/>
                  </a:lnTo>
                  <a:lnTo>
                    <a:pt x="3572944" y="164838"/>
                  </a:lnTo>
                  <a:lnTo>
                    <a:pt x="3577350" y="242549"/>
                  </a:lnTo>
                  <a:lnTo>
                    <a:pt x="3581755" y="252370"/>
                  </a:lnTo>
                  <a:lnTo>
                    <a:pt x="3586161" y="224831"/>
                  </a:lnTo>
                  <a:lnTo>
                    <a:pt x="3590567" y="252370"/>
                  </a:lnTo>
                  <a:lnTo>
                    <a:pt x="3594972" y="314905"/>
                  </a:lnTo>
                  <a:lnTo>
                    <a:pt x="3599378" y="247944"/>
                  </a:lnTo>
                  <a:lnTo>
                    <a:pt x="3603783" y="194015"/>
                  </a:lnTo>
                  <a:lnTo>
                    <a:pt x="3608189" y="211252"/>
                  </a:lnTo>
                  <a:lnTo>
                    <a:pt x="3612595" y="209298"/>
                  </a:lnTo>
                  <a:lnTo>
                    <a:pt x="3617000" y="71212"/>
                  </a:lnTo>
                  <a:lnTo>
                    <a:pt x="3621406" y="62424"/>
                  </a:lnTo>
                  <a:lnTo>
                    <a:pt x="3625811" y="88172"/>
                  </a:lnTo>
                  <a:lnTo>
                    <a:pt x="3630217" y="92536"/>
                  </a:lnTo>
                  <a:lnTo>
                    <a:pt x="3634623" y="73841"/>
                  </a:lnTo>
                  <a:lnTo>
                    <a:pt x="3639028" y="60918"/>
                  </a:lnTo>
                  <a:lnTo>
                    <a:pt x="3643434" y="73007"/>
                  </a:lnTo>
                  <a:lnTo>
                    <a:pt x="3647839" y="75773"/>
                  </a:lnTo>
                  <a:lnTo>
                    <a:pt x="3652245" y="51656"/>
                  </a:lnTo>
                  <a:lnTo>
                    <a:pt x="3656651" y="47285"/>
                  </a:lnTo>
                  <a:lnTo>
                    <a:pt x="3661056" y="182000"/>
                  </a:lnTo>
                  <a:lnTo>
                    <a:pt x="3665462" y="166705"/>
                  </a:lnTo>
                  <a:lnTo>
                    <a:pt x="3669867" y="174778"/>
                  </a:lnTo>
                  <a:lnTo>
                    <a:pt x="3674273" y="265275"/>
                  </a:lnTo>
                  <a:lnTo>
                    <a:pt x="3678679" y="304393"/>
                  </a:lnTo>
                  <a:lnTo>
                    <a:pt x="3683084" y="266325"/>
                  </a:lnTo>
                  <a:lnTo>
                    <a:pt x="3687490" y="252359"/>
                  </a:lnTo>
                  <a:lnTo>
                    <a:pt x="3691895" y="289956"/>
                  </a:lnTo>
                  <a:lnTo>
                    <a:pt x="3696301" y="181001"/>
                  </a:lnTo>
                  <a:lnTo>
                    <a:pt x="3700707" y="184683"/>
                  </a:lnTo>
                  <a:lnTo>
                    <a:pt x="3705112" y="65706"/>
                  </a:lnTo>
                  <a:lnTo>
                    <a:pt x="3709518" y="59201"/>
                  </a:lnTo>
                  <a:lnTo>
                    <a:pt x="3713923" y="57043"/>
                  </a:lnTo>
                  <a:lnTo>
                    <a:pt x="3718329" y="59506"/>
                  </a:lnTo>
                  <a:lnTo>
                    <a:pt x="3722735" y="53025"/>
                  </a:lnTo>
                  <a:lnTo>
                    <a:pt x="3727140" y="53025"/>
                  </a:lnTo>
                  <a:lnTo>
                    <a:pt x="3731546" y="55837"/>
                  </a:lnTo>
                  <a:lnTo>
                    <a:pt x="3735951" y="43348"/>
                  </a:lnTo>
                  <a:lnTo>
                    <a:pt x="3740357" y="49209"/>
                  </a:lnTo>
                  <a:lnTo>
                    <a:pt x="3744763" y="52152"/>
                  </a:lnTo>
                  <a:lnTo>
                    <a:pt x="3749168" y="53415"/>
                  </a:lnTo>
                  <a:lnTo>
                    <a:pt x="3753574" y="56270"/>
                  </a:lnTo>
                  <a:lnTo>
                    <a:pt x="3757979" y="88296"/>
                  </a:lnTo>
                  <a:lnTo>
                    <a:pt x="3762385" y="85103"/>
                  </a:lnTo>
                  <a:lnTo>
                    <a:pt x="3766791" y="95620"/>
                  </a:lnTo>
                  <a:lnTo>
                    <a:pt x="3771196" y="150706"/>
                  </a:lnTo>
                  <a:lnTo>
                    <a:pt x="3775602" y="132148"/>
                  </a:lnTo>
                  <a:lnTo>
                    <a:pt x="3780008" y="138473"/>
                  </a:lnTo>
                  <a:lnTo>
                    <a:pt x="3784413" y="127665"/>
                  </a:lnTo>
                  <a:lnTo>
                    <a:pt x="3788819" y="161310"/>
                  </a:lnTo>
                  <a:lnTo>
                    <a:pt x="3793224" y="205863"/>
                  </a:lnTo>
                  <a:lnTo>
                    <a:pt x="3797630" y="245910"/>
                  </a:lnTo>
                  <a:lnTo>
                    <a:pt x="3802036" y="280766"/>
                  </a:lnTo>
                  <a:lnTo>
                    <a:pt x="3806441" y="298291"/>
                  </a:lnTo>
                  <a:lnTo>
                    <a:pt x="3810847" y="341155"/>
                  </a:lnTo>
                  <a:lnTo>
                    <a:pt x="3815252" y="378994"/>
                  </a:lnTo>
                  <a:lnTo>
                    <a:pt x="3819658" y="448712"/>
                  </a:lnTo>
                  <a:lnTo>
                    <a:pt x="3824064" y="453196"/>
                  </a:lnTo>
                  <a:lnTo>
                    <a:pt x="3828469" y="394049"/>
                  </a:lnTo>
                  <a:lnTo>
                    <a:pt x="3832875" y="421865"/>
                  </a:lnTo>
                  <a:lnTo>
                    <a:pt x="3837280" y="413236"/>
                  </a:lnTo>
                  <a:lnTo>
                    <a:pt x="3841686" y="266619"/>
                  </a:lnTo>
                  <a:lnTo>
                    <a:pt x="3846092" y="195853"/>
                  </a:lnTo>
                  <a:lnTo>
                    <a:pt x="3850497" y="212408"/>
                  </a:lnTo>
                  <a:lnTo>
                    <a:pt x="3854903" y="183964"/>
                  </a:lnTo>
                  <a:lnTo>
                    <a:pt x="3859308" y="193624"/>
                  </a:lnTo>
                  <a:lnTo>
                    <a:pt x="3863714" y="187811"/>
                  </a:lnTo>
                  <a:lnTo>
                    <a:pt x="3868120" y="78774"/>
                  </a:lnTo>
                  <a:lnTo>
                    <a:pt x="3872525" y="56187"/>
                  </a:lnTo>
                  <a:lnTo>
                    <a:pt x="3876931" y="63460"/>
                  </a:lnTo>
                  <a:lnTo>
                    <a:pt x="3881336" y="56610"/>
                  </a:lnTo>
                  <a:lnTo>
                    <a:pt x="3885742" y="45513"/>
                  </a:lnTo>
                  <a:lnTo>
                    <a:pt x="3890148" y="28999"/>
                  </a:lnTo>
                  <a:lnTo>
                    <a:pt x="3894553" y="28891"/>
                  </a:lnTo>
                  <a:lnTo>
                    <a:pt x="3898959" y="28891"/>
                  </a:lnTo>
                  <a:lnTo>
                    <a:pt x="3903364" y="28891"/>
                  </a:lnTo>
                  <a:lnTo>
                    <a:pt x="3907770" y="28891"/>
                  </a:lnTo>
                  <a:lnTo>
                    <a:pt x="3912176" y="28891"/>
                  </a:lnTo>
                  <a:lnTo>
                    <a:pt x="3916581" y="41763"/>
                  </a:lnTo>
                  <a:lnTo>
                    <a:pt x="3920987" y="34780"/>
                  </a:lnTo>
                  <a:lnTo>
                    <a:pt x="3925392" y="31524"/>
                  </a:lnTo>
                  <a:lnTo>
                    <a:pt x="3929798" y="45880"/>
                  </a:lnTo>
                  <a:lnTo>
                    <a:pt x="3934204" y="41862"/>
                  </a:lnTo>
                  <a:lnTo>
                    <a:pt x="3938609" y="50651"/>
                  </a:lnTo>
                  <a:lnTo>
                    <a:pt x="3943015" y="86838"/>
                  </a:lnTo>
                  <a:lnTo>
                    <a:pt x="3947420" y="87268"/>
                  </a:lnTo>
                  <a:lnTo>
                    <a:pt x="3951826" y="51936"/>
                  </a:lnTo>
                  <a:lnTo>
                    <a:pt x="3956232" y="40685"/>
                  </a:lnTo>
                  <a:lnTo>
                    <a:pt x="3960637" y="37029"/>
                  </a:lnTo>
                  <a:lnTo>
                    <a:pt x="3965043" y="29585"/>
                  </a:lnTo>
                  <a:lnTo>
                    <a:pt x="3969448" y="29585"/>
                  </a:lnTo>
                  <a:lnTo>
                    <a:pt x="3973854" y="32551"/>
                  </a:lnTo>
                  <a:lnTo>
                    <a:pt x="3978260" y="32908"/>
                  </a:lnTo>
                  <a:lnTo>
                    <a:pt x="3982665" y="35371"/>
                  </a:lnTo>
                  <a:lnTo>
                    <a:pt x="3987071" y="31006"/>
                  </a:lnTo>
                  <a:lnTo>
                    <a:pt x="3991476" y="29107"/>
                  </a:lnTo>
                  <a:lnTo>
                    <a:pt x="3995882" y="17691"/>
                  </a:lnTo>
                  <a:lnTo>
                    <a:pt x="4000288" y="19170"/>
                  </a:lnTo>
                  <a:lnTo>
                    <a:pt x="4004693" y="22786"/>
                  </a:lnTo>
                  <a:lnTo>
                    <a:pt x="4009099" y="23997"/>
                  </a:lnTo>
                  <a:lnTo>
                    <a:pt x="4013505" y="17691"/>
                  </a:lnTo>
                  <a:lnTo>
                    <a:pt x="4017910" y="17691"/>
                  </a:lnTo>
                  <a:lnTo>
                    <a:pt x="4022316" y="34892"/>
                  </a:lnTo>
                  <a:lnTo>
                    <a:pt x="4026721" y="136856"/>
                  </a:lnTo>
                  <a:lnTo>
                    <a:pt x="4031127" y="131896"/>
                  </a:lnTo>
                  <a:lnTo>
                    <a:pt x="4035533" y="135637"/>
                  </a:lnTo>
                  <a:lnTo>
                    <a:pt x="4039938" y="183213"/>
                  </a:lnTo>
                  <a:lnTo>
                    <a:pt x="4044344" y="177047"/>
                  </a:lnTo>
                  <a:lnTo>
                    <a:pt x="4048749" y="215964"/>
                  </a:lnTo>
                  <a:lnTo>
                    <a:pt x="4053155" y="146782"/>
                  </a:lnTo>
                  <a:lnTo>
                    <a:pt x="4057561" y="253198"/>
                  </a:lnTo>
                  <a:lnTo>
                    <a:pt x="4061966" y="216446"/>
                  </a:lnTo>
                  <a:lnTo>
                    <a:pt x="4066372" y="95976"/>
                  </a:lnTo>
                  <a:lnTo>
                    <a:pt x="4070777" y="67395"/>
                  </a:lnTo>
                  <a:lnTo>
                    <a:pt x="4075183" y="61070"/>
                  </a:lnTo>
                  <a:lnTo>
                    <a:pt x="4079589" y="178976"/>
                  </a:lnTo>
                  <a:lnTo>
                    <a:pt x="4083994" y="185614"/>
                  </a:lnTo>
                  <a:lnTo>
                    <a:pt x="4088400" y="34093"/>
                  </a:lnTo>
                  <a:lnTo>
                    <a:pt x="4092805" y="17691"/>
                  </a:lnTo>
                  <a:lnTo>
                    <a:pt x="4097211" y="21709"/>
                  </a:lnTo>
                  <a:lnTo>
                    <a:pt x="4101617" y="17691"/>
                  </a:lnTo>
                  <a:lnTo>
                    <a:pt x="4106022" y="21307"/>
                  </a:lnTo>
                  <a:lnTo>
                    <a:pt x="4110428" y="21793"/>
                  </a:lnTo>
                  <a:lnTo>
                    <a:pt x="4114833" y="21793"/>
                  </a:lnTo>
                  <a:lnTo>
                    <a:pt x="4119239" y="26155"/>
                  </a:lnTo>
                  <a:lnTo>
                    <a:pt x="4123645" y="16368"/>
                  </a:lnTo>
                  <a:lnTo>
                    <a:pt x="4128050" y="16368"/>
                  </a:lnTo>
                  <a:lnTo>
                    <a:pt x="4132456" y="18177"/>
                  </a:lnTo>
                  <a:lnTo>
                    <a:pt x="4136861" y="22398"/>
                  </a:lnTo>
                  <a:lnTo>
                    <a:pt x="4141267" y="29974"/>
                  </a:lnTo>
                  <a:lnTo>
                    <a:pt x="4145673" y="45483"/>
                  </a:lnTo>
                  <a:lnTo>
                    <a:pt x="4150078" y="39871"/>
                  </a:lnTo>
                  <a:lnTo>
                    <a:pt x="4154484" y="41701"/>
                  </a:lnTo>
                  <a:lnTo>
                    <a:pt x="4158889" y="40222"/>
                  </a:lnTo>
                  <a:lnTo>
                    <a:pt x="4163295" y="27487"/>
                  </a:lnTo>
                  <a:lnTo>
                    <a:pt x="4167701" y="32581"/>
                  </a:lnTo>
                  <a:lnTo>
                    <a:pt x="4172106" y="32581"/>
                  </a:lnTo>
                  <a:lnTo>
                    <a:pt x="4176512" y="28965"/>
                  </a:lnTo>
                  <a:lnTo>
                    <a:pt x="4180917" y="38686"/>
                  </a:lnTo>
                  <a:lnTo>
                    <a:pt x="4185323" y="43781"/>
                  </a:lnTo>
                  <a:lnTo>
                    <a:pt x="4189729" y="38686"/>
                  </a:lnTo>
                  <a:lnTo>
                    <a:pt x="4194134" y="42703"/>
                  </a:lnTo>
                  <a:lnTo>
                    <a:pt x="4198540" y="42218"/>
                  </a:lnTo>
                  <a:lnTo>
                    <a:pt x="4202945" y="57067"/>
                  </a:lnTo>
                  <a:lnTo>
                    <a:pt x="4207351" y="55283"/>
                  </a:lnTo>
                  <a:lnTo>
                    <a:pt x="4211757" y="52820"/>
                  </a:lnTo>
                  <a:lnTo>
                    <a:pt x="4216162" y="50392"/>
                  </a:lnTo>
                  <a:lnTo>
                    <a:pt x="4220568" y="37519"/>
                  </a:lnTo>
                  <a:lnTo>
                    <a:pt x="4224973" y="37519"/>
                  </a:lnTo>
                  <a:lnTo>
                    <a:pt x="4229379" y="41536"/>
                  </a:lnTo>
                  <a:lnTo>
                    <a:pt x="4233785" y="38750"/>
                  </a:lnTo>
                  <a:lnTo>
                    <a:pt x="4238190" y="38750"/>
                  </a:lnTo>
                  <a:lnTo>
                    <a:pt x="4242596" y="38750"/>
                  </a:lnTo>
                  <a:lnTo>
                    <a:pt x="4247002" y="42767"/>
                  </a:lnTo>
                  <a:lnTo>
                    <a:pt x="4251407" y="46375"/>
                  </a:lnTo>
                  <a:lnTo>
                    <a:pt x="4255813" y="21956"/>
                  </a:lnTo>
                  <a:lnTo>
                    <a:pt x="4260218" y="116163"/>
                  </a:lnTo>
                  <a:lnTo>
                    <a:pt x="4264624" y="46810"/>
                  </a:lnTo>
                  <a:lnTo>
                    <a:pt x="4269030" y="18229"/>
                  </a:lnTo>
                  <a:lnTo>
                    <a:pt x="4273435" y="23661"/>
                  </a:lnTo>
                  <a:lnTo>
                    <a:pt x="4277841" y="18947"/>
                  </a:lnTo>
                  <a:lnTo>
                    <a:pt x="4282246" y="18947"/>
                  </a:lnTo>
                  <a:lnTo>
                    <a:pt x="4286652" y="11199"/>
                  </a:lnTo>
                  <a:lnTo>
                    <a:pt x="4291058" y="0"/>
                  </a:lnTo>
                  <a:lnTo>
                    <a:pt x="4295463" y="1859"/>
                  </a:lnTo>
                  <a:lnTo>
                    <a:pt x="4299869" y="86113"/>
                  </a:lnTo>
                  <a:lnTo>
                    <a:pt x="4304274" y="103520"/>
                  </a:lnTo>
                  <a:lnTo>
                    <a:pt x="4308680" y="66447"/>
                  </a:lnTo>
                  <a:lnTo>
                    <a:pt x="4313086" y="146188"/>
                  </a:lnTo>
                  <a:lnTo>
                    <a:pt x="4317491" y="196721"/>
                  </a:lnTo>
                  <a:lnTo>
                    <a:pt x="4321897" y="147328"/>
                  </a:lnTo>
                  <a:lnTo>
                    <a:pt x="4326302" y="170097"/>
                  </a:lnTo>
                  <a:lnTo>
                    <a:pt x="4330708" y="257812"/>
                  </a:lnTo>
                  <a:lnTo>
                    <a:pt x="4335114" y="284429"/>
                  </a:lnTo>
                  <a:lnTo>
                    <a:pt x="4339519" y="329756"/>
                  </a:lnTo>
                  <a:lnTo>
                    <a:pt x="4343925" y="292727"/>
                  </a:lnTo>
                  <a:lnTo>
                    <a:pt x="4348330" y="306854"/>
                  </a:lnTo>
                  <a:lnTo>
                    <a:pt x="4352736" y="310526"/>
                  </a:lnTo>
                  <a:lnTo>
                    <a:pt x="4357142" y="362681"/>
                  </a:lnTo>
                  <a:lnTo>
                    <a:pt x="4361547" y="383172"/>
                  </a:lnTo>
                  <a:lnTo>
                    <a:pt x="4365953" y="272349"/>
                  </a:lnTo>
                  <a:lnTo>
                    <a:pt x="4370358" y="245616"/>
                  </a:lnTo>
                  <a:lnTo>
                    <a:pt x="4374764" y="245616"/>
                  </a:lnTo>
                  <a:lnTo>
                    <a:pt x="4379170" y="196139"/>
                  </a:lnTo>
                  <a:lnTo>
                    <a:pt x="4383575" y="154748"/>
                  </a:lnTo>
                  <a:lnTo>
                    <a:pt x="4387981" y="203170"/>
                  </a:lnTo>
                  <a:lnTo>
                    <a:pt x="4392386" y="206535"/>
                  </a:lnTo>
                  <a:lnTo>
                    <a:pt x="4396792" y="111694"/>
                  </a:lnTo>
                  <a:lnTo>
                    <a:pt x="4401198" y="70080"/>
                  </a:lnTo>
                  <a:lnTo>
                    <a:pt x="4405603" y="75316"/>
                  </a:lnTo>
                  <a:lnTo>
                    <a:pt x="4410009" y="64466"/>
                  </a:lnTo>
                  <a:lnTo>
                    <a:pt x="4414414" y="40744"/>
                  </a:lnTo>
                  <a:lnTo>
                    <a:pt x="4418820" y="24230"/>
                  </a:lnTo>
                  <a:lnTo>
                    <a:pt x="4423226" y="16408"/>
                  </a:lnTo>
                  <a:lnTo>
                    <a:pt x="4427631" y="36422"/>
                  </a:lnTo>
                  <a:lnTo>
                    <a:pt x="4432037" y="21433"/>
                  </a:lnTo>
                  <a:lnTo>
                    <a:pt x="4436442" y="23332"/>
                  </a:lnTo>
                  <a:lnTo>
                    <a:pt x="4440848" y="42826"/>
                  </a:lnTo>
                  <a:lnTo>
                    <a:pt x="4445254" y="37731"/>
                  </a:lnTo>
                  <a:lnTo>
                    <a:pt x="4449659" y="72487"/>
                  </a:lnTo>
                  <a:lnTo>
                    <a:pt x="4454065" y="77205"/>
                  </a:lnTo>
                  <a:lnTo>
                    <a:pt x="4458470" y="147527"/>
                  </a:lnTo>
                  <a:lnTo>
                    <a:pt x="4462876" y="160803"/>
                  </a:lnTo>
                  <a:lnTo>
                    <a:pt x="4467282" y="218794"/>
                  </a:lnTo>
                  <a:lnTo>
                    <a:pt x="4471687" y="207241"/>
                  </a:lnTo>
                  <a:lnTo>
                    <a:pt x="4476093" y="200641"/>
                  </a:lnTo>
                  <a:lnTo>
                    <a:pt x="4480498" y="208305"/>
                  </a:lnTo>
                  <a:lnTo>
                    <a:pt x="4484904" y="165018"/>
                  </a:lnTo>
                  <a:lnTo>
                    <a:pt x="4489310" y="78450"/>
                  </a:lnTo>
                  <a:lnTo>
                    <a:pt x="4493715" y="74433"/>
                  </a:lnTo>
                  <a:lnTo>
                    <a:pt x="4498121" y="74433"/>
                  </a:lnTo>
                  <a:lnTo>
                    <a:pt x="4502527" y="72997"/>
                  </a:lnTo>
                  <a:lnTo>
                    <a:pt x="4506932" y="74476"/>
                  </a:lnTo>
                  <a:lnTo>
                    <a:pt x="4511338" y="64174"/>
                  </a:lnTo>
                  <a:lnTo>
                    <a:pt x="4515743" y="64940"/>
                  </a:lnTo>
                  <a:lnTo>
                    <a:pt x="4520149" y="79709"/>
                  </a:lnTo>
                  <a:lnTo>
                    <a:pt x="4524555" y="94797"/>
                  </a:lnTo>
                  <a:lnTo>
                    <a:pt x="4528960" y="104207"/>
                  </a:lnTo>
                  <a:lnTo>
                    <a:pt x="4533366" y="145432"/>
                  </a:lnTo>
                  <a:lnTo>
                    <a:pt x="4537771" y="85421"/>
                  </a:lnTo>
                  <a:lnTo>
                    <a:pt x="4542177" y="77179"/>
                  </a:lnTo>
                  <a:lnTo>
                    <a:pt x="4546583" y="89755"/>
                  </a:lnTo>
                  <a:lnTo>
                    <a:pt x="4550988" y="61340"/>
                  </a:lnTo>
                  <a:lnTo>
                    <a:pt x="4555394" y="74728"/>
                  </a:lnTo>
                  <a:lnTo>
                    <a:pt x="4559799" y="23378"/>
                  </a:lnTo>
                  <a:lnTo>
                    <a:pt x="4564205" y="29728"/>
                  </a:lnTo>
                  <a:lnTo>
                    <a:pt x="4568611" y="27829"/>
                  </a:lnTo>
                  <a:lnTo>
                    <a:pt x="4573016" y="20427"/>
                  </a:lnTo>
                  <a:lnTo>
                    <a:pt x="4577422" y="40441"/>
                  </a:lnTo>
                  <a:lnTo>
                    <a:pt x="4581827" y="37245"/>
                  </a:lnTo>
                  <a:lnTo>
                    <a:pt x="4586233" y="122123"/>
                  </a:lnTo>
                  <a:lnTo>
                    <a:pt x="4590639" y="80907"/>
                  </a:lnTo>
                  <a:lnTo>
                    <a:pt x="4595044" y="61656"/>
                  </a:lnTo>
                  <a:lnTo>
                    <a:pt x="4599450" y="86792"/>
                  </a:lnTo>
                  <a:lnTo>
                    <a:pt x="4603855" y="96252"/>
                  </a:lnTo>
                  <a:lnTo>
                    <a:pt x="4608261" y="104256"/>
                  </a:lnTo>
                  <a:lnTo>
                    <a:pt x="4612667" y="148233"/>
                  </a:lnTo>
                  <a:lnTo>
                    <a:pt x="4617072" y="253512"/>
                  </a:lnTo>
                  <a:lnTo>
                    <a:pt x="4621478" y="259074"/>
                  </a:lnTo>
                  <a:lnTo>
                    <a:pt x="4625883" y="308337"/>
                  </a:lnTo>
                  <a:lnTo>
                    <a:pt x="4630289" y="386722"/>
                  </a:lnTo>
                  <a:lnTo>
                    <a:pt x="4634695" y="424679"/>
                  </a:lnTo>
                  <a:lnTo>
                    <a:pt x="4639100" y="404983"/>
                  </a:lnTo>
                  <a:lnTo>
                    <a:pt x="4643506" y="343759"/>
                  </a:lnTo>
                  <a:lnTo>
                    <a:pt x="4647911" y="443665"/>
                  </a:lnTo>
                  <a:lnTo>
                    <a:pt x="4652317" y="454656"/>
                  </a:lnTo>
                  <a:lnTo>
                    <a:pt x="4656723" y="437267"/>
                  </a:lnTo>
                  <a:lnTo>
                    <a:pt x="4661128" y="506333"/>
                  </a:lnTo>
                  <a:lnTo>
                    <a:pt x="4665534" y="529177"/>
                  </a:lnTo>
                  <a:lnTo>
                    <a:pt x="4669939" y="494522"/>
                  </a:lnTo>
                  <a:lnTo>
                    <a:pt x="4674345" y="507463"/>
                  </a:lnTo>
                  <a:lnTo>
                    <a:pt x="4678751" y="529263"/>
                  </a:lnTo>
                  <a:lnTo>
                    <a:pt x="4683156" y="541733"/>
                  </a:lnTo>
                  <a:lnTo>
                    <a:pt x="4687562" y="551127"/>
                  </a:lnTo>
                  <a:lnTo>
                    <a:pt x="4691967" y="598489"/>
                  </a:lnTo>
                  <a:lnTo>
                    <a:pt x="4696373" y="591098"/>
                  </a:lnTo>
                  <a:lnTo>
                    <a:pt x="4700779" y="527598"/>
                  </a:lnTo>
                  <a:lnTo>
                    <a:pt x="4705184" y="507811"/>
                  </a:lnTo>
                  <a:lnTo>
                    <a:pt x="4709590" y="453508"/>
                  </a:lnTo>
                  <a:lnTo>
                    <a:pt x="4713995" y="452972"/>
                  </a:lnTo>
                  <a:lnTo>
                    <a:pt x="4718401" y="466410"/>
                  </a:lnTo>
                  <a:lnTo>
                    <a:pt x="4722807" y="520698"/>
                  </a:lnTo>
                  <a:lnTo>
                    <a:pt x="4727212" y="485797"/>
                  </a:lnTo>
                  <a:lnTo>
                    <a:pt x="4731618" y="365098"/>
                  </a:lnTo>
                  <a:lnTo>
                    <a:pt x="4736024" y="363875"/>
                  </a:lnTo>
                  <a:lnTo>
                    <a:pt x="4740429" y="382735"/>
                  </a:lnTo>
                  <a:lnTo>
                    <a:pt x="4744835" y="285170"/>
                  </a:lnTo>
                  <a:lnTo>
                    <a:pt x="4749240" y="236392"/>
                  </a:lnTo>
                  <a:lnTo>
                    <a:pt x="4753646" y="210852"/>
                  </a:lnTo>
                  <a:lnTo>
                    <a:pt x="4758052" y="208113"/>
                  </a:lnTo>
                  <a:lnTo>
                    <a:pt x="4762457" y="200914"/>
                  </a:lnTo>
                  <a:lnTo>
                    <a:pt x="4766863" y="156438"/>
                  </a:lnTo>
                  <a:lnTo>
                    <a:pt x="4771268" y="227768"/>
                  </a:lnTo>
                  <a:lnTo>
                    <a:pt x="4775674" y="166704"/>
                  </a:lnTo>
                  <a:lnTo>
                    <a:pt x="4780080" y="90978"/>
                  </a:lnTo>
                  <a:lnTo>
                    <a:pt x="4784485" y="85619"/>
                  </a:lnTo>
                  <a:lnTo>
                    <a:pt x="4788891" y="78373"/>
                  </a:lnTo>
                  <a:lnTo>
                    <a:pt x="4793296" y="82181"/>
                  </a:lnTo>
                  <a:lnTo>
                    <a:pt x="4797702" y="80794"/>
                  </a:lnTo>
                  <a:lnTo>
                    <a:pt x="4802108" y="82645"/>
                  </a:lnTo>
                  <a:lnTo>
                    <a:pt x="4806513" y="82645"/>
                  </a:lnTo>
                  <a:lnTo>
                    <a:pt x="4810919" y="82645"/>
                  </a:lnTo>
                  <a:lnTo>
                    <a:pt x="4815324" y="84080"/>
                  </a:lnTo>
                  <a:lnTo>
                    <a:pt x="4819730" y="95547"/>
                  </a:lnTo>
                  <a:lnTo>
                    <a:pt x="4824136" y="102879"/>
                  </a:lnTo>
                  <a:lnTo>
                    <a:pt x="4828541" y="111563"/>
                  </a:lnTo>
                  <a:lnTo>
                    <a:pt x="4832947" y="115580"/>
                  </a:lnTo>
                  <a:lnTo>
                    <a:pt x="4837352" y="129391"/>
                  </a:lnTo>
                  <a:lnTo>
                    <a:pt x="4841758" y="206965"/>
                  </a:lnTo>
                  <a:lnTo>
                    <a:pt x="4846164" y="268274"/>
                  </a:lnTo>
                  <a:lnTo>
                    <a:pt x="4850569" y="303886"/>
                  </a:lnTo>
                  <a:lnTo>
                    <a:pt x="4854975" y="291105"/>
                  </a:lnTo>
                  <a:lnTo>
                    <a:pt x="4859380" y="356437"/>
                  </a:lnTo>
                  <a:lnTo>
                    <a:pt x="4863786" y="357385"/>
                  </a:lnTo>
                  <a:lnTo>
                    <a:pt x="4868192" y="462598"/>
                  </a:lnTo>
                  <a:lnTo>
                    <a:pt x="4872597" y="584095"/>
                  </a:lnTo>
                  <a:lnTo>
                    <a:pt x="4877003" y="651644"/>
                  </a:lnTo>
                  <a:lnTo>
                    <a:pt x="4881408" y="635718"/>
                  </a:lnTo>
                  <a:lnTo>
                    <a:pt x="4885814" y="637026"/>
                  </a:lnTo>
                  <a:lnTo>
                    <a:pt x="4890220" y="666276"/>
                  </a:lnTo>
                  <a:lnTo>
                    <a:pt x="4894625" y="683465"/>
                  </a:lnTo>
                  <a:lnTo>
                    <a:pt x="4899031" y="792565"/>
                  </a:lnTo>
                  <a:lnTo>
                    <a:pt x="4903436" y="801544"/>
                  </a:lnTo>
                  <a:lnTo>
                    <a:pt x="4907842" y="793180"/>
                  </a:lnTo>
                  <a:lnTo>
                    <a:pt x="4912248" y="831222"/>
                  </a:lnTo>
                  <a:lnTo>
                    <a:pt x="4916653" y="891983"/>
                  </a:lnTo>
                  <a:lnTo>
                    <a:pt x="4921059" y="894802"/>
                  </a:lnTo>
                  <a:lnTo>
                    <a:pt x="4925464" y="890113"/>
                  </a:lnTo>
                  <a:lnTo>
                    <a:pt x="4929870" y="855610"/>
                  </a:lnTo>
                  <a:lnTo>
                    <a:pt x="4934276" y="874886"/>
                  </a:lnTo>
                  <a:lnTo>
                    <a:pt x="4938681" y="861592"/>
                  </a:lnTo>
                  <a:lnTo>
                    <a:pt x="4943087" y="849838"/>
                  </a:lnTo>
                  <a:lnTo>
                    <a:pt x="4947492" y="910165"/>
                  </a:lnTo>
                  <a:lnTo>
                    <a:pt x="4951898" y="914363"/>
                  </a:lnTo>
                  <a:lnTo>
                    <a:pt x="4956304" y="897096"/>
                  </a:lnTo>
                  <a:lnTo>
                    <a:pt x="4960709" y="956957"/>
                  </a:lnTo>
                  <a:lnTo>
                    <a:pt x="4965115" y="956957"/>
                  </a:lnTo>
                  <a:lnTo>
                    <a:pt x="4969521" y="976591"/>
                  </a:lnTo>
                  <a:lnTo>
                    <a:pt x="4973926" y="975694"/>
                  </a:lnTo>
                  <a:lnTo>
                    <a:pt x="4978332" y="1001676"/>
                  </a:lnTo>
                  <a:lnTo>
                    <a:pt x="4982737" y="1012767"/>
                  </a:lnTo>
                  <a:lnTo>
                    <a:pt x="4987143" y="1021957"/>
                  </a:lnTo>
                  <a:lnTo>
                    <a:pt x="4991549" y="991317"/>
                  </a:lnTo>
                  <a:lnTo>
                    <a:pt x="4995954" y="993982"/>
                  </a:lnTo>
                  <a:lnTo>
                    <a:pt x="5000360" y="997251"/>
                  </a:lnTo>
                  <a:lnTo>
                    <a:pt x="5004765" y="1007286"/>
                  </a:lnTo>
                  <a:lnTo>
                    <a:pt x="5009171" y="998212"/>
                  </a:lnTo>
                  <a:lnTo>
                    <a:pt x="5013577" y="997900"/>
                  </a:lnTo>
                  <a:lnTo>
                    <a:pt x="5017982" y="990883"/>
                  </a:lnTo>
                  <a:lnTo>
                    <a:pt x="5022388" y="988292"/>
                  </a:lnTo>
                  <a:lnTo>
                    <a:pt x="5026793" y="1040374"/>
                  </a:lnTo>
                  <a:lnTo>
                    <a:pt x="5031199" y="1037627"/>
                  </a:lnTo>
                  <a:lnTo>
                    <a:pt x="5035605" y="1025252"/>
                  </a:lnTo>
                  <a:lnTo>
                    <a:pt x="5040010" y="1052551"/>
                  </a:lnTo>
                  <a:lnTo>
                    <a:pt x="5044416" y="1052921"/>
                  </a:lnTo>
                  <a:lnTo>
                    <a:pt x="5048821" y="1052708"/>
                  </a:lnTo>
                  <a:lnTo>
                    <a:pt x="5053227" y="1052921"/>
                  </a:lnTo>
                  <a:lnTo>
                    <a:pt x="5057633" y="1057412"/>
                  </a:lnTo>
                  <a:lnTo>
                    <a:pt x="5062038" y="1051303"/>
                  </a:lnTo>
                  <a:lnTo>
                    <a:pt x="5066444" y="1070329"/>
                  </a:lnTo>
                  <a:lnTo>
                    <a:pt x="5070849" y="1043785"/>
                  </a:lnTo>
                  <a:lnTo>
                    <a:pt x="5075255" y="988735"/>
                  </a:lnTo>
                  <a:lnTo>
                    <a:pt x="5079661" y="1016011"/>
                  </a:lnTo>
                  <a:lnTo>
                    <a:pt x="5084066" y="1060169"/>
                  </a:lnTo>
                  <a:lnTo>
                    <a:pt x="5088472" y="1059647"/>
                  </a:lnTo>
                  <a:lnTo>
                    <a:pt x="5092877" y="1059647"/>
                  </a:lnTo>
                  <a:lnTo>
                    <a:pt x="5097283" y="1083145"/>
                  </a:lnTo>
                  <a:lnTo>
                    <a:pt x="5101689" y="1061251"/>
                  </a:lnTo>
                  <a:lnTo>
                    <a:pt x="5106094" y="1054951"/>
                  </a:lnTo>
                  <a:lnTo>
                    <a:pt x="5110500" y="1054467"/>
                  </a:lnTo>
                  <a:lnTo>
                    <a:pt x="5114905" y="1062430"/>
                  </a:lnTo>
                  <a:lnTo>
                    <a:pt x="5119311" y="1071123"/>
                  </a:lnTo>
                  <a:lnTo>
                    <a:pt x="5123717" y="1086099"/>
                  </a:lnTo>
                  <a:lnTo>
                    <a:pt x="5128122" y="1075667"/>
                  </a:lnTo>
                  <a:lnTo>
                    <a:pt x="5132528" y="1072674"/>
                  </a:lnTo>
                  <a:lnTo>
                    <a:pt x="5136933" y="1068986"/>
                  </a:lnTo>
                  <a:lnTo>
                    <a:pt x="5141339" y="1097190"/>
                  </a:lnTo>
                  <a:lnTo>
                    <a:pt x="5145745" y="1133082"/>
                  </a:lnTo>
                  <a:lnTo>
                    <a:pt x="5150150" y="1147794"/>
                  </a:lnTo>
                  <a:lnTo>
                    <a:pt x="5154556" y="1121801"/>
                  </a:lnTo>
                  <a:lnTo>
                    <a:pt x="5158961" y="1118013"/>
                  </a:lnTo>
                  <a:lnTo>
                    <a:pt x="5163367" y="1133188"/>
                  </a:lnTo>
                  <a:lnTo>
                    <a:pt x="5167773" y="1149106"/>
                  </a:lnTo>
                  <a:lnTo>
                    <a:pt x="5172178" y="1152532"/>
                  </a:lnTo>
                  <a:lnTo>
                    <a:pt x="5176584" y="1160746"/>
                  </a:lnTo>
                  <a:lnTo>
                    <a:pt x="5180989" y="1156917"/>
                  </a:lnTo>
                  <a:lnTo>
                    <a:pt x="5185395" y="1149813"/>
                  </a:lnTo>
                  <a:lnTo>
                    <a:pt x="5189801" y="1135638"/>
                  </a:lnTo>
                  <a:lnTo>
                    <a:pt x="5194206" y="1156488"/>
                  </a:lnTo>
                  <a:lnTo>
                    <a:pt x="5198612" y="1156247"/>
                  </a:lnTo>
                  <a:lnTo>
                    <a:pt x="5203018" y="1153306"/>
                  </a:lnTo>
                  <a:lnTo>
                    <a:pt x="5207423" y="1169317"/>
                  </a:lnTo>
                  <a:lnTo>
                    <a:pt x="5211829" y="1124951"/>
                  </a:lnTo>
                  <a:lnTo>
                    <a:pt x="5216234" y="1172510"/>
                  </a:lnTo>
                  <a:lnTo>
                    <a:pt x="5220640" y="1169469"/>
                  </a:lnTo>
                  <a:lnTo>
                    <a:pt x="5225046" y="1131624"/>
                  </a:lnTo>
                  <a:lnTo>
                    <a:pt x="5229451" y="1111775"/>
                  </a:lnTo>
                  <a:lnTo>
                    <a:pt x="5233857" y="1073935"/>
                  </a:lnTo>
                  <a:lnTo>
                    <a:pt x="5238262" y="1109131"/>
                  </a:lnTo>
                  <a:lnTo>
                    <a:pt x="5242668" y="1145075"/>
                  </a:lnTo>
                  <a:lnTo>
                    <a:pt x="5247074" y="1153121"/>
                  </a:lnTo>
                  <a:lnTo>
                    <a:pt x="5251479" y="1156475"/>
                  </a:lnTo>
                  <a:lnTo>
                    <a:pt x="5255885" y="1147817"/>
                  </a:lnTo>
                  <a:lnTo>
                    <a:pt x="5260290" y="1139925"/>
                  </a:lnTo>
                  <a:lnTo>
                    <a:pt x="5264696" y="1156475"/>
                  </a:lnTo>
                  <a:lnTo>
                    <a:pt x="5269102" y="1139925"/>
                  </a:lnTo>
                  <a:lnTo>
                    <a:pt x="5273507" y="1101780"/>
                  </a:lnTo>
                  <a:lnTo>
                    <a:pt x="5277913" y="1108164"/>
                  </a:lnTo>
                  <a:lnTo>
                    <a:pt x="5282318" y="1162494"/>
                  </a:lnTo>
                  <a:lnTo>
                    <a:pt x="5286724" y="1166368"/>
                  </a:lnTo>
                  <a:lnTo>
                    <a:pt x="5291130" y="1166368"/>
                  </a:lnTo>
                  <a:lnTo>
                    <a:pt x="5295535" y="1170978"/>
                  </a:lnTo>
                  <a:lnTo>
                    <a:pt x="5299941" y="1165966"/>
                  </a:lnTo>
                  <a:lnTo>
                    <a:pt x="5304346" y="1163760"/>
                  </a:lnTo>
                  <a:lnTo>
                    <a:pt x="5308752" y="1164926"/>
                  </a:lnTo>
                  <a:lnTo>
                    <a:pt x="5313158" y="1165594"/>
                  </a:lnTo>
                  <a:lnTo>
                    <a:pt x="5317563" y="1158946"/>
                  </a:lnTo>
                  <a:lnTo>
                    <a:pt x="5321969" y="1125510"/>
                  </a:lnTo>
                  <a:lnTo>
                    <a:pt x="5326374" y="1138933"/>
                  </a:lnTo>
                  <a:lnTo>
                    <a:pt x="5330780" y="1159795"/>
                  </a:lnTo>
                  <a:lnTo>
                    <a:pt x="5335186" y="1160197"/>
                  </a:lnTo>
                  <a:lnTo>
                    <a:pt x="5339591" y="1160197"/>
                  </a:lnTo>
                  <a:lnTo>
                    <a:pt x="5343997" y="1160197"/>
                  </a:lnTo>
                  <a:lnTo>
                    <a:pt x="5348402" y="1163171"/>
                  </a:lnTo>
                  <a:lnTo>
                    <a:pt x="5352808" y="1163383"/>
                  </a:lnTo>
                  <a:lnTo>
                    <a:pt x="5357214" y="1174656"/>
                  </a:lnTo>
                  <a:lnTo>
                    <a:pt x="5361619" y="1180315"/>
                  </a:lnTo>
                  <a:lnTo>
                    <a:pt x="5366025" y="1179645"/>
                  </a:lnTo>
                  <a:lnTo>
                    <a:pt x="5370430" y="1168660"/>
                  </a:lnTo>
                  <a:lnTo>
                    <a:pt x="5374836" y="1132253"/>
                  </a:lnTo>
                  <a:lnTo>
                    <a:pt x="5379242" y="1151735"/>
                  </a:lnTo>
                  <a:lnTo>
                    <a:pt x="5383647" y="1191015"/>
                  </a:lnTo>
                  <a:lnTo>
                    <a:pt x="5388053" y="1184735"/>
                  </a:lnTo>
                  <a:lnTo>
                    <a:pt x="5392458" y="1182419"/>
                  </a:lnTo>
                  <a:lnTo>
                    <a:pt x="5396864" y="1183003"/>
                  </a:lnTo>
                  <a:lnTo>
                    <a:pt x="5401270" y="1184066"/>
                  </a:lnTo>
                  <a:lnTo>
                    <a:pt x="5405675" y="1183439"/>
                  </a:lnTo>
                  <a:lnTo>
                    <a:pt x="5410081" y="1183293"/>
                  </a:lnTo>
                  <a:lnTo>
                    <a:pt x="5414486" y="1184408"/>
                  </a:lnTo>
                  <a:lnTo>
                    <a:pt x="5418892" y="1185955"/>
                  </a:lnTo>
                  <a:lnTo>
                    <a:pt x="5423298" y="1185951"/>
                  </a:lnTo>
                  <a:lnTo>
                    <a:pt x="5427703" y="1184844"/>
                  </a:lnTo>
                  <a:lnTo>
                    <a:pt x="5432109" y="1185110"/>
                  </a:lnTo>
                  <a:lnTo>
                    <a:pt x="5436515" y="1157978"/>
                  </a:lnTo>
                  <a:lnTo>
                    <a:pt x="5440920" y="1150242"/>
                  </a:lnTo>
                  <a:lnTo>
                    <a:pt x="5445326" y="1150242"/>
                  </a:lnTo>
                  <a:lnTo>
                    <a:pt x="5449731" y="1178051"/>
                  </a:lnTo>
                  <a:lnTo>
                    <a:pt x="5454137" y="1168779"/>
                  </a:lnTo>
                  <a:lnTo>
                    <a:pt x="5458543" y="1183761"/>
                  </a:lnTo>
                  <a:lnTo>
                    <a:pt x="5462948" y="1184934"/>
                  </a:lnTo>
                  <a:lnTo>
                    <a:pt x="5467354" y="1183461"/>
                  </a:lnTo>
                  <a:lnTo>
                    <a:pt x="5471759" y="1184514"/>
                  </a:lnTo>
                  <a:lnTo>
                    <a:pt x="5476165" y="1184804"/>
                  </a:lnTo>
                  <a:lnTo>
                    <a:pt x="5480571" y="1183975"/>
                  </a:lnTo>
                  <a:lnTo>
                    <a:pt x="5484976" y="1183730"/>
                  </a:lnTo>
                  <a:lnTo>
                    <a:pt x="5489382" y="1183461"/>
                  </a:lnTo>
                  <a:lnTo>
                    <a:pt x="5493787" y="1181903"/>
                  </a:lnTo>
                  <a:lnTo>
                    <a:pt x="5498193" y="1183730"/>
                  </a:lnTo>
                  <a:lnTo>
                    <a:pt x="5502599" y="1181903"/>
                  </a:lnTo>
                  <a:lnTo>
                    <a:pt x="5507004" y="1180212"/>
                  </a:lnTo>
                  <a:lnTo>
                    <a:pt x="5511410" y="1187687"/>
                  </a:lnTo>
                  <a:lnTo>
                    <a:pt x="5515815" y="1187687"/>
                  </a:lnTo>
                  <a:lnTo>
                    <a:pt x="5520221" y="1187147"/>
                  </a:lnTo>
                  <a:lnTo>
                    <a:pt x="5524627" y="1187147"/>
                  </a:lnTo>
                  <a:lnTo>
                    <a:pt x="5529032" y="1185076"/>
                  </a:lnTo>
                  <a:lnTo>
                    <a:pt x="5533438" y="1185482"/>
                  </a:lnTo>
                  <a:lnTo>
                    <a:pt x="5537843" y="1185482"/>
                  </a:lnTo>
                  <a:lnTo>
                    <a:pt x="5542249" y="1187147"/>
                  </a:lnTo>
                  <a:lnTo>
                    <a:pt x="5546655" y="1178841"/>
                  </a:lnTo>
                  <a:lnTo>
                    <a:pt x="5551060" y="1180669"/>
                  </a:lnTo>
                  <a:lnTo>
                    <a:pt x="5555466" y="1184222"/>
                  </a:lnTo>
                  <a:lnTo>
                    <a:pt x="5559871" y="1182537"/>
                  </a:lnTo>
                  <a:lnTo>
                    <a:pt x="5564277" y="1169672"/>
                  </a:lnTo>
                  <a:lnTo>
                    <a:pt x="5568683" y="1157946"/>
                  </a:lnTo>
                  <a:lnTo>
                    <a:pt x="5573088" y="1171028"/>
                  </a:lnTo>
                  <a:lnTo>
                    <a:pt x="5577494" y="1173064"/>
                  </a:lnTo>
                  <a:lnTo>
                    <a:pt x="5581899" y="1182489"/>
                  </a:lnTo>
                  <a:lnTo>
                    <a:pt x="5586305" y="1171028"/>
                  </a:lnTo>
                  <a:lnTo>
                    <a:pt x="5590711" y="1168621"/>
                  </a:lnTo>
                  <a:lnTo>
                    <a:pt x="5595116" y="1225780"/>
                  </a:lnTo>
                  <a:lnTo>
                    <a:pt x="5599522" y="1229435"/>
                  </a:lnTo>
                  <a:lnTo>
                    <a:pt x="5603927" y="1240619"/>
                  </a:lnTo>
                  <a:lnTo>
                    <a:pt x="5608333" y="1233847"/>
                  </a:lnTo>
                  <a:lnTo>
                    <a:pt x="5612739" y="1228171"/>
                  </a:lnTo>
                  <a:lnTo>
                    <a:pt x="5617144" y="1215090"/>
                  </a:lnTo>
                  <a:lnTo>
                    <a:pt x="5621550" y="1229253"/>
                  </a:lnTo>
                  <a:lnTo>
                    <a:pt x="5625955" y="1219515"/>
                  </a:lnTo>
                  <a:lnTo>
                    <a:pt x="5630361" y="1229919"/>
                  </a:lnTo>
                  <a:lnTo>
                    <a:pt x="5634767" y="1245328"/>
                  </a:lnTo>
                  <a:lnTo>
                    <a:pt x="5639172" y="1245819"/>
                  </a:lnTo>
                  <a:lnTo>
                    <a:pt x="5643578" y="1248112"/>
                  </a:lnTo>
                  <a:lnTo>
                    <a:pt x="5647983" y="1248328"/>
                  </a:lnTo>
                  <a:lnTo>
                    <a:pt x="5652389" y="1251641"/>
                  </a:lnTo>
                  <a:lnTo>
                    <a:pt x="5656795" y="1247431"/>
                  </a:lnTo>
                  <a:lnTo>
                    <a:pt x="5661200" y="1248328"/>
                  </a:lnTo>
                  <a:lnTo>
                    <a:pt x="5665606" y="1246804"/>
                  </a:lnTo>
                  <a:lnTo>
                    <a:pt x="5670012" y="1247485"/>
                  </a:lnTo>
                  <a:lnTo>
                    <a:pt x="5674417" y="1244786"/>
                  </a:lnTo>
                  <a:lnTo>
                    <a:pt x="5678823" y="1211651"/>
                  </a:lnTo>
                  <a:lnTo>
                    <a:pt x="5683228" y="1208892"/>
                  </a:lnTo>
                  <a:lnTo>
                    <a:pt x="5687634" y="1224765"/>
                  </a:lnTo>
                  <a:lnTo>
                    <a:pt x="5692040" y="1205391"/>
                  </a:lnTo>
                  <a:lnTo>
                    <a:pt x="5696445" y="1209732"/>
                  </a:lnTo>
                  <a:lnTo>
                    <a:pt x="5700851" y="1228415"/>
                  </a:lnTo>
                  <a:lnTo>
                    <a:pt x="5705256" y="1234735"/>
                  </a:lnTo>
                  <a:lnTo>
                    <a:pt x="5709662" y="1221370"/>
                  </a:lnTo>
                  <a:lnTo>
                    <a:pt x="5714068" y="1226874"/>
                  </a:lnTo>
                  <a:lnTo>
                    <a:pt x="5718473" y="1223326"/>
                  </a:lnTo>
                  <a:lnTo>
                    <a:pt x="5722879" y="1192162"/>
                  </a:lnTo>
                  <a:lnTo>
                    <a:pt x="5727284" y="1219761"/>
                  </a:lnTo>
                  <a:lnTo>
                    <a:pt x="5731690" y="1247413"/>
                  </a:lnTo>
                  <a:lnTo>
                    <a:pt x="5736096" y="1243787"/>
                  </a:lnTo>
                  <a:lnTo>
                    <a:pt x="5740501" y="1213055"/>
                  </a:lnTo>
                  <a:lnTo>
                    <a:pt x="5744907" y="1241278"/>
                  </a:lnTo>
                  <a:lnTo>
                    <a:pt x="5749312" y="1247816"/>
                  </a:lnTo>
                  <a:lnTo>
                    <a:pt x="5753718" y="1247816"/>
                  </a:lnTo>
                  <a:lnTo>
                    <a:pt x="5758124" y="1229322"/>
                  </a:lnTo>
                  <a:lnTo>
                    <a:pt x="5762529" y="1231246"/>
                  </a:lnTo>
                  <a:lnTo>
                    <a:pt x="5766935" y="1253324"/>
                  </a:lnTo>
                  <a:lnTo>
                    <a:pt x="5771340" y="1254757"/>
                  </a:lnTo>
                  <a:lnTo>
                    <a:pt x="5775746" y="1195374"/>
                  </a:lnTo>
                  <a:lnTo>
                    <a:pt x="5780152" y="1239944"/>
                  </a:lnTo>
                  <a:lnTo>
                    <a:pt x="5784557" y="1227971"/>
                  </a:lnTo>
                  <a:lnTo>
                    <a:pt x="5788963" y="1240440"/>
                  </a:lnTo>
                  <a:lnTo>
                    <a:pt x="5793368" y="1253248"/>
                  </a:lnTo>
                  <a:lnTo>
                    <a:pt x="5797774" y="1255096"/>
                  </a:lnTo>
                  <a:lnTo>
                    <a:pt x="5802180" y="1252424"/>
                  </a:lnTo>
                  <a:lnTo>
                    <a:pt x="5806585" y="1252973"/>
                  </a:lnTo>
                  <a:lnTo>
                    <a:pt x="5810991" y="1250256"/>
                  </a:lnTo>
                  <a:lnTo>
                    <a:pt x="5815396" y="1255618"/>
                  </a:lnTo>
                  <a:lnTo>
                    <a:pt x="5819802" y="1254555"/>
                  </a:lnTo>
                  <a:lnTo>
                    <a:pt x="5824208" y="1251038"/>
                  </a:lnTo>
                  <a:lnTo>
                    <a:pt x="5828613" y="1258565"/>
                  </a:lnTo>
                  <a:lnTo>
                    <a:pt x="5833019" y="1254555"/>
                  </a:lnTo>
                  <a:lnTo>
                    <a:pt x="5837424" y="1244804"/>
                  </a:lnTo>
                  <a:lnTo>
                    <a:pt x="5841830" y="1254555"/>
                  </a:lnTo>
                  <a:lnTo>
                    <a:pt x="5846236" y="1257378"/>
                  </a:lnTo>
                  <a:lnTo>
                    <a:pt x="5850641" y="1256515"/>
                  </a:lnTo>
                  <a:lnTo>
                    <a:pt x="5855047" y="1256515"/>
                  </a:lnTo>
                  <a:lnTo>
                    <a:pt x="5859452" y="1256515"/>
                  </a:lnTo>
                  <a:lnTo>
                    <a:pt x="5863858" y="1256515"/>
                  </a:lnTo>
                  <a:lnTo>
                    <a:pt x="5868264" y="1258796"/>
                  </a:lnTo>
                  <a:lnTo>
                    <a:pt x="5872669" y="1258796"/>
                  </a:lnTo>
                  <a:lnTo>
                    <a:pt x="5877075" y="1256631"/>
                  </a:lnTo>
                  <a:lnTo>
                    <a:pt x="5881480" y="1252927"/>
                  </a:lnTo>
                  <a:lnTo>
                    <a:pt x="5885886" y="1254262"/>
                  </a:lnTo>
                  <a:lnTo>
                    <a:pt x="5890292" y="1255803"/>
                  </a:lnTo>
                  <a:lnTo>
                    <a:pt x="5894697" y="1255993"/>
                  </a:lnTo>
                  <a:lnTo>
                    <a:pt x="5899103" y="1252964"/>
                  </a:lnTo>
                  <a:lnTo>
                    <a:pt x="5903509" y="1227971"/>
                  </a:lnTo>
                  <a:lnTo>
                    <a:pt x="5907914" y="1223438"/>
                  </a:lnTo>
                  <a:lnTo>
                    <a:pt x="5912320" y="1214782"/>
                  </a:lnTo>
                  <a:lnTo>
                    <a:pt x="5916725" y="1251435"/>
                  </a:lnTo>
                  <a:lnTo>
                    <a:pt x="5921131" y="1255777"/>
                  </a:lnTo>
                  <a:lnTo>
                    <a:pt x="5925537" y="1254991"/>
                  </a:lnTo>
                  <a:lnTo>
                    <a:pt x="5929942" y="1258790"/>
                  </a:lnTo>
                  <a:lnTo>
                    <a:pt x="5934348" y="1269569"/>
                  </a:lnTo>
                  <a:lnTo>
                    <a:pt x="5938753" y="1265409"/>
                  </a:lnTo>
                  <a:lnTo>
                    <a:pt x="5943159" y="1269941"/>
                  </a:lnTo>
                  <a:lnTo>
                    <a:pt x="5947565" y="1270571"/>
                  </a:lnTo>
                  <a:lnTo>
                    <a:pt x="5951970" y="1267804"/>
                  </a:lnTo>
                  <a:lnTo>
                    <a:pt x="5956376" y="1229764"/>
                  </a:lnTo>
                  <a:lnTo>
                    <a:pt x="5960781" y="1252809"/>
                  </a:lnTo>
                  <a:lnTo>
                    <a:pt x="5965187" y="1270158"/>
                  </a:lnTo>
                  <a:lnTo>
                    <a:pt x="5969593" y="1256397"/>
                  </a:lnTo>
                  <a:lnTo>
                    <a:pt x="5973998" y="1229764"/>
                  </a:lnTo>
                  <a:lnTo>
                    <a:pt x="5978404" y="1240752"/>
                  </a:lnTo>
                  <a:lnTo>
                    <a:pt x="5982809" y="1226020"/>
                  </a:lnTo>
                  <a:lnTo>
                    <a:pt x="5987215" y="1220636"/>
                  </a:lnTo>
                  <a:lnTo>
                    <a:pt x="5991621" y="1204210"/>
                  </a:lnTo>
                  <a:lnTo>
                    <a:pt x="5996026" y="1253400"/>
                  </a:lnTo>
                  <a:lnTo>
                    <a:pt x="6000432" y="1279966"/>
                  </a:lnTo>
                  <a:lnTo>
                    <a:pt x="6004837" y="1238020"/>
                  </a:lnTo>
                  <a:lnTo>
                    <a:pt x="6009243" y="1230131"/>
                  </a:lnTo>
                  <a:lnTo>
                    <a:pt x="6013649" y="1277707"/>
                  </a:lnTo>
                  <a:lnTo>
                    <a:pt x="6018054" y="1280755"/>
                  </a:lnTo>
                  <a:lnTo>
                    <a:pt x="6022460" y="1279858"/>
                  </a:lnTo>
                  <a:lnTo>
                    <a:pt x="6026865" y="1253489"/>
                  </a:lnTo>
                  <a:lnTo>
                    <a:pt x="6031271" y="1237733"/>
                  </a:lnTo>
                  <a:lnTo>
                    <a:pt x="6035677" y="1254201"/>
                  </a:lnTo>
                  <a:lnTo>
                    <a:pt x="6040082" y="1247221"/>
                  </a:lnTo>
                  <a:lnTo>
                    <a:pt x="6044488" y="1265543"/>
                  </a:lnTo>
                  <a:lnTo>
                    <a:pt x="6048893" y="1266462"/>
                  </a:lnTo>
                  <a:lnTo>
                    <a:pt x="6053299" y="1259512"/>
                  </a:lnTo>
                  <a:lnTo>
                    <a:pt x="6057705" y="1273044"/>
                  </a:lnTo>
                  <a:lnTo>
                    <a:pt x="6062110" y="1273026"/>
                  </a:lnTo>
                  <a:lnTo>
                    <a:pt x="6066516" y="1265021"/>
                  </a:lnTo>
                  <a:lnTo>
                    <a:pt x="6070921" y="1232566"/>
                  </a:lnTo>
                  <a:lnTo>
                    <a:pt x="6075327" y="1225363"/>
                  </a:lnTo>
                  <a:lnTo>
                    <a:pt x="6079733" y="1265021"/>
                  </a:lnTo>
                  <a:lnTo>
                    <a:pt x="6084138" y="1269345"/>
                  </a:lnTo>
                  <a:lnTo>
                    <a:pt x="6088544" y="1272261"/>
                  </a:lnTo>
                  <a:lnTo>
                    <a:pt x="6092949" y="1272450"/>
                  </a:lnTo>
                  <a:lnTo>
                    <a:pt x="6097355" y="1271927"/>
                  </a:lnTo>
                  <a:lnTo>
                    <a:pt x="6101761" y="1271927"/>
                  </a:lnTo>
                  <a:lnTo>
                    <a:pt x="6106166" y="1270727"/>
                  </a:lnTo>
                  <a:lnTo>
                    <a:pt x="6110572" y="1263330"/>
                  </a:lnTo>
                  <a:lnTo>
                    <a:pt x="6114977" y="1265021"/>
                  </a:lnTo>
                  <a:lnTo>
                    <a:pt x="6119383" y="1265939"/>
                  </a:lnTo>
                  <a:lnTo>
                    <a:pt x="6123789" y="1270622"/>
                  </a:lnTo>
                  <a:lnTo>
                    <a:pt x="6128194" y="1270186"/>
                  </a:lnTo>
                  <a:lnTo>
                    <a:pt x="6132600" y="1267478"/>
                  </a:lnTo>
                  <a:lnTo>
                    <a:pt x="6137006" y="1270354"/>
                  </a:lnTo>
                  <a:lnTo>
                    <a:pt x="6141411" y="1267890"/>
                  </a:lnTo>
                  <a:lnTo>
                    <a:pt x="6145817" y="1273319"/>
                  </a:lnTo>
                  <a:lnTo>
                    <a:pt x="6150222" y="1270871"/>
                  </a:lnTo>
                  <a:lnTo>
                    <a:pt x="6154628" y="1239995"/>
                  </a:lnTo>
                  <a:lnTo>
                    <a:pt x="6159034" y="1262595"/>
                  </a:lnTo>
                  <a:lnTo>
                    <a:pt x="6163439" y="1256397"/>
                  </a:lnTo>
                  <a:lnTo>
                    <a:pt x="6167845" y="1219761"/>
                  </a:lnTo>
                  <a:lnTo>
                    <a:pt x="6172250" y="1215577"/>
                  </a:lnTo>
                  <a:lnTo>
                    <a:pt x="6176656" y="1242922"/>
                  </a:lnTo>
                  <a:lnTo>
                    <a:pt x="6181062" y="1254201"/>
                  </a:lnTo>
                  <a:lnTo>
                    <a:pt x="6185467" y="1269894"/>
                  </a:lnTo>
                  <a:lnTo>
                    <a:pt x="6189873" y="1267478"/>
                  </a:lnTo>
                  <a:lnTo>
                    <a:pt x="6194278" y="1265913"/>
                  </a:lnTo>
                  <a:lnTo>
                    <a:pt x="6198684" y="1271030"/>
                  </a:lnTo>
                  <a:lnTo>
                    <a:pt x="6203090" y="1271927"/>
                  </a:lnTo>
                  <a:lnTo>
                    <a:pt x="6207495" y="1253890"/>
                  </a:lnTo>
                  <a:lnTo>
                    <a:pt x="6211901" y="1238931"/>
                  </a:lnTo>
                  <a:lnTo>
                    <a:pt x="6216306" y="1257620"/>
                  </a:lnTo>
                  <a:lnTo>
                    <a:pt x="6220712" y="1262624"/>
                  </a:lnTo>
                  <a:lnTo>
                    <a:pt x="6225118" y="1266955"/>
                  </a:lnTo>
                  <a:lnTo>
                    <a:pt x="6229523" y="1256397"/>
                  </a:lnTo>
                  <a:lnTo>
                    <a:pt x="6233929" y="1239995"/>
                  </a:lnTo>
                  <a:lnTo>
                    <a:pt x="6238334" y="1265427"/>
                  </a:lnTo>
                  <a:lnTo>
                    <a:pt x="6242740" y="1256353"/>
                  </a:lnTo>
                  <a:lnTo>
                    <a:pt x="6247146" y="1249474"/>
                  </a:lnTo>
                  <a:lnTo>
                    <a:pt x="6251551" y="1269894"/>
                  </a:lnTo>
                  <a:lnTo>
                    <a:pt x="6255957" y="1272261"/>
                  </a:lnTo>
                  <a:lnTo>
                    <a:pt x="6260362" y="1254201"/>
                  </a:lnTo>
                  <a:lnTo>
                    <a:pt x="6264768" y="1214425"/>
                  </a:lnTo>
                  <a:lnTo>
                    <a:pt x="6269174" y="1249675"/>
                  </a:lnTo>
                  <a:lnTo>
                    <a:pt x="6273579" y="1264876"/>
                  </a:lnTo>
                  <a:lnTo>
                    <a:pt x="6277985" y="1252865"/>
                  </a:lnTo>
                  <a:lnTo>
                    <a:pt x="6282390" y="1251828"/>
                  </a:lnTo>
                  <a:lnTo>
                    <a:pt x="6286796" y="1264846"/>
                  </a:lnTo>
                  <a:lnTo>
                    <a:pt x="6291202" y="1260159"/>
                  </a:lnTo>
                  <a:lnTo>
                    <a:pt x="6295607" y="1218523"/>
                  </a:lnTo>
                  <a:lnTo>
                    <a:pt x="6300013" y="1266219"/>
                  </a:lnTo>
                  <a:lnTo>
                    <a:pt x="6304418" y="1267402"/>
                  </a:lnTo>
                  <a:lnTo>
                    <a:pt x="6308824" y="1270491"/>
                  </a:lnTo>
                  <a:lnTo>
                    <a:pt x="6313230" y="1253804"/>
                  </a:lnTo>
                  <a:lnTo>
                    <a:pt x="6317635" y="1211109"/>
                  </a:lnTo>
                  <a:lnTo>
                    <a:pt x="6322041" y="1211109"/>
                  </a:lnTo>
                  <a:lnTo>
                    <a:pt x="6326446" y="1232112"/>
                  </a:lnTo>
                  <a:lnTo>
                    <a:pt x="6330852" y="1263567"/>
                  </a:lnTo>
                  <a:lnTo>
                    <a:pt x="6335258" y="1267886"/>
                  </a:lnTo>
                  <a:lnTo>
                    <a:pt x="6339663" y="1266058"/>
                  </a:lnTo>
                  <a:lnTo>
                    <a:pt x="6344069" y="1249365"/>
                  </a:lnTo>
                  <a:lnTo>
                    <a:pt x="6348474" y="1238251"/>
                  </a:lnTo>
                  <a:lnTo>
                    <a:pt x="6352880" y="1265622"/>
                  </a:lnTo>
                  <a:lnTo>
                    <a:pt x="6357286" y="1277609"/>
                  </a:lnTo>
                  <a:lnTo>
                    <a:pt x="6361691" y="1277609"/>
                  </a:lnTo>
                  <a:lnTo>
                    <a:pt x="6366097" y="1275600"/>
                  </a:lnTo>
                  <a:lnTo>
                    <a:pt x="6370503" y="1276229"/>
                  </a:lnTo>
                  <a:lnTo>
                    <a:pt x="6374908" y="1292637"/>
                  </a:lnTo>
                  <a:lnTo>
                    <a:pt x="6379314" y="1292542"/>
                  </a:lnTo>
                  <a:lnTo>
                    <a:pt x="6383719" y="1292542"/>
                  </a:lnTo>
                  <a:lnTo>
                    <a:pt x="6388125" y="1291912"/>
                  </a:lnTo>
                  <a:lnTo>
                    <a:pt x="6392531" y="1288160"/>
                  </a:lnTo>
                  <a:lnTo>
                    <a:pt x="6396936" y="1291362"/>
                  </a:lnTo>
                  <a:lnTo>
                    <a:pt x="6401342" y="1291362"/>
                  </a:lnTo>
                  <a:lnTo>
                    <a:pt x="6405747" y="1290019"/>
                  </a:lnTo>
                  <a:lnTo>
                    <a:pt x="6410153" y="1286236"/>
                  </a:lnTo>
                  <a:lnTo>
                    <a:pt x="6414559" y="1285618"/>
                  </a:lnTo>
                  <a:lnTo>
                    <a:pt x="6418964" y="1288825"/>
                  </a:lnTo>
                  <a:lnTo>
                    <a:pt x="6423370" y="1282328"/>
                  </a:lnTo>
                  <a:lnTo>
                    <a:pt x="6427775" y="1241764"/>
                  </a:lnTo>
                  <a:lnTo>
                    <a:pt x="6432181" y="1279735"/>
                  </a:lnTo>
                  <a:lnTo>
                    <a:pt x="6436587" y="1291945"/>
                  </a:lnTo>
                  <a:lnTo>
                    <a:pt x="6440992" y="1291945"/>
                  </a:lnTo>
                  <a:lnTo>
                    <a:pt x="6445398" y="1291543"/>
                  </a:lnTo>
                  <a:lnTo>
                    <a:pt x="6449803" y="1285221"/>
                  </a:lnTo>
                  <a:lnTo>
                    <a:pt x="6454209" y="1270706"/>
                  </a:lnTo>
                  <a:lnTo>
                    <a:pt x="6458615" y="1292583"/>
                  </a:lnTo>
                  <a:lnTo>
                    <a:pt x="6463020" y="1263886"/>
                  </a:lnTo>
                  <a:lnTo>
                    <a:pt x="6467426" y="1270092"/>
                  </a:lnTo>
                  <a:lnTo>
                    <a:pt x="6471831" y="1286904"/>
                  </a:lnTo>
                  <a:lnTo>
                    <a:pt x="6476237" y="1291240"/>
                  </a:lnTo>
                  <a:lnTo>
                    <a:pt x="6480643" y="1285349"/>
                  </a:lnTo>
                  <a:lnTo>
                    <a:pt x="6485048" y="1283721"/>
                  </a:lnTo>
                  <a:lnTo>
                    <a:pt x="6489454" y="1254426"/>
                  </a:lnTo>
                  <a:lnTo>
                    <a:pt x="6493859" y="1270669"/>
                  </a:lnTo>
                  <a:lnTo>
                    <a:pt x="6498265" y="1272536"/>
                  </a:lnTo>
                  <a:lnTo>
                    <a:pt x="6502671" y="1272536"/>
                  </a:lnTo>
                  <a:lnTo>
                    <a:pt x="6507076" y="1272536"/>
                  </a:lnTo>
                  <a:lnTo>
                    <a:pt x="6511482" y="1267186"/>
                  </a:lnTo>
                  <a:lnTo>
                    <a:pt x="6515887" y="1260060"/>
                  </a:lnTo>
                  <a:lnTo>
                    <a:pt x="6520293" y="1255946"/>
                  </a:lnTo>
                  <a:lnTo>
                    <a:pt x="6524699" y="1258973"/>
                  </a:lnTo>
                  <a:lnTo>
                    <a:pt x="6529104" y="1261511"/>
                  </a:lnTo>
                  <a:lnTo>
                    <a:pt x="6533510" y="1249529"/>
                  </a:lnTo>
                  <a:lnTo>
                    <a:pt x="6537915" y="1246641"/>
                  </a:lnTo>
                  <a:lnTo>
                    <a:pt x="6542321" y="1216430"/>
                  </a:lnTo>
                  <a:lnTo>
                    <a:pt x="6546727" y="1218884"/>
                  </a:lnTo>
                  <a:lnTo>
                    <a:pt x="6551132" y="1214472"/>
                  </a:lnTo>
                  <a:lnTo>
                    <a:pt x="6555538" y="1218387"/>
                  </a:lnTo>
                  <a:lnTo>
                    <a:pt x="6559943" y="1213256"/>
                  </a:lnTo>
                  <a:lnTo>
                    <a:pt x="6564349" y="1210849"/>
                  </a:lnTo>
                  <a:lnTo>
                    <a:pt x="6568755" y="1193920"/>
                  </a:lnTo>
                  <a:lnTo>
                    <a:pt x="6573160" y="1194778"/>
                  </a:lnTo>
                  <a:lnTo>
                    <a:pt x="6577566" y="1040747"/>
                  </a:lnTo>
                  <a:lnTo>
                    <a:pt x="6581971" y="1039859"/>
                  </a:lnTo>
                  <a:lnTo>
                    <a:pt x="6586377" y="1062603"/>
                  </a:lnTo>
                  <a:lnTo>
                    <a:pt x="6590783" y="1113050"/>
                  </a:lnTo>
                  <a:lnTo>
                    <a:pt x="6595188" y="1168195"/>
                  </a:lnTo>
                  <a:lnTo>
                    <a:pt x="6599594" y="1221628"/>
                  </a:lnTo>
                  <a:lnTo>
                    <a:pt x="6604000" y="1224434"/>
                  </a:lnTo>
                </a:path>
              </a:pathLst>
            </a:custGeom>
            <a:ln w="952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1591609" y="5211762"/>
              <a:ext cx="5507004" cy="0"/>
            </a:xfrm>
            <a:custGeom>
              <a:avLst/>
              <a:pathLst>
                <a:path w="5507004" h="0">
                  <a:moveTo>
                    <a:pt x="0" y="0"/>
                  </a:moveTo>
                  <a:lnTo>
                    <a:pt x="5507004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1591609" y="5211762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4"/>
            <p:cNvSpPr/>
            <p:nvPr/>
          </p:nvSpPr>
          <p:spPr>
            <a:xfrm>
              <a:off x="2693010" y="5211762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5"/>
            <p:cNvSpPr/>
            <p:nvPr/>
          </p:nvSpPr>
          <p:spPr>
            <a:xfrm>
              <a:off x="3794410" y="5211762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6"/>
            <p:cNvSpPr/>
            <p:nvPr/>
          </p:nvSpPr>
          <p:spPr>
            <a:xfrm>
              <a:off x="4895811" y="5211762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7"/>
            <p:cNvSpPr/>
            <p:nvPr/>
          </p:nvSpPr>
          <p:spPr>
            <a:xfrm>
              <a:off x="5997212" y="5211762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8"/>
            <p:cNvSpPr/>
            <p:nvPr/>
          </p:nvSpPr>
          <p:spPr>
            <a:xfrm>
              <a:off x="7098613" y="5211762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tx29"/>
            <p:cNvSpPr/>
            <p:nvPr/>
          </p:nvSpPr>
          <p:spPr>
            <a:xfrm>
              <a:off x="1155282" y="5425679"/>
              <a:ext cx="872653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176850000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2256683" y="5425679"/>
              <a:ext cx="872653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176900000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3358084" y="5425679"/>
              <a:ext cx="872653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176950000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4459485" y="5425679"/>
              <a:ext cx="872653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177000000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5560885" y="5425679"/>
              <a:ext cx="872653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177050000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6662286" y="5425679"/>
              <a:ext cx="872653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177100000</a:t>
              </a:r>
            </a:p>
          </p:txBody>
        </p:sp>
        <p:sp>
          <p:nvSpPr>
            <p:cNvPr id="36" name="pl35"/>
            <p:cNvSpPr/>
            <p:nvPr/>
          </p:nvSpPr>
          <p:spPr>
            <a:xfrm>
              <a:off x="1005839" y="3902434"/>
              <a:ext cx="0" cy="1074099"/>
            </a:xfrm>
            <a:custGeom>
              <a:avLst/>
              <a:pathLst>
                <a:path w="0" h="1074099">
                  <a:moveTo>
                    <a:pt x="0" y="1074099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6"/>
            <p:cNvSpPr/>
            <p:nvPr/>
          </p:nvSpPr>
          <p:spPr>
            <a:xfrm>
              <a:off x="914399" y="4976534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7"/>
            <p:cNvSpPr/>
            <p:nvPr/>
          </p:nvSpPr>
          <p:spPr>
            <a:xfrm>
              <a:off x="914399" y="4618501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8"/>
            <p:cNvSpPr/>
            <p:nvPr/>
          </p:nvSpPr>
          <p:spPr>
            <a:xfrm>
              <a:off x="914399" y="4260468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39"/>
            <p:cNvSpPr/>
            <p:nvPr/>
          </p:nvSpPr>
          <p:spPr>
            <a:xfrm>
              <a:off x="914399" y="3902434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tx40"/>
            <p:cNvSpPr/>
            <p:nvPr/>
          </p:nvSpPr>
          <p:spPr>
            <a:xfrm rot="-5400000">
              <a:off x="681348" y="4919979"/>
              <a:ext cx="96961" cy="1131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</a:t>
              </a:r>
            </a:p>
          </p:txBody>
        </p:sp>
        <p:sp>
          <p:nvSpPr>
            <p:cNvPr id="42" name="tx41"/>
            <p:cNvSpPr/>
            <p:nvPr/>
          </p:nvSpPr>
          <p:spPr>
            <a:xfrm rot="-5400000">
              <a:off x="682353" y="4562951"/>
              <a:ext cx="96961" cy="1111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</a:t>
              </a:r>
            </a:p>
          </p:txBody>
        </p:sp>
        <p:sp>
          <p:nvSpPr>
            <p:cNvPr id="43" name="tx42"/>
            <p:cNvSpPr/>
            <p:nvPr/>
          </p:nvSpPr>
          <p:spPr>
            <a:xfrm rot="-5400000">
              <a:off x="680269" y="4202834"/>
              <a:ext cx="96961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</a:t>
              </a:r>
            </a:p>
          </p:txBody>
        </p:sp>
        <p:sp>
          <p:nvSpPr>
            <p:cNvPr id="44" name="tx43"/>
            <p:cNvSpPr/>
            <p:nvPr/>
          </p:nvSpPr>
          <p:spPr>
            <a:xfrm rot="-5400000">
              <a:off x="680269" y="3844801"/>
              <a:ext cx="96961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</a:t>
              </a:r>
            </a:p>
          </p:txBody>
        </p:sp>
        <p:sp>
          <p:nvSpPr>
            <p:cNvPr id="45" name="pg44"/>
            <p:cNvSpPr/>
            <p:nvPr/>
          </p:nvSpPr>
          <p:spPr>
            <a:xfrm>
              <a:off x="1005839" y="3694042"/>
              <a:ext cx="7132319" cy="1517720"/>
            </a:xfrm>
            <a:custGeom>
              <a:avLst/>
              <a:pathLst>
                <a:path w="7132319" h="1517720">
                  <a:moveTo>
                    <a:pt x="0" y="1517720"/>
                  </a:moveTo>
                  <a:lnTo>
                    <a:pt x="7132319" y="1517720"/>
                  </a:lnTo>
                  <a:lnTo>
                    <a:pt x="7132319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tx45"/>
            <p:cNvSpPr/>
            <p:nvPr/>
          </p:nvSpPr>
          <p:spPr>
            <a:xfrm>
              <a:off x="4111228" y="3492275"/>
              <a:ext cx="921543" cy="1769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prediction</a:t>
              </a:r>
            </a:p>
          </p:txBody>
        </p:sp>
        <p:sp>
          <p:nvSpPr>
            <p:cNvPr id="47" name="tx46"/>
            <p:cNvSpPr/>
            <p:nvPr/>
          </p:nvSpPr>
          <p:spPr>
            <a:xfrm>
              <a:off x="4402001" y="5788760"/>
              <a:ext cx="339997" cy="1179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chr2</a:t>
              </a:r>
            </a:p>
          </p:txBody>
        </p:sp>
        <p:sp>
          <p:nvSpPr>
            <p:cNvPr id="48" name="tx47"/>
            <p:cNvSpPr/>
            <p:nvPr/>
          </p:nvSpPr>
          <p:spPr>
            <a:xfrm rot="-5400000">
              <a:off x="17783" y="4377037"/>
              <a:ext cx="653950" cy="1517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pred_sm</a:t>
              </a:r>
            </a:p>
          </p:txBody>
        </p:sp>
        <p:sp>
          <p:nvSpPr>
            <p:cNvPr id="49" name="pg48"/>
            <p:cNvSpPr/>
            <p:nvPr/>
          </p:nvSpPr>
          <p:spPr>
            <a:xfrm>
              <a:off x="1269999" y="3825765"/>
              <a:ext cx="6604000" cy="1329785"/>
            </a:xfrm>
            <a:custGeom>
              <a:avLst/>
              <a:pathLst>
                <a:path w="6604000" h="1329785">
                  <a:moveTo>
                    <a:pt x="0" y="1315391"/>
                  </a:moveTo>
                  <a:lnTo>
                    <a:pt x="4405" y="1315391"/>
                  </a:lnTo>
                  <a:lnTo>
                    <a:pt x="8811" y="1315391"/>
                  </a:lnTo>
                  <a:lnTo>
                    <a:pt x="13216" y="1314869"/>
                  </a:lnTo>
                  <a:lnTo>
                    <a:pt x="17622" y="1314869"/>
                  </a:lnTo>
                  <a:lnTo>
                    <a:pt x="22028" y="1314869"/>
                  </a:lnTo>
                  <a:lnTo>
                    <a:pt x="26433" y="1304817"/>
                  </a:lnTo>
                  <a:lnTo>
                    <a:pt x="30839" y="1304817"/>
                  </a:lnTo>
                  <a:lnTo>
                    <a:pt x="35244" y="1317163"/>
                  </a:lnTo>
                  <a:lnTo>
                    <a:pt x="39650" y="1317597"/>
                  </a:lnTo>
                  <a:lnTo>
                    <a:pt x="44056" y="1316056"/>
                  </a:lnTo>
                  <a:lnTo>
                    <a:pt x="48461" y="1314989"/>
                  </a:lnTo>
                  <a:lnTo>
                    <a:pt x="52867" y="1314762"/>
                  </a:lnTo>
                  <a:lnTo>
                    <a:pt x="57272" y="1313564"/>
                  </a:lnTo>
                  <a:lnTo>
                    <a:pt x="61678" y="1314762"/>
                  </a:lnTo>
                  <a:lnTo>
                    <a:pt x="66084" y="1314191"/>
                  </a:lnTo>
                  <a:lnTo>
                    <a:pt x="70489" y="1315298"/>
                  </a:lnTo>
                  <a:lnTo>
                    <a:pt x="74895" y="1315391"/>
                  </a:lnTo>
                  <a:lnTo>
                    <a:pt x="79300" y="1314494"/>
                  </a:lnTo>
                  <a:lnTo>
                    <a:pt x="83706" y="1315867"/>
                  </a:lnTo>
                  <a:lnTo>
                    <a:pt x="88112" y="1314842"/>
                  </a:lnTo>
                  <a:lnTo>
                    <a:pt x="92517" y="1315917"/>
                  </a:lnTo>
                  <a:lnTo>
                    <a:pt x="96923" y="1315917"/>
                  </a:lnTo>
                  <a:lnTo>
                    <a:pt x="101328" y="1316004"/>
                  </a:lnTo>
                  <a:lnTo>
                    <a:pt x="105734" y="1316593"/>
                  </a:lnTo>
                  <a:lnTo>
                    <a:pt x="110140" y="1300191"/>
                  </a:lnTo>
                  <a:lnTo>
                    <a:pt x="114545" y="1298155"/>
                  </a:lnTo>
                  <a:lnTo>
                    <a:pt x="118951" y="1310708"/>
                  </a:lnTo>
                  <a:lnTo>
                    <a:pt x="123356" y="1312481"/>
                  </a:lnTo>
                  <a:lnTo>
                    <a:pt x="127762" y="1300355"/>
                  </a:lnTo>
                  <a:lnTo>
                    <a:pt x="132168" y="1293557"/>
                  </a:lnTo>
                  <a:lnTo>
                    <a:pt x="136573" y="1306781"/>
                  </a:lnTo>
                  <a:lnTo>
                    <a:pt x="140979" y="1309757"/>
                  </a:lnTo>
                  <a:lnTo>
                    <a:pt x="145384" y="1313816"/>
                  </a:lnTo>
                  <a:lnTo>
                    <a:pt x="149790" y="1313721"/>
                  </a:lnTo>
                  <a:lnTo>
                    <a:pt x="154196" y="1313508"/>
                  </a:lnTo>
                  <a:lnTo>
                    <a:pt x="158601" y="1312083"/>
                  </a:lnTo>
                  <a:lnTo>
                    <a:pt x="163007" y="1314437"/>
                  </a:lnTo>
                  <a:lnTo>
                    <a:pt x="167412" y="1312111"/>
                  </a:lnTo>
                  <a:lnTo>
                    <a:pt x="171818" y="1310260"/>
                  </a:lnTo>
                  <a:lnTo>
                    <a:pt x="176224" y="1309738"/>
                  </a:lnTo>
                  <a:lnTo>
                    <a:pt x="180629" y="1311746"/>
                  </a:lnTo>
                  <a:lnTo>
                    <a:pt x="185035" y="1311262"/>
                  </a:lnTo>
                  <a:lnTo>
                    <a:pt x="189440" y="1295492"/>
                  </a:lnTo>
                  <a:lnTo>
                    <a:pt x="193846" y="1306340"/>
                  </a:lnTo>
                  <a:lnTo>
                    <a:pt x="198252" y="1307439"/>
                  </a:lnTo>
                  <a:lnTo>
                    <a:pt x="202657" y="1306766"/>
                  </a:lnTo>
                  <a:lnTo>
                    <a:pt x="207063" y="1302019"/>
                  </a:lnTo>
                  <a:lnTo>
                    <a:pt x="211468" y="1303543"/>
                  </a:lnTo>
                  <a:lnTo>
                    <a:pt x="215874" y="1295679"/>
                  </a:lnTo>
                  <a:lnTo>
                    <a:pt x="220280" y="1274266"/>
                  </a:lnTo>
                  <a:lnTo>
                    <a:pt x="224685" y="1288805"/>
                  </a:lnTo>
                  <a:lnTo>
                    <a:pt x="229091" y="1277472"/>
                  </a:lnTo>
                  <a:lnTo>
                    <a:pt x="233496" y="1277472"/>
                  </a:lnTo>
                  <a:lnTo>
                    <a:pt x="237902" y="1284551"/>
                  </a:lnTo>
                  <a:lnTo>
                    <a:pt x="242308" y="1282441"/>
                  </a:lnTo>
                  <a:lnTo>
                    <a:pt x="246713" y="1288127"/>
                  </a:lnTo>
                  <a:lnTo>
                    <a:pt x="251119" y="1287670"/>
                  </a:lnTo>
                  <a:lnTo>
                    <a:pt x="255525" y="1289669"/>
                  </a:lnTo>
                  <a:lnTo>
                    <a:pt x="259930" y="1291667"/>
                  </a:lnTo>
                  <a:lnTo>
                    <a:pt x="264336" y="1288985"/>
                  </a:lnTo>
                  <a:lnTo>
                    <a:pt x="268741" y="1288544"/>
                  </a:lnTo>
                  <a:lnTo>
                    <a:pt x="273147" y="1285774"/>
                  </a:lnTo>
                  <a:lnTo>
                    <a:pt x="277553" y="1287697"/>
                  </a:lnTo>
                  <a:lnTo>
                    <a:pt x="281958" y="1289696"/>
                  </a:lnTo>
                  <a:lnTo>
                    <a:pt x="286364" y="1290388"/>
                  </a:lnTo>
                  <a:lnTo>
                    <a:pt x="290769" y="1291879"/>
                  </a:lnTo>
                  <a:lnTo>
                    <a:pt x="295175" y="1282780"/>
                  </a:lnTo>
                  <a:lnTo>
                    <a:pt x="299581" y="1264862"/>
                  </a:lnTo>
                  <a:lnTo>
                    <a:pt x="303986" y="1291171"/>
                  </a:lnTo>
                  <a:lnTo>
                    <a:pt x="308392" y="1291242"/>
                  </a:lnTo>
                  <a:lnTo>
                    <a:pt x="312797" y="1290975"/>
                  </a:lnTo>
                  <a:lnTo>
                    <a:pt x="317203" y="1285113"/>
                  </a:lnTo>
                  <a:lnTo>
                    <a:pt x="321609" y="1287172"/>
                  </a:lnTo>
                  <a:lnTo>
                    <a:pt x="326014" y="1287530"/>
                  </a:lnTo>
                  <a:lnTo>
                    <a:pt x="330420" y="1287970"/>
                  </a:lnTo>
                  <a:lnTo>
                    <a:pt x="334825" y="1285134"/>
                  </a:lnTo>
                  <a:lnTo>
                    <a:pt x="339231" y="1285536"/>
                  </a:lnTo>
                  <a:lnTo>
                    <a:pt x="343637" y="1285536"/>
                  </a:lnTo>
                  <a:lnTo>
                    <a:pt x="348042" y="1285536"/>
                  </a:lnTo>
                  <a:lnTo>
                    <a:pt x="352448" y="1285536"/>
                  </a:lnTo>
                  <a:lnTo>
                    <a:pt x="356853" y="1285545"/>
                  </a:lnTo>
                  <a:lnTo>
                    <a:pt x="361259" y="1286761"/>
                  </a:lnTo>
                  <a:lnTo>
                    <a:pt x="365665" y="1274440"/>
                  </a:lnTo>
                  <a:lnTo>
                    <a:pt x="370070" y="1279354"/>
                  </a:lnTo>
                  <a:lnTo>
                    <a:pt x="374476" y="1283876"/>
                  </a:lnTo>
                  <a:lnTo>
                    <a:pt x="378881" y="1283876"/>
                  </a:lnTo>
                  <a:lnTo>
                    <a:pt x="383287" y="1284099"/>
                  </a:lnTo>
                  <a:lnTo>
                    <a:pt x="387693" y="1274027"/>
                  </a:lnTo>
                  <a:lnTo>
                    <a:pt x="392098" y="1286141"/>
                  </a:lnTo>
                  <a:lnTo>
                    <a:pt x="396504" y="1281928"/>
                  </a:lnTo>
                  <a:lnTo>
                    <a:pt x="400909" y="1246069"/>
                  </a:lnTo>
                  <a:lnTo>
                    <a:pt x="405315" y="1269077"/>
                  </a:lnTo>
                  <a:lnTo>
                    <a:pt x="409721" y="1273476"/>
                  </a:lnTo>
                  <a:lnTo>
                    <a:pt x="414126" y="1273288"/>
                  </a:lnTo>
                  <a:lnTo>
                    <a:pt x="418532" y="1273811"/>
                  </a:lnTo>
                  <a:lnTo>
                    <a:pt x="422937" y="1269788"/>
                  </a:lnTo>
                  <a:lnTo>
                    <a:pt x="427343" y="1243482"/>
                  </a:lnTo>
                  <a:lnTo>
                    <a:pt x="431749" y="1229772"/>
                  </a:lnTo>
                  <a:lnTo>
                    <a:pt x="436154" y="1262399"/>
                  </a:lnTo>
                  <a:lnTo>
                    <a:pt x="440560" y="1263177"/>
                  </a:lnTo>
                  <a:lnTo>
                    <a:pt x="444965" y="1264342"/>
                  </a:lnTo>
                  <a:lnTo>
                    <a:pt x="449371" y="1264342"/>
                  </a:lnTo>
                  <a:lnTo>
                    <a:pt x="453777" y="1264342"/>
                  </a:lnTo>
                  <a:lnTo>
                    <a:pt x="458182" y="1264342"/>
                  </a:lnTo>
                  <a:lnTo>
                    <a:pt x="462588" y="1263712"/>
                  </a:lnTo>
                  <a:lnTo>
                    <a:pt x="466993" y="1263445"/>
                  </a:lnTo>
                  <a:lnTo>
                    <a:pt x="471399" y="1264342"/>
                  </a:lnTo>
                  <a:lnTo>
                    <a:pt x="475805" y="1264342"/>
                  </a:lnTo>
                  <a:lnTo>
                    <a:pt x="480210" y="1268527"/>
                  </a:lnTo>
                  <a:lnTo>
                    <a:pt x="484616" y="1268527"/>
                  </a:lnTo>
                  <a:lnTo>
                    <a:pt x="489022" y="1271371"/>
                  </a:lnTo>
                  <a:lnTo>
                    <a:pt x="493427" y="1271398"/>
                  </a:lnTo>
                  <a:lnTo>
                    <a:pt x="497833" y="1271398"/>
                  </a:lnTo>
                  <a:lnTo>
                    <a:pt x="502238" y="1249051"/>
                  </a:lnTo>
                  <a:lnTo>
                    <a:pt x="506644" y="1263678"/>
                  </a:lnTo>
                  <a:lnTo>
                    <a:pt x="511050" y="1272133"/>
                  </a:lnTo>
                  <a:lnTo>
                    <a:pt x="515455" y="1273173"/>
                  </a:lnTo>
                  <a:lnTo>
                    <a:pt x="519861" y="1271504"/>
                  </a:lnTo>
                  <a:lnTo>
                    <a:pt x="524266" y="1262404"/>
                  </a:lnTo>
                  <a:lnTo>
                    <a:pt x="528672" y="1271273"/>
                  </a:lnTo>
                  <a:lnTo>
                    <a:pt x="533078" y="1247394"/>
                  </a:lnTo>
                  <a:lnTo>
                    <a:pt x="537483" y="1239777"/>
                  </a:lnTo>
                  <a:lnTo>
                    <a:pt x="541889" y="1263060"/>
                  </a:lnTo>
                  <a:lnTo>
                    <a:pt x="546294" y="1262576"/>
                  </a:lnTo>
                  <a:lnTo>
                    <a:pt x="550700" y="1262228"/>
                  </a:lnTo>
                  <a:lnTo>
                    <a:pt x="555106" y="1224930"/>
                  </a:lnTo>
                  <a:lnTo>
                    <a:pt x="559511" y="1254245"/>
                  </a:lnTo>
                  <a:lnTo>
                    <a:pt x="563917" y="1180097"/>
                  </a:lnTo>
                  <a:lnTo>
                    <a:pt x="568322" y="1179467"/>
                  </a:lnTo>
                  <a:lnTo>
                    <a:pt x="572728" y="1179908"/>
                  </a:lnTo>
                  <a:lnTo>
                    <a:pt x="577134" y="1180097"/>
                  </a:lnTo>
                  <a:lnTo>
                    <a:pt x="581539" y="1180070"/>
                  </a:lnTo>
                  <a:lnTo>
                    <a:pt x="585945" y="1180097"/>
                  </a:lnTo>
                  <a:lnTo>
                    <a:pt x="590350" y="1168042"/>
                  </a:lnTo>
                  <a:lnTo>
                    <a:pt x="594756" y="1129122"/>
                  </a:lnTo>
                  <a:lnTo>
                    <a:pt x="599162" y="1098201"/>
                  </a:lnTo>
                  <a:lnTo>
                    <a:pt x="603567" y="1073701"/>
                  </a:lnTo>
                  <a:lnTo>
                    <a:pt x="607973" y="1095694"/>
                  </a:lnTo>
                  <a:lnTo>
                    <a:pt x="612378" y="1119517"/>
                  </a:lnTo>
                  <a:lnTo>
                    <a:pt x="616784" y="1107626"/>
                  </a:lnTo>
                  <a:lnTo>
                    <a:pt x="621190" y="1080719"/>
                  </a:lnTo>
                  <a:lnTo>
                    <a:pt x="625595" y="1076056"/>
                  </a:lnTo>
                  <a:lnTo>
                    <a:pt x="630001" y="1062767"/>
                  </a:lnTo>
                  <a:lnTo>
                    <a:pt x="634406" y="1061737"/>
                  </a:lnTo>
                  <a:lnTo>
                    <a:pt x="638812" y="1026366"/>
                  </a:lnTo>
                  <a:lnTo>
                    <a:pt x="643218" y="1015978"/>
                  </a:lnTo>
                  <a:lnTo>
                    <a:pt x="647623" y="1031072"/>
                  </a:lnTo>
                  <a:lnTo>
                    <a:pt x="652029" y="999857"/>
                  </a:lnTo>
                  <a:lnTo>
                    <a:pt x="656434" y="992506"/>
                  </a:lnTo>
                  <a:lnTo>
                    <a:pt x="660840" y="990784"/>
                  </a:lnTo>
                  <a:lnTo>
                    <a:pt x="665246" y="979713"/>
                  </a:lnTo>
                  <a:lnTo>
                    <a:pt x="669651" y="929244"/>
                  </a:lnTo>
                  <a:lnTo>
                    <a:pt x="674057" y="908183"/>
                  </a:lnTo>
                  <a:lnTo>
                    <a:pt x="678462" y="858965"/>
                  </a:lnTo>
                  <a:lnTo>
                    <a:pt x="682868" y="843806"/>
                  </a:lnTo>
                  <a:lnTo>
                    <a:pt x="687274" y="830608"/>
                  </a:lnTo>
                  <a:lnTo>
                    <a:pt x="691679" y="812860"/>
                  </a:lnTo>
                  <a:lnTo>
                    <a:pt x="696085" y="830101"/>
                  </a:lnTo>
                  <a:lnTo>
                    <a:pt x="700490" y="856599"/>
                  </a:lnTo>
                  <a:lnTo>
                    <a:pt x="704896" y="860335"/>
                  </a:lnTo>
                  <a:lnTo>
                    <a:pt x="709302" y="913828"/>
                  </a:lnTo>
                  <a:lnTo>
                    <a:pt x="713707" y="965536"/>
                  </a:lnTo>
                  <a:lnTo>
                    <a:pt x="718113" y="977788"/>
                  </a:lnTo>
                  <a:lnTo>
                    <a:pt x="722519" y="965369"/>
                  </a:lnTo>
                  <a:lnTo>
                    <a:pt x="726924" y="954357"/>
                  </a:lnTo>
                  <a:lnTo>
                    <a:pt x="731330" y="978717"/>
                  </a:lnTo>
                  <a:lnTo>
                    <a:pt x="735735" y="1003613"/>
                  </a:lnTo>
                  <a:lnTo>
                    <a:pt x="740141" y="1010977"/>
                  </a:lnTo>
                  <a:lnTo>
                    <a:pt x="744547" y="1032508"/>
                  </a:lnTo>
                  <a:lnTo>
                    <a:pt x="748952" y="1004185"/>
                  </a:lnTo>
                  <a:lnTo>
                    <a:pt x="753358" y="1001828"/>
                  </a:lnTo>
                  <a:lnTo>
                    <a:pt x="757763" y="1026321"/>
                  </a:lnTo>
                  <a:lnTo>
                    <a:pt x="762169" y="1054458"/>
                  </a:lnTo>
                  <a:lnTo>
                    <a:pt x="766575" y="1096392"/>
                  </a:lnTo>
                  <a:lnTo>
                    <a:pt x="770980" y="1070831"/>
                  </a:lnTo>
                  <a:lnTo>
                    <a:pt x="775386" y="1034611"/>
                  </a:lnTo>
                  <a:lnTo>
                    <a:pt x="779791" y="1070047"/>
                  </a:lnTo>
                  <a:lnTo>
                    <a:pt x="784197" y="1093200"/>
                  </a:lnTo>
                  <a:lnTo>
                    <a:pt x="788603" y="1121149"/>
                  </a:lnTo>
                  <a:lnTo>
                    <a:pt x="793008" y="1116318"/>
                  </a:lnTo>
                  <a:lnTo>
                    <a:pt x="797414" y="1129013"/>
                  </a:lnTo>
                  <a:lnTo>
                    <a:pt x="801819" y="1131111"/>
                  </a:lnTo>
                  <a:lnTo>
                    <a:pt x="806225" y="1133421"/>
                  </a:lnTo>
                  <a:lnTo>
                    <a:pt x="810631" y="1134037"/>
                  </a:lnTo>
                  <a:lnTo>
                    <a:pt x="815036" y="1133421"/>
                  </a:lnTo>
                  <a:lnTo>
                    <a:pt x="819442" y="1132008"/>
                  </a:lnTo>
                  <a:lnTo>
                    <a:pt x="823847" y="1135564"/>
                  </a:lnTo>
                  <a:lnTo>
                    <a:pt x="828253" y="1167847"/>
                  </a:lnTo>
                  <a:lnTo>
                    <a:pt x="832659" y="1174960"/>
                  </a:lnTo>
                  <a:lnTo>
                    <a:pt x="837064" y="1184598"/>
                  </a:lnTo>
                  <a:lnTo>
                    <a:pt x="841470" y="1180771"/>
                  </a:lnTo>
                  <a:lnTo>
                    <a:pt x="845875" y="1140305"/>
                  </a:lnTo>
                  <a:lnTo>
                    <a:pt x="850281" y="1139446"/>
                  </a:lnTo>
                  <a:lnTo>
                    <a:pt x="854687" y="1172233"/>
                  </a:lnTo>
                  <a:lnTo>
                    <a:pt x="859092" y="1188701"/>
                  </a:lnTo>
                  <a:lnTo>
                    <a:pt x="863498" y="1178149"/>
                  </a:lnTo>
                  <a:lnTo>
                    <a:pt x="867903" y="1185302"/>
                  </a:lnTo>
                  <a:lnTo>
                    <a:pt x="872309" y="1189043"/>
                  </a:lnTo>
                  <a:lnTo>
                    <a:pt x="876715" y="1189692"/>
                  </a:lnTo>
                  <a:lnTo>
                    <a:pt x="881120" y="1215446"/>
                  </a:lnTo>
                  <a:lnTo>
                    <a:pt x="885526" y="1218246"/>
                  </a:lnTo>
                  <a:lnTo>
                    <a:pt x="889931" y="1219169"/>
                  </a:lnTo>
                  <a:lnTo>
                    <a:pt x="894337" y="1222118"/>
                  </a:lnTo>
                  <a:lnTo>
                    <a:pt x="898743" y="1216539"/>
                  </a:lnTo>
                  <a:lnTo>
                    <a:pt x="903148" y="1224494"/>
                  </a:lnTo>
                  <a:lnTo>
                    <a:pt x="907554" y="1224328"/>
                  </a:lnTo>
                  <a:lnTo>
                    <a:pt x="911959" y="1199713"/>
                  </a:lnTo>
                  <a:lnTo>
                    <a:pt x="916365" y="1200667"/>
                  </a:lnTo>
                  <a:lnTo>
                    <a:pt x="920771" y="1222467"/>
                  </a:lnTo>
                  <a:lnTo>
                    <a:pt x="925176" y="1224328"/>
                  </a:lnTo>
                  <a:lnTo>
                    <a:pt x="929582" y="1222592"/>
                  </a:lnTo>
                  <a:lnTo>
                    <a:pt x="933987" y="1224689"/>
                  </a:lnTo>
                  <a:lnTo>
                    <a:pt x="938393" y="1223325"/>
                  </a:lnTo>
                  <a:lnTo>
                    <a:pt x="942799" y="1225206"/>
                  </a:lnTo>
                  <a:lnTo>
                    <a:pt x="947204" y="1224897"/>
                  </a:lnTo>
                  <a:lnTo>
                    <a:pt x="951610" y="1194923"/>
                  </a:lnTo>
                  <a:lnTo>
                    <a:pt x="956016" y="1185774"/>
                  </a:lnTo>
                  <a:lnTo>
                    <a:pt x="960421" y="1183370"/>
                  </a:lnTo>
                  <a:lnTo>
                    <a:pt x="964827" y="1207905"/>
                  </a:lnTo>
                  <a:lnTo>
                    <a:pt x="969232" y="1224482"/>
                  </a:lnTo>
                  <a:lnTo>
                    <a:pt x="973638" y="1227507"/>
                  </a:lnTo>
                  <a:lnTo>
                    <a:pt x="978044" y="1201287"/>
                  </a:lnTo>
                  <a:lnTo>
                    <a:pt x="982449" y="1169346"/>
                  </a:lnTo>
                  <a:lnTo>
                    <a:pt x="986855" y="1192970"/>
                  </a:lnTo>
                  <a:lnTo>
                    <a:pt x="991260" y="1235479"/>
                  </a:lnTo>
                  <a:lnTo>
                    <a:pt x="995666" y="1227106"/>
                  </a:lnTo>
                  <a:lnTo>
                    <a:pt x="1000072" y="1222448"/>
                  </a:lnTo>
                  <a:lnTo>
                    <a:pt x="1004477" y="1193454"/>
                  </a:lnTo>
                  <a:lnTo>
                    <a:pt x="1008883" y="1208429"/>
                  </a:lnTo>
                  <a:lnTo>
                    <a:pt x="1013288" y="1224876"/>
                  </a:lnTo>
                  <a:lnTo>
                    <a:pt x="1017694" y="1220560"/>
                  </a:lnTo>
                  <a:lnTo>
                    <a:pt x="1022100" y="1227968"/>
                  </a:lnTo>
                  <a:lnTo>
                    <a:pt x="1026505" y="1230899"/>
                  </a:lnTo>
                  <a:lnTo>
                    <a:pt x="1030911" y="1227994"/>
                  </a:lnTo>
                  <a:lnTo>
                    <a:pt x="1035316" y="1248640"/>
                  </a:lnTo>
                  <a:lnTo>
                    <a:pt x="1039722" y="1236082"/>
                  </a:lnTo>
                  <a:lnTo>
                    <a:pt x="1044128" y="1244541"/>
                  </a:lnTo>
                  <a:lnTo>
                    <a:pt x="1048533" y="1251123"/>
                  </a:lnTo>
                  <a:lnTo>
                    <a:pt x="1052939" y="1244919"/>
                  </a:lnTo>
                  <a:lnTo>
                    <a:pt x="1057344" y="1242083"/>
                  </a:lnTo>
                  <a:lnTo>
                    <a:pt x="1061750" y="1218720"/>
                  </a:lnTo>
                  <a:lnTo>
                    <a:pt x="1066156" y="1198371"/>
                  </a:lnTo>
                  <a:lnTo>
                    <a:pt x="1070561" y="1186850"/>
                  </a:lnTo>
                  <a:lnTo>
                    <a:pt x="1074967" y="1216911"/>
                  </a:lnTo>
                  <a:lnTo>
                    <a:pt x="1079372" y="1178349"/>
                  </a:lnTo>
                  <a:lnTo>
                    <a:pt x="1083778" y="1148687"/>
                  </a:lnTo>
                  <a:lnTo>
                    <a:pt x="1088184" y="1169948"/>
                  </a:lnTo>
                  <a:lnTo>
                    <a:pt x="1092589" y="1156001"/>
                  </a:lnTo>
                  <a:lnTo>
                    <a:pt x="1096995" y="1159226"/>
                  </a:lnTo>
                  <a:lnTo>
                    <a:pt x="1101400" y="1183970"/>
                  </a:lnTo>
                  <a:lnTo>
                    <a:pt x="1105806" y="1163164"/>
                  </a:lnTo>
                  <a:lnTo>
                    <a:pt x="1110212" y="1129775"/>
                  </a:lnTo>
                  <a:lnTo>
                    <a:pt x="1114617" y="1189533"/>
                  </a:lnTo>
                  <a:lnTo>
                    <a:pt x="1119023" y="1186993"/>
                  </a:lnTo>
                  <a:lnTo>
                    <a:pt x="1123428" y="1186993"/>
                  </a:lnTo>
                  <a:lnTo>
                    <a:pt x="1127834" y="1188868"/>
                  </a:lnTo>
                  <a:lnTo>
                    <a:pt x="1132240" y="1188895"/>
                  </a:lnTo>
                  <a:lnTo>
                    <a:pt x="1136645" y="1186804"/>
                  </a:lnTo>
                  <a:lnTo>
                    <a:pt x="1141051" y="1170238"/>
                  </a:lnTo>
                  <a:lnTo>
                    <a:pt x="1145456" y="1170238"/>
                  </a:lnTo>
                  <a:lnTo>
                    <a:pt x="1149862" y="1186591"/>
                  </a:lnTo>
                  <a:lnTo>
                    <a:pt x="1154268" y="1187477"/>
                  </a:lnTo>
                  <a:lnTo>
                    <a:pt x="1158673" y="1188389"/>
                  </a:lnTo>
                  <a:lnTo>
                    <a:pt x="1163079" y="1188911"/>
                  </a:lnTo>
                  <a:lnTo>
                    <a:pt x="1167484" y="1185478"/>
                  </a:lnTo>
                  <a:lnTo>
                    <a:pt x="1171890" y="1184583"/>
                  </a:lnTo>
                  <a:lnTo>
                    <a:pt x="1176296" y="1186444"/>
                  </a:lnTo>
                  <a:lnTo>
                    <a:pt x="1180701" y="1189052"/>
                  </a:lnTo>
                  <a:lnTo>
                    <a:pt x="1185107" y="1189052"/>
                  </a:lnTo>
                  <a:lnTo>
                    <a:pt x="1189513" y="1189052"/>
                  </a:lnTo>
                  <a:lnTo>
                    <a:pt x="1193918" y="1187756"/>
                  </a:lnTo>
                  <a:lnTo>
                    <a:pt x="1198324" y="1188383"/>
                  </a:lnTo>
                  <a:lnTo>
                    <a:pt x="1202729" y="1187756"/>
                  </a:lnTo>
                  <a:lnTo>
                    <a:pt x="1207135" y="1189052"/>
                  </a:lnTo>
                  <a:lnTo>
                    <a:pt x="1211541" y="1189052"/>
                  </a:lnTo>
                  <a:lnTo>
                    <a:pt x="1215946" y="1186444"/>
                  </a:lnTo>
                  <a:lnTo>
                    <a:pt x="1220352" y="1187320"/>
                  </a:lnTo>
                  <a:lnTo>
                    <a:pt x="1224757" y="1185700"/>
                  </a:lnTo>
                  <a:lnTo>
                    <a:pt x="1229163" y="1185700"/>
                  </a:lnTo>
                  <a:lnTo>
                    <a:pt x="1233569" y="1185700"/>
                  </a:lnTo>
                  <a:lnTo>
                    <a:pt x="1237974" y="1185700"/>
                  </a:lnTo>
                  <a:lnTo>
                    <a:pt x="1242380" y="1185700"/>
                  </a:lnTo>
                  <a:lnTo>
                    <a:pt x="1246785" y="1187241"/>
                  </a:lnTo>
                  <a:lnTo>
                    <a:pt x="1251191" y="1180700"/>
                  </a:lnTo>
                  <a:lnTo>
                    <a:pt x="1255597" y="1180556"/>
                  </a:lnTo>
                  <a:lnTo>
                    <a:pt x="1260002" y="1176456"/>
                  </a:lnTo>
                  <a:lnTo>
                    <a:pt x="1264408" y="1178706"/>
                  </a:lnTo>
                  <a:lnTo>
                    <a:pt x="1268813" y="1181414"/>
                  </a:lnTo>
                  <a:lnTo>
                    <a:pt x="1273219" y="1184608"/>
                  </a:lnTo>
                  <a:lnTo>
                    <a:pt x="1277625" y="1187618"/>
                  </a:lnTo>
                  <a:lnTo>
                    <a:pt x="1282030" y="1181322"/>
                  </a:lnTo>
                  <a:lnTo>
                    <a:pt x="1286436" y="1157603"/>
                  </a:lnTo>
                  <a:lnTo>
                    <a:pt x="1290841" y="1164987"/>
                  </a:lnTo>
                  <a:lnTo>
                    <a:pt x="1295247" y="1180073"/>
                  </a:lnTo>
                  <a:lnTo>
                    <a:pt x="1299653" y="1182580"/>
                  </a:lnTo>
                  <a:lnTo>
                    <a:pt x="1304058" y="1181930"/>
                  </a:lnTo>
                  <a:lnTo>
                    <a:pt x="1308464" y="1180509"/>
                  </a:lnTo>
                  <a:lnTo>
                    <a:pt x="1312869" y="1163774"/>
                  </a:lnTo>
                  <a:lnTo>
                    <a:pt x="1317275" y="1151562"/>
                  </a:lnTo>
                  <a:lnTo>
                    <a:pt x="1321681" y="1183149"/>
                  </a:lnTo>
                  <a:lnTo>
                    <a:pt x="1326086" y="1164987"/>
                  </a:lnTo>
                  <a:lnTo>
                    <a:pt x="1330492" y="1178925"/>
                  </a:lnTo>
                  <a:lnTo>
                    <a:pt x="1334897" y="1181044"/>
                  </a:lnTo>
                  <a:lnTo>
                    <a:pt x="1339303" y="1183847"/>
                  </a:lnTo>
                  <a:lnTo>
                    <a:pt x="1343709" y="1181446"/>
                  </a:lnTo>
                  <a:lnTo>
                    <a:pt x="1348114" y="1181044"/>
                  </a:lnTo>
                  <a:lnTo>
                    <a:pt x="1352520" y="1178260"/>
                  </a:lnTo>
                  <a:lnTo>
                    <a:pt x="1356925" y="1179719"/>
                  </a:lnTo>
                  <a:lnTo>
                    <a:pt x="1361331" y="1176687"/>
                  </a:lnTo>
                  <a:lnTo>
                    <a:pt x="1365737" y="1176687"/>
                  </a:lnTo>
                  <a:lnTo>
                    <a:pt x="1370142" y="1175063"/>
                  </a:lnTo>
                  <a:lnTo>
                    <a:pt x="1374548" y="1175732"/>
                  </a:lnTo>
                  <a:lnTo>
                    <a:pt x="1378953" y="1175732"/>
                  </a:lnTo>
                  <a:lnTo>
                    <a:pt x="1383359" y="1178214"/>
                  </a:lnTo>
                  <a:lnTo>
                    <a:pt x="1387765" y="1178241"/>
                  </a:lnTo>
                  <a:lnTo>
                    <a:pt x="1392170" y="1186546"/>
                  </a:lnTo>
                  <a:lnTo>
                    <a:pt x="1396576" y="1177964"/>
                  </a:lnTo>
                  <a:lnTo>
                    <a:pt x="1400981" y="1158417"/>
                  </a:lnTo>
                  <a:lnTo>
                    <a:pt x="1405387" y="1160339"/>
                  </a:lnTo>
                  <a:lnTo>
                    <a:pt x="1409793" y="1168879"/>
                  </a:lnTo>
                  <a:lnTo>
                    <a:pt x="1414198" y="1172815"/>
                  </a:lnTo>
                  <a:lnTo>
                    <a:pt x="1418604" y="1170367"/>
                  </a:lnTo>
                  <a:lnTo>
                    <a:pt x="1423010" y="1168879"/>
                  </a:lnTo>
                  <a:lnTo>
                    <a:pt x="1427415" y="1162817"/>
                  </a:lnTo>
                  <a:lnTo>
                    <a:pt x="1431821" y="1178292"/>
                  </a:lnTo>
                  <a:lnTo>
                    <a:pt x="1436226" y="1173975"/>
                  </a:lnTo>
                  <a:lnTo>
                    <a:pt x="1440632" y="1174895"/>
                  </a:lnTo>
                  <a:lnTo>
                    <a:pt x="1445038" y="1174945"/>
                  </a:lnTo>
                  <a:lnTo>
                    <a:pt x="1449443" y="1179440"/>
                  </a:lnTo>
                  <a:lnTo>
                    <a:pt x="1453849" y="1159034"/>
                  </a:lnTo>
                  <a:lnTo>
                    <a:pt x="1458254" y="1178760"/>
                  </a:lnTo>
                  <a:lnTo>
                    <a:pt x="1462660" y="1175347"/>
                  </a:lnTo>
                  <a:lnTo>
                    <a:pt x="1467066" y="1175347"/>
                  </a:lnTo>
                  <a:lnTo>
                    <a:pt x="1471471" y="1175158"/>
                  </a:lnTo>
                  <a:lnTo>
                    <a:pt x="1475877" y="1172815"/>
                  </a:lnTo>
                  <a:lnTo>
                    <a:pt x="1480282" y="1157614"/>
                  </a:lnTo>
                  <a:lnTo>
                    <a:pt x="1484688" y="1163313"/>
                  </a:lnTo>
                  <a:lnTo>
                    <a:pt x="1489094" y="1179707"/>
                  </a:lnTo>
                  <a:lnTo>
                    <a:pt x="1493499" y="1175907"/>
                  </a:lnTo>
                  <a:lnTo>
                    <a:pt x="1497905" y="1144723"/>
                  </a:lnTo>
                  <a:lnTo>
                    <a:pt x="1502310" y="1135651"/>
                  </a:lnTo>
                  <a:lnTo>
                    <a:pt x="1506716" y="1146002"/>
                  </a:lnTo>
                  <a:lnTo>
                    <a:pt x="1511122" y="1162532"/>
                  </a:lnTo>
                  <a:lnTo>
                    <a:pt x="1515527" y="1152778"/>
                  </a:lnTo>
                  <a:lnTo>
                    <a:pt x="1519933" y="1164360"/>
                  </a:lnTo>
                  <a:lnTo>
                    <a:pt x="1524338" y="1175106"/>
                  </a:lnTo>
                  <a:lnTo>
                    <a:pt x="1528744" y="1175309"/>
                  </a:lnTo>
                  <a:lnTo>
                    <a:pt x="1533150" y="1174940"/>
                  </a:lnTo>
                  <a:lnTo>
                    <a:pt x="1537555" y="1172838"/>
                  </a:lnTo>
                  <a:lnTo>
                    <a:pt x="1541961" y="1172436"/>
                  </a:lnTo>
                  <a:lnTo>
                    <a:pt x="1546366" y="1172838"/>
                  </a:lnTo>
                  <a:lnTo>
                    <a:pt x="1550772" y="1168125"/>
                  </a:lnTo>
                  <a:lnTo>
                    <a:pt x="1555178" y="1171156"/>
                  </a:lnTo>
                  <a:lnTo>
                    <a:pt x="1559583" y="1170232"/>
                  </a:lnTo>
                  <a:lnTo>
                    <a:pt x="1563989" y="1147583"/>
                  </a:lnTo>
                  <a:lnTo>
                    <a:pt x="1568394" y="1124080"/>
                  </a:lnTo>
                  <a:lnTo>
                    <a:pt x="1572800" y="1110400"/>
                  </a:lnTo>
                  <a:lnTo>
                    <a:pt x="1577206" y="1116254"/>
                  </a:lnTo>
                  <a:lnTo>
                    <a:pt x="1581611" y="1117021"/>
                  </a:lnTo>
                  <a:lnTo>
                    <a:pt x="1586017" y="1134921"/>
                  </a:lnTo>
                  <a:lnTo>
                    <a:pt x="1590422" y="1139746"/>
                  </a:lnTo>
                  <a:lnTo>
                    <a:pt x="1594828" y="1135914"/>
                  </a:lnTo>
                  <a:lnTo>
                    <a:pt x="1599234" y="1147360"/>
                  </a:lnTo>
                  <a:lnTo>
                    <a:pt x="1603639" y="1122686"/>
                  </a:lnTo>
                  <a:lnTo>
                    <a:pt x="1608045" y="1128727"/>
                  </a:lnTo>
                  <a:lnTo>
                    <a:pt x="1612450" y="1149595"/>
                  </a:lnTo>
                  <a:lnTo>
                    <a:pt x="1616856" y="1149774"/>
                  </a:lnTo>
                  <a:lnTo>
                    <a:pt x="1621262" y="1148966"/>
                  </a:lnTo>
                  <a:lnTo>
                    <a:pt x="1625667" y="1130422"/>
                  </a:lnTo>
                  <a:lnTo>
                    <a:pt x="1630073" y="1146625"/>
                  </a:lnTo>
                  <a:lnTo>
                    <a:pt x="1634478" y="1140527"/>
                  </a:lnTo>
                  <a:lnTo>
                    <a:pt x="1638884" y="1122686"/>
                  </a:lnTo>
                  <a:lnTo>
                    <a:pt x="1643290" y="1134691"/>
                  </a:lnTo>
                  <a:lnTo>
                    <a:pt x="1647695" y="1140697"/>
                  </a:lnTo>
                  <a:lnTo>
                    <a:pt x="1652101" y="1144495"/>
                  </a:lnTo>
                  <a:lnTo>
                    <a:pt x="1656507" y="1142119"/>
                  </a:lnTo>
                  <a:lnTo>
                    <a:pt x="1660912" y="1132654"/>
                  </a:lnTo>
                  <a:lnTo>
                    <a:pt x="1665318" y="1128727"/>
                  </a:lnTo>
                  <a:lnTo>
                    <a:pt x="1669723" y="1150240"/>
                  </a:lnTo>
                  <a:lnTo>
                    <a:pt x="1674129" y="1139965"/>
                  </a:lnTo>
                  <a:lnTo>
                    <a:pt x="1678535" y="1120597"/>
                  </a:lnTo>
                  <a:lnTo>
                    <a:pt x="1682940" y="1142197"/>
                  </a:lnTo>
                  <a:lnTo>
                    <a:pt x="1687346" y="1139965"/>
                  </a:lnTo>
                  <a:lnTo>
                    <a:pt x="1691751" y="1142026"/>
                  </a:lnTo>
                  <a:lnTo>
                    <a:pt x="1696157" y="1124325"/>
                  </a:lnTo>
                  <a:lnTo>
                    <a:pt x="1700563" y="1142666"/>
                  </a:lnTo>
                  <a:lnTo>
                    <a:pt x="1704968" y="1138398"/>
                  </a:lnTo>
                  <a:lnTo>
                    <a:pt x="1709374" y="1157233"/>
                  </a:lnTo>
                  <a:lnTo>
                    <a:pt x="1713779" y="1157980"/>
                  </a:lnTo>
                  <a:lnTo>
                    <a:pt x="1718185" y="1156942"/>
                  </a:lnTo>
                  <a:lnTo>
                    <a:pt x="1722591" y="1138398"/>
                  </a:lnTo>
                  <a:lnTo>
                    <a:pt x="1726996" y="1043202"/>
                  </a:lnTo>
                  <a:lnTo>
                    <a:pt x="1731402" y="1078713"/>
                  </a:lnTo>
                  <a:lnTo>
                    <a:pt x="1735807" y="1101845"/>
                  </a:lnTo>
                  <a:lnTo>
                    <a:pt x="1740213" y="1072251"/>
                  </a:lnTo>
                  <a:lnTo>
                    <a:pt x="1744619" y="1060581"/>
                  </a:lnTo>
                  <a:lnTo>
                    <a:pt x="1749024" y="1068638"/>
                  </a:lnTo>
                  <a:lnTo>
                    <a:pt x="1753430" y="1070149"/>
                  </a:lnTo>
                  <a:lnTo>
                    <a:pt x="1757835" y="1070149"/>
                  </a:lnTo>
                  <a:lnTo>
                    <a:pt x="1762241" y="1051149"/>
                  </a:lnTo>
                  <a:lnTo>
                    <a:pt x="1766647" y="1070555"/>
                  </a:lnTo>
                  <a:lnTo>
                    <a:pt x="1771052" y="1082158"/>
                  </a:lnTo>
                  <a:lnTo>
                    <a:pt x="1775458" y="1053382"/>
                  </a:lnTo>
                  <a:lnTo>
                    <a:pt x="1779863" y="1047272"/>
                  </a:lnTo>
                  <a:lnTo>
                    <a:pt x="1784269" y="1064662"/>
                  </a:lnTo>
                  <a:lnTo>
                    <a:pt x="1788675" y="1077004"/>
                  </a:lnTo>
                  <a:lnTo>
                    <a:pt x="1793080" y="1082059"/>
                  </a:lnTo>
                  <a:lnTo>
                    <a:pt x="1797486" y="1072735"/>
                  </a:lnTo>
                  <a:lnTo>
                    <a:pt x="1801891" y="1066848"/>
                  </a:lnTo>
                  <a:lnTo>
                    <a:pt x="1806297" y="1054217"/>
                  </a:lnTo>
                  <a:lnTo>
                    <a:pt x="1810703" y="1068543"/>
                  </a:lnTo>
                  <a:lnTo>
                    <a:pt x="1815108" y="1072812"/>
                  </a:lnTo>
                  <a:lnTo>
                    <a:pt x="1819514" y="1051242"/>
                  </a:lnTo>
                  <a:lnTo>
                    <a:pt x="1823919" y="1043279"/>
                  </a:lnTo>
                  <a:lnTo>
                    <a:pt x="1828325" y="1066158"/>
                  </a:lnTo>
                  <a:lnTo>
                    <a:pt x="1832731" y="1050495"/>
                  </a:lnTo>
                  <a:lnTo>
                    <a:pt x="1837136" y="1044401"/>
                  </a:lnTo>
                  <a:lnTo>
                    <a:pt x="1841542" y="1030385"/>
                  </a:lnTo>
                  <a:lnTo>
                    <a:pt x="1845947" y="1009101"/>
                  </a:lnTo>
                  <a:lnTo>
                    <a:pt x="1850353" y="978249"/>
                  </a:lnTo>
                  <a:lnTo>
                    <a:pt x="1854759" y="992900"/>
                  </a:lnTo>
                  <a:lnTo>
                    <a:pt x="1859164" y="974396"/>
                  </a:lnTo>
                  <a:lnTo>
                    <a:pt x="1863570" y="990921"/>
                  </a:lnTo>
                  <a:lnTo>
                    <a:pt x="1867975" y="967160"/>
                  </a:lnTo>
                  <a:lnTo>
                    <a:pt x="1872381" y="959045"/>
                  </a:lnTo>
                  <a:lnTo>
                    <a:pt x="1876787" y="952895"/>
                  </a:lnTo>
                  <a:lnTo>
                    <a:pt x="1881192" y="952895"/>
                  </a:lnTo>
                  <a:lnTo>
                    <a:pt x="1885598" y="953041"/>
                  </a:lnTo>
                  <a:lnTo>
                    <a:pt x="1890004" y="959628"/>
                  </a:lnTo>
                  <a:lnTo>
                    <a:pt x="1894409" y="972152"/>
                  </a:lnTo>
                  <a:lnTo>
                    <a:pt x="1898815" y="976061"/>
                  </a:lnTo>
                  <a:lnTo>
                    <a:pt x="1903220" y="981187"/>
                  </a:lnTo>
                  <a:lnTo>
                    <a:pt x="1907626" y="976073"/>
                  </a:lnTo>
                  <a:lnTo>
                    <a:pt x="1912032" y="981399"/>
                  </a:lnTo>
                  <a:lnTo>
                    <a:pt x="1916437" y="942941"/>
                  </a:lnTo>
                  <a:lnTo>
                    <a:pt x="1920843" y="941399"/>
                  </a:lnTo>
                  <a:lnTo>
                    <a:pt x="1925248" y="936340"/>
                  </a:lnTo>
                  <a:lnTo>
                    <a:pt x="1929654" y="913923"/>
                  </a:lnTo>
                  <a:lnTo>
                    <a:pt x="1934060" y="881499"/>
                  </a:lnTo>
                  <a:lnTo>
                    <a:pt x="1938465" y="900886"/>
                  </a:lnTo>
                  <a:lnTo>
                    <a:pt x="1942871" y="871306"/>
                  </a:lnTo>
                  <a:lnTo>
                    <a:pt x="1947276" y="856521"/>
                  </a:lnTo>
                  <a:lnTo>
                    <a:pt x="1951682" y="875512"/>
                  </a:lnTo>
                  <a:lnTo>
                    <a:pt x="1956088" y="875512"/>
                  </a:lnTo>
                  <a:lnTo>
                    <a:pt x="1960493" y="866600"/>
                  </a:lnTo>
                  <a:lnTo>
                    <a:pt x="1964899" y="831373"/>
                  </a:lnTo>
                  <a:lnTo>
                    <a:pt x="1969304" y="827070"/>
                  </a:lnTo>
                  <a:lnTo>
                    <a:pt x="1973710" y="806775"/>
                  </a:lnTo>
                  <a:lnTo>
                    <a:pt x="1978116" y="776869"/>
                  </a:lnTo>
                  <a:lnTo>
                    <a:pt x="1982521" y="819695"/>
                  </a:lnTo>
                  <a:lnTo>
                    <a:pt x="1986927" y="720713"/>
                  </a:lnTo>
                  <a:lnTo>
                    <a:pt x="1991332" y="707894"/>
                  </a:lnTo>
                  <a:lnTo>
                    <a:pt x="1995738" y="712408"/>
                  </a:lnTo>
                  <a:lnTo>
                    <a:pt x="2000144" y="730803"/>
                  </a:lnTo>
                  <a:lnTo>
                    <a:pt x="2004549" y="739432"/>
                  </a:lnTo>
                  <a:lnTo>
                    <a:pt x="2008955" y="713447"/>
                  </a:lnTo>
                  <a:lnTo>
                    <a:pt x="2013360" y="745677"/>
                  </a:lnTo>
                  <a:lnTo>
                    <a:pt x="2017766" y="708695"/>
                  </a:lnTo>
                  <a:lnTo>
                    <a:pt x="2022172" y="730052"/>
                  </a:lnTo>
                  <a:lnTo>
                    <a:pt x="2026577" y="737073"/>
                  </a:lnTo>
                  <a:lnTo>
                    <a:pt x="2030983" y="692051"/>
                  </a:lnTo>
                  <a:lnTo>
                    <a:pt x="2035388" y="684284"/>
                  </a:lnTo>
                  <a:lnTo>
                    <a:pt x="2039794" y="652855"/>
                  </a:lnTo>
                  <a:lnTo>
                    <a:pt x="2044200" y="656426"/>
                  </a:lnTo>
                  <a:lnTo>
                    <a:pt x="2048605" y="600048"/>
                  </a:lnTo>
                  <a:lnTo>
                    <a:pt x="2053011" y="544139"/>
                  </a:lnTo>
                  <a:lnTo>
                    <a:pt x="2057416" y="471905"/>
                  </a:lnTo>
                  <a:lnTo>
                    <a:pt x="2061822" y="469533"/>
                  </a:lnTo>
                  <a:lnTo>
                    <a:pt x="2066228" y="499976"/>
                  </a:lnTo>
                  <a:lnTo>
                    <a:pt x="2070633" y="449079"/>
                  </a:lnTo>
                  <a:lnTo>
                    <a:pt x="2075039" y="430963"/>
                  </a:lnTo>
                  <a:lnTo>
                    <a:pt x="2079444" y="349143"/>
                  </a:lnTo>
                  <a:lnTo>
                    <a:pt x="2083850" y="266667"/>
                  </a:lnTo>
                  <a:lnTo>
                    <a:pt x="2088256" y="254751"/>
                  </a:lnTo>
                  <a:lnTo>
                    <a:pt x="2092661" y="215681"/>
                  </a:lnTo>
                  <a:lnTo>
                    <a:pt x="2097067" y="171983"/>
                  </a:lnTo>
                  <a:lnTo>
                    <a:pt x="2101472" y="207973"/>
                  </a:lnTo>
                  <a:lnTo>
                    <a:pt x="2105878" y="169256"/>
                  </a:lnTo>
                  <a:lnTo>
                    <a:pt x="2110284" y="120366"/>
                  </a:lnTo>
                  <a:lnTo>
                    <a:pt x="2114689" y="112783"/>
                  </a:lnTo>
                  <a:lnTo>
                    <a:pt x="2119095" y="107515"/>
                  </a:lnTo>
                  <a:lnTo>
                    <a:pt x="2123501" y="101115"/>
                  </a:lnTo>
                  <a:lnTo>
                    <a:pt x="2127906" y="95145"/>
                  </a:lnTo>
                  <a:lnTo>
                    <a:pt x="2132312" y="74484"/>
                  </a:lnTo>
                  <a:lnTo>
                    <a:pt x="2136717" y="74527"/>
                  </a:lnTo>
                  <a:lnTo>
                    <a:pt x="2141123" y="74527"/>
                  </a:lnTo>
                  <a:lnTo>
                    <a:pt x="2145529" y="80410"/>
                  </a:lnTo>
                  <a:lnTo>
                    <a:pt x="2149934" y="104640"/>
                  </a:lnTo>
                  <a:lnTo>
                    <a:pt x="2154340" y="104640"/>
                  </a:lnTo>
                  <a:lnTo>
                    <a:pt x="2158745" y="104640"/>
                  </a:lnTo>
                  <a:lnTo>
                    <a:pt x="2163151" y="111605"/>
                  </a:lnTo>
                  <a:lnTo>
                    <a:pt x="2167557" y="108658"/>
                  </a:lnTo>
                  <a:lnTo>
                    <a:pt x="2171962" y="121408"/>
                  </a:lnTo>
                  <a:lnTo>
                    <a:pt x="2176368" y="124857"/>
                  </a:lnTo>
                  <a:lnTo>
                    <a:pt x="2180773" y="123638"/>
                  </a:lnTo>
                  <a:lnTo>
                    <a:pt x="2185179" y="164182"/>
                  </a:lnTo>
                  <a:lnTo>
                    <a:pt x="2189585" y="161142"/>
                  </a:lnTo>
                  <a:lnTo>
                    <a:pt x="2193990" y="166409"/>
                  </a:lnTo>
                  <a:lnTo>
                    <a:pt x="2198396" y="89763"/>
                  </a:lnTo>
                  <a:lnTo>
                    <a:pt x="2202801" y="76336"/>
                  </a:lnTo>
                  <a:lnTo>
                    <a:pt x="2207207" y="64780"/>
                  </a:lnTo>
                  <a:lnTo>
                    <a:pt x="2211613" y="39579"/>
                  </a:lnTo>
                  <a:lnTo>
                    <a:pt x="2216018" y="47401"/>
                  </a:lnTo>
                  <a:lnTo>
                    <a:pt x="2220424" y="47401"/>
                  </a:lnTo>
                  <a:lnTo>
                    <a:pt x="2224829" y="55442"/>
                  </a:lnTo>
                  <a:lnTo>
                    <a:pt x="2229235" y="69917"/>
                  </a:lnTo>
                  <a:lnTo>
                    <a:pt x="2233641" y="64822"/>
                  </a:lnTo>
                  <a:lnTo>
                    <a:pt x="2238046" y="68839"/>
                  </a:lnTo>
                  <a:lnTo>
                    <a:pt x="2242452" y="116022"/>
                  </a:lnTo>
                  <a:lnTo>
                    <a:pt x="2246857" y="97774"/>
                  </a:lnTo>
                  <a:lnTo>
                    <a:pt x="2251263" y="92165"/>
                  </a:lnTo>
                  <a:lnTo>
                    <a:pt x="2255669" y="104197"/>
                  </a:lnTo>
                  <a:lnTo>
                    <a:pt x="2260074" y="119631"/>
                  </a:lnTo>
                  <a:lnTo>
                    <a:pt x="2264480" y="248002"/>
                  </a:lnTo>
                  <a:lnTo>
                    <a:pt x="2268885" y="319744"/>
                  </a:lnTo>
                  <a:lnTo>
                    <a:pt x="2273291" y="224926"/>
                  </a:lnTo>
                  <a:lnTo>
                    <a:pt x="2277697" y="208391"/>
                  </a:lnTo>
                  <a:lnTo>
                    <a:pt x="2282102" y="267623"/>
                  </a:lnTo>
                  <a:lnTo>
                    <a:pt x="2286508" y="287900"/>
                  </a:lnTo>
                  <a:lnTo>
                    <a:pt x="2290913" y="318413"/>
                  </a:lnTo>
                  <a:lnTo>
                    <a:pt x="2295319" y="340086"/>
                  </a:lnTo>
                  <a:lnTo>
                    <a:pt x="2299725" y="396542"/>
                  </a:lnTo>
                  <a:lnTo>
                    <a:pt x="2304130" y="464490"/>
                  </a:lnTo>
                  <a:lnTo>
                    <a:pt x="2308536" y="382186"/>
                  </a:lnTo>
                  <a:lnTo>
                    <a:pt x="2312941" y="459048"/>
                  </a:lnTo>
                  <a:lnTo>
                    <a:pt x="2317347" y="513834"/>
                  </a:lnTo>
                  <a:lnTo>
                    <a:pt x="2321753" y="481174"/>
                  </a:lnTo>
                  <a:lnTo>
                    <a:pt x="2326158" y="422376"/>
                  </a:lnTo>
                  <a:lnTo>
                    <a:pt x="2330564" y="416301"/>
                  </a:lnTo>
                  <a:lnTo>
                    <a:pt x="2334969" y="410752"/>
                  </a:lnTo>
                  <a:lnTo>
                    <a:pt x="2339375" y="374192"/>
                  </a:lnTo>
                  <a:lnTo>
                    <a:pt x="2343781" y="388824"/>
                  </a:lnTo>
                  <a:lnTo>
                    <a:pt x="2348186" y="359527"/>
                  </a:lnTo>
                  <a:lnTo>
                    <a:pt x="2352592" y="310972"/>
                  </a:lnTo>
                  <a:lnTo>
                    <a:pt x="2356997" y="259685"/>
                  </a:lnTo>
                  <a:lnTo>
                    <a:pt x="2361403" y="259685"/>
                  </a:lnTo>
                  <a:lnTo>
                    <a:pt x="2365809" y="250897"/>
                  </a:lnTo>
                  <a:lnTo>
                    <a:pt x="2370214" y="201672"/>
                  </a:lnTo>
                  <a:lnTo>
                    <a:pt x="2374620" y="162416"/>
                  </a:lnTo>
                  <a:lnTo>
                    <a:pt x="2379026" y="108490"/>
                  </a:lnTo>
                  <a:lnTo>
                    <a:pt x="2383431" y="64994"/>
                  </a:lnTo>
                  <a:lnTo>
                    <a:pt x="2387837" y="68525"/>
                  </a:lnTo>
                  <a:lnTo>
                    <a:pt x="2392242" y="58513"/>
                  </a:lnTo>
                  <a:lnTo>
                    <a:pt x="2396648" y="58513"/>
                  </a:lnTo>
                  <a:lnTo>
                    <a:pt x="2401054" y="58513"/>
                  </a:lnTo>
                  <a:lnTo>
                    <a:pt x="2405459" y="63608"/>
                  </a:lnTo>
                  <a:lnTo>
                    <a:pt x="2409865" y="62173"/>
                  </a:lnTo>
                  <a:lnTo>
                    <a:pt x="2414270" y="60323"/>
                  </a:lnTo>
                  <a:lnTo>
                    <a:pt x="2418676" y="60323"/>
                  </a:lnTo>
                  <a:lnTo>
                    <a:pt x="2423082" y="61709"/>
                  </a:lnTo>
                  <a:lnTo>
                    <a:pt x="2427487" y="63608"/>
                  </a:lnTo>
                  <a:lnTo>
                    <a:pt x="2431893" y="58513"/>
                  </a:lnTo>
                  <a:lnTo>
                    <a:pt x="2436298" y="62531"/>
                  </a:lnTo>
                  <a:lnTo>
                    <a:pt x="2440704" y="91111"/>
                  </a:lnTo>
                  <a:lnTo>
                    <a:pt x="2445110" y="58594"/>
                  </a:lnTo>
                  <a:lnTo>
                    <a:pt x="2449515" y="48582"/>
                  </a:lnTo>
                  <a:lnTo>
                    <a:pt x="2453921" y="52198"/>
                  </a:lnTo>
                  <a:lnTo>
                    <a:pt x="2458326" y="53677"/>
                  </a:lnTo>
                  <a:lnTo>
                    <a:pt x="2462732" y="52198"/>
                  </a:lnTo>
                  <a:lnTo>
                    <a:pt x="2467138" y="55063"/>
                  </a:lnTo>
                  <a:lnTo>
                    <a:pt x="2471543" y="48582"/>
                  </a:lnTo>
                  <a:lnTo>
                    <a:pt x="2475949" y="53677"/>
                  </a:lnTo>
                  <a:lnTo>
                    <a:pt x="2480354" y="53453"/>
                  </a:lnTo>
                  <a:lnTo>
                    <a:pt x="2484760" y="51974"/>
                  </a:lnTo>
                  <a:lnTo>
                    <a:pt x="2489166" y="52375"/>
                  </a:lnTo>
                  <a:lnTo>
                    <a:pt x="2493571" y="60233"/>
                  </a:lnTo>
                  <a:lnTo>
                    <a:pt x="2497977" y="59471"/>
                  </a:lnTo>
                  <a:lnTo>
                    <a:pt x="2502382" y="87639"/>
                  </a:lnTo>
                  <a:lnTo>
                    <a:pt x="2506788" y="63307"/>
                  </a:lnTo>
                  <a:lnTo>
                    <a:pt x="2511194" y="76068"/>
                  </a:lnTo>
                  <a:lnTo>
                    <a:pt x="2515599" y="59776"/>
                  </a:lnTo>
                  <a:lnTo>
                    <a:pt x="2520005" y="53295"/>
                  </a:lnTo>
                  <a:lnTo>
                    <a:pt x="2524410" y="53295"/>
                  </a:lnTo>
                  <a:lnTo>
                    <a:pt x="2528816" y="54061"/>
                  </a:lnTo>
                  <a:lnTo>
                    <a:pt x="2533222" y="65900"/>
                  </a:lnTo>
                  <a:lnTo>
                    <a:pt x="2537627" y="61883"/>
                  </a:lnTo>
                  <a:lnTo>
                    <a:pt x="2542033" y="69289"/>
                  </a:lnTo>
                  <a:lnTo>
                    <a:pt x="2546438" y="79304"/>
                  </a:lnTo>
                  <a:lnTo>
                    <a:pt x="2550844" y="83322"/>
                  </a:lnTo>
                  <a:lnTo>
                    <a:pt x="2555250" y="165703"/>
                  </a:lnTo>
                  <a:lnTo>
                    <a:pt x="2559655" y="182309"/>
                  </a:lnTo>
                  <a:lnTo>
                    <a:pt x="2564061" y="188490"/>
                  </a:lnTo>
                  <a:lnTo>
                    <a:pt x="2568466" y="92698"/>
                  </a:lnTo>
                  <a:lnTo>
                    <a:pt x="2572872" y="83314"/>
                  </a:lnTo>
                  <a:lnTo>
                    <a:pt x="2577278" y="72688"/>
                  </a:lnTo>
                  <a:lnTo>
                    <a:pt x="2581683" y="49694"/>
                  </a:lnTo>
                  <a:lnTo>
                    <a:pt x="2586089" y="43294"/>
                  </a:lnTo>
                  <a:lnTo>
                    <a:pt x="2590494" y="37368"/>
                  </a:lnTo>
                  <a:lnTo>
                    <a:pt x="2594900" y="32273"/>
                  </a:lnTo>
                  <a:lnTo>
                    <a:pt x="2599306" y="30932"/>
                  </a:lnTo>
                  <a:lnTo>
                    <a:pt x="2603711" y="33697"/>
                  </a:lnTo>
                  <a:lnTo>
                    <a:pt x="2608117" y="123091"/>
                  </a:lnTo>
                  <a:lnTo>
                    <a:pt x="2612523" y="97419"/>
                  </a:lnTo>
                  <a:lnTo>
                    <a:pt x="2616928" y="75476"/>
                  </a:lnTo>
                  <a:lnTo>
                    <a:pt x="2621334" y="113073"/>
                  </a:lnTo>
                  <a:lnTo>
                    <a:pt x="2625739" y="122347"/>
                  </a:lnTo>
                  <a:lnTo>
                    <a:pt x="2630145" y="95924"/>
                  </a:lnTo>
                  <a:lnTo>
                    <a:pt x="2634551" y="167089"/>
                  </a:lnTo>
                  <a:lnTo>
                    <a:pt x="2638956" y="341985"/>
                  </a:lnTo>
                  <a:lnTo>
                    <a:pt x="2643362" y="390087"/>
                  </a:lnTo>
                  <a:lnTo>
                    <a:pt x="2647767" y="329969"/>
                  </a:lnTo>
                  <a:lnTo>
                    <a:pt x="2652173" y="174248"/>
                  </a:lnTo>
                  <a:lnTo>
                    <a:pt x="2656579" y="215916"/>
                  </a:lnTo>
                  <a:lnTo>
                    <a:pt x="2660984" y="206100"/>
                  </a:lnTo>
                  <a:lnTo>
                    <a:pt x="2665390" y="233870"/>
                  </a:lnTo>
                  <a:lnTo>
                    <a:pt x="2669795" y="233870"/>
                  </a:lnTo>
                  <a:lnTo>
                    <a:pt x="2674201" y="232062"/>
                  </a:lnTo>
                  <a:lnTo>
                    <a:pt x="2678607" y="243116"/>
                  </a:lnTo>
                  <a:lnTo>
                    <a:pt x="2683012" y="218581"/>
                  </a:lnTo>
                  <a:lnTo>
                    <a:pt x="2687418" y="218581"/>
                  </a:lnTo>
                  <a:lnTo>
                    <a:pt x="2691823" y="239030"/>
                  </a:lnTo>
                  <a:lnTo>
                    <a:pt x="2696229" y="228831"/>
                  </a:lnTo>
                  <a:lnTo>
                    <a:pt x="2700635" y="234599"/>
                  </a:lnTo>
                  <a:lnTo>
                    <a:pt x="2705040" y="247084"/>
                  </a:lnTo>
                  <a:lnTo>
                    <a:pt x="2709446" y="236030"/>
                  </a:lnTo>
                  <a:lnTo>
                    <a:pt x="2713851" y="251002"/>
                  </a:lnTo>
                  <a:lnTo>
                    <a:pt x="2718257" y="353766"/>
                  </a:lnTo>
                  <a:lnTo>
                    <a:pt x="2722663" y="372134"/>
                  </a:lnTo>
                  <a:lnTo>
                    <a:pt x="2727068" y="274386"/>
                  </a:lnTo>
                  <a:lnTo>
                    <a:pt x="2731474" y="270985"/>
                  </a:lnTo>
                  <a:lnTo>
                    <a:pt x="2735879" y="355941"/>
                  </a:lnTo>
                  <a:lnTo>
                    <a:pt x="2740285" y="348612"/>
                  </a:lnTo>
                  <a:lnTo>
                    <a:pt x="2744691" y="286124"/>
                  </a:lnTo>
                  <a:lnTo>
                    <a:pt x="2749096" y="177513"/>
                  </a:lnTo>
                  <a:lnTo>
                    <a:pt x="2753502" y="222080"/>
                  </a:lnTo>
                  <a:lnTo>
                    <a:pt x="2757907" y="238892"/>
                  </a:lnTo>
                  <a:lnTo>
                    <a:pt x="2762313" y="230104"/>
                  </a:lnTo>
                  <a:lnTo>
                    <a:pt x="2766719" y="210690"/>
                  </a:lnTo>
                  <a:lnTo>
                    <a:pt x="2771124" y="94664"/>
                  </a:lnTo>
                  <a:lnTo>
                    <a:pt x="2775530" y="48131"/>
                  </a:lnTo>
                  <a:lnTo>
                    <a:pt x="2779935" y="32215"/>
                  </a:lnTo>
                  <a:lnTo>
                    <a:pt x="2784341" y="29752"/>
                  </a:lnTo>
                  <a:lnTo>
                    <a:pt x="2788747" y="30448"/>
                  </a:lnTo>
                  <a:lnTo>
                    <a:pt x="2793152" y="35543"/>
                  </a:lnTo>
                  <a:lnTo>
                    <a:pt x="2797558" y="30448"/>
                  </a:lnTo>
                  <a:lnTo>
                    <a:pt x="2801963" y="34466"/>
                  </a:lnTo>
                  <a:lnTo>
                    <a:pt x="2806369" y="34466"/>
                  </a:lnTo>
                  <a:lnTo>
                    <a:pt x="2810775" y="43184"/>
                  </a:lnTo>
                  <a:lnTo>
                    <a:pt x="2815180" y="45893"/>
                  </a:lnTo>
                  <a:lnTo>
                    <a:pt x="2819586" y="59428"/>
                  </a:lnTo>
                  <a:lnTo>
                    <a:pt x="2823991" y="58086"/>
                  </a:lnTo>
                  <a:lnTo>
                    <a:pt x="2828397" y="48790"/>
                  </a:lnTo>
                  <a:lnTo>
                    <a:pt x="2832803" y="45214"/>
                  </a:lnTo>
                  <a:lnTo>
                    <a:pt x="2837208" y="45214"/>
                  </a:lnTo>
                  <a:lnTo>
                    <a:pt x="2841614" y="47600"/>
                  </a:lnTo>
                  <a:lnTo>
                    <a:pt x="2846020" y="44200"/>
                  </a:lnTo>
                  <a:lnTo>
                    <a:pt x="2850425" y="44200"/>
                  </a:lnTo>
                  <a:lnTo>
                    <a:pt x="2854831" y="49079"/>
                  </a:lnTo>
                  <a:lnTo>
                    <a:pt x="2859236" y="47600"/>
                  </a:lnTo>
                  <a:lnTo>
                    <a:pt x="2863642" y="43984"/>
                  </a:lnTo>
                  <a:lnTo>
                    <a:pt x="2868048" y="37678"/>
                  </a:lnTo>
                  <a:lnTo>
                    <a:pt x="2872453" y="54192"/>
                  </a:lnTo>
                  <a:lnTo>
                    <a:pt x="2876859" y="49848"/>
                  </a:lnTo>
                  <a:lnTo>
                    <a:pt x="2881264" y="51589"/>
                  </a:lnTo>
                  <a:lnTo>
                    <a:pt x="2885670" y="60298"/>
                  </a:lnTo>
                  <a:lnTo>
                    <a:pt x="2890076" y="51709"/>
                  </a:lnTo>
                  <a:lnTo>
                    <a:pt x="2894481" y="70081"/>
                  </a:lnTo>
                  <a:lnTo>
                    <a:pt x="2898887" y="180373"/>
                  </a:lnTo>
                  <a:lnTo>
                    <a:pt x="2903292" y="251115"/>
                  </a:lnTo>
                  <a:lnTo>
                    <a:pt x="2907698" y="160403"/>
                  </a:lnTo>
                  <a:lnTo>
                    <a:pt x="2912104" y="86529"/>
                  </a:lnTo>
                  <a:lnTo>
                    <a:pt x="2916509" y="171768"/>
                  </a:lnTo>
                  <a:lnTo>
                    <a:pt x="2920915" y="63386"/>
                  </a:lnTo>
                  <a:lnTo>
                    <a:pt x="2925320" y="117193"/>
                  </a:lnTo>
                  <a:lnTo>
                    <a:pt x="2929726" y="106175"/>
                  </a:lnTo>
                  <a:lnTo>
                    <a:pt x="2934132" y="43998"/>
                  </a:lnTo>
                  <a:lnTo>
                    <a:pt x="2938537" y="48015"/>
                  </a:lnTo>
                  <a:lnTo>
                    <a:pt x="2942943" y="42620"/>
                  </a:lnTo>
                  <a:lnTo>
                    <a:pt x="2947348" y="42219"/>
                  </a:lnTo>
                  <a:lnTo>
                    <a:pt x="2951754" y="43698"/>
                  </a:lnTo>
                  <a:lnTo>
                    <a:pt x="2956160" y="43923"/>
                  </a:lnTo>
                  <a:lnTo>
                    <a:pt x="2960565" y="38828"/>
                  </a:lnTo>
                  <a:lnTo>
                    <a:pt x="2964971" y="42855"/>
                  </a:lnTo>
                  <a:lnTo>
                    <a:pt x="2969376" y="47683"/>
                  </a:lnTo>
                  <a:lnTo>
                    <a:pt x="2973782" y="50902"/>
                  </a:lnTo>
                  <a:lnTo>
                    <a:pt x="2978188" y="49423"/>
                  </a:lnTo>
                  <a:lnTo>
                    <a:pt x="2982593" y="47683"/>
                  </a:lnTo>
                  <a:lnTo>
                    <a:pt x="2986999" y="42855"/>
                  </a:lnTo>
                  <a:lnTo>
                    <a:pt x="2991404" y="38828"/>
                  </a:lnTo>
                  <a:lnTo>
                    <a:pt x="2995810" y="43923"/>
                  </a:lnTo>
                  <a:lnTo>
                    <a:pt x="3000216" y="42488"/>
                  </a:lnTo>
                  <a:lnTo>
                    <a:pt x="3004621" y="43923"/>
                  </a:lnTo>
                  <a:lnTo>
                    <a:pt x="3009027" y="42444"/>
                  </a:lnTo>
                  <a:lnTo>
                    <a:pt x="3013432" y="42488"/>
                  </a:lnTo>
                  <a:lnTo>
                    <a:pt x="3017838" y="42488"/>
                  </a:lnTo>
                  <a:lnTo>
                    <a:pt x="3022244" y="42488"/>
                  </a:lnTo>
                  <a:lnTo>
                    <a:pt x="3026649" y="43923"/>
                  </a:lnTo>
                  <a:lnTo>
                    <a:pt x="3031055" y="38828"/>
                  </a:lnTo>
                  <a:lnTo>
                    <a:pt x="3035460" y="40116"/>
                  </a:lnTo>
                  <a:lnTo>
                    <a:pt x="3039866" y="40307"/>
                  </a:lnTo>
                  <a:lnTo>
                    <a:pt x="3044272" y="38828"/>
                  </a:lnTo>
                  <a:lnTo>
                    <a:pt x="3048677" y="38828"/>
                  </a:lnTo>
                  <a:lnTo>
                    <a:pt x="3053083" y="38828"/>
                  </a:lnTo>
                  <a:lnTo>
                    <a:pt x="3057488" y="71426"/>
                  </a:lnTo>
                  <a:lnTo>
                    <a:pt x="3061894" y="133366"/>
                  </a:lnTo>
                  <a:lnTo>
                    <a:pt x="3066300" y="84841"/>
                  </a:lnTo>
                  <a:lnTo>
                    <a:pt x="3070705" y="60464"/>
                  </a:lnTo>
                  <a:lnTo>
                    <a:pt x="3075111" y="137323"/>
                  </a:lnTo>
                  <a:lnTo>
                    <a:pt x="3079517" y="187761"/>
                  </a:lnTo>
                  <a:lnTo>
                    <a:pt x="3083922" y="192956"/>
                  </a:lnTo>
                  <a:lnTo>
                    <a:pt x="3088328" y="195152"/>
                  </a:lnTo>
                  <a:lnTo>
                    <a:pt x="3092733" y="181739"/>
                  </a:lnTo>
                  <a:lnTo>
                    <a:pt x="3097139" y="69088"/>
                  </a:lnTo>
                  <a:lnTo>
                    <a:pt x="3101545" y="99086"/>
                  </a:lnTo>
                  <a:lnTo>
                    <a:pt x="3105950" y="121149"/>
                  </a:lnTo>
                  <a:lnTo>
                    <a:pt x="3110356" y="66488"/>
                  </a:lnTo>
                  <a:lnTo>
                    <a:pt x="3114761" y="66488"/>
                  </a:lnTo>
                  <a:lnTo>
                    <a:pt x="3119167" y="66488"/>
                  </a:lnTo>
                  <a:lnTo>
                    <a:pt x="3123573" y="67967"/>
                  </a:lnTo>
                  <a:lnTo>
                    <a:pt x="3127978" y="66488"/>
                  </a:lnTo>
                  <a:lnTo>
                    <a:pt x="3132384" y="66488"/>
                  </a:lnTo>
                  <a:lnTo>
                    <a:pt x="3136789" y="66488"/>
                  </a:lnTo>
                  <a:lnTo>
                    <a:pt x="3141195" y="95206"/>
                  </a:lnTo>
                  <a:lnTo>
                    <a:pt x="3145601" y="183917"/>
                  </a:lnTo>
                  <a:lnTo>
                    <a:pt x="3150006" y="214023"/>
                  </a:lnTo>
                  <a:lnTo>
                    <a:pt x="3154412" y="84065"/>
                  </a:lnTo>
                  <a:lnTo>
                    <a:pt x="3158817" y="66352"/>
                  </a:lnTo>
                  <a:lnTo>
                    <a:pt x="3163223" y="82175"/>
                  </a:lnTo>
                  <a:lnTo>
                    <a:pt x="3167629" y="72247"/>
                  </a:lnTo>
                  <a:lnTo>
                    <a:pt x="3172034" y="60995"/>
                  </a:lnTo>
                  <a:lnTo>
                    <a:pt x="3176440" y="58173"/>
                  </a:lnTo>
                  <a:lnTo>
                    <a:pt x="3180845" y="50767"/>
                  </a:lnTo>
                  <a:lnTo>
                    <a:pt x="3185251" y="205749"/>
                  </a:lnTo>
                  <a:lnTo>
                    <a:pt x="3189657" y="208855"/>
                  </a:lnTo>
                  <a:lnTo>
                    <a:pt x="3194062" y="131561"/>
                  </a:lnTo>
                  <a:lnTo>
                    <a:pt x="3198468" y="41194"/>
                  </a:lnTo>
                  <a:lnTo>
                    <a:pt x="3202873" y="42673"/>
                  </a:lnTo>
                  <a:lnTo>
                    <a:pt x="3207279" y="46289"/>
                  </a:lnTo>
                  <a:lnTo>
                    <a:pt x="3211685" y="44897"/>
                  </a:lnTo>
                  <a:lnTo>
                    <a:pt x="3216090" y="41782"/>
                  </a:lnTo>
                  <a:lnTo>
                    <a:pt x="3220496" y="41782"/>
                  </a:lnTo>
                  <a:lnTo>
                    <a:pt x="3224901" y="50729"/>
                  </a:lnTo>
                  <a:lnTo>
                    <a:pt x="3229307" y="48657"/>
                  </a:lnTo>
                  <a:lnTo>
                    <a:pt x="3233713" y="68138"/>
                  </a:lnTo>
                  <a:lnTo>
                    <a:pt x="3238118" y="65439"/>
                  </a:lnTo>
                  <a:lnTo>
                    <a:pt x="3242524" y="58861"/>
                  </a:lnTo>
                  <a:lnTo>
                    <a:pt x="3246929" y="57567"/>
                  </a:lnTo>
                  <a:lnTo>
                    <a:pt x="3251335" y="93755"/>
                  </a:lnTo>
                  <a:lnTo>
                    <a:pt x="3255741" y="93554"/>
                  </a:lnTo>
                  <a:lnTo>
                    <a:pt x="3260146" y="230712"/>
                  </a:lnTo>
                  <a:lnTo>
                    <a:pt x="3264552" y="298828"/>
                  </a:lnTo>
                  <a:lnTo>
                    <a:pt x="3268957" y="194265"/>
                  </a:lnTo>
                  <a:lnTo>
                    <a:pt x="3273363" y="281959"/>
                  </a:lnTo>
                  <a:lnTo>
                    <a:pt x="3277769" y="317967"/>
                  </a:lnTo>
                  <a:lnTo>
                    <a:pt x="3282174" y="224321"/>
                  </a:lnTo>
                  <a:lnTo>
                    <a:pt x="3286580" y="65316"/>
                  </a:lnTo>
                  <a:lnTo>
                    <a:pt x="3290985" y="66458"/>
                  </a:lnTo>
                  <a:lnTo>
                    <a:pt x="3295391" y="57670"/>
                  </a:lnTo>
                  <a:lnTo>
                    <a:pt x="3299797" y="43314"/>
                  </a:lnTo>
                  <a:lnTo>
                    <a:pt x="3304202" y="48064"/>
                  </a:lnTo>
                  <a:lnTo>
                    <a:pt x="3308608" y="42793"/>
                  </a:lnTo>
                  <a:lnTo>
                    <a:pt x="3313014" y="42988"/>
                  </a:lnTo>
                  <a:lnTo>
                    <a:pt x="3317419" y="40525"/>
                  </a:lnTo>
                  <a:lnTo>
                    <a:pt x="3321825" y="36508"/>
                  </a:lnTo>
                  <a:lnTo>
                    <a:pt x="3326230" y="40124"/>
                  </a:lnTo>
                  <a:lnTo>
                    <a:pt x="3330636" y="41602"/>
                  </a:lnTo>
                  <a:lnTo>
                    <a:pt x="3335042" y="21593"/>
                  </a:lnTo>
                  <a:lnTo>
                    <a:pt x="3339447" y="21173"/>
                  </a:lnTo>
                  <a:lnTo>
                    <a:pt x="3343853" y="23072"/>
                  </a:lnTo>
                  <a:lnTo>
                    <a:pt x="3348258" y="23072"/>
                  </a:lnTo>
                  <a:lnTo>
                    <a:pt x="3352664" y="19787"/>
                  </a:lnTo>
                  <a:lnTo>
                    <a:pt x="3357070" y="19787"/>
                  </a:lnTo>
                  <a:lnTo>
                    <a:pt x="3361475" y="21173"/>
                  </a:lnTo>
                  <a:lnTo>
                    <a:pt x="3365881" y="30885"/>
                  </a:lnTo>
                  <a:lnTo>
                    <a:pt x="3370286" y="32794"/>
                  </a:lnTo>
                  <a:lnTo>
                    <a:pt x="3374692" y="26314"/>
                  </a:lnTo>
                  <a:lnTo>
                    <a:pt x="3379098" y="23498"/>
                  </a:lnTo>
                  <a:lnTo>
                    <a:pt x="3383503" y="25961"/>
                  </a:lnTo>
                  <a:lnTo>
                    <a:pt x="3387909" y="23141"/>
                  </a:lnTo>
                  <a:lnTo>
                    <a:pt x="3392314" y="24881"/>
                  </a:lnTo>
                  <a:lnTo>
                    <a:pt x="3396720" y="24881"/>
                  </a:lnTo>
                  <a:lnTo>
                    <a:pt x="3401126" y="23662"/>
                  </a:lnTo>
                  <a:lnTo>
                    <a:pt x="3405531" y="38017"/>
                  </a:lnTo>
                  <a:lnTo>
                    <a:pt x="3409937" y="46805"/>
                  </a:lnTo>
                  <a:lnTo>
                    <a:pt x="3414342" y="82993"/>
                  </a:lnTo>
                  <a:lnTo>
                    <a:pt x="3418748" y="108104"/>
                  </a:lnTo>
                  <a:lnTo>
                    <a:pt x="3423154" y="226260"/>
                  </a:lnTo>
                  <a:lnTo>
                    <a:pt x="3427559" y="364271"/>
                  </a:lnTo>
                  <a:lnTo>
                    <a:pt x="3431965" y="329915"/>
                  </a:lnTo>
                  <a:lnTo>
                    <a:pt x="3436370" y="247156"/>
                  </a:lnTo>
                  <a:lnTo>
                    <a:pt x="3440776" y="119376"/>
                  </a:lnTo>
                  <a:lnTo>
                    <a:pt x="3445182" y="143640"/>
                  </a:lnTo>
                  <a:lnTo>
                    <a:pt x="3449587" y="226344"/>
                  </a:lnTo>
                  <a:lnTo>
                    <a:pt x="3453993" y="206930"/>
                  </a:lnTo>
                  <a:lnTo>
                    <a:pt x="3458398" y="131543"/>
                  </a:lnTo>
                  <a:lnTo>
                    <a:pt x="3462804" y="154120"/>
                  </a:lnTo>
                  <a:lnTo>
                    <a:pt x="3467210" y="20466"/>
                  </a:lnTo>
                  <a:lnTo>
                    <a:pt x="3471615" y="12918"/>
                  </a:lnTo>
                  <a:lnTo>
                    <a:pt x="3476021" y="16935"/>
                  </a:lnTo>
                  <a:lnTo>
                    <a:pt x="3480426" y="12918"/>
                  </a:lnTo>
                  <a:lnTo>
                    <a:pt x="3484832" y="16534"/>
                  </a:lnTo>
                  <a:lnTo>
                    <a:pt x="3489238" y="14310"/>
                  </a:lnTo>
                  <a:lnTo>
                    <a:pt x="3493643" y="14310"/>
                  </a:lnTo>
                  <a:lnTo>
                    <a:pt x="3498049" y="17506"/>
                  </a:lnTo>
                  <a:lnTo>
                    <a:pt x="3502454" y="17656"/>
                  </a:lnTo>
                  <a:lnTo>
                    <a:pt x="3506860" y="17656"/>
                  </a:lnTo>
                  <a:lnTo>
                    <a:pt x="3511266" y="18120"/>
                  </a:lnTo>
                  <a:lnTo>
                    <a:pt x="3515671" y="18120"/>
                  </a:lnTo>
                  <a:lnTo>
                    <a:pt x="3520077" y="18120"/>
                  </a:lnTo>
                  <a:lnTo>
                    <a:pt x="3524482" y="18077"/>
                  </a:lnTo>
                  <a:lnTo>
                    <a:pt x="3528888" y="22136"/>
                  </a:lnTo>
                  <a:lnTo>
                    <a:pt x="3533294" y="61959"/>
                  </a:lnTo>
                  <a:lnTo>
                    <a:pt x="3537699" y="65115"/>
                  </a:lnTo>
                  <a:lnTo>
                    <a:pt x="3542105" y="66855"/>
                  </a:lnTo>
                  <a:lnTo>
                    <a:pt x="3546511" y="182077"/>
                  </a:lnTo>
                  <a:lnTo>
                    <a:pt x="3550916" y="221340"/>
                  </a:lnTo>
                  <a:lnTo>
                    <a:pt x="3555322" y="235695"/>
                  </a:lnTo>
                  <a:lnTo>
                    <a:pt x="3559727" y="160206"/>
                  </a:lnTo>
                  <a:lnTo>
                    <a:pt x="3564133" y="117479"/>
                  </a:lnTo>
                  <a:lnTo>
                    <a:pt x="3568539" y="166034"/>
                  </a:lnTo>
                  <a:lnTo>
                    <a:pt x="3572944" y="164838"/>
                  </a:lnTo>
                  <a:lnTo>
                    <a:pt x="3577350" y="242549"/>
                  </a:lnTo>
                  <a:lnTo>
                    <a:pt x="3581755" y="252370"/>
                  </a:lnTo>
                  <a:lnTo>
                    <a:pt x="3586161" y="224831"/>
                  </a:lnTo>
                  <a:lnTo>
                    <a:pt x="3590567" y="252370"/>
                  </a:lnTo>
                  <a:lnTo>
                    <a:pt x="3594972" y="314905"/>
                  </a:lnTo>
                  <a:lnTo>
                    <a:pt x="3599378" y="247944"/>
                  </a:lnTo>
                  <a:lnTo>
                    <a:pt x="3603783" y="194015"/>
                  </a:lnTo>
                  <a:lnTo>
                    <a:pt x="3608189" y="211252"/>
                  </a:lnTo>
                  <a:lnTo>
                    <a:pt x="3612595" y="209298"/>
                  </a:lnTo>
                  <a:lnTo>
                    <a:pt x="3617000" y="71212"/>
                  </a:lnTo>
                  <a:lnTo>
                    <a:pt x="3621406" y="62424"/>
                  </a:lnTo>
                  <a:lnTo>
                    <a:pt x="3625811" y="88172"/>
                  </a:lnTo>
                  <a:lnTo>
                    <a:pt x="3630217" y="92536"/>
                  </a:lnTo>
                  <a:lnTo>
                    <a:pt x="3634623" y="73841"/>
                  </a:lnTo>
                  <a:lnTo>
                    <a:pt x="3639028" y="60918"/>
                  </a:lnTo>
                  <a:lnTo>
                    <a:pt x="3643434" y="73007"/>
                  </a:lnTo>
                  <a:lnTo>
                    <a:pt x="3647839" y="75773"/>
                  </a:lnTo>
                  <a:lnTo>
                    <a:pt x="3652245" y="51656"/>
                  </a:lnTo>
                  <a:lnTo>
                    <a:pt x="3656651" y="47285"/>
                  </a:lnTo>
                  <a:lnTo>
                    <a:pt x="3661056" y="182000"/>
                  </a:lnTo>
                  <a:lnTo>
                    <a:pt x="3665462" y="166705"/>
                  </a:lnTo>
                  <a:lnTo>
                    <a:pt x="3669867" y="174778"/>
                  </a:lnTo>
                  <a:lnTo>
                    <a:pt x="3674273" y="265275"/>
                  </a:lnTo>
                  <a:lnTo>
                    <a:pt x="3678679" y="304393"/>
                  </a:lnTo>
                  <a:lnTo>
                    <a:pt x="3683084" y="266325"/>
                  </a:lnTo>
                  <a:lnTo>
                    <a:pt x="3687490" y="252359"/>
                  </a:lnTo>
                  <a:lnTo>
                    <a:pt x="3691895" y="289956"/>
                  </a:lnTo>
                  <a:lnTo>
                    <a:pt x="3696301" y="181001"/>
                  </a:lnTo>
                  <a:lnTo>
                    <a:pt x="3700707" y="184683"/>
                  </a:lnTo>
                  <a:lnTo>
                    <a:pt x="3705112" y="65706"/>
                  </a:lnTo>
                  <a:lnTo>
                    <a:pt x="3709518" y="59201"/>
                  </a:lnTo>
                  <a:lnTo>
                    <a:pt x="3713923" y="57043"/>
                  </a:lnTo>
                  <a:lnTo>
                    <a:pt x="3718329" y="59506"/>
                  </a:lnTo>
                  <a:lnTo>
                    <a:pt x="3722735" y="53025"/>
                  </a:lnTo>
                  <a:lnTo>
                    <a:pt x="3727140" y="53025"/>
                  </a:lnTo>
                  <a:lnTo>
                    <a:pt x="3731546" y="55837"/>
                  </a:lnTo>
                  <a:lnTo>
                    <a:pt x="3735951" y="43348"/>
                  </a:lnTo>
                  <a:lnTo>
                    <a:pt x="3740357" y="49209"/>
                  </a:lnTo>
                  <a:lnTo>
                    <a:pt x="3744763" y="52152"/>
                  </a:lnTo>
                  <a:lnTo>
                    <a:pt x="3749168" y="53415"/>
                  </a:lnTo>
                  <a:lnTo>
                    <a:pt x="3753574" y="56270"/>
                  </a:lnTo>
                  <a:lnTo>
                    <a:pt x="3757979" y="88296"/>
                  </a:lnTo>
                  <a:lnTo>
                    <a:pt x="3762385" y="85103"/>
                  </a:lnTo>
                  <a:lnTo>
                    <a:pt x="3766791" y="95620"/>
                  </a:lnTo>
                  <a:lnTo>
                    <a:pt x="3771196" y="150706"/>
                  </a:lnTo>
                  <a:lnTo>
                    <a:pt x="3775602" y="132148"/>
                  </a:lnTo>
                  <a:lnTo>
                    <a:pt x="3780008" y="138473"/>
                  </a:lnTo>
                  <a:lnTo>
                    <a:pt x="3784413" y="127665"/>
                  </a:lnTo>
                  <a:lnTo>
                    <a:pt x="3788819" y="161310"/>
                  </a:lnTo>
                  <a:lnTo>
                    <a:pt x="3793224" y="205863"/>
                  </a:lnTo>
                  <a:lnTo>
                    <a:pt x="3797630" y="245910"/>
                  </a:lnTo>
                  <a:lnTo>
                    <a:pt x="3802036" y="280766"/>
                  </a:lnTo>
                  <a:lnTo>
                    <a:pt x="3806441" y="298291"/>
                  </a:lnTo>
                  <a:lnTo>
                    <a:pt x="3810847" y="341155"/>
                  </a:lnTo>
                  <a:lnTo>
                    <a:pt x="3815252" y="378994"/>
                  </a:lnTo>
                  <a:lnTo>
                    <a:pt x="3819658" y="448712"/>
                  </a:lnTo>
                  <a:lnTo>
                    <a:pt x="3824064" y="453196"/>
                  </a:lnTo>
                  <a:lnTo>
                    <a:pt x="3828469" y="394049"/>
                  </a:lnTo>
                  <a:lnTo>
                    <a:pt x="3832875" y="421865"/>
                  </a:lnTo>
                  <a:lnTo>
                    <a:pt x="3837280" y="413236"/>
                  </a:lnTo>
                  <a:lnTo>
                    <a:pt x="3841686" y="266619"/>
                  </a:lnTo>
                  <a:lnTo>
                    <a:pt x="3846092" y="195853"/>
                  </a:lnTo>
                  <a:lnTo>
                    <a:pt x="3850497" y="212408"/>
                  </a:lnTo>
                  <a:lnTo>
                    <a:pt x="3854903" y="183964"/>
                  </a:lnTo>
                  <a:lnTo>
                    <a:pt x="3859308" y="193624"/>
                  </a:lnTo>
                  <a:lnTo>
                    <a:pt x="3863714" y="187811"/>
                  </a:lnTo>
                  <a:lnTo>
                    <a:pt x="3868120" y="78774"/>
                  </a:lnTo>
                  <a:lnTo>
                    <a:pt x="3872525" y="56187"/>
                  </a:lnTo>
                  <a:lnTo>
                    <a:pt x="3876931" y="63460"/>
                  </a:lnTo>
                  <a:lnTo>
                    <a:pt x="3881336" y="56610"/>
                  </a:lnTo>
                  <a:lnTo>
                    <a:pt x="3885742" y="45513"/>
                  </a:lnTo>
                  <a:lnTo>
                    <a:pt x="3890148" y="28999"/>
                  </a:lnTo>
                  <a:lnTo>
                    <a:pt x="3894553" y="28891"/>
                  </a:lnTo>
                  <a:lnTo>
                    <a:pt x="3898959" y="28891"/>
                  </a:lnTo>
                  <a:lnTo>
                    <a:pt x="3903364" y="28891"/>
                  </a:lnTo>
                  <a:lnTo>
                    <a:pt x="3907770" y="28891"/>
                  </a:lnTo>
                  <a:lnTo>
                    <a:pt x="3912176" y="28891"/>
                  </a:lnTo>
                  <a:lnTo>
                    <a:pt x="3916581" y="41763"/>
                  </a:lnTo>
                  <a:lnTo>
                    <a:pt x="3920987" y="34780"/>
                  </a:lnTo>
                  <a:lnTo>
                    <a:pt x="3925392" y="31524"/>
                  </a:lnTo>
                  <a:lnTo>
                    <a:pt x="3929798" y="45880"/>
                  </a:lnTo>
                  <a:lnTo>
                    <a:pt x="3934204" y="41862"/>
                  </a:lnTo>
                  <a:lnTo>
                    <a:pt x="3938609" y="50651"/>
                  </a:lnTo>
                  <a:lnTo>
                    <a:pt x="3943015" y="86838"/>
                  </a:lnTo>
                  <a:lnTo>
                    <a:pt x="3947420" y="87268"/>
                  </a:lnTo>
                  <a:lnTo>
                    <a:pt x="3951826" y="51936"/>
                  </a:lnTo>
                  <a:lnTo>
                    <a:pt x="3956232" y="40685"/>
                  </a:lnTo>
                  <a:lnTo>
                    <a:pt x="3960637" y="37029"/>
                  </a:lnTo>
                  <a:lnTo>
                    <a:pt x="3965043" y="29585"/>
                  </a:lnTo>
                  <a:lnTo>
                    <a:pt x="3969448" y="29585"/>
                  </a:lnTo>
                  <a:lnTo>
                    <a:pt x="3973854" y="32551"/>
                  </a:lnTo>
                  <a:lnTo>
                    <a:pt x="3978260" y="32908"/>
                  </a:lnTo>
                  <a:lnTo>
                    <a:pt x="3982665" y="35371"/>
                  </a:lnTo>
                  <a:lnTo>
                    <a:pt x="3987071" y="31006"/>
                  </a:lnTo>
                  <a:lnTo>
                    <a:pt x="3991476" y="29107"/>
                  </a:lnTo>
                  <a:lnTo>
                    <a:pt x="3995882" y="17691"/>
                  </a:lnTo>
                  <a:lnTo>
                    <a:pt x="4000288" y="19170"/>
                  </a:lnTo>
                  <a:lnTo>
                    <a:pt x="4004693" y="22786"/>
                  </a:lnTo>
                  <a:lnTo>
                    <a:pt x="4009099" y="23997"/>
                  </a:lnTo>
                  <a:lnTo>
                    <a:pt x="4013505" y="17691"/>
                  </a:lnTo>
                  <a:lnTo>
                    <a:pt x="4017910" y="17691"/>
                  </a:lnTo>
                  <a:lnTo>
                    <a:pt x="4022316" y="34892"/>
                  </a:lnTo>
                  <a:lnTo>
                    <a:pt x="4026721" y="136856"/>
                  </a:lnTo>
                  <a:lnTo>
                    <a:pt x="4031127" y="131896"/>
                  </a:lnTo>
                  <a:lnTo>
                    <a:pt x="4035533" y="135637"/>
                  </a:lnTo>
                  <a:lnTo>
                    <a:pt x="4039938" y="183213"/>
                  </a:lnTo>
                  <a:lnTo>
                    <a:pt x="4044344" y="177047"/>
                  </a:lnTo>
                  <a:lnTo>
                    <a:pt x="4048749" y="215964"/>
                  </a:lnTo>
                  <a:lnTo>
                    <a:pt x="4053155" y="146782"/>
                  </a:lnTo>
                  <a:lnTo>
                    <a:pt x="4057561" y="253198"/>
                  </a:lnTo>
                  <a:lnTo>
                    <a:pt x="4061966" y="216446"/>
                  </a:lnTo>
                  <a:lnTo>
                    <a:pt x="4066372" y="95976"/>
                  </a:lnTo>
                  <a:lnTo>
                    <a:pt x="4070777" y="67395"/>
                  </a:lnTo>
                  <a:lnTo>
                    <a:pt x="4075183" y="61070"/>
                  </a:lnTo>
                  <a:lnTo>
                    <a:pt x="4079589" y="178976"/>
                  </a:lnTo>
                  <a:lnTo>
                    <a:pt x="4083994" y="185614"/>
                  </a:lnTo>
                  <a:lnTo>
                    <a:pt x="4088400" y="34093"/>
                  </a:lnTo>
                  <a:lnTo>
                    <a:pt x="4092805" y="17691"/>
                  </a:lnTo>
                  <a:lnTo>
                    <a:pt x="4097211" y="21709"/>
                  </a:lnTo>
                  <a:lnTo>
                    <a:pt x="4101617" y="17691"/>
                  </a:lnTo>
                  <a:lnTo>
                    <a:pt x="4106022" y="21307"/>
                  </a:lnTo>
                  <a:lnTo>
                    <a:pt x="4110428" y="21793"/>
                  </a:lnTo>
                  <a:lnTo>
                    <a:pt x="4114833" y="21793"/>
                  </a:lnTo>
                  <a:lnTo>
                    <a:pt x="4119239" y="26155"/>
                  </a:lnTo>
                  <a:lnTo>
                    <a:pt x="4123645" y="16368"/>
                  </a:lnTo>
                  <a:lnTo>
                    <a:pt x="4128050" y="16368"/>
                  </a:lnTo>
                  <a:lnTo>
                    <a:pt x="4132456" y="18177"/>
                  </a:lnTo>
                  <a:lnTo>
                    <a:pt x="4136861" y="22398"/>
                  </a:lnTo>
                  <a:lnTo>
                    <a:pt x="4141267" y="29974"/>
                  </a:lnTo>
                  <a:lnTo>
                    <a:pt x="4145673" y="45483"/>
                  </a:lnTo>
                  <a:lnTo>
                    <a:pt x="4150078" y="39871"/>
                  </a:lnTo>
                  <a:lnTo>
                    <a:pt x="4154484" y="41701"/>
                  </a:lnTo>
                  <a:lnTo>
                    <a:pt x="4158889" y="40222"/>
                  </a:lnTo>
                  <a:lnTo>
                    <a:pt x="4163295" y="27487"/>
                  </a:lnTo>
                  <a:lnTo>
                    <a:pt x="4167701" y="32581"/>
                  </a:lnTo>
                  <a:lnTo>
                    <a:pt x="4172106" y="32581"/>
                  </a:lnTo>
                  <a:lnTo>
                    <a:pt x="4176512" y="28965"/>
                  </a:lnTo>
                  <a:lnTo>
                    <a:pt x="4180917" y="38686"/>
                  </a:lnTo>
                  <a:lnTo>
                    <a:pt x="4185323" y="43781"/>
                  </a:lnTo>
                  <a:lnTo>
                    <a:pt x="4189729" y="38686"/>
                  </a:lnTo>
                  <a:lnTo>
                    <a:pt x="4194134" y="42703"/>
                  </a:lnTo>
                  <a:lnTo>
                    <a:pt x="4198540" y="42218"/>
                  </a:lnTo>
                  <a:lnTo>
                    <a:pt x="4202945" y="57067"/>
                  </a:lnTo>
                  <a:lnTo>
                    <a:pt x="4207351" y="55283"/>
                  </a:lnTo>
                  <a:lnTo>
                    <a:pt x="4211757" y="52820"/>
                  </a:lnTo>
                  <a:lnTo>
                    <a:pt x="4216162" y="50392"/>
                  </a:lnTo>
                  <a:lnTo>
                    <a:pt x="4220568" y="37519"/>
                  </a:lnTo>
                  <a:lnTo>
                    <a:pt x="4224973" y="37519"/>
                  </a:lnTo>
                  <a:lnTo>
                    <a:pt x="4229379" y="41536"/>
                  </a:lnTo>
                  <a:lnTo>
                    <a:pt x="4233785" y="38750"/>
                  </a:lnTo>
                  <a:lnTo>
                    <a:pt x="4238190" y="38750"/>
                  </a:lnTo>
                  <a:lnTo>
                    <a:pt x="4242596" y="38750"/>
                  </a:lnTo>
                  <a:lnTo>
                    <a:pt x="4247002" y="42767"/>
                  </a:lnTo>
                  <a:lnTo>
                    <a:pt x="4251407" y="46375"/>
                  </a:lnTo>
                  <a:lnTo>
                    <a:pt x="4255813" y="21956"/>
                  </a:lnTo>
                  <a:lnTo>
                    <a:pt x="4260218" y="116163"/>
                  </a:lnTo>
                  <a:lnTo>
                    <a:pt x="4264624" y="46810"/>
                  </a:lnTo>
                  <a:lnTo>
                    <a:pt x="4269030" y="18229"/>
                  </a:lnTo>
                  <a:lnTo>
                    <a:pt x="4273435" y="23661"/>
                  </a:lnTo>
                  <a:lnTo>
                    <a:pt x="4277841" y="18947"/>
                  </a:lnTo>
                  <a:lnTo>
                    <a:pt x="4282246" y="18947"/>
                  </a:lnTo>
                  <a:lnTo>
                    <a:pt x="4286652" y="11199"/>
                  </a:lnTo>
                  <a:lnTo>
                    <a:pt x="4291058" y="0"/>
                  </a:lnTo>
                  <a:lnTo>
                    <a:pt x="4295463" y="1859"/>
                  </a:lnTo>
                  <a:lnTo>
                    <a:pt x="4299869" y="86113"/>
                  </a:lnTo>
                  <a:lnTo>
                    <a:pt x="4304274" y="103520"/>
                  </a:lnTo>
                  <a:lnTo>
                    <a:pt x="4308680" y="66447"/>
                  </a:lnTo>
                  <a:lnTo>
                    <a:pt x="4313086" y="146188"/>
                  </a:lnTo>
                  <a:lnTo>
                    <a:pt x="4317491" y="196721"/>
                  </a:lnTo>
                  <a:lnTo>
                    <a:pt x="4321897" y="147328"/>
                  </a:lnTo>
                  <a:lnTo>
                    <a:pt x="4326302" y="170097"/>
                  </a:lnTo>
                  <a:lnTo>
                    <a:pt x="4330708" y="257812"/>
                  </a:lnTo>
                  <a:lnTo>
                    <a:pt x="4335114" y="284429"/>
                  </a:lnTo>
                  <a:lnTo>
                    <a:pt x="4339519" y="329756"/>
                  </a:lnTo>
                  <a:lnTo>
                    <a:pt x="4343925" y="292727"/>
                  </a:lnTo>
                  <a:lnTo>
                    <a:pt x="4348330" y="306854"/>
                  </a:lnTo>
                  <a:lnTo>
                    <a:pt x="4352736" y="310526"/>
                  </a:lnTo>
                  <a:lnTo>
                    <a:pt x="4357142" y="362681"/>
                  </a:lnTo>
                  <a:lnTo>
                    <a:pt x="4361547" y="383172"/>
                  </a:lnTo>
                  <a:lnTo>
                    <a:pt x="4365953" y="272349"/>
                  </a:lnTo>
                  <a:lnTo>
                    <a:pt x="4370358" y="245616"/>
                  </a:lnTo>
                  <a:lnTo>
                    <a:pt x="4374764" y="245616"/>
                  </a:lnTo>
                  <a:lnTo>
                    <a:pt x="4379170" y="196139"/>
                  </a:lnTo>
                  <a:lnTo>
                    <a:pt x="4383575" y="154748"/>
                  </a:lnTo>
                  <a:lnTo>
                    <a:pt x="4387981" y="203170"/>
                  </a:lnTo>
                  <a:lnTo>
                    <a:pt x="4392386" y="206535"/>
                  </a:lnTo>
                  <a:lnTo>
                    <a:pt x="4396792" y="111694"/>
                  </a:lnTo>
                  <a:lnTo>
                    <a:pt x="4401198" y="70080"/>
                  </a:lnTo>
                  <a:lnTo>
                    <a:pt x="4405603" y="75316"/>
                  </a:lnTo>
                  <a:lnTo>
                    <a:pt x="4410009" y="64466"/>
                  </a:lnTo>
                  <a:lnTo>
                    <a:pt x="4414414" y="40744"/>
                  </a:lnTo>
                  <a:lnTo>
                    <a:pt x="4418820" y="24230"/>
                  </a:lnTo>
                  <a:lnTo>
                    <a:pt x="4423226" y="16408"/>
                  </a:lnTo>
                  <a:lnTo>
                    <a:pt x="4427631" y="36422"/>
                  </a:lnTo>
                  <a:lnTo>
                    <a:pt x="4432037" y="21433"/>
                  </a:lnTo>
                  <a:lnTo>
                    <a:pt x="4436442" y="23332"/>
                  </a:lnTo>
                  <a:lnTo>
                    <a:pt x="4440848" y="42826"/>
                  </a:lnTo>
                  <a:lnTo>
                    <a:pt x="4445254" y="37731"/>
                  </a:lnTo>
                  <a:lnTo>
                    <a:pt x="4449659" y="72487"/>
                  </a:lnTo>
                  <a:lnTo>
                    <a:pt x="4454065" y="77205"/>
                  </a:lnTo>
                  <a:lnTo>
                    <a:pt x="4458470" y="147527"/>
                  </a:lnTo>
                  <a:lnTo>
                    <a:pt x="4462876" y="160803"/>
                  </a:lnTo>
                  <a:lnTo>
                    <a:pt x="4467282" y="218794"/>
                  </a:lnTo>
                  <a:lnTo>
                    <a:pt x="4471687" y="207241"/>
                  </a:lnTo>
                  <a:lnTo>
                    <a:pt x="4476093" y="200641"/>
                  </a:lnTo>
                  <a:lnTo>
                    <a:pt x="4480498" y="208305"/>
                  </a:lnTo>
                  <a:lnTo>
                    <a:pt x="4484904" y="165018"/>
                  </a:lnTo>
                  <a:lnTo>
                    <a:pt x="4489310" y="78450"/>
                  </a:lnTo>
                  <a:lnTo>
                    <a:pt x="4493715" y="74433"/>
                  </a:lnTo>
                  <a:lnTo>
                    <a:pt x="4498121" y="74433"/>
                  </a:lnTo>
                  <a:lnTo>
                    <a:pt x="4502527" y="72997"/>
                  </a:lnTo>
                  <a:lnTo>
                    <a:pt x="4506932" y="74476"/>
                  </a:lnTo>
                  <a:lnTo>
                    <a:pt x="4511338" y="64174"/>
                  </a:lnTo>
                  <a:lnTo>
                    <a:pt x="4515743" y="64940"/>
                  </a:lnTo>
                  <a:lnTo>
                    <a:pt x="4520149" y="79709"/>
                  </a:lnTo>
                  <a:lnTo>
                    <a:pt x="4524555" y="94797"/>
                  </a:lnTo>
                  <a:lnTo>
                    <a:pt x="4528960" y="104207"/>
                  </a:lnTo>
                  <a:lnTo>
                    <a:pt x="4533366" y="145432"/>
                  </a:lnTo>
                  <a:lnTo>
                    <a:pt x="4537771" y="85421"/>
                  </a:lnTo>
                  <a:lnTo>
                    <a:pt x="4542177" y="77179"/>
                  </a:lnTo>
                  <a:lnTo>
                    <a:pt x="4546583" y="89755"/>
                  </a:lnTo>
                  <a:lnTo>
                    <a:pt x="4550988" y="61340"/>
                  </a:lnTo>
                  <a:lnTo>
                    <a:pt x="4555394" y="74728"/>
                  </a:lnTo>
                  <a:lnTo>
                    <a:pt x="4559799" y="23378"/>
                  </a:lnTo>
                  <a:lnTo>
                    <a:pt x="4564205" y="29728"/>
                  </a:lnTo>
                  <a:lnTo>
                    <a:pt x="4568611" y="27829"/>
                  </a:lnTo>
                  <a:lnTo>
                    <a:pt x="4573016" y="20427"/>
                  </a:lnTo>
                  <a:lnTo>
                    <a:pt x="4577422" y="40441"/>
                  </a:lnTo>
                  <a:lnTo>
                    <a:pt x="4581827" y="37245"/>
                  </a:lnTo>
                  <a:lnTo>
                    <a:pt x="4586233" y="122123"/>
                  </a:lnTo>
                  <a:lnTo>
                    <a:pt x="4590639" y="80907"/>
                  </a:lnTo>
                  <a:lnTo>
                    <a:pt x="4595044" y="61656"/>
                  </a:lnTo>
                  <a:lnTo>
                    <a:pt x="4599450" y="86792"/>
                  </a:lnTo>
                  <a:lnTo>
                    <a:pt x="4603855" y="96252"/>
                  </a:lnTo>
                  <a:lnTo>
                    <a:pt x="4608261" y="104256"/>
                  </a:lnTo>
                  <a:lnTo>
                    <a:pt x="4612667" y="148233"/>
                  </a:lnTo>
                  <a:lnTo>
                    <a:pt x="4617072" y="253512"/>
                  </a:lnTo>
                  <a:lnTo>
                    <a:pt x="4621478" y="259074"/>
                  </a:lnTo>
                  <a:lnTo>
                    <a:pt x="4625883" y="308337"/>
                  </a:lnTo>
                  <a:lnTo>
                    <a:pt x="4630289" y="386722"/>
                  </a:lnTo>
                  <a:lnTo>
                    <a:pt x="4634695" y="424679"/>
                  </a:lnTo>
                  <a:lnTo>
                    <a:pt x="4639100" y="404983"/>
                  </a:lnTo>
                  <a:lnTo>
                    <a:pt x="4643506" y="343759"/>
                  </a:lnTo>
                  <a:lnTo>
                    <a:pt x="4647911" y="443665"/>
                  </a:lnTo>
                  <a:lnTo>
                    <a:pt x="4652317" y="454656"/>
                  </a:lnTo>
                  <a:lnTo>
                    <a:pt x="4656723" y="437267"/>
                  </a:lnTo>
                  <a:lnTo>
                    <a:pt x="4661128" y="506333"/>
                  </a:lnTo>
                  <a:lnTo>
                    <a:pt x="4665534" y="529177"/>
                  </a:lnTo>
                  <a:lnTo>
                    <a:pt x="4669939" y="494522"/>
                  </a:lnTo>
                  <a:lnTo>
                    <a:pt x="4674345" y="507463"/>
                  </a:lnTo>
                  <a:lnTo>
                    <a:pt x="4678751" y="529263"/>
                  </a:lnTo>
                  <a:lnTo>
                    <a:pt x="4683156" y="541733"/>
                  </a:lnTo>
                  <a:lnTo>
                    <a:pt x="4687562" y="551127"/>
                  </a:lnTo>
                  <a:lnTo>
                    <a:pt x="4691967" y="598489"/>
                  </a:lnTo>
                  <a:lnTo>
                    <a:pt x="4696373" y="591098"/>
                  </a:lnTo>
                  <a:lnTo>
                    <a:pt x="4700779" y="527598"/>
                  </a:lnTo>
                  <a:lnTo>
                    <a:pt x="4705184" y="507811"/>
                  </a:lnTo>
                  <a:lnTo>
                    <a:pt x="4709590" y="453508"/>
                  </a:lnTo>
                  <a:lnTo>
                    <a:pt x="4713995" y="452972"/>
                  </a:lnTo>
                  <a:lnTo>
                    <a:pt x="4718401" y="466410"/>
                  </a:lnTo>
                  <a:lnTo>
                    <a:pt x="4722807" y="520698"/>
                  </a:lnTo>
                  <a:lnTo>
                    <a:pt x="4727212" y="485797"/>
                  </a:lnTo>
                  <a:lnTo>
                    <a:pt x="4731618" y="365098"/>
                  </a:lnTo>
                  <a:lnTo>
                    <a:pt x="4736024" y="363875"/>
                  </a:lnTo>
                  <a:lnTo>
                    <a:pt x="4740429" y="382735"/>
                  </a:lnTo>
                  <a:lnTo>
                    <a:pt x="4744835" y="285170"/>
                  </a:lnTo>
                  <a:lnTo>
                    <a:pt x="4749240" y="236392"/>
                  </a:lnTo>
                  <a:lnTo>
                    <a:pt x="4753646" y="210852"/>
                  </a:lnTo>
                  <a:lnTo>
                    <a:pt x="4758052" y="208113"/>
                  </a:lnTo>
                  <a:lnTo>
                    <a:pt x="4762457" y="200914"/>
                  </a:lnTo>
                  <a:lnTo>
                    <a:pt x="4766863" y="156438"/>
                  </a:lnTo>
                  <a:lnTo>
                    <a:pt x="4771268" y="227768"/>
                  </a:lnTo>
                  <a:lnTo>
                    <a:pt x="4775674" y="166704"/>
                  </a:lnTo>
                  <a:lnTo>
                    <a:pt x="4780080" y="90978"/>
                  </a:lnTo>
                  <a:lnTo>
                    <a:pt x="4784485" y="85619"/>
                  </a:lnTo>
                  <a:lnTo>
                    <a:pt x="4788891" y="78373"/>
                  </a:lnTo>
                  <a:lnTo>
                    <a:pt x="4793296" y="82181"/>
                  </a:lnTo>
                  <a:lnTo>
                    <a:pt x="4797702" y="80794"/>
                  </a:lnTo>
                  <a:lnTo>
                    <a:pt x="4802108" y="82645"/>
                  </a:lnTo>
                  <a:lnTo>
                    <a:pt x="4806513" y="82645"/>
                  </a:lnTo>
                  <a:lnTo>
                    <a:pt x="4810919" y="82645"/>
                  </a:lnTo>
                  <a:lnTo>
                    <a:pt x="4815324" y="84080"/>
                  </a:lnTo>
                  <a:lnTo>
                    <a:pt x="4819730" y="95547"/>
                  </a:lnTo>
                  <a:lnTo>
                    <a:pt x="4824136" y="102879"/>
                  </a:lnTo>
                  <a:lnTo>
                    <a:pt x="4828541" y="111563"/>
                  </a:lnTo>
                  <a:lnTo>
                    <a:pt x="4832947" y="115580"/>
                  </a:lnTo>
                  <a:lnTo>
                    <a:pt x="4837352" y="129391"/>
                  </a:lnTo>
                  <a:lnTo>
                    <a:pt x="4841758" y="206965"/>
                  </a:lnTo>
                  <a:lnTo>
                    <a:pt x="4846164" y="268274"/>
                  </a:lnTo>
                  <a:lnTo>
                    <a:pt x="4850569" y="303886"/>
                  </a:lnTo>
                  <a:lnTo>
                    <a:pt x="4854975" y="291105"/>
                  </a:lnTo>
                  <a:lnTo>
                    <a:pt x="4859380" y="356437"/>
                  </a:lnTo>
                  <a:lnTo>
                    <a:pt x="4863786" y="357385"/>
                  </a:lnTo>
                  <a:lnTo>
                    <a:pt x="4868192" y="462598"/>
                  </a:lnTo>
                  <a:lnTo>
                    <a:pt x="4872597" y="584095"/>
                  </a:lnTo>
                  <a:lnTo>
                    <a:pt x="4877003" y="651644"/>
                  </a:lnTo>
                  <a:lnTo>
                    <a:pt x="4881408" y="635718"/>
                  </a:lnTo>
                  <a:lnTo>
                    <a:pt x="4885814" y="637026"/>
                  </a:lnTo>
                  <a:lnTo>
                    <a:pt x="4890220" y="666276"/>
                  </a:lnTo>
                  <a:lnTo>
                    <a:pt x="4894625" y="683465"/>
                  </a:lnTo>
                  <a:lnTo>
                    <a:pt x="4899031" y="792565"/>
                  </a:lnTo>
                  <a:lnTo>
                    <a:pt x="4903436" y="801544"/>
                  </a:lnTo>
                  <a:lnTo>
                    <a:pt x="4907842" y="793180"/>
                  </a:lnTo>
                  <a:lnTo>
                    <a:pt x="4912248" y="831222"/>
                  </a:lnTo>
                  <a:lnTo>
                    <a:pt x="4916653" y="891983"/>
                  </a:lnTo>
                  <a:lnTo>
                    <a:pt x="4921059" y="894802"/>
                  </a:lnTo>
                  <a:lnTo>
                    <a:pt x="4925464" y="890113"/>
                  </a:lnTo>
                  <a:lnTo>
                    <a:pt x="4929870" y="855610"/>
                  </a:lnTo>
                  <a:lnTo>
                    <a:pt x="4934276" y="874886"/>
                  </a:lnTo>
                  <a:lnTo>
                    <a:pt x="4938681" y="861592"/>
                  </a:lnTo>
                  <a:lnTo>
                    <a:pt x="4943087" y="849838"/>
                  </a:lnTo>
                  <a:lnTo>
                    <a:pt x="4947492" y="910165"/>
                  </a:lnTo>
                  <a:lnTo>
                    <a:pt x="4951898" y="914363"/>
                  </a:lnTo>
                  <a:lnTo>
                    <a:pt x="4956304" y="897096"/>
                  </a:lnTo>
                  <a:lnTo>
                    <a:pt x="4960709" y="956957"/>
                  </a:lnTo>
                  <a:lnTo>
                    <a:pt x="4965115" y="956957"/>
                  </a:lnTo>
                  <a:lnTo>
                    <a:pt x="4969521" y="976591"/>
                  </a:lnTo>
                  <a:lnTo>
                    <a:pt x="4973926" y="975694"/>
                  </a:lnTo>
                  <a:lnTo>
                    <a:pt x="4978332" y="1001676"/>
                  </a:lnTo>
                  <a:lnTo>
                    <a:pt x="4982737" y="1012767"/>
                  </a:lnTo>
                  <a:lnTo>
                    <a:pt x="4987143" y="1021957"/>
                  </a:lnTo>
                  <a:lnTo>
                    <a:pt x="4991549" y="991317"/>
                  </a:lnTo>
                  <a:lnTo>
                    <a:pt x="4995954" y="993982"/>
                  </a:lnTo>
                  <a:lnTo>
                    <a:pt x="5000360" y="997251"/>
                  </a:lnTo>
                  <a:lnTo>
                    <a:pt x="5004765" y="1007286"/>
                  </a:lnTo>
                  <a:lnTo>
                    <a:pt x="5009171" y="998212"/>
                  </a:lnTo>
                  <a:lnTo>
                    <a:pt x="5013577" y="997900"/>
                  </a:lnTo>
                  <a:lnTo>
                    <a:pt x="5017982" y="990883"/>
                  </a:lnTo>
                  <a:lnTo>
                    <a:pt x="5022388" y="988292"/>
                  </a:lnTo>
                  <a:lnTo>
                    <a:pt x="5026793" y="1040374"/>
                  </a:lnTo>
                  <a:lnTo>
                    <a:pt x="5031199" y="1037627"/>
                  </a:lnTo>
                  <a:lnTo>
                    <a:pt x="5035605" y="1025252"/>
                  </a:lnTo>
                  <a:lnTo>
                    <a:pt x="5040010" y="1052551"/>
                  </a:lnTo>
                  <a:lnTo>
                    <a:pt x="5044416" y="1052921"/>
                  </a:lnTo>
                  <a:lnTo>
                    <a:pt x="5048821" y="1052708"/>
                  </a:lnTo>
                  <a:lnTo>
                    <a:pt x="5053227" y="1052921"/>
                  </a:lnTo>
                  <a:lnTo>
                    <a:pt x="5057633" y="1057412"/>
                  </a:lnTo>
                  <a:lnTo>
                    <a:pt x="5062038" y="1051303"/>
                  </a:lnTo>
                  <a:lnTo>
                    <a:pt x="5066444" y="1070329"/>
                  </a:lnTo>
                  <a:lnTo>
                    <a:pt x="5070849" y="1043785"/>
                  </a:lnTo>
                  <a:lnTo>
                    <a:pt x="5075255" y="988735"/>
                  </a:lnTo>
                  <a:lnTo>
                    <a:pt x="5079661" y="1016011"/>
                  </a:lnTo>
                  <a:lnTo>
                    <a:pt x="5084066" y="1060169"/>
                  </a:lnTo>
                  <a:lnTo>
                    <a:pt x="5088472" y="1059647"/>
                  </a:lnTo>
                  <a:lnTo>
                    <a:pt x="5092877" y="1059647"/>
                  </a:lnTo>
                  <a:lnTo>
                    <a:pt x="5097283" y="1083145"/>
                  </a:lnTo>
                  <a:lnTo>
                    <a:pt x="5101689" y="1061251"/>
                  </a:lnTo>
                  <a:lnTo>
                    <a:pt x="5106094" y="1054951"/>
                  </a:lnTo>
                  <a:lnTo>
                    <a:pt x="5110500" y="1054467"/>
                  </a:lnTo>
                  <a:lnTo>
                    <a:pt x="5114905" y="1062430"/>
                  </a:lnTo>
                  <a:lnTo>
                    <a:pt x="5119311" y="1071123"/>
                  </a:lnTo>
                  <a:lnTo>
                    <a:pt x="5123717" y="1086099"/>
                  </a:lnTo>
                  <a:lnTo>
                    <a:pt x="5128122" y="1075667"/>
                  </a:lnTo>
                  <a:lnTo>
                    <a:pt x="5132528" y="1072674"/>
                  </a:lnTo>
                  <a:lnTo>
                    <a:pt x="5136933" y="1068986"/>
                  </a:lnTo>
                  <a:lnTo>
                    <a:pt x="5141339" y="1097190"/>
                  </a:lnTo>
                  <a:lnTo>
                    <a:pt x="5145745" y="1133082"/>
                  </a:lnTo>
                  <a:lnTo>
                    <a:pt x="5150150" y="1147794"/>
                  </a:lnTo>
                  <a:lnTo>
                    <a:pt x="5154556" y="1121801"/>
                  </a:lnTo>
                  <a:lnTo>
                    <a:pt x="5158961" y="1118013"/>
                  </a:lnTo>
                  <a:lnTo>
                    <a:pt x="5163367" y="1133188"/>
                  </a:lnTo>
                  <a:lnTo>
                    <a:pt x="5167773" y="1149106"/>
                  </a:lnTo>
                  <a:lnTo>
                    <a:pt x="5172178" y="1152532"/>
                  </a:lnTo>
                  <a:lnTo>
                    <a:pt x="5176584" y="1160746"/>
                  </a:lnTo>
                  <a:lnTo>
                    <a:pt x="5180989" y="1156917"/>
                  </a:lnTo>
                  <a:lnTo>
                    <a:pt x="5185395" y="1149813"/>
                  </a:lnTo>
                  <a:lnTo>
                    <a:pt x="5189801" y="1135638"/>
                  </a:lnTo>
                  <a:lnTo>
                    <a:pt x="5194206" y="1156488"/>
                  </a:lnTo>
                  <a:lnTo>
                    <a:pt x="5198612" y="1156247"/>
                  </a:lnTo>
                  <a:lnTo>
                    <a:pt x="5203018" y="1153306"/>
                  </a:lnTo>
                  <a:lnTo>
                    <a:pt x="5207423" y="1169317"/>
                  </a:lnTo>
                  <a:lnTo>
                    <a:pt x="5211829" y="1124951"/>
                  </a:lnTo>
                  <a:lnTo>
                    <a:pt x="5216234" y="1172510"/>
                  </a:lnTo>
                  <a:lnTo>
                    <a:pt x="5220640" y="1169469"/>
                  </a:lnTo>
                  <a:lnTo>
                    <a:pt x="5225046" y="1131624"/>
                  </a:lnTo>
                  <a:lnTo>
                    <a:pt x="5229451" y="1111775"/>
                  </a:lnTo>
                  <a:lnTo>
                    <a:pt x="5233857" y="1073935"/>
                  </a:lnTo>
                  <a:lnTo>
                    <a:pt x="5238262" y="1109131"/>
                  </a:lnTo>
                  <a:lnTo>
                    <a:pt x="5242668" y="1145075"/>
                  </a:lnTo>
                  <a:lnTo>
                    <a:pt x="5247074" y="1153121"/>
                  </a:lnTo>
                  <a:lnTo>
                    <a:pt x="5251479" y="1156475"/>
                  </a:lnTo>
                  <a:lnTo>
                    <a:pt x="5255885" y="1147817"/>
                  </a:lnTo>
                  <a:lnTo>
                    <a:pt x="5260290" y="1139925"/>
                  </a:lnTo>
                  <a:lnTo>
                    <a:pt x="5264696" y="1156475"/>
                  </a:lnTo>
                  <a:lnTo>
                    <a:pt x="5269102" y="1139925"/>
                  </a:lnTo>
                  <a:lnTo>
                    <a:pt x="5273507" y="1101780"/>
                  </a:lnTo>
                  <a:lnTo>
                    <a:pt x="5277913" y="1108164"/>
                  </a:lnTo>
                  <a:lnTo>
                    <a:pt x="5282318" y="1162494"/>
                  </a:lnTo>
                  <a:lnTo>
                    <a:pt x="5286724" y="1166368"/>
                  </a:lnTo>
                  <a:lnTo>
                    <a:pt x="5291130" y="1166368"/>
                  </a:lnTo>
                  <a:lnTo>
                    <a:pt x="5295535" y="1170978"/>
                  </a:lnTo>
                  <a:lnTo>
                    <a:pt x="5299941" y="1165966"/>
                  </a:lnTo>
                  <a:lnTo>
                    <a:pt x="5304346" y="1163760"/>
                  </a:lnTo>
                  <a:lnTo>
                    <a:pt x="5308752" y="1164926"/>
                  </a:lnTo>
                  <a:lnTo>
                    <a:pt x="5313158" y="1165594"/>
                  </a:lnTo>
                  <a:lnTo>
                    <a:pt x="5317563" y="1158946"/>
                  </a:lnTo>
                  <a:lnTo>
                    <a:pt x="5321969" y="1125510"/>
                  </a:lnTo>
                  <a:lnTo>
                    <a:pt x="5326374" y="1138933"/>
                  </a:lnTo>
                  <a:lnTo>
                    <a:pt x="5330780" y="1159795"/>
                  </a:lnTo>
                  <a:lnTo>
                    <a:pt x="5335186" y="1160197"/>
                  </a:lnTo>
                  <a:lnTo>
                    <a:pt x="5339591" y="1160197"/>
                  </a:lnTo>
                  <a:lnTo>
                    <a:pt x="5343997" y="1160197"/>
                  </a:lnTo>
                  <a:lnTo>
                    <a:pt x="5348402" y="1163171"/>
                  </a:lnTo>
                  <a:lnTo>
                    <a:pt x="5352808" y="1163383"/>
                  </a:lnTo>
                  <a:lnTo>
                    <a:pt x="5357214" y="1174656"/>
                  </a:lnTo>
                  <a:lnTo>
                    <a:pt x="5361619" y="1180315"/>
                  </a:lnTo>
                  <a:lnTo>
                    <a:pt x="5366025" y="1179645"/>
                  </a:lnTo>
                  <a:lnTo>
                    <a:pt x="5370430" y="1168660"/>
                  </a:lnTo>
                  <a:lnTo>
                    <a:pt x="5374836" y="1132253"/>
                  </a:lnTo>
                  <a:lnTo>
                    <a:pt x="5379242" y="1151735"/>
                  </a:lnTo>
                  <a:lnTo>
                    <a:pt x="5383647" y="1191015"/>
                  </a:lnTo>
                  <a:lnTo>
                    <a:pt x="5388053" y="1184735"/>
                  </a:lnTo>
                  <a:lnTo>
                    <a:pt x="5392458" y="1182419"/>
                  </a:lnTo>
                  <a:lnTo>
                    <a:pt x="5396864" y="1183003"/>
                  </a:lnTo>
                  <a:lnTo>
                    <a:pt x="5401270" y="1184066"/>
                  </a:lnTo>
                  <a:lnTo>
                    <a:pt x="5405675" y="1183439"/>
                  </a:lnTo>
                  <a:lnTo>
                    <a:pt x="5410081" y="1183293"/>
                  </a:lnTo>
                  <a:lnTo>
                    <a:pt x="5414486" y="1184408"/>
                  </a:lnTo>
                  <a:lnTo>
                    <a:pt x="5418892" y="1185955"/>
                  </a:lnTo>
                  <a:lnTo>
                    <a:pt x="5423298" y="1185951"/>
                  </a:lnTo>
                  <a:lnTo>
                    <a:pt x="5427703" y="1184844"/>
                  </a:lnTo>
                  <a:lnTo>
                    <a:pt x="5432109" y="1185110"/>
                  </a:lnTo>
                  <a:lnTo>
                    <a:pt x="5436515" y="1157978"/>
                  </a:lnTo>
                  <a:lnTo>
                    <a:pt x="5440920" y="1150242"/>
                  </a:lnTo>
                  <a:lnTo>
                    <a:pt x="5445326" y="1150242"/>
                  </a:lnTo>
                  <a:lnTo>
                    <a:pt x="5449731" y="1178051"/>
                  </a:lnTo>
                  <a:lnTo>
                    <a:pt x="5454137" y="1168779"/>
                  </a:lnTo>
                  <a:lnTo>
                    <a:pt x="5458543" y="1183761"/>
                  </a:lnTo>
                  <a:lnTo>
                    <a:pt x="5462948" y="1184934"/>
                  </a:lnTo>
                  <a:lnTo>
                    <a:pt x="5467354" y="1183461"/>
                  </a:lnTo>
                  <a:lnTo>
                    <a:pt x="5471759" y="1184514"/>
                  </a:lnTo>
                  <a:lnTo>
                    <a:pt x="5476165" y="1184804"/>
                  </a:lnTo>
                  <a:lnTo>
                    <a:pt x="5480571" y="1183975"/>
                  </a:lnTo>
                  <a:lnTo>
                    <a:pt x="5484976" y="1183730"/>
                  </a:lnTo>
                  <a:lnTo>
                    <a:pt x="5489382" y="1183461"/>
                  </a:lnTo>
                  <a:lnTo>
                    <a:pt x="5493787" y="1181903"/>
                  </a:lnTo>
                  <a:lnTo>
                    <a:pt x="5498193" y="1183730"/>
                  </a:lnTo>
                  <a:lnTo>
                    <a:pt x="5502599" y="1181903"/>
                  </a:lnTo>
                  <a:lnTo>
                    <a:pt x="5507004" y="1180212"/>
                  </a:lnTo>
                  <a:lnTo>
                    <a:pt x="5511410" y="1187687"/>
                  </a:lnTo>
                  <a:lnTo>
                    <a:pt x="5515815" y="1187687"/>
                  </a:lnTo>
                  <a:lnTo>
                    <a:pt x="5520221" y="1187147"/>
                  </a:lnTo>
                  <a:lnTo>
                    <a:pt x="5524627" y="1187147"/>
                  </a:lnTo>
                  <a:lnTo>
                    <a:pt x="5529032" y="1185076"/>
                  </a:lnTo>
                  <a:lnTo>
                    <a:pt x="5533438" y="1185482"/>
                  </a:lnTo>
                  <a:lnTo>
                    <a:pt x="5537843" y="1185482"/>
                  </a:lnTo>
                  <a:lnTo>
                    <a:pt x="5542249" y="1187147"/>
                  </a:lnTo>
                  <a:lnTo>
                    <a:pt x="5546655" y="1178841"/>
                  </a:lnTo>
                  <a:lnTo>
                    <a:pt x="5551060" y="1180669"/>
                  </a:lnTo>
                  <a:lnTo>
                    <a:pt x="5555466" y="1184222"/>
                  </a:lnTo>
                  <a:lnTo>
                    <a:pt x="5559871" y="1182537"/>
                  </a:lnTo>
                  <a:lnTo>
                    <a:pt x="5564277" y="1169672"/>
                  </a:lnTo>
                  <a:lnTo>
                    <a:pt x="5568683" y="1157946"/>
                  </a:lnTo>
                  <a:lnTo>
                    <a:pt x="5573088" y="1171028"/>
                  </a:lnTo>
                  <a:lnTo>
                    <a:pt x="5577494" y="1173064"/>
                  </a:lnTo>
                  <a:lnTo>
                    <a:pt x="5581899" y="1182489"/>
                  </a:lnTo>
                  <a:lnTo>
                    <a:pt x="5586305" y="1171028"/>
                  </a:lnTo>
                  <a:lnTo>
                    <a:pt x="5590711" y="1168621"/>
                  </a:lnTo>
                  <a:lnTo>
                    <a:pt x="5595116" y="1225780"/>
                  </a:lnTo>
                  <a:lnTo>
                    <a:pt x="5599522" y="1229435"/>
                  </a:lnTo>
                  <a:lnTo>
                    <a:pt x="5603927" y="1240619"/>
                  </a:lnTo>
                  <a:lnTo>
                    <a:pt x="5608333" y="1233847"/>
                  </a:lnTo>
                  <a:lnTo>
                    <a:pt x="5612739" y="1228171"/>
                  </a:lnTo>
                  <a:lnTo>
                    <a:pt x="5617144" y="1215090"/>
                  </a:lnTo>
                  <a:lnTo>
                    <a:pt x="5621550" y="1229253"/>
                  </a:lnTo>
                  <a:lnTo>
                    <a:pt x="5625955" y="1219515"/>
                  </a:lnTo>
                  <a:lnTo>
                    <a:pt x="5630361" y="1229919"/>
                  </a:lnTo>
                  <a:lnTo>
                    <a:pt x="5634767" y="1245328"/>
                  </a:lnTo>
                  <a:lnTo>
                    <a:pt x="5639172" y="1245819"/>
                  </a:lnTo>
                  <a:lnTo>
                    <a:pt x="5643578" y="1248112"/>
                  </a:lnTo>
                  <a:lnTo>
                    <a:pt x="5647983" y="1248328"/>
                  </a:lnTo>
                  <a:lnTo>
                    <a:pt x="5652389" y="1251641"/>
                  </a:lnTo>
                  <a:lnTo>
                    <a:pt x="5656795" y="1247431"/>
                  </a:lnTo>
                  <a:lnTo>
                    <a:pt x="5661200" y="1248328"/>
                  </a:lnTo>
                  <a:lnTo>
                    <a:pt x="5665606" y="1246804"/>
                  </a:lnTo>
                  <a:lnTo>
                    <a:pt x="5670012" y="1247485"/>
                  </a:lnTo>
                  <a:lnTo>
                    <a:pt x="5674417" y="1244786"/>
                  </a:lnTo>
                  <a:lnTo>
                    <a:pt x="5678823" y="1211651"/>
                  </a:lnTo>
                  <a:lnTo>
                    <a:pt x="5683228" y="1208892"/>
                  </a:lnTo>
                  <a:lnTo>
                    <a:pt x="5687634" y="1224765"/>
                  </a:lnTo>
                  <a:lnTo>
                    <a:pt x="5692040" y="1205391"/>
                  </a:lnTo>
                  <a:lnTo>
                    <a:pt x="5696445" y="1209732"/>
                  </a:lnTo>
                  <a:lnTo>
                    <a:pt x="5700851" y="1228415"/>
                  </a:lnTo>
                  <a:lnTo>
                    <a:pt x="5705256" y="1234735"/>
                  </a:lnTo>
                  <a:lnTo>
                    <a:pt x="5709662" y="1221370"/>
                  </a:lnTo>
                  <a:lnTo>
                    <a:pt x="5714068" y="1226874"/>
                  </a:lnTo>
                  <a:lnTo>
                    <a:pt x="5718473" y="1223326"/>
                  </a:lnTo>
                  <a:lnTo>
                    <a:pt x="5722879" y="1192162"/>
                  </a:lnTo>
                  <a:lnTo>
                    <a:pt x="5727284" y="1219761"/>
                  </a:lnTo>
                  <a:lnTo>
                    <a:pt x="5731690" y="1247413"/>
                  </a:lnTo>
                  <a:lnTo>
                    <a:pt x="5736096" y="1243787"/>
                  </a:lnTo>
                  <a:lnTo>
                    <a:pt x="5740501" y="1213055"/>
                  </a:lnTo>
                  <a:lnTo>
                    <a:pt x="5744907" y="1241278"/>
                  </a:lnTo>
                  <a:lnTo>
                    <a:pt x="5749312" y="1247816"/>
                  </a:lnTo>
                  <a:lnTo>
                    <a:pt x="5753718" y="1247816"/>
                  </a:lnTo>
                  <a:lnTo>
                    <a:pt x="5758124" y="1229322"/>
                  </a:lnTo>
                  <a:lnTo>
                    <a:pt x="5762529" y="1231246"/>
                  </a:lnTo>
                  <a:lnTo>
                    <a:pt x="5766935" y="1253324"/>
                  </a:lnTo>
                  <a:lnTo>
                    <a:pt x="5771340" y="1254757"/>
                  </a:lnTo>
                  <a:lnTo>
                    <a:pt x="5775746" y="1195374"/>
                  </a:lnTo>
                  <a:lnTo>
                    <a:pt x="5780152" y="1239944"/>
                  </a:lnTo>
                  <a:lnTo>
                    <a:pt x="5784557" y="1227971"/>
                  </a:lnTo>
                  <a:lnTo>
                    <a:pt x="5788963" y="1240440"/>
                  </a:lnTo>
                  <a:lnTo>
                    <a:pt x="5793368" y="1253248"/>
                  </a:lnTo>
                  <a:lnTo>
                    <a:pt x="5797774" y="1255096"/>
                  </a:lnTo>
                  <a:lnTo>
                    <a:pt x="5802180" y="1252424"/>
                  </a:lnTo>
                  <a:lnTo>
                    <a:pt x="5806585" y="1252973"/>
                  </a:lnTo>
                  <a:lnTo>
                    <a:pt x="5810991" y="1250256"/>
                  </a:lnTo>
                  <a:lnTo>
                    <a:pt x="5815396" y="1255618"/>
                  </a:lnTo>
                  <a:lnTo>
                    <a:pt x="5819802" y="1254555"/>
                  </a:lnTo>
                  <a:lnTo>
                    <a:pt x="5824208" y="1251038"/>
                  </a:lnTo>
                  <a:lnTo>
                    <a:pt x="5828613" y="1258565"/>
                  </a:lnTo>
                  <a:lnTo>
                    <a:pt x="5833019" y="1254555"/>
                  </a:lnTo>
                  <a:lnTo>
                    <a:pt x="5837424" y="1244804"/>
                  </a:lnTo>
                  <a:lnTo>
                    <a:pt x="5841830" y="1254555"/>
                  </a:lnTo>
                  <a:lnTo>
                    <a:pt x="5846236" y="1257378"/>
                  </a:lnTo>
                  <a:lnTo>
                    <a:pt x="5850641" y="1256515"/>
                  </a:lnTo>
                  <a:lnTo>
                    <a:pt x="5855047" y="1256515"/>
                  </a:lnTo>
                  <a:lnTo>
                    <a:pt x="5859452" y="1256515"/>
                  </a:lnTo>
                  <a:lnTo>
                    <a:pt x="5863858" y="1256515"/>
                  </a:lnTo>
                  <a:lnTo>
                    <a:pt x="5868264" y="1258796"/>
                  </a:lnTo>
                  <a:lnTo>
                    <a:pt x="5872669" y="1258796"/>
                  </a:lnTo>
                  <a:lnTo>
                    <a:pt x="5877075" y="1256631"/>
                  </a:lnTo>
                  <a:lnTo>
                    <a:pt x="5881480" y="1252927"/>
                  </a:lnTo>
                  <a:lnTo>
                    <a:pt x="5885886" y="1254262"/>
                  </a:lnTo>
                  <a:lnTo>
                    <a:pt x="5890292" y="1255803"/>
                  </a:lnTo>
                  <a:lnTo>
                    <a:pt x="5894697" y="1255993"/>
                  </a:lnTo>
                  <a:lnTo>
                    <a:pt x="5899103" y="1252964"/>
                  </a:lnTo>
                  <a:lnTo>
                    <a:pt x="5903509" y="1227971"/>
                  </a:lnTo>
                  <a:lnTo>
                    <a:pt x="5907914" y="1223438"/>
                  </a:lnTo>
                  <a:lnTo>
                    <a:pt x="5912320" y="1214782"/>
                  </a:lnTo>
                  <a:lnTo>
                    <a:pt x="5916725" y="1251435"/>
                  </a:lnTo>
                  <a:lnTo>
                    <a:pt x="5921131" y="1255777"/>
                  </a:lnTo>
                  <a:lnTo>
                    <a:pt x="5925537" y="1254991"/>
                  </a:lnTo>
                  <a:lnTo>
                    <a:pt x="5929942" y="1258790"/>
                  </a:lnTo>
                  <a:lnTo>
                    <a:pt x="5934348" y="1269569"/>
                  </a:lnTo>
                  <a:lnTo>
                    <a:pt x="5938753" y="1265409"/>
                  </a:lnTo>
                  <a:lnTo>
                    <a:pt x="5943159" y="1269941"/>
                  </a:lnTo>
                  <a:lnTo>
                    <a:pt x="5947565" y="1270571"/>
                  </a:lnTo>
                  <a:lnTo>
                    <a:pt x="5951970" y="1267804"/>
                  </a:lnTo>
                  <a:lnTo>
                    <a:pt x="5956376" y="1229764"/>
                  </a:lnTo>
                  <a:lnTo>
                    <a:pt x="5960781" y="1252809"/>
                  </a:lnTo>
                  <a:lnTo>
                    <a:pt x="5965187" y="1270158"/>
                  </a:lnTo>
                  <a:lnTo>
                    <a:pt x="5969593" y="1256397"/>
                  </a:lnTo>
                  <a:lnTo>
                    <a:pt x="5973998" y="1229764"/>
                  </a:lnTo>
                  <a:lnTo>
                    <a:pt x="5978404" y="1240752"/>
                  </a:lnTo>
                  <a:lnTo>
                    <a:pt x="5982809" y="1226020"/>
                  </a:lnTo>
                  <a:lnTo>
                    <a:pt x="5987215" y="1220636"/>
                  </a:lnTo>
                  <a:lnTo>
                    <a:pt x="5991621" y="1204210"/>
                  </a:lnTo>
                  <a:lnTo>
                    <a:pt x="5996026" y="1253400"/>
                  </a:lnTo>
                  <a:lnTo>
                    <a:pt x="6000432" y="1279966"/>
                  </a:lnTo>
                  <a:lnTo>
                    <a:pt x="6004837" y="1238020"/>
                  </a:lnTo>
                  <a:lnTo>
                    <a:pt x="6009243" y="1230131"/>
                  </a:lnTo>
                  <a:lnTo>
                    <a:pt x="6013649" y="1277707"/>
                  </a:lnTo>
                  <a:lnTo>
                    <a:pt x="6018054" y="1280755"/>
                  </a:lnTo>
                  <a:lnTo>
                    <a:pt x="6022460" y="1279858"/>
                  </a:lnTo>
                  <a:lnTo>
                    <a:pt x="6026865" y="1253489"/>
                  </a:lnTo>
                  <a:lnTo>
                    <a:pt x="6031271" y="1237733"/>
                  </a:lnTo>
                  <a:lnTo>
                    <a:pt x="6035677" y="1254201"/>
                  </a:lnTo>
                  <a:lnTo>
                    <a:pt x="6040082" y="1247221"/>
                  </a:lnTo>
                  <a:lnTo>
                    <a:pt x="6044488" y="1265543"/>
                  </a:lnTo>
                  <a:lnTo>
                    <a:pt x="6048893" y="1266462"/>
                  </a:lnTo>
                  <a:lnTo>
                    <a:pt x="6053299" y="1259512"/>
                  </a:lnTo>
                  <a:lnTo>
                    <a:pt x="6057705" y="1273044"/>
                  </a:lnTo>
                  <a:lnTo>
                    <a:pt x="6062110" y="1273026"/>
                  </a:lnTo>
                  <a:lnTo>
                    <a:pt x="6066516" y="1265021"/>
                  </a:lnTo>
                  <a:lnTo>
                    <a:pt x="6070921" y="1232566"/>
                  </a:lnTo>
                  <a:lnTo>
                    <a:pt x="6075327" y="1225363"/>
                  </a:lnTo>
                  <a:lnTo>
                    <a:pt x="6079733" y="1265021"/>
                  </a:lnTo>
                  <a:lnTo>
                    <a:pt x="6084138" y="1269345"/>
                  </a:lnTo>
                  <a:lnTo>
                    <a:pt x="6088544" y="1272261"/>
                  </a:lnTo>
                  <a:lnTo>
                    <a:pt x="6092949" y="1272450"/>
                  </a:lnTo>
                  <a:lnTo>
                    <a:pt x="6097355" y="1271927"/>
                  </a:lnTo>
                  <a:lnTo>
                    <a:pt x="6101761" y="1271927"/>
                  </a:lnTo>
                  <a:lnTo>
                    <a:pt x="6106166" y="1270727"/>
                  </a:lnTo>
                  <a:lnTo>
                    <a:pt x="6110572" y="1263330"/>
                  </a:lnTo>
                  <a:lnTo>
                    <a:pt x="6114977" y="1265021"/>
                  </a:lnTo>
                  <a:lnTo>
                    <a:pt x="6119383" y="1265939"/>
                  </a:lnTo>
                  <a:lnTo>
                    <a:pt x="6123789" y="1270622"/>
                  </a:lnTo>
                  <a:lnTo>
                    <a:pt x="6128194" y="1270186"/>
                  </a:lnTo>
                  <a:lnTo>
                    <a:pt x="6132600" y="1267478"/>
                  </a:lnTo>
                  <a:lnTo>
                    <a:pt x="6137006" y="1270354"/>
                  </a:lnTo>
                  <a:lnTo>
                    <a:pt x="6141411" y="1267890"/>
                  </a:lnTo>
                  <a:lnTo>
                    <a:pt x="6145817" y="1273319"/>
                  </a:lnTo>
                  <a:lnTo>
                    <a:pt x="6150222" y="1270871"/>
                  </a:lnTo>
                  <a:lnTo>
                    <a:pt x="6154628" y="1239995"/>
                  </a:lnTo>
                  <a:lnTo>
                    <a:pt x="6159034" y="1262595"/>
                  </a:lnTo>
                  <a:lnTo>
                    <a:pt x="6163439" y="1256397"/>
                  </a:lnTo>
                  <a:lnTo>
                    <a:pt x="6167845" y="1219761"/>
                  </a:lnTo>
                  <a:lnTo>
                    <a:pt x="6172250" y="1215577"/>
                  </a:lnTo>
                  <a:lnTo>
                    <a:pt x="6176656" y="1242922"/>
                  </a:lnTo>
                  <a:lnTo>
                    <a:pt x="6181062" y="1254201"/>
                  </a:lnTo>
                  <a:lnTo>
                    <a:pt x="6185467" y="1269894"/>
                  </a:lnTo>
                  <a:lnTo>
                    <a:pt x="6189873" y="1267478"/>
                  </a:lnTo>
                  <a:lnTo>
                    <a:pt x="6194278" y="1265913"/>
                  </a:lnTo>
                  <a:lnTo>
                    <a:pt x="6198684" y="1271030"/>
                  </a:lnTo>
                  <a:lnTo>
                    <a:pt x="6203090" y="1271927"/>
                  </a:lnTo>
                  <a:lnTo>
                    <a:pt x="6207495" y="1253890"/>
                  </a:lnTo>
                  <a:lnTo>
                    <a:pt x="6211901" y="1238931"/>
                  </a:lnTo>
                  <a:lnTo>
                    <a:pt x="6216306" y="1257620"/>
                  </a:lnTo>
                  <a:lnTo>
                    <a:pt x="6220712" y="1262624"/>
                  </a:lnTo>
                  <a:lnTo>
                    <a:pt x="6225118" y="1266955"/>
                  </a:lnTo>
                  <a:lnTo>
                    <a:pt x="6229523" y="1256397"/>
                  </a:lnTo>
                  <a:lnTo>
                    <a:pt x="6233929" y="1239995"/>
                  </a:lnTo>
                  <a:lnTo>
                    <a:pt x="6238334" y="1265427"/>
                  </a:lnTo>
                  <a:lnTo>
                    <a:pt x="6242740" y="1256353"/>
                  </a:lnTo>
                  <a:lnTo>
                    <a:pt x="6247146" y="1249474"/>
                  </a:lnTo>
                  <a:lnTo>
                    <a:pt x="6251551" y="1269894"/>
                  </a:lnTo>
                  <a:lnTo>
                    <a:pt x="6255957" y="1272261"/>
                  </a:lnTo>
                  <a:lnTo>
                    <a:pt x="6260362" y="1254201"/>
                  </a:lnTo>
                  <a:lnTo>
                    <a:pt x="6264768" y="1214425"/>
                  </a:lnTo>
                  <a:lnTo>
                    <a:pt x="6269174" y="1249675"/>
                  </a:lnTo>
                  <a:lnTo>
                    <a:pt x="6273579" y="1264876"/>
                  </a:lnTo>
                  <a:lnTo>
                    <a:pt x="6277985" y="1252865"/>
                  </a:lnTo>
                  <a:lnTo>
                    <a:pt x="6282390" y="1251828"/>
                  </a:lnTo>
                  <a:lnTo>
                    <a:pt x="6286796" y="1264846"/>
                  </a:lnTo>
                  <a:lnTo>
                    <a:pt x="6291202" y="1260159"/>
                  </a:lnTo>
                  <a:lnTo>
                    <a:pt x="6295607" y="1218523"/>
                  </a:lnTo>
                  <a:lnTo>
                    <a:pt x="6300013" y="1266219"/>
                  </a:lnTo>
                  <a:lnTo>
                    <a:pt x="6304418" y="1267402"/>
                  </a:lnTo>
                  <a:lnTo>
                    <a:pt x="6308824" y="1270491"/>
                  </a:lnTo>
                  <a:lnTo>
                    <a:pt x="6313230" y="1253804"/>
                  </a:lnTo>
                  <a:lnTo>
                    <a:pt x="6317635" y="1211109"/>
                  </a:lnTo>
                  <a:lnTo>
                    <a:pt x="6322041" y="1211109"/>
                  </a:lnTo>
                  <a:lnTo>
                    <a:pt x="6326446" y="1232112"/>
                  </a:lnTo>
                  <a:lnTo>
                    <a:pt x="6330852" y="1263567"/>
                  </a:lnTo>
                  <a:lnTo>
                    <a:pt x="6335258" y="1267886"/>
                  </a:lnTo>
                  <a:lnTo>
                    <a:pt x="6339663" y="1266058"/>
                  </a:lnTo>
                  <a:lnTo>
                    <a:pt x="6344069" y="1249365"/>
                  </a:lnTo>
                  <a:lnTo>
                    <a:pt x="6348474" y="1238251"/>
                  </a:lnTo>
                  <a:lnTo>
                    <a:pt x="6352880" y="1265622"/>
                  </a:lnTo>
                  <a:lnTo>
                    <a:pt x="6357286" y="1277609"/>
                  </a:lnTo>
                  <a:lnTo>
                    <a:pt x="6361691" y="1277609"/>
                  </a:lnTo>
                  <a:lnTo>
                    <a:pt x="6366097" y="1275600"/>
                  </a:lnTo>
                  <a:lnTo>
                    <a:pt x="6370503" y="1276229"/>
                  </a:lnTo>
                  <a:lnTo>
                    <a:pt x="6374908" y="1292637"/>
                  </a:lnTo>
                  <a:lnTo>
                    <a:pt x="6379314" y="1292542"/>
                  </a:lnTo>
                  <a:lnTo>
                    <a:pt x="6383719" y="1292542"/>
                  </a:lnTo>
                  <a:lnTo>
                    <a:pt x="6388125" y="1291912"/>
                  </a:lnTo>
                  <a:lnTo>
                    <a:pt x="6392531" y="1288160"/>
                  </a:lnTo>
                  <a:lnTo>
                    <a:pt x="6396936" y="1291362"/>
                  </a:lnTo>
                  <a:lnTo>
                    <a:pt x="6401342" y="1291362"/>
                  </a:lnTo>
                  <a:lnTo>
                    <a:pt x="6405747" y="1290019"/>
                  </a:lnTo>
                  <a:lnTo>
                    <a:pt x="6410153" y="1286236"/>
                  </a:lnTo>
                  <a:lnTo>
                    <a:pt x="6414559" y="1285618"/>
                  </a:lnTo>
                  <a:lnTo>
                    <a:pt x="6418964" y="1288825"/>
                  </a:lnTo>
                  <a:lnTo>
                    <a:pt x="6423370" y="1282328"/>
                  </a:lnTo>
                  <a:lnTo>
                    <a:pt x="6427775" y="1241764"/>
                  </a:lnTo>
                  <a:lnTo>
                    <a:pt x="6432181" y="1279735"/>
                  </a:lnTo>
                  <a:lnTo>
                    <a:pt x="6436587" y="1291945"/>
                  </a:lnTo>
                  <a:lnTo>
                    <a:pt x="6440992" y="1291945"/>
                  </a:lnTo>
                  <a:lnTo>
                    <a:pt x="6445398" y="1291543"/>
                  </a:lnTo>
                  <a:lnTo>
                    <a:pt x="6449803" y="1285221"/>
                  </a:lnTo>
                  <a:lnTo>
                    <a:pt x="6454209" y="1270706"/>
                  </a:lnTo>
                  <a:lnTo>
                    <a:pt x="6458615" y="1292583"/>
                  </a:lnTo>
                  <a:lnTo>
                    <a:pt x="6463020" y="1263886"/>
                  </a:lnTo>
                  <a:lnTo>
                    <a:pt x="6467426" y="1270092"/>
                  </a:lnTo>
                  <a:lnTo>
                    <a:pt x="6471831" y="1286904"/>
                  </a:lnTo>
                  <a:lnTo>
                    <a:pt x="6476237" y="1291240"/>
                  </a:lnTo>
                  <a:lnTo>
                    <a:pt x="6480643" y="1285349"/>
                  </a:lnTo>
                  <a:lnTo>
                    <a:pt x="6485048" y="1283721"/>
                  </a:lnTo>
                  <a:lnTo>
                    <a:pt x="6489454" y="1254426"/>
                  </a:lnTo>
                  <a:lnTo>
                    <a:pt x="6493859" y="1270669"/>
                  </a:lnTo>
                  <a:lnTo>
                    <a:pt x="6498265" y="1272536"/>
                  </a:lnTo>
                  <a:lnTo>
                    <a:pt x="6502671" y="1272536"/>
                  </a:lnTo>
                  <a:lnTo>
                    <a:pt x="6507076" y="1272536"/>
                  </a:lnTo>
                  <a:lnTo>
                    <a:pt x="6511482" y="1267186"/>
                  </a:lnTo>
                  <a:lnTo>
                    <a:pt x="6515887" y="1260060"/>
                  </a:lnTo>
                  <a:lnTo>
                    <a:pt x="6520293" y="1255946"/>
                  </a:lnTo>
                  <a:lnTo>
                    <a:pt x="6524699" y="1258973"/>
                  </a:lnTo>
                  <a:lnTo>
                    <a:pt x="6529104" y="1261511"/>
                  </a:lnTo>
                  <a:lnTo>
                    <a:pt x="6533510" y="1249529"/>
                  </a:lnTo>
                  <a:lnTo>
                    <a:pt x="6537915" y="1246641"/>
                  </a:lnTo>
                  <a:lnTo>
                    <a:pt x="6542321" y="1216430"/>
                  </a:lnTo>
                  <a:lnTo>
                    <a:pt x="6546727" y="1218884"/>
                  </a:lnTo>
                  <a:lnTo>
                    <a:pt x="6551132" y="1214472"/>
                  </a:lnTo>
                  <a:lnTo>
                    <a:pt x="6555538" y="1218387"/>
                  </a:lnTo>
                  <a:lnTo>
                    <a:pt x="6559943" y="1213256"/>
                  </a:lnTo>
                  <a:lnTo>
                    <a:pt x="6564349" y="1210849"/>
                  </a:lnTo>
                  <a:lnTo>
                    <a:pt x="6568755" y="1193920"/>
                  </a:lnTo>
                  <a:lnTo>
                    <a:pt x="6573160" y="1194778"/>
                  </a:lnTo>
                  <a:lnTo>
                    <a:pt x="6577566" y="1040747"/>
                  </a:lnTo>
                  <a:lnTo>
                    <a:pt x="6581971" y="1039859"/>
                  </a:lnTo>
                  <a:lnTo>
                    <a:pt x="6586377" y="1062603"/>
                  </a:lnTo>
                  <a:lnTo>
                    <a:pt x="6590783" y="1113050"/>
                  </a:lnTo>
                  <a:lnTo>
                    <a:pt x="6595188" y="1168195"/>
                  </a:lnTo>
                  <a:lnTo>
                    <a:pt x="6599594" y="1221628"/>
                  </a:lnTo>
                  <a:lnTo>
                    <a:pt x="6604000" y="1224434"/>
                  </a:lnTo>
                  <a:lnTo>
                    <a:pt x="6604000" y="1329785"/>
                  </a:lnTo>
                  <a:lnTo>
                    <a:pt x="6599594" y="1329785"/>
                  </a:lnTo>
                  <a:lnTo>
                    <a:pt x="6595188" y="1329785"/>
                  </a:lnTo>
                  <a:lnTo>
                    <a:pt x="6590783" y="1329785"/>
                  </a:lnTo>
                  <a:lnTo>
                    <a:pt x="6586377" y="1329785"/>
                  </a:lnTo>
                  <a:lnTo>
                    <a:pt x="6581971" y="1329785"/>
                  </a:lnTo>
                  <a:lnTo>
                    <a:pt x="6577566" y="1329785"/>
                  </a:lnTo>
                  <a:lnTo>
                    <a:pt x="6573160" y="1329785"/>
                  </a:lnTo>
                  <a:lnTo>
                    <a:pt x="6568755" y="1329785"/>
                  </a:lnTo>
                  <a:lnTo>
                    <a:pt x="6564349" y="1329785"/>
                  </a:lnTo>
                  <a:lnTo>
                    <a:pt x="6559943" y="1329785"/>
                  </a:lnTo>
                  <a:lnTo>
                    <a:pt x="6555538" y="1329785"/>
                  </a:lnTo>
                  <a:lnTo>
                    <a:pt x="6551132" y="1329785"/>
                  </a:lnTo>
                  <a:lnTo>
                    <a:pt x="6546727" y="1329785"/>
                  </a:lnTo>
                  <a:lnTo>
                    <a:pt x="6542321" y="1329785"/>
                  </a:lnTo>
                  <a:lnTo>
                    <a:pt x="6537915" y="1329785"/>
                  </a:lnTo>
                  <a:lnTo>
                    <a:pt x="6533510" y="1329785"/>
                  </a:lnTo>
                  <a:lnTo>
                    <a:pt x="6529104" y="1329785"/>
                  </a:lnTo>
                  <a:lnTo>
                    <a:pt x="6524699" y="1329785"/>
                  </a:lnTo>
                  <a:lnTo>
                    <a:pt x="6520293" y="1329785"/>
                  </a:lnTo>
                  <a:lnTo>
                    <a:pt x="6515887" y="1329785"/>
                  </a:lnTo>
                  <a:lnTo>
                    <a:pt x="6511482" y="1329785"/>
                  </a:lnTo>
                  <a:lnTo>
                    <a:pt x="6507076" y="1329785"/>
                  </a:lnTo>
                  <a:lnTo>
                    <a:pt x="6502671" y="1329785"/>
                  </a:lnTo>
                  <a:lnTo>
                    <a:pt x="6498265" y="1329785"/>
                  </a:lnTo>
                  <a:lnTo>
                    <a:pt x="6493859" y="1329785"/>
                  </a:lnTo>
                  <a:lnTo>
                    <a:pt x="6489454" y="1329785"/>
                  </a:lnTo>
                  <a:lnTo>
                    <a:pt x="6485048" y="1329785"/>
                  </a:lnTo>
                  <a:lnTo>
                    <a:pt x="6480643" y="1329785"/>
                  </a:lnTo>
                  <a:lnTo>
                    <a:pt x="6476237" y="1329785"/>
                  </a:lnTo>
                  <a:lnTo>
                    <a:pt x="6471831" y="1329785"/>
                  </a:lnTo>
                  <a:lnTo>
                    <a:pt x="6467426" y="1329785"/>
                  </a:lnTo>
                  <a:lnTo>
                    <a:pt x="6463020" y="1329785"/>
                  </a:lnTo>
                  <a:lnTo>
                    <a:pt x="6458615" y="1329785"/>
                  </a:lnTo>
                  <a:lnTo>
                    <a:pt x="6454209" y="1329785"/>
                  </a:lnTo>
                  <a:lnTo>
                    <a:pt x="6449803" y="1329785"/>
                  </a:lnTo>
                  <a:lnTo>
                    <a:pt x="6445398" y="1329785"/>
                  </a:lnTo>
                  <a:lnTo>
                    <a:pt x="6440992" y="1329785"/>
                  </a:lnTo>
                  <a:lnTo>
                    <a:pt x="6436587" y="1329785"/>
                  </a:lnTo>
                  <a:lnTo>
                    <a:pt x="6432181" y="1329785"/>
                  </a:lnTo>
                  <a:lnTo>
                    <a:pt x="6427775" y="1329785"/>
                  </a:lnTo>
                  <a:lnTo>
                    <a:pt x="6423370" y="1329785"/>
                  </a:lnTo>
                  <a:lnTo>
                    <a:pt x="6418964" y="1329785"/>
                  </a:lnTo>
                  <a:lnTo>
                    <a:pt x="6414559" y="1329785"/>
                  </a:lnTo>
                  <a:lnTo>
                    <a:pt x="6410153" y="1329785"/>
                  </a:lnTo>
                  <a:lnTo>
                    <a:pt x="6405747" y="1329785"/>
                  </a:lnTo>
                  <a:lnTo>
                    <a:pt x="6401342" y="1329785"/>
                  </a:lnTo>
                  <a:lnTo>
                    <a:pt x="6396936" y="1329785"/>
                  </a:lnTo>
                  <a:lnTo>
                    <a:pt x="6392531" y="1329785"/>
                  </a:lnTo>
                  <a:lnTo>
                    <a:pt x="6388125" y="1329785"/>
                  </a:lnTo>
                  <a:lnTo>
                    <a:pt x="6383719" y="1329785"/>
                  </a:lnTo>
                  <a:lnTo>
                    <a:pt x="6379314" y="1329785"/>
                  </a:lnTo>
                  <a:lnTo>
                    <a:pt x="6374908" y="1329785"/>
                  </a:lnTo>
                  <a:lnTo>
                    <a:pt x="6370503" y="1329785"/>
                  </a:lnTo>
                  <a:lnTo>
                    <a:pt x="6366097" y="1329785"/>
                  </a:lnTo>
                  <a:lnTo>
                    <a:pt x="6361691" y="1329785"/>
                  </a:lnTo>
                  <a:lnTo>
                    <a:pt x="6357286" y="1329785"/>
                  </a:lnTo>
                  <a:lnTo>
                    <a:pt x="6352880" y="1329785"/>
                  </a:lnTo>
                  <a:lnTo>
                    <a:pt x="6348474" y="1329785"/>
                  </a:lnTo>
                  <a:lnTo>
                    <a:pt x="6344069" y="1329785"/>
                  </a:lnTo>
                  <a:lnTo>
                    <a:pt x="6339663" y="1329785"/>
                  </a:lnTo>
                  <a:lnTo>
                    <a:pt x="6335258" y="1329785"/>
                  </a:lnTo>
                  <a:lnTo>
                    <a:pt x="6330852" y="1329785"/>
                  </a:lnTo>
                  <a:lnTo>
                    <a:pt x="6326446" y="1329785"/>
                  </a:lnTo>
                  <a:lnTo>
                    <a:pt x="6322041" y="1329785"/>
                  </a:lnTo>
                  <a:lnTo>
                    <a:pt x="6317635" y="1329785"/>
                  </a:lnTo>
                  <a:lnTo>
                    <a:pt x="6313230" y="1329785"/>
                  </a:lnTo>
                  <a:lnTo>
                    <a:pt x="6308824" y="1329785"/>
                  </a:lnTo>
                  <a:lnTo>
                    <a:pt x="6304418" y="1329785"/>
                  </a:lnTo>
                  <a:lnTo>
                    <a:pt x="6300013" y="1329785"/>
                  </a:lnTo>
                  <a:lnTo>
                    <a:pt x="6295607" y="1329785"/>
                  </a:lnTo>
                  <a:lnTo>
                    <a:pt x="6291202" y="1329785"/>
                  </a:lnTo>
                  <a:lnTo>
                    <a:pt x="6286796" y="1329785"/>
                  </a:lnTo>
                  <a:lnTo>
                    <a:pt x="6282390" y="1329785"/>
                  </a:lnTo>
                  <a:lnTo>
                    <a:pt x="6277985" y="1329785"/>
                  </a:lnTo>
                  <a:lnTo>
                    <a:pt x="6273579" y="1329785"/>
                  </a:lnTo>
                  <a:lnTo>
                    <a:pt x="6269174" y="1329785"/>
                  </a:lnTo>
                  <a:lnTo>
                    <a:pt x="6264768" y="1329785"/>
                  </a:lnTo>
                  <a:lnTo>
                    <a:pt x="6260362" y="1329785"/>
                  </a:lnTo>
                  <a:lnTo>
                    <a:pt x="6255957" y="1329785"/>
                  </a:lnTo>
                  <a:lnTo>
                    <a:pt x="6251551" y="1329785"/>
                  </a:lnTo>
                  <a:lnTo>
                    <a:pt x="6247146" y="1329785"/>
                  </a:lnTo>
                  <a:lnTo>
                    <a:pt x="6242740" y="1329785"/>
                  </a:lnTo>
                  <a:lnTo>
                    <a:pt x="6238334" y="1329785"/>
                  </a:lnTo>
                  <a:lnTo>
                    <a:pt x="6233929" y="1329785"/>
                  </a:lnTo>
                  <a:lnTo>
                    <a:pt x="6229523" y="1329785"/>
                  </a:lnTo>
                  <a:lnTo>
                    <a:pt x="6225118" y="1329785"/>
                  </a:lnTo>
                  <a:lnTo>
                    <a:pt x="6220712" y="1329785"/>
                  </a:lnTo>
                  <a:lnTo>
                    <a:pt x="6216306" y="1329785"/>
                  </a:lnTo>
                  <a:lnTo>
                    <a:pt x="6211901" y="1329785"/>
                  </a:lnTo>
                  <a:lnTo>
                    <a:pt x="6207495" y="1329785"/>
                  </a:lnTo>
                  <a:lnTo>
                    <a:pt x="6203090" y="1329785"/>
                  </a:lnTo>
                  <a:lnTo>
                    <a:pt x="6198684" y="1329785"/>
                  </a:lnTo>
                  <a:lnTo>
                    <a:pt x="6194278" y="1329785"/>
                  </a:lnTo>
                  <a:lnTo>
                    <a:pt x="6189873" y="1329785"/>
                  </a:lnTo>
                  <a:lnTo>
                    <a:pt x="6185467" y="1329785"/>
                  </a:lnTo>
                  <a:lnTo>
                    <a:pt x="6181062" y="1329785"/>
                  </a:lnTo>
                  <a:lnTo>
                    <a:pt x="6176656" y="1329785"/>
                  </a:lnTo>
                  <a:lnTo>
                    <a:pt x="6172250" y="1329785"/>
                  </a:lnTo>
                  <a:lnTo>
                    <a:pt x="6167845" y="1329785"/>
                  </a:lnTo>
                  <a:lnTo>
                    <a:pt x="6163439" y="1329785"/>
                  </a:lnTo>
                  <a:lnTo>
                    <a:pt x="6159034" y="1329785"/>
                  </a:lnTo>
                  <a:lnTo>
                    <a:pt x="6154628" y="1329785"/>
                  </a:lnTo>
                  <a:lnTo>
                    <a:pt x="6150222" y="1329785"/>
                  </a:lnTo>
                  <a:lnTo>
                    <a:pt x="6145817" y="1329785"/>
                  </a:lnTo>
                  <a:lnTo>
                    <a:pt x="6141411" y="1329785"/>
                  </a:lnTo>
                  <a:lnTo>
                    <a:pt x="6137006" y="1329785"/>
                  </a:lnTo>
                  <a:lnTo>
                    <a:pt x="6132600" y="1329785"/>
                  </a:lnTo>
                  <a:lnTo>
                    <a:pt x="6128194" y="1329785"/>
                  </a:lnTo>
                  <a:lnTo>
                    <a:pt x="6123789" y="1329785"/>
                  </a:lnTo>
                  <a:lnTo>
                    <a:pt x="6119383" y="1329785"/>
                  </a:lnTo>
                  <a:lnTo>
                    <a:pt x="6114977" y="1329785"/>
                  </a:lnTo>
                  <a:lnTo>
                    <a:pt x="6110572" y="1329785"/>
                  </a:lnTo>
                  <a:lnTo>
                    <a:pt x="6106166" y="1329785"/>
                  </a:lnTo>
                  <a:lnTo>
                    <a:pt x="6101761" y="1329785"/>
                  </a:lnTo>
                  <a:lnTo>
                    <a:pt x="6097355" y="1329785"/>
                  </a:lnTo>
                  <a:lnTo>
                    <a:pt x="6092949" y="1329785"/>
                  </a:lnTo>
                  <a:lnTo>
                    <a:pt x="6088544" y="1329785"/>
                  </a:lnTo>
                  <a:lnTo>
                    <a:pt x="6084138" y="1329785"/>
                  </a:lnTo>
                  <a:lnTo>
                    <a:pt x="6079733" y="1329785"/>
                  </a:lnTo>
                  <a:lnTo>
                    <a:pt x="6075327" y="1329785"/>
                  </a:lnTo>
                  <a:lnTo>
                    <a:pt x="6070921" y="1329785"/>
                  </a:lnTo>
                  <a:lnTo>
                    <a:pt x="6066516" y="1329785"/>
                  </a:lnTo>
                  <a:lnTo>
                    <a:pt x="6062110" y="1329785"/>
                  </a:lnTo>
                  <a:lnTo>
                    <a:pt x="6057705" y="1329785"/>
                  </a:lnTo>
                  <a:lnTo>
                    <a:pt x="6053299" y="1329785"/>
                  </a:lnTo>
                  <a:lnTo>
                    <a:pt x="6048893" y="1329785"/>
                  </a:lnTo>
                  <a:lnTo>
                    <a:pt x="6044488" y="1329785"/>
                  </a:lnTo>
                  <a:lnTo>
                    <a:pt x="6040082" y="1329785"/>
                  </a:lnTo>
                  <a:lnTo>
                    <a:pt x="6035677" y="1329785"/>
                  </a:lnTo>
                  <a:lnTo>
                    <a:pt x="6031271" y="1329785"/>
                  </a:lnTo>
                  <a:lnTo>
                    <a:pt x="6026865" y="1329785"/>
                  </a:lnTo>
                  <a:lnTo>
                    <a:pt x="6022460" y="1329785"/>
                  </a:lnTo>
                  <a:lnTo>
                    <a:pt x="6018054" y="1329785"/>
                  </a:lnTo>
                  <a:lnTo>
                    <a:pt x="6013649" y="1329785"/>
                  </a:lnTo>
                  <a:lnTo>
                    <a:pt x="6009243" y="1329785"/>
                  </a:lnTo>
                  <a:lnTo>
                    <a:pt x="6004837" y="1329785"/>
                  </a:lnTo>
                  <a:lnTo>
                    <a:pt x="6000432" y="1329785"/>
                  </a:lnTo>
                  <a:lnTo>
                    <a:pt x="5996026" y="1329785"/>
                  </a:lnTo>
                  <a:lnTo>
                    <a:pt x="5991621" y="1329785"/>
                  </a:lnTo>
                  <a:lnTo>
                    <a:pt x="5987215" y="1329785"/>
                  </a:lnTo>
                  <a:lnTo>
                    <a:pt x="5982809" y="1329785"/>
                  </a:lnTo>
                  <a:lnTo>
                    <a:pt x="5978404" y="1329785"/>
                  </a:lnTo>
                  <a:lnTo>
                    <a:pt x="5973998" y="1329785"/>
                  </a:lnTo>
                  <a:lnTo>
                    <a:pt x="5969593" y="1329785"/>
                  </a:lnTo>
                  <a:lnTo>
                    <a:pt x="5965187" y="1329785"/>
                  </a:lnTo>
                  <a:lnTo>
                    <a:pt x="5960781" y="1329785"/>
                  </a:lnTo>
                  <a:lnTo>
                    <a:pt x="5956376" y="1329785"/>
                  </a:lnTo>
                  <a:lnTo>
                    <a:pt x="5951970" y="1329785"/>
                  </a:lnTo>
                  <a:lnTo>
                    <a:pt x="5947565" y="1329785"/>
                  </a:lnTo>
                  <a:lnTo>
                    <a:pt x="5943159" y="1329785"/>
                  </a:lnTo>
                  <a:lnTo>
                    <a:pt x="5938753" y="1329785"/>
                  </a:lnTo>
                  <a:lnTo>
                    <a:pt x="5934348" y="1329785"/>
                  </a:lnTo>
                  <a:lnTo>
                    <a:pt x="5929942" y="1329785"/>
                  </a:lnTo>
                  <a:lnTo>
                    <a:pt x="5925537" y="1329785"/>
                  </a:lnTo>
                  <a:lnTo>
                    <a:pt x="5921131" y="1329785"/>
                  </a:lnTo>
                  <a:lnTo>
                    <a:pt x="5916725" y="1329785"/>
                  </a:lnTo>
                  <a:lnTo>
                    <a:pt x="5912320" y="1329785"/>
                  </a:lnTo>
                  <a:lnTo>
                    <a:pt x="5907914" y="1329785"/>
                  </a:lnTo>
                  <a:lnTo>
                    <a:pt x="5903509" y="1329785"/>
                  </a:lnTo>
                  <a:lnTo>
                    <a:pt x="5899103" y="1329785"/>
                  </a:lnTo>
                  <a:lnTo>
                    <a:pt x="5894697" y="1329785"/>
                  </a:lnTo>
                  <a:lnTo>
                    <a:pt x="5890292" y="1329785"/>
                  </a:lnTo>
                  <a:lnTo>
                    <a:pt x="5885886" y="1329785"/>
                  </a:lnTo>
                  <a:lnTo>
                    <a:pt x="5881480" y="1329785"/>
                  </a:lnTo>
                  <a:lnTo>
                    <a:pt x="5877075" y="1329785"/>
                  </a:lnTo>
                  <a:lnTo>
                    <a:pt x="5872669" y="1329785"/>
                  </a:lnTo>
                  <a:lnTo>
                    <a:pt x="5868264" y="1329785"/>
                  </a:lnTo>
                  <a:lnTo>
                    <a:pt x="5863858" y="1329785"/>
                  </a:lnTo>
                  <a:lnTo>
                    <a:pt x="5859452" y="1329785"/>
                  </a:lnTo>
                  <a:lnTo>
                    <a:pt x="5855047" y="1329785"/>
                  </a:lnTo>
                  <a:lnTo>
                    <a:pt x="5850641" y="1329785"/>
                  </a:lnTo>
                  <a:lnTo>
                    <a:pt x="5846236" y="1329785"/>
                  </a:lnTo>
                  <a:lnTo>
                    <a:pt x="5841830" y="1329785"/>
                  </a:lnTo>
                  <a:lnTo>
                    <a:pt x="5837424" y="1329785"/>
                  </a:lnTo>
                  <a:lnTo>
                    <a:pt x="5833019" y="1329785"/>
                  </a:lnTo>
                  <a:lnTo>
                    <a:pt x="5828613" y="1329785"/>
                  </a:lnTo>
                  <a:lnTo>
                    <a:pt x="5824208" y="1329785"/>
                  </a:lnTo>
                  <a:lnTo>
                    <a:pt x="5819802" y="1329785"/>
                  </a:lnTo>
                  <a:lnTo>
                    <a:pt x="5815396" y="1329785"/>
                  </a:lnTo>
                  <a:lnTo>
                    <a:pt x="5810991" y="1329785"/>
                  </a:lnTo>
                  <a:lnTo>
                    <a:pt x="5806585" y="1329785"/>
                  </a:lnTo>
                  <a:lnTo>
                    <a:pt x="5802180" y="1329785"/>
                  </a:lnTo>
                  <a:lnTo>
                    <a:pt x="5797774" y="1329785"/>
                  </a:lnTo>
                  <a:lnTo>
                    <a:pt x="5793368" y="1329785"/>
                  </a:lnTo>
                  <a:lnTo>
                    <a:pt x="5788963" y="1329785"/>
                  </a:lnTo>
                  <a:lnTo>
                    <a:pt x="5784557" y="1329785"/>
                  </a:lnTo>
                  <a:lnTo>
                    <a:pt x="5780152" y="1329785"/>
                  </a:lnTo>
                  <a:lnTo>
                    <a:pt x="5775746" y="1329785"/>
                  </a:lnTo>
                  <a:lnTo>
                    <a:pt x="5771340" y="1329785"/>
                  </a:lnTo>
                  <a:lnTo>
                    <a:pt x="5766935" y="1329785"/>
                  </a:lnTo>
                  <a:lnTo>
                    <a:pt x="5762529" y="1329785"/>
                  </a:lnTo>
                  <a:lnTo>
                    <a:pt x="5758124" y="1329785"/>
                  </a:lnTo>
                  <a:lnTo>
                    <a:pt x="5753718" y="1329785"/>
                  </a:lnTo>
                  <a:lnTo>
                    <a:pt x="5749312" y="1329785"/>
                  </a:lnTo>
                  <a:lnTo>
                    <a:pt x="5744907" y="1329785"/>
                  </a:lnTo>
                  <a:lnTo>
                    <a:pt x="5740501" y="1329785"/>
                  </a:lnTo>
                  <a:lnTo>
                    <a:pt x="5736096" y="1329785"/>
                  </a:lnTo>
                  <a:lnTo>
                    <a:pt x="5731690" y="1329785"/>
                  </a:lnTo>
                  <a:lnTo>
                    <a:pt x="5727284" y="1329785"/>
                  </a:lnTo>
                  <a:lnTo>
                    <a:pt x="5722879" y="1329785"/>
                  </a:lnTo>
                  <a:lnTo>
                    <a:pt x="5718473" y="1329785"/>
                  </a:lnTo>
                  <a:lnTo>
                    <a:pt x="5714068" y="1329785"/>
                  </a:lnTo>
                  <a:lnTo>
                    <a:pt x="5709662" y="1329785"/>
                  </a:lnTo>
                  <a:lnTo>
                    <a:pt x="5705256" y="1329785"/>
                  </a:lnTo>
                  <a:lnTo>
                    <a:pt x="5700851" y="1329785"/>
                  </a:lnTo>
                  <a:lnTo>
                    <a:pt x="5696445" y="1329785"/>
                  </a:lnTo>
                  <a:lnTo>
                    <a:pt x="5692040" y="1329785"/>
                  </a:lnTo>
                  <a:lnTo>
                    <a:pt x="5687634" y="1329785"/>
                  </a:lnTo>
                  <a:lnTo>
                    <a:pt x="5683228" y="1329785"/>
                  </a:lnTo>
                  <a:lnTo>
                    <a:pt x="5678823" y="1329785"/>
                  </a:lnTo>
                  <a:lnTo>
                    <a:pt x="5674417" y="1329785"/>
                  </a:lnTo>
                  <a:lnTo>
                    <a:pt x="5670012" y="1329785"/>
                  </a:lnTo>
                  <a:lnTo>
                    <a:pt x="5665606" y="1329785"/>
                  </a:lnTo>
                  <a:lnTo>
                    <a:pt x="5661200" y="1329785"/>
                  </a:lnTo>
                  <a:lnTo>
                    <a:pt x="5656795" y="1329785"/>
                  </a:lnTo>
                  <a:lnTo>
                    <a:pt x="5652389" y="1329785"/>
                  </a:lnTo>
                  <a:lnTo>
                    <a:pt x="5647983" y="1329785"/>
                  </a:lnTo>
                  <a:lnTo>
                    <a:pt x="5643578" y="1329785"/>
                  </a:lnTo>
                  <a:lnTo>
                    <a:pt x="5639172" y="1329785"/>
                  </a:lnTo>
                  <a:lnTo>
                    <a:pt x="5634767" y="1329785"/>
                  </a:lnTo>
                  <a:lnTo>
                    <a:pt x="5630361" y="1329785"/>
                  </a:lnTo>
                  <a:lnTo>
                    <a:pt x="5625955" y="1329785"/>
                  </a:lnTo>
                  <a:lnTo>
                    <a:pt x="5621550" y="1329785"/>
                  </a:lnTo>
                  <a:lnTo>
                    <a:pt x="5617144" y="1329785"/>
                  </a:lnTo>
                  <a:lnTo>
                    <a:pt x="5612739" y="1329785"/>
                  </a:lnTo>
                  <a:lnTo>
                    <a:pt x="5608333" y="1329785"/>
                  </a:lnTo>
                  <a:lnTo>
                    <a:pt x="5603927" y="1329785"/>
                  </a:lnTo>
                  <a:lnTo>
                    <a:pt x="5599522" y="1329785"/>
                  </a:lnTo>
                  <a:lnTo>
                    <a:pt x="5595116" y="1329785"/>
                  </a:lnTo>
                  <a:lnTo>
                    <a:pt x="5590711" y="1329785"/>
                  </a:lnTo>
                  <a:lnTo>
                    <a:pt x="5586305" y="1329785"/>
                  </a:lnTo>
                  <a:lnTo>
                    <a:pt x="5581899" y="1329785"/>
                  </a:lnTo>
                  <a:lnTo>
                    <a:pt x="5577494" y="1329785"/>
                  </a:lnTo>
                  <a:lnTo>
                    <a:pt x="5573088" y="1329785"/>
                  </a:lnTo>
                  <a:lnTo>
                    <a:pt x="5568683" y="1329785"/>
                  </a:lnTo>
                  <a:lnTo>
                    <a:pt x="5564277" y="1329785"/>
                  </a:lnTo>
                  <a:lnTo>
                    <a:pt x="5559871" y="1329785"/>
                  </a:lnTo>
                  <a:lnTo>
                    <a:pt x="5555466" y="1329785"/>
                  </a:lnTo>
                  <a:lnTo>
                    <a:pt x="5551060" y="1329785"/>
                  </a:lnTo>
                  <a:lnTo>
                    <a:pt x="5546655" y="1329785"/>
                  </a:lnTo>
                  <a:lnTo>
                    <a:pt x="5542249" y="1329785"/>
                  </a:lnTo>
                  <a:lnTo>
                    <a:pt x="5537843" y="1329785"/>
                  </a:lnTo>
                  <a:lnTo>
                    <a:pt x="5533438" y="1329785"/>
                  </a:lnTo>
                  <a:lnTo>
                    <a:pt x="5529032" y="1329785"/>
                  </a:lnTo>
                  <a:lnTo>
                    <a:pt x="5524627" y="1329785"/>
                  </a:lnTo>
                  <a:lnTo>
                    <a:pt x="5520221" y="1329785"/>
                  </a:lnTo>
                  <a:lnTo>
                    <a:pt x="5515815" y="1329785"/>
                  </a:lnTo>
                  <a:lnTo>
                    <a:pt x="5511410" y="1329785"/>
                  </a:lnTo>
                  <a:lnTo>
                    <a:pt x="5507004" y="1329785"/>
                  </a:lnTo>
                  <a:lnTo>
                    <a:pt x="5502599" y="1329785"/>
                  </a:lnTo>
                  <a:lnTo>
                    <a:pt x="5498193" y="1329785"/>
                  </a:lnTo>
                  <a:lnTo>
                    <a:pt x="5493787" y="1329785"/>
                  </a:lnTo>
                  <a:lnTo>
                    <a:pt x="5489382" y="1329785"/>
                  </a:lnTo>
                  <a:lnTo>
                    <a:pt x="5484976" y="1329785"/>
                  </a:lnTo>
                  <a:lnTo>
                    <a:pt x="5480571" y="1329785"/>
                  </a:lnTo>
                  <a:lnTo>
                    <a:pt x="5476165" y="1329785"/>
                  </a:lnTo>
                  <a:lnTo>
                    <a:pt x="5471759" y="1329785"/>
                  </a:lnTo>
                  <a:lnTo>
                    <a:pt x="5467354" y="1329785"/>
                  </a:lnTo>
                  <a:lnTo>
                    <a:pt x="5462948" y="1329785"/>
                  </a:lnTo>
                  <a:lnTo>
                    <a:pt x="5458543" y="1329785"/>
                  </a:lnTo>
                  <a:lnTo>
                    <a:pt x="5454137" y="1329785"/>
                  </a:lnTo>
                  <a:lnTo>
                    <a:pt x="5449731" y="1329785"/>
                  </a:lnTo>
                  <a:lnTo>
                    <a:pt x="5445326" y="1329785"/>
                  </a:lnTo>
                  <a:lnTo>
                    <a:pt x="5440920" y="1329785"/>
                  </a:lnTo>
                  <a:lnTo>
                    <a:pt x="5436515" y="1329785"/>
                  </a:lnTo>
                  <a:lnTo>
                    <a:pt x="5432109" y="1329785"/>
                  </a:lnTo>
                  <a:lnTo>
                    <a:pt x="5427703" y="1329785"/>
                  </a:lnTo>
                  <a:lnTo>
                    <a:pt x="5423298" y="1329785"/>
                  </a:lnTo>
                  <a:lnTo>
                    <a:pt x="5418892" y="1329785"/>
                  </a:lnTo>
                  <a:lnTo>
                    <a:pt x="5414486" y="1329785"/>
                  </a:lnTo>
                  <a:lnTo>
                    <a:pt x="5410081" y="1329785"/>
                  </a:lnTo>
                  <a:lnTo>
                    <a:pt x="5405675" y="1329785"/>
                  </a:lnTo>
                  <a:lnTo>
                    <a:pt x="5401270" y="1329785"/>
                  </a:lnTo>
                  <a:lnTo>
                    <a:pt x="5396864" y="1329785"/>
                  </a:lnTo>
                  <a:lnTo>
                    <a:pt x="5392458" y="1329785"/>
                  </a:lnTo>
                  <a:lnTo>
                    <a:pt x="5388053" y="1329785"/>
                  </a:lnTo>
                  <a:lnTo>
                    <a:pt x="5383647" y="1329785"/>
                  </a:lnTo>
                  <a:lnTo>
                    <a:pt x="5379242" y="1329785"/>
                  </a:lnTo>
                  <a:lnTo>
                    <a:pt x="5374836" y="1329785"/>
                  </a:lnTo>
                  <a:lnTo>
                    <a:pt x="5370430" y="1329785"/>
                  </a:lnTo>
                  <a:lnTo>
                    <a:pt x="5366025" y="1329785"/>
                  </a:lnTo>
                  <a:lnTo>
                    <a:pt x="5361619" y="1329785"/>
                  </a:lnTo>
                  <a:lnTo>
                    <a:pt x="5357214" y="1329785"/>
                  </a:lnTo>
                  <a:lnTo>
                    <a:pt x="5352808" y="1329785"/>
                  </a:lnTo>
                  <a:lnTo>
                    <a:pt x="5348402" y="1329785"/>
                  </a:lnTo>
                  <a:lnTo>
                    <a:pt x="5343997" y="1329785"/>
                  </a:lnTo>
                  <a:lnTo>
                    <a:pt x="5339591" y="1329785"/>
                  </a:lnTo>
                  <a:lnTo>
                    <a:pt x="5335186" y="1329785"/>
                  </a:lnTo>
                  <a:lnTo>
                    <a:pt x="5330780" y="1329785"/>
                  </a:lnTo>
                  <a:lnTo>
                    <a:pt x="5326374" y="1329785"/>
                  </a:lnTo>
                  <a:lnTo>
                    <a:pt x="5321969" y="1329785"/>
                  </a:lnTo>
                  <a:lnTo>
                    <a:pt x="5317563" y="1329785"/>
                  </a:lnTo>
                  <a:lnTo>
                    <a:pt x="5313158" y="1329785"/>
                  </a:lnTo>
                  <a:lnTo>
                    <a:pt x="5308752" y="1329785"/>
                  </a:lnTo>
                  <a:lnTo>
                    <a:pt x="5304346" y="1329785"/>
                  </a:lnTo>
                  <a:lnTo>
                    <a:pt x="5299941" y="1329785"/>
                  </a:lnTo>
                  <a:lnTo>
                    <a:pt x="5295535" y="1329785"/>
                  </a:lnTo>
                  <a:lnTo>
                    <a:pt x="5291130" y="1329785"/>
                  </a:lnTo>
                  <a:lnTo>
                    <a:pt x="5286724" y="1329785"/>
                  </a:lnTo>
                  <a:lnTo>
                    <a:pt x="5282318" y="1329785"/>
                  </a:lnTo>
                  <a:lnTo>
                    <a:pt x="5277913" y="1329785"/>
                  </a:lnTo>
                  <a:lnTo>
                    <a:pt x="5273507" y="1329785"/>
                  </a:lnTo>
                  <a:lnTo>
                    <a:pt x="5269102" y="1329785"/>
                  </a:lnTo>
                  <a:lnTo>
                    <a:pt x="5264696" y="1329785"/>
                  </a:lnTo>
                  <a:lnTo>
                    <a:pt x="5260290" y="1329785"/>
                  </a:lnTo>
                  <a:lnTo>
                    <a:pt x="5255885" y="1329785"/>
                  </a:lnTo>
                  <a:lnTo>
                    <a:pt x="5251479" y="1329785"/>
                  </a:lnTo>
                  <a:lnTo>
                    <a:pt x="5247074" y="1329785"/>
                  </a:lnTo>
                  <a:lnTo>
                    <a:pt x="5242668" y="1329785"/>
                  </a:lnTo>
                  <a:lnTo>
                    <a:pt x="5238262" y="1329785"/>
                  </a:lnTo>
                  <a:lnTo>
                    <a:pt x="5233857" y="1329785"/>
                  </a:lnTo>
                  <a:lnTo>
                    <a:pt x="5229451" y="1329785"/>
                  </a:lnTo>
                  <a:lnTo>
                    <a:pt x="5225046" y="1329785"/>
                  </a:lnTo>
                  <a:lnTo>
                    <a:pt x="5220640" y="1329785"/>
                  </a:lnTo>
                  <a:lnTo>
                    <a:pt x="5216234" y="1329785"/>
                  </a:lnTo>
                  <a:lnTo>
                    <a:pt x="5211829" y="1329785"/>
                  </a:lnTo>
                  <a:lnTo>
                    <a:pt x="5207423" y="1329785"/>
                  </a:lnTo>
                  <a:lnTo>
                    <a:pt x="5203018" y="1329785"/>
                  </a:lnTo>
                  <a:lnTo>
                    <a:pt x="5198612" y="1329785"/>
                  </a:lnTo>
                  <a:lnTo>
                    <a:pt x="5194206" y="1329785"/>
                  </a:lnTo>
                  <a:lnTo>
                    <a:pt x="5189801" y="1329785"/>
                  </a:lnTo>
                  <a:lnTo>
                    <a:pt x="5185395" y="1329785"/>
                  </a:lnTo>
                  <a:lnTo>
                    <a:pt x="5180989" y="1329785"/>
                  </a:lnTo>
                  <a:lnTo>
                    <a:pt x="5176584" y="1329785"/>
                  </a:lnTo>
                  <a:lnTo>
                    <a:pt x="5172178" y="1329785"/>
                  </a:lnTo>
                  <a:lnTo>
                    <a:pt x="5167773" y="1329785"/>
                  </a:lnTo>
                  <a:lnTo>
                    <a:pt x="5163367" y="1329785"/>
                  </a:lnTo>
                  <a:lnTo>
                    <a:pt x="5158961" y="1329785"/>
                  </a:lnTo>
                  <a:lnTo>
                    <a:pt x="5154556" y="1329785"/>
                  </a:lnTo>
                  <a:lnTo>
                    <a:pt x="5150150" y="1329785"/>
                  </a:lnTo>
                  <a:lnTo>
                    <a:pt x="5145745" y="1329785"/>
                  </a:lnTo>
                  <a:lnTo>
                    <a:pt x="5141339" y="1329785"/>
                  </a:lnTo>
                  <a:lnTo>
                    <a:pt x="5136933" y="1329785"/>
                  </a:lnTo>
                  <a:lnTo>
                    <a:pt x="5132528" y="1329785"/>
                  </a:lnTo>
                  <a:lnTo>
                    <a:pt x="5128122" y="1329785"/>
                  </a:lnTo>
                  <a:lnTo>
                    <a:pt x="5123717" y="1329785"/>
                  </a:lnTo>
                  <a:lnTo>
                    <a:pt x="5119311" y="1329785"/>
                  </a:lnTo>
                  <a:lnTo>
                    <a:pt x="5114905" y="1329785"/>
                  </a:lnTo>
                  <a:lnTo>
                    <a:pt x="5110500" y="1329785"/>
                  </a:lnTo>
                  <a:lnTo>
                    <a:pt x="5106094" y="1329785"/>
                  </a:lnTo>
                  <a:lnTo>
                    <a:pt x="5101689" y="1329785"/>
                  </a:lnTo>
                  <a:lnTo>
                    <a:pt x="5097283" y="1329785"/>
                  </a:lnTo>
                  <a:lnTo>
                    <a:pt x="5092877" y="1329785"/>
                  </a:lnTo>
                  <a:lnTo>
                    <a:pt x="5088472" y="1329785"/>
                  </a:lnTo>
                  <a:lnTo>
                    <a:pt x="5084066" y="1329785"/>
                  </a:lnTo>
                  <a:lnTo>
                    <a:pt x="5079661" y="1329785"/>
                  </a:lnTo>
                  <a:lnTo>
                    <a:pt x="5075255" y="1329785"/>
                  </a:lnTo>
                  <a:lnTo>
                    <a:pt x="5070849" y="1329785"/>
                  </a:lnTo>
                  <a:lnTo>
                    <a:pt x="5066444" y="1329785"/>
                  </a:lnTo>
                  <a:lnTo>
                    <a:pt x="5062038" y="1329785"/>
                  </a:lnTo>
                  <a:lnTo>
                    <a:pt x="5057633" y="1329785"/>
                  </a:lnTo>
                  <a:lnTo>
                    <a:pt x="5053227" y="1329785"/>
                  </a:lnTo>
                  <a:lnTo>
                    <a:pt x="5048821" y="1329785"/>
                  </a:lnTo>
                  <a:lnTo>
                    <a:pt x="5044416" y="1329785"/>
                  </a:lnTo>
                  <a:lnTo>
                    <a:pt x="5040010" y="1329785"/>
                  </a:lnTo>
                  <a:lnTo>
                    <a:pt x="5035605" y="1329785"/>
                  </a:lnTo>
                  <a:lnTo>
                    <a:pt x="5031199" y="1329785"/>
                  </a:lnTo>
                  <a:lnTo>
                    <a:pt x="5026793" y="1329785"/>
                  </a:lnTo>
                  <a:lnTo>
                    <a:pt x="5022388" y="1329785"/>
                  </a:lnTo>
                  <a:lnTo>
                    <a:pt x="5017982" y="1329785"/>
                  </a:lnTo>
                  <a:lnTo>
                    <a:pt x="5013577" y="1329785"/>
                  </a:lnTo>
                  <a:lnTo>
                    <a:pt x="5009171" y="1329785"/>
                  </a:lnTo>
                  <a:lnTo>
                    <a:pt x="5004765" y="1329785"/>
                  </a:lnTo>
                  <a:lnTo>
                    <a:pt x="5000360" y="1329785"/>
                  </a:lnTo>
                  <a:lnTo>
                    <a:pt x="4995954" y="1329785"/>
                  </a:lnTo>
                  <a:lnTo>
                    <a:pt x="4991549" y="1329785"/>
                  </a:lnTo>
                  <a:lnTo>
                    <a:pt x="4987143" y="1329785"/>
                  </a:lnTo>
                  <a:lnTo>
                    <a:pt x="4982737" y="1329785"/>
                  </a:lnTo>
                  <a:lnTo>
                    <a:pt x="4978332" y="1329785"/>
                  </a:lnTo>
                  <a:lnTo>
                    <a:pt x="4973926" y="1329785"/>
                  </a:lnTo>
                  <a:lnTo>
                    <a:pt x="4969521" y="1329785"/>
                  </a:lnTo>
                  <a:lnTo>
                    <a:pt x="4965115" y="1329785"/>
                  </a:lnTo>
                  <a:lnTo>
                    <a:pt x="4960709" y="1329785"/>
                  </a:lnTo>
                  <a:lnTo>
                    <a:pt x="4956304" y="1329785"/>
                  </a:lnTo>
                  <a:lnTo>
                    <a:pt x="4951898" y="1329785"/>
                  </a:lnTo>
                  <a:lnTo>
                    <a:pt x="4947492" y="1329785"/>
                  </a:lnTo>
                  <a:lnTo>
                    <a:pt x="4943087" y="1329785"/>
                  </a:lnTo>
                  <a:lnTo>
                    <a:pt x="4938681" y="1329785"/>
                  </a:lnTo>
                  <a:lnTo>
                    <a:pt x="4934276" y="1329785"/>
                  </a:lnTo>
                  <a:lnTo>
                    <a:pt x="4929870" y="1329785"/>
                  </a:lnTo>
                  <a:lnTo>
                    <a:pt x="4925464" y="1329785"/>
                  </a:lnTo>
                  <a:lnTo>
                    <a:pt x="4921059" y="1329785"/>
                  </a:lnTo>
                  <a:lnTo>
                    <a:pt x="4916653" y="1329785"/>
                  </a:lnTo>
                  <a:lnTo>
                    <a:pt x="4912248" y="1329785"/>
                  </a:lnTo>
                  <a:lnTo>
                    <a:pt x="4907842" y="1329785"/>
                  </a:lnTo>
                  <a:lnTo>
                    <a:pt x="4903436" y="1329785"/>
                  </a:lnTo>
                  <a:lnTo>
                    <a:pt x="4899031" y="1329785"/>
                  </a:lnTo>
                  <a:lnTo>
                    <a:pt x="4894625" y="1329785"/>
                  </a:lnTo>
                  <a:lnTo>
                    <a:pt x="4890220" y="1329785"/>
                  </a:lnTo>
                  <a:lnTo>
                    <a:pt x="4885814" y="1329785"/>
                  </a:lnTo>
                  <a:lnTo>
                    <a:pt x="4881408" y="1329785"/>
                  </a:lnTo>
                  <a:lnTo>
                    <a:pt x="4877003" y="1329785"/>
                  </a:lnTo>
                  <a:lnTo>
                    <a:pt x="4872597" y="1329785"/>
                  </a:lnTo>
                  <a:lnTo>
                    <a:pt x="4868192" y="1329785"/>
                  </a:lnTo>
                  <a:lnTo>
                    <a:pt x="4863786" y="1329785"/>
                  </a:lnTo>
                  <a:lnTo>
                    <a:pt x="4859380" y="1329785"/>
                  </a:lnTo>
                  <a:lnTo>
                    <a:pt x="4854975" y="1329785"/>
                  </a:lnTo>
                  <a:lnTo>
                    <a:pt x="4850569" y="1329785"/>
                  </a:lnTo>
                  <a:lnTo>
                    <a:pt x="4846164" y="1329785"/>
                  </a:lnTo>
                  <a:lnTo>
                    <a:pt x="4841758" y="1329785"/>
                  </a:lnTo>
                  <a:lnTo>
                    <a:pt x="4837352" y="1329785"/>
                  </a:lnTo>
                  <a:lnTo>
                    <a:pt x="4832947" y="1329785"/>
                  </a:lnTo>
                  <a:lnTo>
                    <a:pt x="4828541" y="1329785"/>
                  </a:lnTo>
                  <a:lnTo>
                    <a:pt x="4824136" y="1329785"/>
                  </a:lnTo>
                  <a:lnTo>
                    <a:pt x="4819730" y="1329785"/>
                  </a:lnTo>
                  <a:lnTo>
                    <a:pt x="4815324" y="1329785"/>
                  </a:lnTo>
                  <a:lnTo>
                    <a:pt x="4810919" y="1329785"/>
                  </a:lnTo>
                  <a:lnTo>
                    <a:pt x="4806513" y="1329785"/>
                  </a:lnTo>
                  <a:lnTo>
                    <a:pt x="4802108" y="1329785"/>
                  </a:lnTo>
                  <a:lnTo>
                    <a:pt x="4797702" y="1329785"/>
                  </a:lnTo>
                  <a:lnTo>
                    <a:pt x="4793296" y="1329785"/>
                  </a:lnTo>
                  <a:lnTo>
                    <a:pt x="4788891" y="1329785"/>
                  </a:lnTo>
                  <a:lnTo>
                    <a:pt x="4784485" y="1329785"/>
                  </a:lnTo>
                  <a:lnTo>
                    <a:pt x="4780080" y="1329785"/>
                  </a:lnTo>
                  <a:lnTo>
                    <a:pt x="4775674" y="1329785"/>
                  </a:lnTo>
                  <a:lnTo>
                    <a:pt x="4771268" y="1329785"/>
                  </a:lnTo>
                  <a:lnTo>
                    <a:pt x="4766863" y="1329785"/>
                  </a:lnTo>
                  <a:lnTo>
                    <a:pt x="4762457" y="1329785"/>
                  </a:lnTo>
                  <a:lnTo>
                    <a:pt x="4758052" y="1329785"/>
                  </a:lnTo>
                  <a:lnTo>
                    <a:pt x="4753646" y="1329785"/>
                  </a:lnTo>
                  <a:lnTo>
                    <a:pt x="4749240" y="1329785"/>
                  </a:lnTo>
                  <a:lnTo>
                    <a:pt x="4744835" y="1329785"/>
                  </a:lnTo>
                  <a:lnTo>
                    <a:pt x="4740429" y="1329785"/>
                  </a:lnTo>
                  <a:lnTo>
                    <a:pt x="4736024" y="1329785"/>
                  </a:lnTo>
                  <a:lnTo>
                    <a:pt x="4731618" y="1329785"/>
                  </a:lnTo>
                  <a:lnTo>
                    <a:pt x="4727212" y="1329785"/>
                  </a:lnTo>
                  <a:lnTo>
                    <a:pt x="4722807" y="1329785"/>
                  </a:lnTo>
                  <a:lnTo>
                    <a:pt x="4718401" y="1329785"/>
                  </a:lnTo>
                  <a:lnTo>
                    <a:pt x="4713995" y="1329785"/>
                  </a:lnTo>
                  <a:lnTo>
                    <a:pt x="4709590" y="1329785"/>
                  </a:lnTo>
                  <a:lnTo>
                    <a:pt x="4705184" y="1329785"/>
                  </a:lnTo>
                  <a:lnTo>
                    <a:pt x="4700779" y="1329785"/>
                  </a:lnTo>
                  <a:lnTo>
                    <a:pt x="4696373" y="1329785"/>
                  </a:lnTo>
                  <a:lnTo>
                    <a:pt x="4691967" y="1329785"/>
                  </a:lnTo>
                  <a:lnTo>
                    <a:pt x="4687562" y="1329785"/>
                  </a:lnTo>
                  <a:lnTo>
                    <a:pt x="4683156" y="1329785"/>
                  </a:lnTo>
                  <a:lnTo>
                    <a:pt x="4678751" y="1329785"/>
                  </a:lnTo>
                  <a:lnTo>
                    <a:pt x="4674345" y="1329785"/>
                  </a:lnTo>
                  <a:lnTo>
                    <a:pt x="4669939" y="1329785"/>
                  </a:lnTo>
                  <a:lnTo>
                    <a:pt x="4665534" y="1329785"/>
                  </a:lnTo>
                  <a:lnTo>
                    <a:pt x="4661128" y="1329785"/>
                  </a:lnTo>
                  <a:lnTo>
                    <a:pt x="4656723" y="1329785"/>
                  </a:lnTo>
                  <a:lnTo>
                    <a:pt x="4652317" y="1329785"/>
                  </a:lnTo>
                  <a:lnTo>
                    <a:pt x="4647911" y="1329785"/>
                  </a:lnTo>
                  <a:lnTo>
                    <a:pt x="4643506" y="1329785"/>
                  </a:lnTo>
                  <a:lnTo>
                    <a:pt x="4639100" y="1329785"/>
                  </a:lnTo>
                  <a:lnTo>
                    <a:pt x="4634695" y="1329785"/>
                  </a:lnTo>
                  <a:lnTo>
                    <a:pt x="4630289" y="1329785"/>
                  </a:lnTo>
                  <a:lnTo>
                    <a:pt x="4625883" y="1329785"/>
                  </a:lnTo>
                  <a:lnTo>
                    <a:pt x="4621478" y="1329785"/>
                  </a:lnTo>
                  <a:lnTo>
                    <a:pt x="4617072" y="1329785"/>
                  </a:lnTo>
                  <a:lnTo>
                    <a:pt x="4612667" y="1329785"/>
                  </a:lnTo>
                  <a:lnTo>
                    <a:pt x="4608261" y="1329785"/>
                  </a:lnTo>
                  <a:lnTo>
                    <a:pt x="4603855" y="1329785"/>
                  </a:lnTo>
                  <a:lnTo>
                    <a:pt x="4599450" y="1329785"/>
                  </a:lnTo>
                  <a:lnTo>
                    <a:pt x="4595044" y="1329785"/>
                  </a:lnTo>
                  <a:lnTo>
                    <a:pt x="4590639" y="1329785"/>
                  </a:lnTo>
                  <a:lnTo>
                    <a:pt x="4586233" y="1329785"/>
                  </a:lnTo>
                  <a:lnTo>
                    <a:pt x="4581827" y="1329785"/>
                  </a:lnTo>
                  <a:lnTo>
                    <a:pt x="4577422" y="1329785"/>
                  </a:lnTo>
                  <a:lnTo>
                    <a:pt x="4573016" y="1329785"/>
                  </a:lnTo>
                  <a:lnTo>
                    <a:pt x="4568611" y="1329785"/>
                  </a:lnTo>
                  <a:lnTo>
                    <a:pt x="4564205" y="1329785"/>
                  </a:lnTo>
                  <a:lnTo>
                    <a:pt x="4559799" y="1329785"/>
                  </a:lnTo>
                  <a:lnTo>
                    <a:pt x="4555394" y="1329785"/>
                  </a:lnTo>
                  <a:lnTo>
                    <a:pt x="4550988" y="1329785"/>
                  </a:lnTo>
                  <a:lnTo>
                    <a:pt x="4546583" y="1329785"/>
                  </a:lnTo>
                  <a:lnTo>
                    <a:pt x="4542177" y="1329785"/>
                  </a:lnTo>
                  <a:lnTo>
                    <a:pt x="4537771" y="1329785"/>
                  </a:lnTo>
                  <a:lnTo>
                    <a:pt x="4533366" y="1329785"/>
                  </a:lnTo>
                  <a:lnTo>
                    <a:pt x="4528960" y="1329785"/>
                  </a:lnTo>
                  <a:lnTo>
                    <a:pt x="4524555" y="1329785"/>
                  </a:lnTo>
                  <a:lnTo>
                    <a:pt x="4520149" y="1329785"/>
                  </a:lnTo>
                  <a:lnTo>
                    <a:pt x="4515743" y="1329785"/>
                  </a:lnTo>
                  <a:lnTo>
                    <a:pt x="4511338" y="1329785"/>
                  </a:lnTo>
                  <a:lnTo>
                    <a:pt x="4506932" y="1329785"/>
                  </a:lnTo>
                  <a:lnTo>
                    <a:pt x="4502527" y="1329785"/>
                  </a:lnTo>
                  <a:lnTo>
                    <a:pt x="4498121" y="1329785"/>
                  </a:lnTo>
                  <a:lnTo>
                    <a:pt x="4493715" y="1329785"/>
                  </a:lnTo>
                  <a:lnTo>
                    <a:pt x="4489310" y="1329785"/>
                  </a:lnTo>
                  <a:lnTo>
                    <a:pt x="4484904" y="1329785"/>
                  </a:lnTo>
                  <a:lnTo>
                    <a:pt x="4480498" y="1329785"/>
                  </a:lnTo>
                  <a:lnTo>
                    <a:pt x="4476093" y="1329785"/>
                  </a:lnTo>
                  <a:lnTo>
                    <a:pt x="4471687" y="1329785"/>
                  </a:lnTo>
                  <a:lnTo>
                    <a:pt x="4467282" y="1329785"/>
                  </a:lnTo>
                  <a:lnTo>
                    <a:pt x="4462876" y="1329785"/>
                  </a:lnTo>
                  <a:lnTo>
                    <a:pt x="4458470" y="1329785"/>
                  </a:lnTo>
                  <a:lnTo>
                    <a:pt x="4454065" y="1329785"/>
                  </a:lnTo>
                  <a:lnTo>
                    <a:pt x="4449659" y="1329785"/>
                  </a:lnTo>
                  <a:lnTo>
                    <a:pt x="4445254" y="1329785"/>
                  </a:lnTo>
                  <a:lnTo>
                    <a:pt x="4440848" y="1329785"/>
                  </a:lnTo>
                  <a:lnTo>
                    <a:pt x="4436442" y="1329785"/>
                  </a:lnTo>
                  <a:lnTo>
                    <a:pt x="4432037" y="1329785"/>
                  </a:lnTo>
                  <a:lnTo>
                    <a:pt x="4427631" y="1329785"/>
                  </a:lnTo>
                  <a:lnTo>
                    <a:pt x="4423226" y="1329785"/>
                  </a:lnTo>
                  <a:lnTo>
                    <a:pt x="4418820" y="1329785"/>
                  </a:lnTo>
                  <a:lnTo>
                    <a:pt x="4414414" y="1329785"/>
                  </a:lnTo>
                  <a:lnTo>
                    <a:pt x="4410009" y="1329785"/>
                  </a:lnTo>
                  <a:lnTo>
                    <a:pt x="4405603" y="1329785"/>
                  </a:lnTo>
                  <a:lnTo>
                    <a:pt x="4401198" y="1329785"/>
                  </a:lnTo>
                  <a:lnTo>
                    <a:pt x="4396792" y="1329785"/>
                  </a:lnTo>
                  <a:lnTo>
                    <a:pt x="4392386" y="1329785"/>
                  </a:lnTo>
                  <a:lnTo>
                    <a:pt x="4387981" y="1329785"/>
                  </a:lnTo>
                  <a:lnTo>
                    <a:pt x="4383575" y="1329785"/>
                  </a:lnTo>
                  <a:lnTo>
                    <a:pt x="4379170" y="1329785"/>
                  </a:lnTo>
                  <a:lnTo>
                    <a:pt x="4374764" y="1329785"/>
                  </a:lnTo>
                  <a:lnTo>
                    <a:pt x="4370358" y="1329785"/>
                  </a:lnTo>
                  <a:lnTo>
                    <a:pt x="4365953" y="1329785"/>
                  </a:lnTo>
                  <a:lnTo>
                    <a:pt x="4361547" y="1329785"/>
                  </a:lnTo>
                  <a:lnTo>
                    <a:pt x="4357142" y="1329785"/>
                  </a:lnTo>
                  <a:lnTo>
                    <a:pt x="4352736" y="1329785"/>
                  </a:lnTo>
                  <a:lnTo>
                    <a:pt x="4348330" y="1329785"/>
                  </a:lnTo>
                  <a:lnTo>
                    <a:pt x="4343925" y="1329785"/>
                  </a:lnTo>
                  <a:lnTo>
                    <a:pt x="4339519" y="1329785"/>
                  </a:lnTo>
                  <a:lnTo>
                    <a:pt x="4335114" y="1329785"/>
                  </a:lnTo>
                  <a:lnTo>
                    <a:pt x="4330708" y="1329785"/>
                  </a:lnTo>
                  <a:lnTo>
                    <a:pt x="4326302" y="1329785"/>
                  </a:lnTo>
                  <a:lnTo>
                    <a:pt x="4321897" y="1329785"/>
                  </a:lnTo>
                  <a:lnTo>
                    <a:pt x="4317491" y="1329785"/>
                  </a:lnTo>
                  <a:lnTo>
                    <a:pt x="4313086" y="1329785"/>
                  </a:lnTo>
                  <a:lnTo>
                    <a:pt x="4308680" y="1329785"/>
                  </a:lnTo>
                  <a:lnTo>
                    <a:pt x="4304274" y="1329785"/>
                  </a:lnTo>
                  <a:lnTo>
                    <a:pt x="4299869" y="1329785"/>
                  </a:lnTo>
                  <a:lnTo>
                    <a:pt x="4295463" y="1329785"/>
                  </a:lnTo>
                  <a:lnTo>
                    <a:pt x="4291058" y="1329785"/>
                  </a:lnTo>
                  <a:lnTo>
                    <a:pt x="4286652" y="1329785"/>
                  </a:lnTo>
                  <a:lnTo>
                    <a:pt x="4282246" y="1329785"/>
                  </a:lnTo>
                  <a:lnTo>
                    <a:pt x="4277841" y="1329785"/>
                  </a:lnTo>
                  <a:lnTo>
                    <a:pt x="4273435" y="1329785"/>
                  </a:lnTo>
                  <a:lnTo>
                    <a:pt x="4269030" y="1329785"/>
                  </a:lnTo>
                  <a:lnTo>
                    <a:pt x="4264624" y="1329785"/>
                  </a:lnTo>
                  <a:lnTo>
                    <a:pt x="4260218" y="1329785"/>
                  </a:lnTo>
                  <a:lnTo>
                    <a:pt x="4255813" y="1329785"/>
                  </a:lnTo>
                  <a:lnTo>
                    <a:pt x="4251407" y="1329785"/>
                  </a:lnTo>
                  <a:lnTo>
                    <a:pt x="4247002" y="1329785"/>
                  </a:lnTo>
                  <a:lnTo>
                    <a:pt x="4242596" y="1329785"/>
                  </a:lnTo>
                  <a:lnTo>
                    <a:pt x="4238190" y="1329785"/>
                  </a:lnTo>
                  <a:lnTo>
                    <a:pt x="4233785" y="1329785"/>
                  </a:lnTo>
                  <a:lnTo>
                    <a:pt x="4229379" y="1329785"/>
                  </a:lnTo>
                  <a:lnTo>
                    <a:pt x="4224973" y="1329785"/>
                  </a:lnTo>
                  <a:lnTo>
                    <a:pt x="4220568" y="1329785"/>
                  </a:lnTo>
                  <a:lnTo>
                    <a:pt x="4216162" y="1329785"/>
                  </a:lnTo>
                  <a:lnTo>
                    <a:pt x="4211757" y="1329785"/>
                  </a:lnTo>
                  <a:lnTo>
                    <a:pt x="4207351" y="1329785"/>
                  </a:lnTo>
                  <a:lnTo>
                    <a:pt x="4202945" y="1329785"/>
                  </a:lnTo>
                  <a:lnTo>
                    <a:pt x="4198540" y="1329785"/>
                  </a:lnTo>
                  <a:lnTo>
                    <a:pt x="4194134" y="1329785"/>
                  </a:lnTo>
                  <a:lnTo>
                    <a:pt x="4189729" y="1329785"/>
                  </a:lnTo>
                  <a:lnTo>
                    <a:pt x="4185323" y="1329785"/>
                  </a:lnTo>
                  <a:lnTo>
                    <a:pt x="4180917" y="1329785"/>
                  </a:lnTo>
                  <a:lnTo>
                    <a:pt x="4176512" y="1329785"/>
                  </a:lnTo>
                  <a:lnTo>
                    <a:pt x="4172106" y="1329785"/>
                  </a:lnTo>
                  <a:lnTo>
                    <a:pt x="4167701" y="1329785"/>
                  </a:lnTo>
                  <a:lnTo>
                    <a:pt x="4163295" y="1329785"/>
                  </a:lnTo>
                  <a:lnTo>
                    <a:pt x="4158889" y="1329785"/>
                  </a:lnTo>
                  <a:lnTo>
                    <a:pt x="4154484" y="1329785"/>
                  </a:lnTo>
                  <a:lnTo>
                    <a:pt x="4150078" y="1329785"/>
                  </a:lnTo>
                  <a:lnTo>
                    <a:pt x="4145673" y="1329785"/>
                  </a:lnTo>
                  <a:lnTo>
                    <a:pt x="4141267" y="1329785"/>
                  </a:lnTo>
                  <a:lnTo>
                    <a:pt x="4136861" y="1329785"/>
                  </a:lnTo>
                  <a:lnTo>
                    <a:pt x="4132456" y="1329785"/>
                  </a:lnTo>
                  <a:lnTo>
                    <a:pt x="4128050" y="1329785"/>
                  </a:lnTo>
                  <a:lnTo>
                    <a:pt x="4123645" y="1329785"/>
                  </a:lnTo>
                  <a:lnTo>
                    <a:pt x="4119239" y="1329785"/>
                  </a:lnTo>
                  <a:lnTo>
                    <a:pt x="4114833" y="1329785"/>
                  </a:lnTo>
                  <a:lnTo>
                    <a:pt x="4110428" y="1329785"/>
                  </a:lnTo>
                  <a:lnTo>
                    <a:pt x="4106022" y="1329785"/>
                  </a:lnTo>
                  <a:lnTo>
                    <a:pt x="4101617" y="1329785"/>
                  </a:lnTo>
                  <a:lnTo>
                    <a:pt x="4097211" y="1329785"/>
                  </a:lnTo>
                  <a:lnTo>
                    <a:pt x="4092805" y="1329785"/>
                  </a:lnTo>
                  <a:lnTo>
                    <a:pt x="4088400" y="1329785"/>
                  </a:lnTo>
                  <a:lnTo>
                    <a:pt x="4083994" y="1329785"/>
                  </a:lnTo>
                  <a:lnTo>
                    <a:pt x="4079589" y="1329785"/>
                  </a:lnTo>
                  <a:lnTo>
                    <a:pt x="4075183" y="1329785"/>
                  </a:lnTo>
                  <a:lnTo>
                    <a:pt x="4070777" y="1329785"/>
                  </a:lnTo>
                  <a:lnTo>
                    <a:pt x="4066372" y="1329785"/>
                  </a:lnTo>
                  <a:lnTo>
                    <a:pt x="4061966" y="1329785"/>
                  </a:lnTo>
                  <a:lnTo>
                    <a:pt x="4057561" y="1329785"/>
                  </a:lnTo>
                  <a:lnTo>
                    <a:pt x="4053155" y="1329785"/>
                  </a:lnTo>
                  <a:lnTo>
                    <a:pt x="4048749" y="1329785"/>
                  </a:lnTo>
                  <a:lnTo>
                    <a:pt x="4044344" y="1329785"/>
                  </a:lnTo>
                  <a:lnTo>
                    <a:pt x="4039938" y="1329785"/>
                  </a:lnTo>
                  <a:lnTo>
                    <a:pt x="4035533" y="1329785"/>
                  </a:lnTo>
                  <a:lnTo>
                    <a:pt x="4031127" y="1329785"/>
                  </a:lnTo>
                  <a:lnTo>
                    <a:pt x="4026721" y="1329785"/>
                  </a:lnTo>
                  <a:lnTo>
                    <a:pt x="4022316" y="1329785"/>
                  </a:lnTo>
                  <a:lnTo>
                    <a:pt x="4017910" y="1329785"/>
                  </a:lnTo>
                  <a:lnTo>
                    <a:pt x="4013505" y="1329785"/>
                  </a:lnTo>
                  <a:lnTo>
                    <a:pt x="4009099" y="1329785"/>
                  </a:lnTo>
                  <a:lnTo>
                    <a:pt x="4004693" y="1329785"/>
                  </a:lnTo>
                  <a:lnTo>
                    <a:pt x="4000288" y="1329785"/>
                  </a:lnTo>
                  <a:lnTo>
                    <a:pt x="3995882" y="1329785"/>
                  </a:lnTo>
                  <a:lnTo>
                    <a:pt x="3991476" y="1329785"/>
                  </a:lnTo>
                  <a:lnTo>
                    <a:pt x="3987071" y="1329785"/>
                  </a:lnTo>
                  <a:lnTo>
                    <a:pt x="3982665" y="1329785"/>
                  </a:lnTo>
                  <a:lnTo>
                    <a:pt x="3978260" y="1329785"/>
                  </a:lnTo>
                  <a:lnTo>
                    <a:pt x="3973854" y="1329785"/>
                  </a:lnTo>
                  <a:lnTo>
                    <a:pt x="3969448" y="1329785"/>
                  </a:lnTo>
                  <a:lnTo>
                    <a:pt x="3965043" y="1329785"/>
                  </a:lnTo>
                  <a:lnTo>
                    <a:pt x="3960637" y="1329785"/>
                  </a:lnTo>
                  <a:lnTo>
                    <a:pt x="3956232" y="1329785"/>
                  </a:lnTo>
                  <a:lnTo>
                    <a:pt x="3951826" y="1329785"/>
                  </a:lnTo>
                  <a:lnTo>
                    <a:pt x="3947420" y="1329785"/>
                  </a:lnTo>
                  <a:lnTo>
                    <a:pt x="3943015" y="1329785"/>
                  </a:lnTo>
                  <a:lnTo>
                    <a:pt x="3938609" y="1329785"/>
                  </a:lnTo>
                  <a:lnTo>
                    <a:pt x="3934204" y="1329785"/>
                  </a:lnTo>
                  <a:lnTo>
                    <a:pt x="3929798" y="1329785"/>
                  </a:lnTo>
                  <a:lnTo>
                    <a:pt x="3925392" y="1329785"/>
                  </a:lnTo>
                  <a:lnTo>
                    <a:pt x="3920987" y="1329785"/>
                  </a:lnTo>
                  <a:lnTo>
                    <a:pt x="3916581" y="1329785"/>
                  </a:lnTo>
                  <a:lnTo>
                    <a:pt x="3912176" y="1329785"/>
                  </a:lnTo>
                  <a:lnTo>
                    <a:pt x="3907770" y="1329785"/>
                  </a:lnTo>
                  <a:lnTo>
                    <a:pt x="3903364" y="1329785"/>
                  </a:lnTo>
                  <a:lnTo>
                    <a:pt x="3898959" y="1329785"/>
                  </a:lnTo>
                  <a:lnTo>
                    <a:pt x="3894553" y="1329785"/>
                  </a:lnTo>
                  <a:lnTo>
                    <a:pt x="3890148" y="1329785"/>
                  </a:lnTo>
                  <a:lnTo>
                    <a:pt x="3885742" y="1329785"/>
                  </a:lnTo>
                  <a:lnTo>
                    <a:pt x="3881336" y="1329785"/>
                  </a:lnTo>
                  <a:lnTo>
                    <a:pt x="3876931" y="1329785"/>
                  </a:lnTo>
                  <a:lnTo>
                    <a:pt x="3872525" y="1329785"/>
                  </a:lnTo>
                  <a:lnTo>
                    <a:pt x="3868120" y="1329785"/>
                  </a:lnTo>
                  <a:lnTo>
                    <a:pt x="3863714" y="1329785"/>
                  </a:lnTo>
                  <a:lnTo>
                    <a:pt x="3859308" y="1329785"/>
                  </a:lnTo>
                  <a:lnTo>
                    <a:pt x="3854903" y="1329785"/>
                  </a:lnTo>
                  <a:lnTo>
                    <a:pt x="3850497" y="1329785"/>
                  </a:lnTo>
                  <a:lnTo>
                    <a:pt x="3846092" y="1329785"/>
                  </a:lnTo>
                  <a:lnTo>
                    <a:pt x="3841686" y="1329785"/>
                  </a:lnTo>
                  <a:lnTo>
                    <a:pt x="3837280" y="1329785"/>
                  </a:lnTo>
                  <a:lnTo>
                    <a:pt x="3832875" y="1329785"/>
                  </a:lnTo>
                  <a:lnTo>
                    <a:pt x="3828469" y="1329785"/>
                  </a:lnTo>
                  <a:lnTo>
                    <a:pt x="3824064" y="1329785"/>
                  </a:lnTo>
                  <a:lnTo>
                    <a:pt x="3819658" y="1329785"/>
                  </a:lnTo>
                  <a:lnTo>
                    <a:pt x="3815252" y="1329785"/>
                  </a:lnTo>
                  <a:lnTo>
                    <a:pt x="3810847" y="1329785"/>
                  </a:lnTo>
                  <a:lnTo>
                    <a:pt x="3806441" y="1329785"/>
                  </a:lnTo>
                  <a:lnTo>
                    <a:pt x="3802036" y="1329785"/>
                  </a:lnTo>
                  <a:lnTo>
                    <a:pt x="3797630" y="1329785"/>
                  </a:lnTo>
                  <a:lnTo>
                    <a:pt x="3793224" y="1329785"/>
                  </a:lnTo>
                  <a:lnTo>
                    <a:pt x="3788819" y="1329785"/>
                  </a:lnTo>
                  <a:lnTo>
                    <a:pt x="3784413" y="1329785"/>
                  </a:lnTo>
                  <a:lnTo>
                    <a:pt x="3780008" y="1329785"/>
                  </a:lnTo>
                  <a:lnTo>
                    <a:pt x="3775602" y="1329785"/>
                  </a:lnTo>
                  <a:lnTo>
                    <a:pt x="3771196" y="1329785"/>
                  </a:lnTo>
                  <a:lnTo>
                    <a:pt x="3766791" y="1329785"/>
                  </a:lnTo>
                  <a:lnTo>
                    <a:pt x="3762385" y="1329785"/>
                  </a:lnTo>
                  <a:lnTo>
                    <a:pt x="3757979" y="1329785"/>
                  </a:lnTo>
                  <a:lnTo>
                    <a:pt x="3753574" y="1329785"/>
                  </a:lnTo>
                  <a:lnTo>
                    <a:pt x="3749168" y="1329785"/>
                  </a:lnTo>
                  <a:lnTo>
                    <a:pt x="3744763" y="1329785"/>
                  </a:lnTo>
                  <a:lnTo>
                    <a:pt x="3740357" y="1329785"/>
                  </a:lnTo>
                  <a:lnTo>
                    <a:pt x="3735951" y="1329785"/>
                  </a:lnTo>
                  <a:lnTo>
                    <a:pt x="3731546" y="1329785"/>
                  </a:lnTo>
                  <a:lnTo>
                    <a:pt x="3727140" y="1329785"/>
                  </a:lnTo>
                  <a:lnTo>
                    <a:pt x="3722735" y="1329785"/>
                  </a:lnTo>
                  <a:lnTo>
                    <a:pt x="3718329" y="1329785"/>
                  </a:lnTo>
                  <a:lnTo>
                    <a:pt x="3713923" y="1329785"/>
                  </a:lnTo>
                  <a:lnTo>
                    <a:pt x="3709518" y="1329785"/>
                  </a:lnTo>
                  <a:lnTo>
                    <a:pt x="3705112" y="1329785"/>
                  </a:lnTo>
                  <a:lnTo>
                    <a:pt x="3700707" y="1329785"/>
                  </a:lnTo>
                  <a:lnTo>
                    <a:pt x="3696301" y="1329785"/>
                  </a:lnTo>
                  <a:lnTo>
                    <a:pt x="3691895" y="1329785"/>
                  </a:lnTo>
                  <a:lnTo>
                    <a:pt x="3687490" y="1329785"/>
                  </a:lnTo>
                  <a:lnTo>
                    <a:pt x="3683084" y="1329785"/>
                  </a:lnTo>
                  <a:lnTo>
                    <a:pt x="3678679" y="1329785"/>
                  </a:lnTo>
                  <a:lnTo>
                    <a:pt x="3674273" y="1329785"/>
                  </a:lnTo>
                  <a:lnTo>
                    <a:pt x="3669867" y="1329785"/>
                  </a:lnTo>
                  <a:lnTo>
                    <a:pt x="3665462" y="1329785"/>
                  </a:lnTo>
                  <a:lnTo>
                    <a:pt x="3661056" y="1329785"/>
                  </a:lnTo>
                  <a:lnTo>
                    <a:pt x="3656651" y="1329785"/>
                  </a:lnTo>
                  <a:lnTo>
                    <a:pt x="3652245" y="1329785"/>
                  </a:lnTo>
                  <a:lnTo>
                    <a:pt x="3647839" y="1329785"/>
                  </a:lnTo>
                  <a:lnTo>
                    <a:pt x="3643434" y="1329785"/>
                  </a:lnTo>
                  <a:lnTo>
                    <a:pt x="3639028" y="1329785"/>
                  </a:lnTo>
                  <a:lnTo>
                    <a:pt x="3634623" y="1329785"/>
                  </a:lnTo>
                  <a:lnTo>
                    <a:pt x="3630217" y="1329785"/>
                  </a:lnTo>
                  <a:lnTo>
                    <a:pt x="3625811" y="1329785"/>
                  </a:lnTo>
                  <a:lnTo>
                    <a:pt x="3621406" y="1329785"/>
                  </a:lnTo>
                  <a:lnTo>
                    <a:pt x="3617000" y="1329785"/>
                  </a:lnTo>
                  <a:lnTo>
                    <a:pt x="3612595" y="1329785"/>
                  </a:lnTo>
                  <a:lnTo>
                    <a:pt x="3608189" y="1329785"/>
                  </a:lnTo>
                  <a:lnTo>
                    <a:pt x="3603783" y="1329785"/>
                  </a:lnTo>
                  <a:lnTo>
                    <a:pt x="3599378" y="1329785"/>
                  </a:lnTo>
                  <a:lnTo>
                    <a:pt x="3594972" y="1329785"/>
                  </a:lnTo>
                  <a:lnTo>
                    <a:pt x="3590567" y="1329785"/>
                  </a:lnTo>
                  <a:lnTo>
                    <a:pt x="3586161" y="1329785"/>
                  </a:lnTo>
                  <a:lnTo>
                    <a:pt x="3581755" y="1329785"/>
                  </a:lnTo>
                  <a:lnTo>
                    <a:pt x="3577350" y="1329785"/>
                  </a:lnTo>
                  <a:lnTo>
                    <a:pt x="3572944" y="1329785"/>
                  </a:lnTo>
                  <a:lnTo>
                    <a:pt x="3568539" y="1329785"/>
                  </a:lnTo>
                  <a:lnTo>
                    <a:pt x="3564133" y="1329785"/>
                  </a:lnTo>
                  <a:lnTo>
                    <a:pt x="3559727" y="1329785"/>
                  </a:lnTo>
                  <a:lnTo>
                    <a:pt x="3555322" y="1329785"/>
                  </a:lnTo>
                  <a:lnTo>
                    <a:pt x="3550916" y="1329785"/>
                  </a:lnTo>
                  <a:lnTo>
                    <a:pt x="3546511" y="1329785"/>
                  </a:lnTo>
                  <a:lnTo>
                    <a:pt x="3542105" y="1329785"/>
                  </a:lnTo>
                  <a:lnTo>
                    <a:pt x="3537699" y="1329785"/>
                  </a:lnTo>
                  <a:lnTo>
                    <a:pt x="3533294" y="1329785"/>
                  </a:lnTo>
                  <a:lnTo>
                    <a:pt x="3528888" y="1329785"/>
                  </a:lnTo>
                  <a:lnTo>
                    <a:pt x="3524482" y="1329785"/>
                  </a:lnTo>
                  <a:lnTo>
                    <a:pt x="3520077" y="1329785"/>
                  </a:lnTo>
                  <a:lnTo>
                    <a:pt x="3515671" y="1329785"/>
                  </a:lnTo>
                  <a:lnTo>
                    <a:pt x="3511266" y="1329785"/>
                  </a:lnTo>
                  <a:lnTo>
                    <a:pt x="3506860" y="1329785"/>
                  </a:lnTo>
                  <a:lnTo>
                    <a:pt x="3502454" y="1329785"/>
                  </a:lnTo>
                  <a:lnTo>
                    <a:pt x="3498049" y="1329785"/>
                  </a:lnTo>
                  <a:lnTo>
                    <a:pt x="3493643" y="1329785"/>
                  </a:lnTo>
                  <a:lnTo>
                    <a:pt x="3489238" y="1329785"/>
                  </a:lnTo>
                  <a:lnTo>
                    <a:pt x="3484832" y="1329785"/>
                  </a:lnTo>
                  <a:lnTo>
                    <a:pt x="3480426" y="1329785"/>
                  </a:lnTo>
                  <a:lnTo>
                    <a:pt x="3476021" y="1329785"/>
                  </a:lnTo>
                  <a:lnTo>
                    <a:pt x="3471615" y="1329785"/>
                  </a:lnTo>
                  <a:lnTo>
                    <a:pt x="3467210" y="1329785"/>
                  </a:lnTo>
                  <a:lnTo>
                    <a:pt x="3462804" y="1329785"/>
                  </a:lnTo>
                  <a:lnTo>
                    <a:pt x="3458398" y="1329785"/>
                  </a:lnTo>
                  <a:lnTo>
                    <a:pt x="3453993" y="1329785"/>
                  </a:lnTo>
                  <a:lnTo>
                    <a:pt x="3449587" y="1329785"/>
                  </a:lnTo>
                  <a:lnTo>
                    <a:pt x="3445182" y="1329785"/>
                  </a:lnTo>
                  <a:lnTo>
                    <a:pt x="3440776" y="1329785"/>
                  </a:lnTo>
                  <a:lnTo>
                    <a:pt x="3436370" y="1329785"/>
                  </a:lnTo>
                  <a:lnTo>
                    <a:pt x="3431965" y="1329785"/>
                  </a:lnTo>
                  <a:lnTo>
                    <a:pt x="3427559" y="1329785"/>
                  </a:lnTo>
                  <a:lnTo>
                    <a:pt x="3423154" y="1329785"/>
                  </a:lnTo>
                  <a:lnTo>
                    <a:pt x="3418748" y="1329785"/>
                  </a:lnTo>
                  <a:lnTo>
                    <a:pt x="3414342" y="1329785"/>
                  </a:lnTo>
                  <a:lnTo>
                    <a:pt x="3409937" y="1329785"/>
                  </a:lnTo>
                  <a:lnTo>
                    <a:pt x="3405531" y="1329785"/>
                  </a:lnTo>
                  <a:lnTo>
                    <a:pt x="3401126" y="1329785"/>
                  </a:lnTo>
                  <a:lnTo>
                    <a:pt x="3396720" y="1329785"/>
                  </a:lnTo>
                  <a:lnTo>
                    <a:pt x="3392314" y="1329785"/>
                  </a:lnTo>
                  <a:lnTo>
                    <a:pt x="3387909" y="1329785"/>
                  </a:lnTo>
                  <a:lnTo>
                    <a:pt x="3383503" y="1329785"/>
                  </a:lnTo>
                  <a:lnTo>
                    <a:pt x="3379098" y="1329785"/>
                  </a:lnTo>
                  <a:lnTo>
                    <a:pt x="3374692" y="1329785"/>
                  </a:lnTo>
                  <a:lnTo>
                    <a:pt x="3370286" y="1329785"/>
                  </a:lnTo>
                  <a:lnTo>
                    <a:pt x="3365881" y="1329785"/>
                  </a:lnTo>
                  <a:lnTo>
                    <a:pt x="3361475" y="1329785"/>
                  </a:lnTo>
                  <a:lnTo>
                    <a:pt x="3357070" y="1329785"/>
                  </a:lnTo>
                  <a:lnTo>
                    <a:pt x="3352664" y="1329785"/>
                  </a:lnTo>
                  <a:lnTo>
                    <a:pt x="3348258" y="1329785"/>
                  </a:lnTo>
                  <a:lnTo>
                    <a:pt x="3343853" y="1329785"/>
                  </a:lnTo>
                  <a:lnTo>
                    <a:pt x="3339447" y="1329785"/>
                  </a:lnTo>
                  <a:lnTo>
                    <a:pt x="3335042" y="1329785"/>
                  </a:lnTo>
                  <a:lnTo>
                    <a:pt x="3330636" y="1329785"/>
                  </a:lnTo>
                  <a:lnTo>
                    <a:pt x="3326230" y="1329785"/>
                  </a:lnTo>
                  <a:lnTo>
                    <a:pt x="3321825" y="1329785"/>
                  </a:lnTo>
                  <a:lnTo>
                    <a:pt x="3317419" y="1329785"/>
                  </a:lnTo>
                  <a:lnTo>
                    <a:pt x="3313014" y="1329785"/>
                  </a:lnTo>
                  <a:lnTo>
                    <a:pt x="3308608" y="1329785"/>
                  </a:lnTo>
                  <a:lnTo>
                    <a:pt x="3304202" y="1329785"/>
                  </a:lnTo>
                  <a:lnTo>
                    <a:pt x="3299797" y="1329785"/>
                  </a:lnTo>
                  <a:lnTo>
                    <a:pt x="3295391" y="1329785"/>
                  </a:lnTo>
                  <a:lnTo>
                    <a:pt x="3290985" y="1329785"/>
                  </a:lnTo>
                  <a:lnTo>
                    <a:pt x="3286580" y="1329785"/>
                  </a:lnTo>
                  <a:lnTo>
                    <a:pt x="3282174" y="1329785"/>
                  </a:lnTo>
                  <a:lnTo>
                    <a:pt x="3277769" y="1329785"/>
                  </a:lnTo>
                  <a:lnTo>
                    <a:pt x="3273363" y="1329785"/>
                  </a:lnTo>
                  <a:lnTo>
                    <a:pt x="3268957" y="1329785"/>
                  </a:lnTo>
                  <a:lnTo>
                    <a:pt x="3264552" y="1329785"/>
                  </a:lnTo>
                  <a:lnTo>
                    <a:pt x="3260146" y="1329785"/>
                  </a:lnTo>
                  <a:lnTo>
                    <a:pt x="3255741" y="1329785"/>
                  </a:lnTo>
                  <a:lnTo>
                    <a:pt x="3251335" y="1329785"/>
                  </a:lnTo>
                  <a:lnTo>
                    <a:pt x="3246929" y="1329785"/>
                  </a:lnTo>
                  <a:lnTo>
                    <a:pt x="3242524" y="1329785"/>
                  </a:lnTo>
                  <a:lnTo>
                    <a:pt x="3238118" y="1329785"/>
                  </a:lnTo>
                  <a:lnTo>
                    <a:pt x="3233713" y="1329785"/>
                  </a:lnTo>
                  <a:lnTo>
                    <a:pt x="3229307" y="1329785"/>
                  </a:lnTo>
                  <a:lnTo>
                    <a:pt x="3224901" y="1329785"/>
                  </a:lnTo>
                  <a:lnTo>
                    <a:pt x="3220496" y="1329785"/>
                  </a:lnTo>
                  <a:lnTo>
                    <a:pt x="3216090" y="1329785"/>
                  </a:lnTo>
                  <a:lnTo>
                    <a:pt x="3211685" y="1329785"/>
                  </a:lnTo>
                  <a:lnTo>
                    <a:pt x="3207279" y="1329785"/>
                  </a:lnTo>
                  <a:lnTo>
                    <a:pt x="3202873" y="1329785"/>
                  </a:lnTo>
                  <a:lnTo>
                    <a:pt x="3198468" y="1329785"/>
                  </a:lnTo>
                  <a:lnTo>
                    <a:pt x="3194062" y="1329785"/>
                  </a:lnTo>
                  <a:lnTo>
                    <a:pt x="3189657" y="1329785"/>
                  </a:lnTo>
                  <a:lnTo>
                    <a:pt x="3185251" y="1329785"/>
                  </a:lnTo>
                  <a:lnTo>
                    <a:pt x="3180845" y="1329785"/>
                  </a:lnTo>
                  <a:lnTo>
                    <a:pt x="3176440" y="1329785"/>
                  </a:lnTo>
                  <a:lnTo>
                    <a:pt x="3172034" y="1329785"/>
                  </a:lnTo>
                  <a:lnTo>
                    <a:pt x="3167629" y="1329785"/>
                  </a:lnTo>
                  <a:lnTo>
                    <a:pt x="3163223" y="1329785"/>
                  </a:lnTo>
                  <a:lnTo>
                    <a:pt x="3158817" y="1329785"/>
                  </a:lnTo>
                  <a:lnTo>
                    <a:pt x="3154412" y="1329785"/>
                  </a:lnTo>
                  <a:lnTo>
                    <a:pt x="3150006" y="1329785"/>
                  </a:lnTo>
                  <a:lnTo>
                    <a:pt x="3145601" y="1329785"/>
                  </a:lnTo>
                  <a:lnTo>
                    <a:pt x="3141195" y="1329785"/>
                  </a:lnTo>
                  <a:lnTo>
                    <a:pt x="3136789" y="1329785"/>
                  </a:lnTo>
                  <a:lnTo>
                    <a:pt x="3132384" y="1329785"/>
                  </a:lnTo>
                  <a:lnTo>
                    <a:pt x="3127978" y="1329785"/>
                  </a:lnTo>
                  <a:lnTo>
                    <a:pt x="3123573" y="1329785"/>
                  </a:lnTo>
                  <a:lnTo>
                    <a:pt x="3119167" y="1329785"/>
                  </a:lnTo>
                  <a:lnTo>
                    <a:pt x="3114761" y="1329785"/>
                  </a:lnTo>
                  <a:lnTo>
                    <a:pt x="3110356" y="1329785"/>
                  </a:lnTo>
                  <a:lnTo>
                    <a:pt x="3105950" y="1329785"/>
                  </a:lnTo>
                  <a:lnTo>
                    <a:pt x="3101545" y="1329785"/>
                  </a:lnTo>
                  <a:lnTo>
                    <a:pt x="3097139" y="1329785"/>
                  </a:lnTo>
                  <a:lnTo>
                    <a:pt x="3092733" y="1329785"/>
                  </a:lnTo>
                  <a:lnTo>
                    <a:pt x="3088328" y="1329785"/>
                  </a:lnTo>
                  <a:lnTo>
                    <a:pt x="3083922" y="1329785"/>
                  </a:lnTo>
                  <a:lnTo>
                    <a:pt x="3079517" y="1329785"/>
                  </a:lnTo>
                  <a:lnTo>
                    <a:pt x="3075111" y="1329785"/>
                  </a:lnTo>
                  <a:lnTo>
                    <a:pt x="3070705" y="1329785"/>
                  </a:lnTo>
                  <a:lnTo>
                    <a:pt x="3066300" y="1329785"/>
                  </a:lnTo>
                  <a:lnTo>
                    <a:pt x="3061894" y="1329785"/>
                  </a:lnTo>
                  <a:lnTo>
                    <a:pt x="3057488" y="1329785"/>
                  </a:lnTo>
                  <a:lnTo>
                    <a:pt x="3053083" y="1329785"/>
                  </a:lnTo>
                  <a:lnTo>
                    <a:pt x="3048677" y="1329785"/>
                  </a:lnTo>
                  <a:lnTo>
                    <a:pt x="3044272" y="1329785"/>
                  </a:lnTo>
                  <a:lnTo>
                    <a:pt x="3039866" y="1329785"/>
                  </a:lnTo>
                  <a:lnTo>
                    <a:pt x="3035460" y="1329785"/>
                  </a:lnTo>
                  <a:lnTo>
                    <a:pt x="3031055" y="1329785"/>
                  </a:lnTo>
                  <a:lnTo>
                    <a:pt x="3026649" y="1329785"/>
                  </a:lnTo>
                  <a:lnTo>
                    <a:pt x="3022244" y="1329785"/>
                  </a:lnTo>
                  <a:lnTo>
                    <a:pt x="3017838" y="1329785"/>
                  </a:lnTo>
                  <a:lnTo>
                    <a:pt x="3013432" y="1329785"/>
                  </a:lnTo>
                  <a:lnTo>
                    <a:pt x="3009027" y="1329785"/>
                  </a:lnTo>
                  <a:lnTo>
                    <a:pt x="3004621" y="1329785"/>
                  </a:lnTo>
                  <a:lnTo>
                    <a:pt x="3000216" y="1329785"/>
                  </a:lnTo>
                  <a:lnTo>
                    <a:pt x="2995810" y="1329785"/>
                  </a:lnTo>
                  <a:lnTo>
                    <a:pt x="2991404" y="1329785"/>
                  </a:lnTo>
                  <a:lnTo>
                    <a:pt x="2986999" y="1329785"/>
                  </a:lnTo>
                  <a:lnTo>
                    <a:pt x="2982593" y="1329785"/>
                  </a:lnTo>
                  <a:lnTo>
                    <a:pt x="2978188" y="1329785"/>
                  </a:lnTo>
                  <a:lnTo>
                    <a:pt x="2973782" y="1329785"/>
                  </a:lnTo>
                  <a:lnTo>
                    <a:pt x="2969376" y="1329785"/>
                  </a:lnTo>
                  <a:lnTo>
                    <a:pt x="2964971" y="1329785"/>
                  </a:lnTo>
                  <a:lnTo>
                    <a:pt x="2960565" y="1329785"/>
                  </a:lnTo>
                  <a:lnTo>
                    <a:pt x="2956160" y="1329785"/>
                  </a:lnTo>
                  <a:lnTo>
                    <a:pt x="2951754" y="1329785"/>
                  </a:lnTo>
                  <a:lnTo>
                    <a:pt x="2947348" y="1329785"/>
                  </a:lnTo>
                  <a:lnTo>
                    <a:pt x="2942943" y="1329785"/>
                  </a:lnTo>
                  <a:lnTo>
                    <a:pt x="2938537" y="1329785"/>
                  </a:lnTo>
                  <a:lnTo>
                    <a:pt x="2934132" y="1329785"/>
                  </a:lnTo>
                  <a:lnTo>
                    <a:pt x="2929726" y="1329785"/>
                  </a:lnTo>
                  <a:lnTo>
                    <a:pt x="2925320" y="1329785"/>
                  </a:lnTo>
                  <a:lnTo>
                    <a:pt x="2920915" y="1329785"/>
                  </a:lnTo>
                  <a:lnTo>
                    <a:pt x="2916509" y="1329785"/>
                  </a:lnTo>
                  <a:lnTo>
                    <a:pt x="2912104" y="1329785"/>
                  </a:lnTo>
                  <a:lnTo>
                    <a:pt x="2907698" y="1329785"/>
                  </a:lnTo>
                  <a:lnTo>
                    <a:pt x="2903292" y="1329785"/>
                  </a:lnTo>
                  <a:lnTo>
                    <a:pt x="2898887" y="1329785"/>
                  </a:lnTo>
                  <a:lnTo>
                    <a:pt x="2894481" y="1329785"/>
                  </a:lnTo>
                  <a:lnTo>
                    <a:pt x="2890076" y="1329785"/>
                  </a:lnTo>
                  <a:lnTo>
                    <a:pt x="2885670" y="1329785"/>
                  </a:lnTo>
                  <a:lnTo>
                    <a:pt x="2881264" y="1329785"/>
                  </a:lnTo>
                  <a:lnTo>
                    <a:pt x="2876859" y="1329785"/>
                  </a:lnTo>
                  <a:lnTo>
                    <a:pt x="2872453" y="1329785"/>
                  </a:lnTo>
                  <a:lnTo>
                    <a:pt x="2868048" y="1329785"/>
                  </a:lnTo>
                  <a:lnTo>
                    <a:pt x="2863642" y="1329785"/>
                  </a:lnTo>
                  <a:lnTo>
                    <a:pt x="2859236" y="1329785"/>
                  </a:lnTo>
                  <a:lnTo>
                    <a:pt x="2854831" y="1329785"/>
                  </a:lnTo>
                  <a:lnTo>
                    <a:pt x="2850425" y="1329785"/>
                  </a:lnTo>
                  <a:lnTo>
                    <a:pt x="2846020" y="1329785"/>
                  </a:lnTo>
                  <a:lnTo>
                    <a:pt x="2841614" y="1329785"/>
                  </a:lnTo>
                  <a:lnTo>
                    <a:pt x="2837208" y="1329785"/>
                  </a:lnTo>
                  <a:lnTo>
                    <a:pt x="2832803" y="1329785"/>
                  </a:lnTo>
                  <a:lnTo>
                    <a:pt x="2828397" y="1329785"/>
                  </a:lnTo>
                  <a:lnTo>
                    <a:pt x="2823991" y="1329785"/>
                  </a:lnTo>
                  <a:lnTo>
                    <a:pt x="2819586" y="1329785"/>
                  </a:lnTo>
                  <a:lnTo>
                    <a:pt x="2815180" y="1329785"/>
                  </a:lnTo>
                  <a:lnTo>
                    <a:pt x="2810775" y="1329785"/>
                  </a:lnTo>
                  <a:lnTo>
                    <a:pt x="2806369" y="1329785"/>
                  </a:lnTo>
                  <a:lnTo>
                    <a:pt x="2801963" y="1329785"/>
                  </a:lnTo>
                  <a:lnTo>
                    <a:pt x="2797558" y="1329785"/>
                  </a:lnTo>
                  <a:lnTo>
                    <a:pt x="2793152" y="1329785"/>
                  </a:lnTo>
                  <a:lnTo>
                    <a:pt x="2788747" y="1329785"/>
                  </a:lnTo>
                  <a:lnTo>
                    <a:pt x="2784341" y="1329785"/>
                  </a:lnTo>
                  <a:lnTo>
                    <a:pt x="2779935" y="1329785"/>
                  </a:lnTo>
                  <a:lnTo>
                    <a:pt x="2775530" y="1329785"/>
                  </a:lnTo>
                  <a:lnTo>
                    <a:pt x="2771124" y="1329785"/>
                  </a:lnTo>
                  <a:lnTo>
                    <a:pt x="2766719" y="1329785"/>
                  </a:lnTo>
                  <a:lnTo>
                    <a:pt x="2762313" y="1329785"/>
                  </a:lnTo>
                  <a:lnTo>
                    <a:pt x="2757907" y="1329785"/>
                  </a:lnTo>
                  <a:lnTo>
                    <a:pt x="2753502" y="1329785"/>
                  </a:lnTo>
                  <a:lnTo>
                    <a:pt x="2749096" y="1329785"/>
                  </a:lnTo>
                  <a:lnTo>
                    <a:pt x="2744691" y="1329785"/>
                  </a:lnTo>
                  <a:lnTo>
                    <a:pt x="2740285" y="1329785"/>
                  </a:lnTo>
                  <a:lnTo>
                    <a:pt x="2735879" y="1329785"/>
                  </a:lnTo>
                  <a:lnTo>
                    <a:pt x="2731474" y="1329785"/>
                  </a:lnTo>
                  <a:lnTo>
                    <a:pt x="2727068" y="1329785"/>
                  </a:lnTo>
                  <a:lnTo>
                    <a:pt x="2722663" y="1329785"/>
                  </a:lnTo>
                  <a:lnTo>
                    <a:pt x="2718257" y="1329785"/>
                  </a:lnTo>
                  <a:lnTo>
                    <a:pt x="2713851" y="1329785"/>
                  </a:lnTo>
                  <a:lnTo>
                    <a:pt x="2709446" y="1329785"/>
                  </a:lnTo>
                  <a:lnTo>
                    <a:pt x="2705040" y="1329785"/>
                  </a:lnTo>
                  <a:lnTo>
                    <a:pt x="2700635" y="1329785"/>
                  </a:lnTo>
                  <a:lnTo>
                    <a:pt x="2696229" y="1329785"/>
                  </a:lnTo>
                  <a:lnTo>
                    <a:pt x="2691823" y="1329785"/>
                  </a:lnTo>
                  <a:lnTo>
                    <a:pt x="2687418" y="1329785"/>
                  </a:lnTo>
                  <a:lnTo>
                    <a:pt x="2683012" y="1329785"/>
                  </a:lnTo>
                  <a:lnTo>
                    <a:pt x="2678607" y="1329785"/>
                  </a:lnTo>
                  <a:lnTo>
                    <a:pt x="2674201" y="1329785"/>
                  </a:lnTo>
                  <a:lnTo>
                    <a:pt x="2669795" y="1329785"/>
                  </a:lnTo>
                  <a:lnTo>
                    <a:pt x="2665390" y="1329785"/>
                  </a:lnTo>
                  <a:lnTo>
                    <a:pt x="2660984" y="1329785"/>
                  </a:lnTo>
                  <a:lnTo>
                    <a:pt x="2656579" y="1329785"/>
                  </a:lnTo>
                  <a:lnTo>
                    <a:pt x="2652173" y="1329785"/>
                  </a:lnTo>
                  <a:lnTo>
                    <a:pt x="2647767" y="1329785"/>
                  </a:lnTo>
                  <a:lnTo>
                    <a:pt x="2643362" y="1329785"/>
                  </a:lnTo>
                  <a:lnTo>
                    <a:pt x="2638956" y="1329785"/>
                  </a:lnTo>
                  <a:lnTo>
                    <a:pt x="2634551" y="1329785"/>
                  </a:lnTo>
                  <a:lnTo>
                    <a:pt x="2630145" y="1329785"/>
                  </a:lnTo>
                  <a:lnTo>
                    <a:pt x="2625739" y="1329785"/>
                  </a:lnTo>
                  <a:lnTo>
                    <a:pt x="2621334" y="1329785"/>
                  </a:lnTo>
                  <a:lnTo>
                    <a:pt x="2616928" y="1329785"/>
                  </a:lnTo>
                  <a:lnTo>
                    <a:pt x="2612523" y="1329785"/>
                  </a:lnTo>
                  <a:lnTo>
                    <a:pt x="2608117" y="1329785"/>
                  </a:lnTo>
                  <a:lnTo>
                    <a:pt x="2603711" y="1329785"/>
                  </a:lnTo>
                  <a:lnTo>
                    <a:pt x="2599306" y="1329785"/>
                  </a:lnTo>
                  <a:lnTo>
                    <a:pt x="2594900" y="1329785"/>
                  </a:lnTo>
                  <a:lnTo>
                    <a:pt x="2590494" y="1329785"/>
                  </a:lnTo>
                  <a:lnTo>
                    <a:pt x="2586089" y="1329785"/>
                  </a:lnTo>
                  <a:lnTo>
                    <a:pt x="2581683" y="1329785"/>
                  </a:lnTo>
                  <a:lnTo>
                    <a:pt x="2577278" y="1329785"/>
                  </a:lnTo>
                  <a:lnTo>
                    <a:pt x="2572872" y="1329785"/>
                  </a:lnTo>
                  <a:lnTo>
                    <a:pt x="2568466" y="1329785"/>
                  </a:lnTo>
                  <a:lnTo>
                    <a:pt x="2564061" y="1329785"/>
                  </a:lnTo>
                  <a:lnTo>
                    <a:pt x="2559655" y="1329785"/>
                  </a:lnTo>
                  <a:lnTo>
                    <a:pt x="2555250" y="1329785"/>
                  </a:lnTo>
                  <a:lnTo>
                    <a:pt x="2550844" y="1329785"/>
                  </a:lnTo>
                  <a:lnTo>
                    <a:pt x="2546438" y="1329785"/>
                  </a:lnTo>
                  <a:lnTo>
                    <a:pt x="2542033" y="1329785"/>
                  </a:lnTo>
                  <a:lnTo>
                    <a:pt x="2537627" y="1329785"/>
                  </a:lnTo>
                  <a:lnTo>
                    <a:pt x="2533222" y="1329785"/>
                  </a:lnTo>
                  <a:lnTo>
                    <a:pt x="2528816" y="1329785"/>
                  </a:lnTo>
                  <a:lnTo>
                    <a:pt x="2524410" y="1329785"/>
                  </a:lnTo>
                  <a:lnTo>
                    <a:pt x="2520005" y="1329785"/>
                  </a:lnTo>
                  <a:lnTo>
                    <a:pt x="2515599" y="1329785"/>
                  </a:lnTo>
                  <a:lnTo>
                    <a:pt x="2511194" y="1329785"/>
                  </a:lnTo>
                  <a:lnTo>
                    <a:pt x="2506788" y="1329785"/>
                  </a:lnTo>
                  <a:lnTo>
                    <a:pt x="2502382" y="1329785"/>
                  </a:lnTo>
                  <a:lnTo>
                    <a:pt x="2497977" y="1329785"/>
                  </a:lnTo>
                  <a:lnTo>
                    <a:pt x="2493571" y="1329785"/>
                  </a:lnTo>
                  <a:lnTo>
                    <a:pt x="2489166" y="1329785"/>
                  </a:lnTo>
                  <a:lnTo>
                    <a:pt x="2484760" y="1329785"/>
                  </a:lnTo>
                  <a:lnTo>
                    <a:pt x="2480354" y="1329785"/>
                  </a:lnTo>
                  <a:lnTo>
                    <a:pt x="2475949" y="1329785"/>
                  </a:lnTo>
                  <a:lnTo>
                    <a:pt x="2471543" y="1329785"/>
                  </a:lnTo>
                  <a:lnTo>
                    <a:pt x="2467138" y="1329785"/>
                  </a:lnTo>
                  <a:lnTo>
                    <a:pt x="2462732" y="1329785"/>
                  </a:lnTo>
                  <a:lnTo>
                    <a:pt x="2458326" y="1329785"/>
                  </a:lnTo>
                  <a:lnTo>
                    <a:pt x="2453921" y="1329785"/>
                  </a:lnTo>
                  <a:lnTo>
                    <a:pt x="2449515" y="1329785"/>
                  </a:lnTo>
                  <a:lnTo>
                    <a:pt x="2445110" y="1329785"/>
                  </a:lnTo>
                  <a:lnTo>
                    <a:pt x="2440704" y="1329785"/>
                  </a:lnTo>
                  <a:lnTo>
                    <a:pt x="2436298" y="1329785"/>
                  </a:lnTo>
                  <a:lnTo>
                    <a:pt x="2431893" y="1329785"/>
                  </a:lnTo>
                  <a:lnTo>
                    <a:pt x="2427487" y="1329785"/>
                  </a:lnTo>
                  <a:lnTo>
                    <a:pt x="2423082" y="1329785"/>
                  </a:lnTo>
                  <a:lnTo>
                    <a:pt x="2418676" y="1329785"/>
                  </a:lnTo>
                  <a:lnTo>
                    <a:pt x="2414270" y="1329785"/>
                  </a:lnTo>
                  <a:lnTo>
                    <a:pt x="2409865" y="1329785"/>
                  </a:lnTo>
                  <a:lnTo>
                    <a:pt x="2405459" y="1329785"/>
                  </a:lnTo>
                  <a:lnTo>
                    <a:pt x="2401054" y="1329785"/>
                  </a:lnTo>
                  <a:lnTo>
                    <a:pt x="2396648" y="1329785"/>
                  </a:lnTo>
                  <a:lnTo>
                    <a:pt x="2392242" y="1329785"/>
                  </a:lnTo>
                  <a:lnTo>
                    <a:pt x="2387837" y="1329785"/>
                  </a:lnTo>
                  <a:lnTo>
                    <a:pt x="2383431" y="1329785"/>
                  </a:lnTo>
                  <a:lnTo>
                    <a:pt x="2379026" y="1329785"/>
                  </a:lnTo>
                  <a:lnTo>
                    <a:pt x="2374620" y="1329785"/>
                  </a:lnTo>
                  <a:lnTo>
                    <a:pt x="2370214" y="1329785"/>
                  </a:lnTo>
                  <a:lnTo>
                    <a:pt x="2365809" y="1329785"/>
                  </a:lnTo>
                  <a:lnTo>
                    <a:pt x="2361403" y="1329785"/>
                  </a:lnTo>
                  <a:lnTo>
                    <a:pt x="2356997" y="1329785"/>
                  </a:lnTo>
                  <a:lnTo>
                    <a:pt x="2352592" y="1329785"/>
                  </a:lnTo>
                  <a:lnTo>
                    <a:pt x="2348186" y="1329785"/>
                  </a:lnTo>
                  <a:lnTo>
                    <a:pt x="2343781" y="1329785"/>
                  </a:lnTo>
                  <a:lnTo>
                    <a:pt x="2339375" y="1329785"/>
                  </a:lnTo>
                  <a:lnTo>
                    <a:pt x="2334969" y="1329785"/>
                  </a:lnTo>
                  <a:lnTo>
                    <a:pt x="2330564" y="1329785"/>
                  </a:lnTo>
                  <a:lnTo>
                    <a:pt x="2326158" y="1329785"/>
                  </a:lnTo>
                  <a:lnTo>
                    <a:pt x="2321753" y="1329785"/>
                  </a:lnTo>
                  <a:lnTo>
                    <a:pt x="2317347" y="1329785"/>
                  </a:lnTo>
                  <a:lnTo>
                    <a:pt x="2312941" y="1329785"/>
                  </a:lnTo>
                  <a:lnTo>
                    <a:pt x="2308536" y="1329785"/>
                  </a:lnTo>
                  <a:lnTo>
                    <a:pt x="2304130" y="1329785"/>
                  </a:lnTo>
                  <a:lnTo>
                    <a:pt x="2299725" y="1329785"/>
                  </a:lnTo>
                  <a:lnTo>
                    <a:pt x="2295319" y="1329785"/>
                  </a:lnTo>
                  <a:lnTo>
                    <a:pt x="2290913" y="1329785"/>
                  </a:lnTo>
                  <a:lnTo>
                    <a:pt x="2286508" y="1329785"/>
                  </a:lnTo>
                  <a:lnTo>
                    <a:pt x="2282102" y="1329785"/>
                  </a:lnTo>
                  <a:lnTo>
                    <a:pt x="2277697" y="1329785"/>
                  </a:lnTo>
                  <a:lnTo>
                    <a:pt x="2273291" y="1329785"/>
                  </a:lnTo>
                  <a:lnTo>
                    <a:pt x="2268885" y="1329785"/>
                  </a:lnTo>
                  <a:lnTo>
                    <a:pt x="2264480" y="1329785"/>
                  </a:lnTo>
                  <a:lnTo>
                    <a:pt x="2260074" y="1329785"/>
                  </a:lnTo>
                  <a:lnTo>
                    <a:pt x="2255669" y="1329785"/>
                  </a:lnTo>
                  <a:lnTo>
                    <a:pt x="2251263" y="1329785"/>
                  </a:lnTo>
                  <a:lnTo>
                    <a:pt x="2246857" y="1329785"/>
                  </a:lnTo>
                  <a:lnTo>
                    <a:pt x="2242452" y="1329785"/>
                  </a:lnTo>
                  <a:lnTo>
                    <a:pt x="2238046" y="1329785"/>
                  </a:lnTo>
                  <a:lnTo>
                    <a:pt x="2233641" y="1329785"/>
                  </a:lnTo>
                  <a:lnTo>
                    <a:pt x="2229235" y="1329785"/>
                  </a:lnTo>
                  <a:lnTo>
                    <a:pt x="2224829" y="1329785"/>
                  </a:lnTo>
                  <a:lnTo>
                    <a:pt x="2220424" y="1329785"/>
                  </a:lnTo>
                  <a:lnTo>
                    <a:pt x="2216018" y="1329785"/>
                  </a:lnTo>
                  <a:lnTo>
                    <a:pt x="2211613" y="1329785"/>
                  </a:lnTo>
                  <a:lnTo>
                    <a:pt x="2207207" y="1329785"/>
                  </a:lnTo>
                  <a:lnTo>
                    <a:pt x="2202801" y="1329785"/>
                  </a:lnTo>
                  <a:lnTo>
                    <a:pt x="2198396" y="1329785"/>
                  </a:lnTo>
                  <a:lnTo>
                    <a:pt x="2193990" y="1329785"/>
                  </a:lnTo>
                  <a:lnTo>
                    <a:pt x="2189585" y="1329785"/>
                  </a:lnTo>
                  <a:lnTo>
                    <a:pt x="2185179" y="1329785"/>
                  </a:lnTo>
                  <a:lnTo>
                    <a:pt x="2180773" y="1329785"/>
                  </a:lnTo>
                  <a:lnTo>
                    <a:pt x="2176368" y="1329785"/>
                  </a:lnTo>
                  <a:lnTo>
                    <a:pt x="2171962" y="1329785"/>
                  </a:lnTo>
                  <a:lnTo>
                    <a:pt x="2167557" y="1329785"/>
                  </a:lnTo>
                  <a:lnTo>
                    <a:pt x="2163151" y="1329785"/>
                  </a:lnTo>
                  <a:lnTo>
                    <a:pt x="2158745" y="1329785"/>
                  </a:lnTo>
                  <a:lnTo>
                    <a:pt x="2154340" y="1329785"/>
                  </a:lnTo>
                  <a:lnTo>
                    <a:pt x="2149934" y="1329785"/>
                  </a:lnTo>
                  <a:lnTo>
                    <a:pt x="2145529" y="1329785"/>
                  </a:lnTo>
                  <a:lnTo>
                    <a:pt x="2141123" y="1329785"/>
                  </a:lnTo>
                  <a:lnTo>
                    <a:pt x="2136717" y="1329785"/>
                  </a:lnTo>
                  <a:lnTo>
                    <a:pt x="2132312" y="1329785"/>
                  </a:lnTo>
                  <a:lnTo>
                    <a:pt x="2127906" y="1329785"/>
                  </a:lnTo>
                  <a:lnTo>
                    <a:pt x="2123501" y="1329785"/>
                  </a:lnTo>
                  <a:lnTo>
                    <a:pt x="2119095" y="1329785"/>
                  </a:lnTo>
                  <a:lnTo>
                    <a:pt x="2114689" y="1329785"/>
                  </a:lnTo>
                  <a:lnTo>
                    <a:pt x="2110284" y="1329785"/>
                  </a:lnTo>
                  <a:lnTo>
                    <a:pt x="2105878" y="1329785"/>
                  </a:lnTo>
                  <a:lnTo>
                    <a:pt x="2101472" y="1329785"/>
                  </a:lnTo>
                  <a:lnTo>
                    <a:pt x="2097067" y="1329785"/>
                  </a:lnTo>
                  <a:lnTo>
                    <a:pt x="2092661" y="1329785"/>
                  </a:lnTo>
                  <a:lnTo>
                    <a:pt x="2088256" y="1329785"/>
                  </a:lnTo>
                  <a:lnTo>
                    <a:pt x="2083850" y="1329785"/>
                  </a:lnTo>
                  <a:lnTo>
                    <a:pt x="2079444" y="1329785"/>
                  </a:lnTo>
                  <a:lnTo>
                    <a:pt x="2075039" y="1329785"/>
                  </a:lnTo>
                  <a:lnTo>
                    <a:pt x="2070633" y="1329785"/>
                  </a:lnTo>
                  <a:lnTo>
                    <a:pt x="2066228" y="1329785"/>
                  </a:lnTo>
                  <a:lnTo>
                    <a:pt x="2061822" y="1329785"/>
                  </a:lnTo>
                  <a:lnTo>
                    <a:pt x="2057416" y="1329785"/>
                  </a:lnTo>
                  <a:lnTo>
                    <a:pt x="2053011" y="1329785"/>
                  </a:lnTo>
                  <a:lnTo>
                    <a:pt x="2048605" y="1329785"/>
                  </a:lnTo>
                  <a:lnTo>
                    <a:pt x="2044200" y="1329785"/>
                  </a:lnTo>
                  <a:lnTo>
                    <a:pt x="2039794" y="1329785"/>
                  </a:lnTo>
                  <a:lnTo>
                    <a:pt x="2035388" y="1329785"/>
                  </a:lnTo>
                  <a:lnTo>
                    <a:pt x="2030983" y="1329785"/>
                  </a:lnTo>
                  <a:lnTo>
                    <a:pt x="2026577" y="1329785"/>
                  </a:lnTo>
                  <a:lnTo>
                    <a:pt x="2022172" y="1329785"/>
                  </a:lnTo>
                  <a:lnTo>
                    <a:pt x="2017766" y="1329785"/>
                  </a:lnTo>
                  <a:lnTo>
                    <a:pt x="2013360" y="1329785"/>
                  </a:lnTo>
                  <a:lnTo>
                    <a:pt x="2008955" y="1329785"/>
                  </a:lnTo>
                  <a:lnTo>
                    <a:pt x="2004549" y="1329785"/>
                  </a:lnTo>
                  <a:lnTo>
                    <a:pt x="2000144" y="1329785"/>
                  </a:lnTo>
                  <a:lnTo>
                    <a:pt x="1995738" y="1329785"/>
                  </a:lnTo>
                  <a:lnTo>
                    <a:pt x="1991332" y="1329785"/>
                  </a:lnTo>
                  <a:lnTo>
                    <a:pt x="1986927" y="1329785"/>
                  </a:lnTo>
                  <a:lnTo>
                    <a:pt x="1982521" y="1329785"/>
                  </a:lnTo>
                  <a:lnTo>
                    <a:pt x="1978116" y="1329785"/>
                  </a:lnTo>
                  <a:lnTo>
                    <a:pt x="1973710" y="1329785"/>
                  </a:lnTo>
                  <a:lnTo>
                    <a:pt x="1969304" y="1329785"/>
                  </a:lnTo>
                  <a:lnTo>
                    <a:pt x="1964899" y="1329785"/>
                  </a:lnTo>
                  <a:lnTo>
                    <a:pt x="1960493" y="1329785"/>
                  </a:lnTo>
                  <a:lnTo>
                    <a:pt x="1956088" y="1329785"/>
                  </a:lnTo>
                  <a:lnTo>
                    <a:pt x="1951682" y="1329785"/>
                  </a:lnTo>
                  <a:lnTo>
                    <a:pt x="1947276" y="1329785"/>
                  </a:lnTo>
                  <a:lnTo>
                    <a:pt x="1942871" y="1329785"/>
                  </a:lnTo>
                  <a:lnTo>
                    <a:pt x="1938465" y="1329785"/>
                  </a:lnTo>
                  <a:lnTo>
                    <a:pt x="1934060" y="1329785"/>
                  </a:lnTo>
                  <a:lnTo>
                    <a:pt x="1929654" y="1329785"/>
                  </a:lnTo>
                  <a:lnTo>
                    <a:pt x="1925248" y="1329785"/>
                  </a:lnTo>
                  <a:lnTo>
                    <a:pt x="1920843" y="1329785"/>
                  </a:lnTo>
                  <a:lnTo>
                    <a:pt x="1916437" y="1329785"/>
                  </a:lnTo>
                  <a:lnTo>
                    <a:pt x="1912032" y="1329785"/>
                  </a:lnTo>
                  <a:lnTo>
                    <a:pt x="1907626" y="1329785"/>
                  </a:lnTo>
                  <a:lnTo>
                    <a:pt x="1903220" y="1329785"/>
                  </a:lnTo>
                  <a:lnTo>
                    <a:pt x="1898815" y="1329785"/>
                  </a:lnTo>
                  <a:lnTo>
                    <a:pt x="1894409" y="1329785"/>
                  </a:lnTo>
                  <a:lnTo>
                    <a:pt x="1890004" y="1329785"/>
                  </a:lnTo>
                  <a:lnTo>
                    <a:pt x="1885598" y="1329785"/>
                  </a:lnTo>
                  <a:lnTo>
                    <a:pt x="1881192" y="1329785"/>
                  </a:lnTo>
                  <a:lnTo>
                    <a:pt x="1876787" y="1329785"/>
                  </a:lnTo>
                  <a:lnTo>
                    <a:pt x="1872381" y="1329785"/>
                  </a:lnTo>
                  <a:lnTo>
                    <a:pt x="1867975" y="1329785"/>
                  </a:lnTo>
                  <a:lnTo>
                    <a:pt x="1863570" y="1329785"/>
                  </a:lnTo>
                  <a:lnTo>
                    <a:pt x="1859164" y="1329785"/>
                  </a:lnTo>
                  <a:lnTo>
                    <a:pt x="1854759" y="1329785"/>
                  </a:lnTo>
                  <a:lnTo>
                    <a:pt x="1850353" y="1329785"/>
                  </a:lnTo>
                  <a:lnTo>
                    <a:pt x="1845947" y="1329785"/>
                  </a:lnTo>
                  <a:lnTo>
                    <a:pt x="1841542" y="1329785"/>
                  </a:lnTo>
                  <a:lnTo>
                    <a:pt x="1837136" y="1329785"/>
                  </a:lnTo>
                  <a:lnTo>
                    <a:pt x="1832731" y="1329785"/>
                  </a:lnTo>
                  <a:lnTo>
                    <a:pt x="1828325" y="1329785"/>
                  </a:lnTo>
                  <a:lnTo>
                    <a:pt x="1823919" y="1329785"/>
                  </a:lnTo>
                  <a:lnTo>
                    <a:pt x="1819514" y="1329785"/>
                  </a:lnTo>
                  <a:lnTo>
                    <a:pt x="1815108" y="1329785"/>
                  </a:lnTo>
                  <a:lnTo>
                    <a:pt x="1810703" y="1329785"/>
                  </a:lnTo>
                  <a:lnTo>
                    <a:pt x="1806297" y="1329785"/>
                  </a:lnTo>
                  <a:lnTo>
                    <a:pt x="1801891" y="1329785"/>
                  </a:lnTo>
                  <a:lnTo>
                    <a:pt x="1797486" y="1329785"/>
                  </a:lnTo>
                  <a:lnTo>
                    <a:pt x="1793080" y="1329785"/>
                  </a:lnTo>
                  <a:lnTo>
                    <a:pt x="1788675" y="1329785"/>
                  </a:lnTo>
                  <a:lnTo>
                    <a:pt x="1784269" y="1329785"/>
                  </a:lnTo>
                  <a:lnTo>
                    <a:pt x="1779863" y="1329785"/>
                  </a:lnTo>
                  <a:lnTo>
                    <a:pt x="1775458" y="1329785"/>
                  </a:lnTo>
                  <a:lnTo>
                    <a:pt x="1771052" y="1329785"/>
                  </a:lnTo>
                  <a:lnTo>
                    <a:pt x="1766647" y="1329785"/>
                  </a:lnTo>
                  <a:lnTo>
                    <a:pt x="1762241" y="1329785"/>
                  </a:lnTo>
                  <a:lnTo>
                    <a:pt x="1757835" y="1329785"/>
                  </a:lnTo>
                  <a:lnTo>
                    <a:pt x="1753430" y="1329785"/>
                  </a:lnTo>
                  <a:lnTo>
                    <a:pt x="1749024" y="1329785"/>
                  </a:lnTo>
                  <a:lnTo>
                    <a:pt x="1744619" y="1329785"/>
                  </a:lnTo>
                  <a:lnTo>
                    <a:pt x="1740213" y="1329785"/>
                  </a:lnTo>
                  <a:lnTo>
                    <a:pt x="1735807" y="1329785"/>
                  </a:lnTo>
                  <a:lnTo>
                    <a:pt x="1731402" y="1329785"/>
                  </a:lnTo>
                  <a:lnTo>
                    <a:pt x="1726996" y="1329785"/>
                  </a:lnTo>
                  <a:lnTo>
                    <a:pt x="1722591" y="1329785"/>
                  </a:lnTo>
                  <a:lnTo>
                    <a:pt x="1718185" y="1329785"/>
                  </a:lnTo>
                  <a:lnTo>
                    <a:pt x="1713779" y="1329785"/>
                  </a:lnTo>
                  <a:lnTo>
                    <a:pt x="1709374" y="1329785"/>
                  </a:lnTo>
                  <a:lnTo>
                    <a:pt x="1704968" y="1329785"/>
                  </a:lnTo>
                  <a:lnTo>
                    <a:pt x="1700563" y="1329785"/>
                  </a:lnTo>
                  <a:lnTo>
                    <a:pt x="1696157" y="1329785"/>
                  </a:lnTo>
                  <a:lnTo>
                    <a:pt x="1691751" y="1329785"/>
                  </a:lnTo>
                  <a:lnTo>
                    <a:pt x="1687346" y="1329785"/>
                  </a:lnTo>
                  <a:lnTo>
                    <a:pt x="1682940" y="1329785"/>
                  </a:lnTo>
                  <a:lnTo>
                    <a:pt x="1678535" y="1329785"/>
                  </a:lnTo>
                  <a:lnTo>
                    <a:pt x="1674129" y="1329785"/>
                  </a:lnTo>
                  <a:lnTo>
                    <a:pt x="1669723" y="1329785"/>
                  </a:lnTo>
                  <a:lnTo>
                    <a:pt x="1665318" y="1329785"/>
                  </a:lnTo>
                  <a:lnTo>
                    <a:pt x="1660912" y="1329785"/>
                  </a:lnTo>
                  <a:lnTo>
                    <a:pt x="1656507" y="1329785"/>
                  </a:lnTo>
                  <a:lnTo>
                    <a:pt x="1652101" y="1329785"/>
                  </a:lnTo>
                  <a:lnTo>
                    <a:pt x="1647695" y="1329785"/>
                  </a:lnTo>
                  <a:lnTo>
                    <a:pt x="1643290" y="1329785"/>
                  </a:lnTo>
                  <a:lnTo>
                    <a:pt x="1638884" y="1329785"/>
                  </a:lnTo>
                  <a:lnTo>
                    <a:pt x="1634478" y="1329785"/>
                  </a:lnTo>
                  <a:lnTo>
                    <a:pt x="1630073" y="1329785"/>
                  </a:lnTo>
                  <a:lnTo>
                    <a:pt x="1625667" y="1329785"/>
                  </a:lnTo>
                  <a:lnTo>
                    <a:pt x="1621262" y="1329785"/>
                  </a:lnTo>
                  <a:lnTo>
                    <a:pt x="1616856" y="1329785"/>
                  </a:lnTo>
                  <a:lnTo>
                    <a:pt x="1612450" y="1329785"/>
                  </a:lnTo>
                  <a:lnTo>
                    <a:pt x="1608045" y="1329785"/>
                  </a:lnTo>
                  <a:lnTo>
                    <a:pt x="1603639" y="1329785"/>
                  </a:lnTo>
                  <a:lnTo>
                    <a:pt x="1599234" y="1329785"/>
                  </a:lnTo>
                  <a:lnTo>
                    <a:pt x="1594828" y="1329785"/>
                  </a:lnTo>
                  <a:lnTo>
                    <a:pt x="1590422" y="1329785"/>
                  </a:lnTo>
                  <a:lnTo>
                    <a:pt x="1586017" y="1329785"/>
                  </a:lnTo>
                  <a:lnTo>
                    <a:pt x="1581611" y="1329785"/>
                  </a:lnTo>
                  <a:lnTo>
                    <a:pt x="1577206" y="1329785"/>
                  </a:lnTo>
                  <a:lnTo>
                    <a:pt x="1572800" y="1329785"/>
                  </a:lnTo>
                  <a:lnTo>
                    <a:pt x="1568394" y="1329785"/>
                  </a:lnTo>
                  <a:lnTo>
                    <a:pt x="1563989" y="1329785"/>
                  </a:lnTo>
                  <a:lnTo>
                    <a:pt x="1559583" y="1329785"/>
                  </a:lnTo>
                  <a:lnTo>
                    <a:pt x="1555178" y="1329785"/>
                  </a:lnTo>
                  <a:lnTo>
                    <a:pt x="1550772" y="1329785"/>
                  </a:lnTo>
                  <a:lnTo>
                    <a:pt x="1546366" y="1329785"/>
                  </a:lnTo>
                  <a:lnTo>
                    <a:pt x="1541961" y="1329785"/>
                  </a:lnTo>
                  <a:lnTo>
                    <a:pt x="1537555" y="1329785"/>
                  </a:lnTo>
                  <a:lnTo>
                    <a:pt x="1533150" y="1329785"/>
                  </a:lnTo>
                  <a:lnTo>
                    <a:pt x="1528744" y="1329785"/>
                  </a:lnTo>
                  <a:lnTo>
                    <a:pt x="1524338" y="1329785"/>
                  </a:lnTo>
                  <a:lnTo>
                    <a:pt x="1519933" y="1329785"/>
                  </a:lnTo>
                  <a:lnTo>
                    <a:pt x="1515527" y="1329785"/>
                  </a:lnTo>
                  <a:lnTo>
                    <a:pt x="1511122" y="1329785"/>
                  </a:lnTo>
                  <a:lnTo>
                    <a:pt x="1506716" y="1329785"/>
                  </a:lnTo>
                  <a:lnTo>
                    <a:pt x="1502310" y="1329785"/>
                  </a:lnTo>
                  <a:lnTo>
                    <a:pt x="1497905" y="1329785"/>
                  </a:lnTo>
                  <a:lnTo>
                    <a:pt x="1493499" y="1329785"/>
                  </a:lnTo>
                  <a:lnTo>
                    <a:pt x="1489094" y="1329785"/>
                  </a:lnTo>
                  <a:lnTo>
                    <a:pt x="1484688" y="1329785"/>
                  </a:lnTo>
                  <a:lnTo>
                    <a:pt x="1480282" y="1329785"/>
                  </a:lnTo>
                  <a:lnTo>
                    <a:pt x="1475877" y="1329785"/>
                  </a:lnTo>
                  <a:lnTo>
                    <a:pt x="1471471" y="1329785"/>
                  </a:lnTo>
                  <a:lnTo>
                    <a:pt x="1467066" y="1329785"/>
                  </a:lnTo>
                  <a:lnTo>
                    <a:pt x="1462660" y="1329785"/>
                  </a:lnTo>
                  <a:lnTo>
                    <a:pt x="1458254" y="1329785"/>
                  </a:lnTo>
                  <a:lnTo>
                    <a:pt x="1453849" y="1329785"/>
                  </a:lnTo>
                  <a:lnTo>
                    <a:pt x="1449443" y="1329785"/>
                  </a:lnTo>
                  <a:lnTo>
                    <a:pt x="1445038" y="1329785"/>
                  </a:lnTo>
                  <a:lnTo>
                    <a:pt x="1440632" y="1329785"/>
                  </a:lnTo>
                  <a:lnTo>
                    <a:pt x="1436226" y="1329785"/>
                  </a:lnTo>
                  <a:lnTo>
                    <a:pt x="1431821" y="1329785"/>
                  </a:lnTo>
                  <a:lnTo>
                    <a:pt x="1427415" y="1329785"/>
                  </a:lnTo>
                  <a:lnTo>
                    <a:pt x="1423010" y="1329785"/>
                  </a:lnTo>
                  <a:lnTo>
                    <a:pt x="1418604" y="1329785"/>
                  </a:lnTo>
                  <a:lnTo>
                    <a:pt x="1414198" y="1329785"/>
                  </a:lnTo>
                  <a:lnTo>
                    <a:pt x="1409793" y="1329785"/>
                  </a:lnTo>
                  <a:lnTo>
                    <a:pt x="1405387" y="1329785"/>
                  </a:lnTo>
                  <a:lnTo>
                    <a:pt x="1400981" y="1329785"/>
                  </a:lnTo>
                  <a:lnTo>
                    <a:pt x="1396576" y="1329785"/>
                  </a:lnTo>
                  <a:lnTo>
                    <a:pt x="1392170" y="1329785"/>
                  </a:lnTo>
                  <a:lnTo>
                    <a:pt x="1387765" y="1329785"/>
                  </a:lnTo>
                  <a:lnTo>
                    <a:pt x="1383359" y="1329785"/>
                  </a:lnTo>
                  <a:lnTo>
                    <a:pt x="1378953" y="1329785"/>
                  </a:lnTo>
                  <a:lnTo>
                    <a:pt x="1374548" y="1329785"/>
                  </a:lnTo>
                  <a:lnTo>
                    <a:pt x="1370142" y="1329785"/>
                  </a:lnTo>
                  <a:lnTo>
                    <a:pt x="1365737" y="1329785"/>
                  </a:lnTo>
                  <a:lnTo>
                    <a:pt x="1361331" y="1329785"/>
                  </a:lnTo>
                  <a:lnTo>
                    <a:pt x="1356925" y="1329785"/>
                  </a:lnTo>
                  <a:lnTo>
                    <a:pt x="1352520" y="1329785"/>
                  </a:lnTo>
                  <a:lnTo>
                    <a:pt x="1348114" y="1329785"/>
                  </a:lnTo>
                  <a:lnTo>
                    <a:pt x="1343709" y="1329785"/>
                  </a:lnTo>
                  <a:lnTo>
                    <a:pt x="1339303" y="1329785"/>
                  </a:lnTo>
                  <a:lnTo>
                    <a:pt x="1334897" y="1329785"/>
                  </a:lnTo>
                  <a:lnTo>
                    <a:pt x="1330492" y="1329785"/>
                  </a:lnTo>
                  <a:lnTo>
                    <a:pt x="1326086" y="1329785"/>
                  </a:lnTo>
                  <a:lnTo>
                    <a:pt x="1321681" y="1329785"/>
                  </a:lnTo>
                  <a:lnTo>
                    <a:pt x="1317275" y="1329785"/>
                  </a:lnTo>
                  <a:lnTo>
                    <a:pt x="1312869" y="1329785"/>
                  </a:lnTo>
                  <a:lnTo>
                    <a:pt x="1308464" y="1329785"/>
                  </a:lnTo>
                  <a:lnTo>
                    <a:pt x="1304058" y="1329785"/>
                  </a:lnTo>
                  <a:lnTo>
                    <a:pt x="1299653" y="1329785"/>
                  </a:lnTo>
                  <a:lnTo>
                    <a:pt x="1295247" y="1329785"/>
                  </a:lnTo>
                  <a:lnTo>
                    <a:pt x="1290841" y="1329785"/>
                  </a:lnTo>
                  <a:lnTo>
                    <a:pt x="1286436" y="1329785"/>
                  </a:lnTo>
                  <a:lnTo>
                    <a:pt x="1282030" y="1329785"/>
                  </a:lnTo>
                  <a:lnTo>
                    <a:pt x="1277625" y="1329785"/>
                  </a:lnTo>
                  <a:lnTo>
                    <a:pt x="1273219" y="1329785"/>
                  </a:lnTo>
                  <a:lnTo>
                    <a:pt x="1268813" y="1329785"/>
                  </a:lnTo>
                  <a:lnTo>
                    <a:pt x="1264408" y="1329785"/>
                  </a:lnTo>
                  <a:lnTo>
                    <a:pt x="1260002" y="1329785"/>
                  </a:lnTo>
                  <a:lnTo>
                    <a:pt x="1255597" y="1329785"/>
                  </a:lnTo>
                  <a:lnTo>
                    <a:pt x="1251191" y="1329785"/>
                  </a:lnTo>
                  <a:lnTo>
                    <a:pt x="1246785" y="1329785"/>
                  </a:lnTo>
                  <a:lnTo>
                    <a:pt x="1242380" y="1329785"/>
                  </a:lnTo>
                  <a:lnTo>
                    <a:pt x="1237974" y="1329785"/>
                  </a:lnTo>
                  <a:lnTo>
                    <a:pt x="1233569" y="1329785"/>
                  </a:lnTo>
                  <a:lnTo>
                    <a:pt x="1229163" y="1329785"/>
                  </a:lnTo>
                  <a:lnTo>
                    <a:pt x="1224757" y="1329785"/>
                  </a:lnTo>
                  <a:lnTo>
                    <a:pt x="1220352" y="1329785"/>
                  </a:lnTo>
                  <a:lnTo>
                    <a:pt x="1215946" y="1329785"/>
                  </a:lnTo>
                  <a:lnTo>
                    <a:pt x="1211541" y="1329785"/>
                  </a:lnTo>
                  <a:lnTo>
                    <a:pt x="1207135" y="1329785"/>
                  </a:lnTo>
                  <a:lnTo>
                    <a:pt x="1202729" y="1329785"/>
                  </a:lnTo>
                  <a:lnTo>
                    <a:pt x="1198324" y="1329785"/>
                  </a:lnTo>
                  <a:lnTo>
                    <a:pt x="1193918" y="1329785"/>
                  </a:lnTo>
                  <a:lnTo>
                    <a:pt x="1189513" y="1329785"/>
                  </a:lnTo>
                  <a:lnTo>
                    <a:pt x="1185107" y="1329785"/>
                  </a:lnTo>
                  <a:lnTo>
                    <a:pt x="1180701" y="1329785"/>
                  </a:lnTo>
                  <a:lnTo>
                    <a:pt x="1176296" y="1329785"/>
                  </a:lnTo>
                  <a:lnTo>
                    <a:pt x="1171890" y="1329785"/>
                  </a:lnTo>
                  <a:lnTo>
                    <a:pt x="1167484" y="1329785"/>
                  </a:lnTo>
                  <a:lnTo>
                    <a:pt x="1163079" y="1329785"/>
                  </a:lnTo>
                  <a:lnTo>
                    <a:pt x="1158673" y="1329785"/>
                  </a:lnTo>
                  <a:lnTo>
                    <a:pt x="1154268" y="1329785"/>
                  </a:lnTo>
                  <a:lnTo>
                    <a:pt x="1149862" y="1329785"/>
                  </a:lnTo>
                  <a:lnTo>
                    <a:pt x="1145456" y="1329785"/>
                  </a:lnTo>
                  <a:lnTo>
                    <a:pt x="1141051" y="1329785"/>
                  </a:lnTo>
                  <a:lnTo>
                    <a:pt x="1136645" y="1329785"/>
                  </a:lnTo>
                  <a:lnTo>
                    <a:pt x="1132240" y="1329785"/>
                  </a:lnTo>
                  <a:lnTo>
                    <a:pt x="1127834" y="1329785"/>
                  </a:lnTo>
                  <a:lnTo>
                    <a:pt x="1123428" y="1329785"/>
                  </a:lnTo>
                  <a:lnTo>
                    <a:pt x="1119023" y="1329785"/>
                  </a:lnTo>
                  <a:lnTo>
                    <a:pt x="1114617" y="1329785"/>
                  </a:lnTo>
                  <a:lnTo>
                    <a:pt x="1110212" y="1329785"/>
                  </a:lnTo>
                  <a:lnTo>
                    <a:pt x="1105806" y="1329785"/>
                  </a:lnTo>
                  <a:lnTo>
                    <a:pt x="1101400" y="1329785"/>
                  </a:lnTo>
                  <a:lnTo>
                    <a:pt x="1096995" y="1329785"/>
                  </a:lnTo>
                  <a:lnTo>
                    <a:pt x="1092589" y="1329785"/>
                  </a:lnTo>
                  <a:lnTo>
                    <a:pt x="1088184" y="1329785"/>
                  </a:lnTo>
                  <a:lnTo>
                    <a:pt x="1083778" y="1329785"/>
                  </a:lnTo>
                  <a:lnTo>
                    <a:pt x="1079372" y="1329785"/>
                  </a:lnTo>
                  <a:lnTo>
                    <a:pt x="1074967" y="1329785"/>
                  </a:lnTo>
                  <a:lnTo>
                    <a:pt x="1070561" y="1329785"/>
                  </a:lnTo>
                  <a:lnTo>
                    <a:pt x="1066156" y="1329785"/>
                  </a:lnTo>
                  <a:lnTo>
                    <a:pt x="1061750" y="1329785"/>
                  </a:lnTo>
                  <a:lnTo>
                    <a:pt x="1057344" y="1329785"/>
                  </a:lnTo>
                  <a:lnTo>
                    <a:pt x="1052939" y="1329785"/>
                  </a:lnTo>
                  <a:lnTo>
                    <a:pt x="1048533" y="1329785"/>
                  </a:lnTo>
                  <a:lnTo>
                    <a:pt x="1044128" y="1329785"/>
                  </a:lnTo>
                  <a:lnTo>
                    <a:pt x="1039722" y="1329785"/>
                  </a:lnTo>
                  <a:lnTo>
                    <a:pt x="1035316" y="1329785"/>
                  </a:lnTo>
                  <a:lnTo>
                    <a:pt x="1030911" y="1329785"/>
                  </a:lnTo>
                  <a:lnTo>
                    <a:pt x="1026505" y="1329785"/>
                  </a:lnTo>
                  <a:lnTo>
                    <a:pt x="1022100" y="1329785"/>
                  </a:lnTo>
                  <a:lnTo>
                    <a:pt x="1017694" y="1329785"/>
                  </a:lnTo>
                  <a:lnTo>
                    <a:pt x="1013288" y="1329785"/>
                  </a:lnTo>
                  <a:lnTo>
                    <a:pt x="1008883" y="1329785"/>
                  </a:lnTo>
                  <a:lnTo>
                    <a:pt x="1004477" y="1329785"/>
                  </a:lnTo>
                  <a:lnTo>
                    <a:pt x="1000072" y="1329785"/>
                  </a:lnTo>
                  <a:lnTo>
                    <a:pt x="995666" y="1329785"/>
                  </a:lnTo>
                  <a:lnTo>
                    <a:pt x="991260" y="1329785"/>
                  </a:lnTo>
                  <a:lnTo>
                    <a:pt x="986855" y="1329785"/>
                  </a:lnTo>
                  <a:lnTo>
                    <a:pt x="982449" y="1329785"/>
                  </a:lnTo>
                  <a:lnTo>
                    <a:pt x="978044" y="1329785"/>
                  </a:lnTo>
                  <a:lnTo>
                    <a:pt x="973638" y="1329785"/>
                  </a:lnTo>
                  <a:lnTo>
                    <a:pt x="969232" y="1329785"/>
                  </a:lnTo>
                  <a:lnTo>
                    <a:pt x="964827" y="1329785"/>
                  </a:lnTo>
                  <a:lnTo>
                    <a:pt x="960421" y="1329785"/>
                  </a:lnTo>
                  <a:lnTo>
                    <a:pt x="956016" y="1329785"/>
                  </a:lnTo>
                  <a:lnTo>
                    <a:pt x="951610" y="1329785"/>
                  </a:lnTo>
                  <a:lnTo>
                    <a:pt x="947204" y="1329785"/>
                  </a:lnTo>
                  <a:lnTo>
                    <a:pt x="942799" y="1329785"/>
                  </a:lnTo>
                  <a:lnTo>
                    <a:pt x="938393" y="1329785"/>
                  </a:lnTo>
                  <a:lnTo>
                    <a:pt x="933987" y="1329785"/>
                  </a:lnTo>
                  <a:lnTo>
                    <a:pt x="929582" y="1329785"/>
                  </a:lnTo>
                  <a:lnTo>
                    <a:pt x="925176" y="1329785"/>
                  </a:lnTo>
                  <a:lnTo>
                    <a:pt x="920771" y="1329785"/>
                  </a:lnTo>
                  <a:lnTo>
                    <a:pt x="916365" y="1329785"/>
                  </a:lnTo>
                  <a:lnTo>
                    <a:pt x="911959" y="1329785"/>
                  </a:lnTo>
                  <a:lnTo>
                    <a:pt x="907554" y="1329785"/>
                  </a:lnTo>
                  <a:lnTo>
                    <a:pt x="903148" y="1329785"/>
                  </a:lnTo>
                  <a:lnTo>
                    <a:pt x="898743" y="1329785"/>
                  </a:lnTo>
                  <a:lnTo>
                    <a:pt x="894337" y="1329785"/>
                  </a:lnTo>
                  <a:lnTo>
                    <a:pt x="889931" y="1329785"/>
                  </a:lnTo>
                  <a:lnTo>
                    <a:pt x="885526" y="1329785"/>
                  </a:lnTo>
                  <a:lnTo>
                    <a:pt x="881120" y="1329785"/>
                  </a:lnTo>
                  <a:lnTo>
                    <a:pt x="876715" y="1329785"/>
                  </a:lnTo>
                  <a:lnTo>
                    <a:pt x="872309" y="1329785"/>
                  </a:lnTo>
                  <a:lnTo>
                    <a:pt x="867903" y="1329785"/>
                  </a:lnTo>
                  <a:lnTo>
                    <a:pt x="863498" y="1329785"/>
                  </a:lnTo>
                  <a:lnTo>
                    <a:pt x="859092" y="1329785"/>
                  </a:lnTo>
                  <a:lnTo>
                    <a:pt x="854687" y="1329785"/>
                  </a:lnTo>
                  <a:lnTo>
                    <a:pt x="850281" y="1329785"/>
                  </a:lnTo>
                  <a:lnTo>
                    <a:pt x="845875" y="1329785"/>
                  </a:lnTo>
                  <a:lnTo>
                    <a:pt x="841470" y="1329785"/>
                  </a:lnTo>
                  <a:lnTo>
                    <a:pt x="837064" y="1329785"/>
                  </a:lnTo>
                  <a:lnTo>
                    <a:pt x="832659" y="1329785"/>
                  </a:lnTo>
                  <a:lnTo>
                    <a:pt x="828253" y="1329785"/>
                  </a:lnTo>
                  <a:lnTo>
                    <a:pt x="823847" y="1329785"/>
                  </a:lnTo>
                  <a:lnTo>
                    <a:pt x="819442" y="1329785"/>
                  </a:lnTo>
                  <a:lnTo>
                    <a:pt x="815036" y="1329785"/>
                  </a:lnTo>
                  <a:lnTo>
                    <a:pt x="810631" y="1329785"/>
                  </a:lnTo>
                  <a:lnTo>
                    <a:pt x="806225" y="1329785"/>
                  </a:lnTo>
                  <a:lnTo>
                    <a:pt x="801819" y="1329785"/>
                  </a:lnTo>
                  <a:lnTo>
                    <a:pt x="797414" y="1329785"/>
                  </a:lnTo>
                  <a:lnTo>
                    <a:pt x="793008" y="1329785"/>
                  </a:lnTo>
                  <a:lnTo>
                    <a:pt x="788603" y="1329785"/>
                  </a:lnTo>
                  <a:lnTo>
                    <a:pt x="784197" y="1329785"/>
                  </a:lnTo>
                  <a:lnTo>
                    <a:pt x="779791" y="1329785"/>
                  </a:lnTo>
                  <a:lnTo>
                    <a:pt x="775386" y="1329785"/>
                  </a:lnTo>
                  <a:lnTo>
                    <a:pt x="770980" y="1329785"/>
                  </a:lnTo>
                  <a:lnTo>
                    <a:pt x="766575" y="1329785"/>
                  </a:lnTo>
                  <a:lnTo>
                    <a:pt x="762169" y="1329785"/>
                  </a:lnTo>
                  <a:lnTo>
                    <a:pt x="757763" y="1329785"/>
                  </a:lnTo>
                  <a:lnTo>
                    <a:pt x="753358" y="1329785"/>
                  </a:lnTo>
                  <a:lnTo>
                    <a:pt x="748952" y="1329785"/>
                  </a:lnTo>
                  <a:lnTo>
                    <a:pt x="744547" y="1329785"/>
                  </a:lnTo>
                  <a:lnTo>
                    <a:pt x="740141" y="1329785"/>
                  </a:lnTo>
                  <a:lnTo>
                    <a:pt x="735735" y="1329785"/>
                  </a:lnTo>
                  <a:lnTo>
                    <a:pt x="731330" y="1329785"/>
                  </a:lnTo>
                  <a:lnTo>
                    <a:pt x="726924" y="1329785"/>
                  </a:lnTo>
                  <a:lnTo>
                    <a:pt x="722519" y="1329785"/>
                  </a:lnTo>
                  <a:lnTo>
                    <a:pt x="718113" y="1329785"/>
                  </a:lnTo>
                  <a:lnTo>
                    <a:pt x="713707" y="1329785"/>
                  </a:lnTo>
                  <a:lnTo>
                    <a:pt x="709302" y="1329785"/>
                  </a:lnTo>
                  <a:lnTo>
                    <a:pt x="704896" y="1329785"/>
                  </a:lnTo>
                  <a:lnTo>
                    <a:pt x="700490" y="1329785"/>
                  </a:lnTo>
                  <a:lnTo>
                    <a:pt x="696085" y="1329785"/>
                  </a:lnTo>
                  <a:lnTo>
                    <a:pt x="691679" y="1329785"/>
                  </a:lnTo>
                  <a:lnTo>
                    <a:pt x="687274" y="1329785"/>
                  </a:lnTo>
                  <a:lnTo>
                    <a:pt x="682868" y="1329785"/>
                  </a:lnTo>
                  <a:lnTo>
                    <a:pt x="678462" y="1329785"/>
                  </a:lnTo>
                  <a:lnTo>
                    <a:pt x="674057" y="1329785"/>
                  </a:lnTo>
                  <a:lnTo>
                    <a:pt x="669651" y="1329785"/>
                  </a:lnTo>
                  <a:lnTo>
                    <a:pt x="665246" y="1329785"/>
                  </a:lnTo>
                  <a:lnTo>
                    <a:pt x="660840" y="1329785"/>
                  </a:lnTo>
                  <a:lnTo>
                    <a:pt x="656434" y="1329785"/>
                  </a:lnTo>
                  <a:lnTo>
                    <a:pt x="652029" y="1329785"/>
                  </a:lnTo>
                  <a:lnTo>
                    <a:pt x="647623" y="1329785"/>
                  </a:lnTo>
                  <a:lnTo>
                    <a:pt x="643218" y="1329785"/>
                  </a:lnTo>
                  <a:lnTo>
                    <a:pt x="638812" y="1329785"/>
                  </a:lnTo>
                  <a:lnTo>
                    <a:pt x="634406" y="1329785"/>
                  </a:lnTo>
                  <a:lnTo>
                    <a:pt x="630001" y="1329785"/>
                  </a:lnTo>
                  <a:lnTo>
                    <a:pt x="625595" y="1329785"/>
                  </a:lnTo>
                  <a:lnTo>
                    <a:pt x="621190" y="1329785"/>
                  </a:lnTo>
                  <a:lnTo>
                    <a:pt x="616784" y="1329785"/>
                  </a:lnTo>
                  <a:lnTo>
                    <a:pt x="612378" y="1329785"/>
                  </a:lnTo>
                  <a:lnTo>
                    <a:pt x="607973" y="1329785"/>
                  </a:lnTo>
                  <a:lnTo>
                    <a:pt x="603567" y="1329785"/>
                  </a:lnTo>
                  <a:lnTo>
                    <a:pt x="599162" y="1329785"/>
                  </a:lnTo>
                  <a:lnTo>
                    <a:pt x="594756" y="1329785"/>
                  </a:lnTo>
                  <a:lnTo>
                    <a:pt x="590350" y="1329785"/>
                  </a:lnTo>
                  <a:lnTo>
                    <a:pt x="585945" y="1329785"/>
                  </a:lnTo>
                  <a:lnTo>
                    <a:pt x="581539" y="1329785"/>
                  </a:lnTo>
                  <a:lnTo>
                    <a:pt x="577134" y="1329785"/>
                  </a:lnTo>
                  <a:lnTo>
                    <a:pt x="572728" y="1329785"/>
                  </a:lnTo>
                  <a:lnTo>
                    <a:pt x="568322" y="1329785"/>
                  </a:lnTo>
                  <a:lnTo>
                    <a:pt x="563917" y="1329785"/>
                  </a:lnTo>
                  <a:lnTo>
                    <a:pt x="559511" y="1329785"/>
                  </a:lnTo>
                  <a:lnTo>
                    <a:pt x="555106" y="1329785"/>
                  </a:lnTo>
                  <a:lnTo>
                    <a:pt x="550700" y="1329785"/>
                  </a:lnTo>
                  <a:lnTo>
                    <a:pt x="546294" y="1329785"/>
                  </a:lnTo>
                  <a:lnTo>
                    <a:pt x="541889" y="1329785"/>
                  </a:lnTo>
                  <a:lnTo>
                    <a:pt x="537483" y="1329785"/>
                  </a:lnTo>
                  <a:lnTo>
                    <a:pt x="533078" y="1329785"/>
                  </a:lnTo>
                  <a:lnTo>
                    <a:pt x="528672" y="1329785"/>
                  </a:lnTo>
                  <a:lnTo>
                    <a:pt x="524266" y="1329785"/>
                  </a:lnTo>
                  <a:lnTo>
                    <a:pt x="519861" y="1329785"/>
                  </a:lnTo>
                  <a:lnTo>
                    <a:pt x="515455" y="1329785"/>
                  </a:lnTo>
                  <a:lnTo>
                    <a:pt x="511050" y="1329785"/>
                  </a:lnTo>
                  <a:lnTo>
                    <a:pt x="506644" y="1329785"/>
                  </a:lnTo>
                  <a:lnTo>
                    <a:pt x="502238" y="1329785"/>
                  </a:lnTo>
                  <a:lnTo>
                    <a:pt x="497833" y="1329785"/>
                  </a:lnTo>
                  <a:lnTo>
                    <a:pt x="493427" y="1329785"/>
                  </a:lnTo>
                  <a:lnTo>
                    <a:pt x="489022" y="1329785"/>
                  </a:lnTo>
                  <a:lnTo>
                    <a:pt x="484616" y="1329785"/>
                  </a:lnTo>
                  <a:lnTo>
                    <a:pt x="480210" y="1329785"/>
                  </a:lnTo>
                  <a:lnTo>
                    <a:pt x="475805" y="1329785"/>
                  </a:lnTo>
                  <a:lnTo>
                    <a:pt x="471399" y="1329785"/>
                  </a:lnTo>
                  <a:lnTo>
                    <a:pt x="466993" y="1329785"/>
                  </a:lnTo>
                  <a:lnTo>
                    <a:pt x="462588" y="1329785"/>
                  </a:lnTo>
                  <a:lnTo>
                    <a:pt x="458182" y="1329785"/>
                  </a:lnTo>
                  <a:lnTo>
                    <a:pt x="453777" y="1329785"/>
                  </a:lnTo>
                  <a:lnTo>
                    <a:pt x="449371" y="1329785"/>
                  </a:lnTo>
                  <a:lnTo>
                    <a:pt x="444965" y="1329785"/>
                  </a:lnTo>
                  <a:lnTo>
                    <a:pt x="440560" y="1329785"/>
                  </a:lnTo>
                  <a:lnTo>
                    <a:pt x="436154" y="1329785"/>
                  </a:lnTo>
                  <a:lnTo>
                    <a:pt x="431749" y="1329785"/>
                  </a:lnTo>
                  <a:lnTo>
                    <a:pt x="427343" y="1329785"/>
                  </a:lnTo>
                  <a:lnTo>
                    <a:pt x="422937" y="1329785"/>
                  </a:lnTo>
                  <a:lnTo>
                    <a:pt x="418532" y="1329785"/>
                  </a:lnTo>
                  <a:lnTo>
                    <a:pt x="414126" y="1329785"/>
                  </a:lnTo>
                  <a:lnTo>
                    <a:pt x="409721" y="1329785"/>
                  </a:lnTo>
                  <a:lnTo>
                    <a:pt x="405315" y="1329785"/>
                  </a:lnTo>
                  <a:lnTo>
                    <a:pt x="400909" y="1329785"/>
                  </a:lnTo>
                  <a:lnTo>
                    <a:pt x="396504" y="1329785"/>
                  </a:lnTo>
                  <a:lnTo>
                    <a:pt x="392098" y="1329785"/>
                  </a:lnTo>
                  <a:lnTo>
                    <a:pt x="387693" y="1329785"/>
                  </a:lnTo>
                  <a:lnTo>
                    <a:pt x="383287" y="1329785"/>
                  </a:lnTo>
                  <a:lnTo>
                    <a:pt x="378881" y="1329785"/>
                  </a:lnTo>
                  <a:lnTo>
                    <a:pt x="374476" y="1329785"/>
                  </a:lnTo>
                  <a:lnTo>
                    <a:pt x="370070" y="1329785"/>
                  </a:lnTo>
                  <a:lnTo>
                    <a:pt x="365665" y="1329785"/>
                  </a:lnTo>
                  <a:lnTo>
                    <a:pt x="361259" y="1329785"/>
                  </a:lnTo>
                  <a:lnTo>
                    <a:pt x="356853" y="1329785"/>
                  </a:lnTo>
                  <a:lnTo>
                    <a:pt x="352448" y="1329785"/>
                  </a:lnTo>
                  <a:lnTo>
                    <a:pt x="348042" y="1329785"/>
                  </a:lnTo>
                  <a:lnTo>
                    <a:pt x="343637" y="1329785"/>
                  </a:lnTo>
                  <a:lnTo>
                    <a:pt x="339231" y="1329785"/>
                  </a:lnTo>
                  <a:lnTo>
                    <a:pt x="334825" y="1329785"/>
                  </a:lnTo>
                  <a:lnTo>
                    <a:pt x="330420" y="1329785"/>
                  </a:lnTo>
                  <a:lnTo>
                    <a:pt x="326014" y="1329785"/>
                  </a:lnTo>
                  <a:lnTo>
                    <a:pt x="321609" y="1329785"/>
                  </a:lnTo>
                  <a:lnTo>
                    <a:pt x="317203" y="1329785"/>
                  </a:lnTo>
                  <a:lnTo>
                    <a:pt x="312797" y="1329785"/>
                  </a:lnTo>
                  <a:lnTo>
                    <a:pt x="308392" y="1329785"/>
                  </a:lnTo>
                  <a:lnTo>
                    <a:pt x="303986" y="1329785"/>
                  </a:lnTo>
                  <a:lnTo>
                    <a:pt x="299581" y="1329785"/>
                  </a:lnTo>
                  <a:lnTo>
                    <a:pt x="295175" y="1329785"/>
                  </a:lnTo>
                  <a:lnTo>
                    <a:pt x="290769" y="1329785"/>
                  </a:lnTo>
                  <a:lnTo>
                    <a:pt x="286364" y="1329785"/>
                  </a:lnTo>
                  <a:lnTo>
                    <a:pt x="281958" y="1329785"/>
                  </a:lnTo>
                  <a:lnTo>
                    <a:pt x="277553" y="1329785"/>
                  </a:lnTo>
                  <a:lnTo>
                    <a:pt x="273147" y="1329785"/>
                  </a:lnTo>
                  <a:lnTo>
                    <a:pt x="268741" y="1329785"/>
                  </a:lnTo>
                  <a:lnTo>
                    <a:pt x="264336" y="1329785"/>
                  </a:lnTo>
                  <a:lnTo>
                    <a:pt x="259930" y="1329785"/>
                  </a:lnTo>
                  <a:lnTo>
                    <a:pt x="255525" y="1329785"/>
                  </a:lnTo>
                  <a:lnTo>
                    <a:pt x="251119" y="1329785"/>
                  </a:lnTo>
                  <a:lnTo>
                    <a:pt x="246713" y="1329785"/>
                  </a:lnTo>
                  <a:lnTo>
                    <a:pt x="242308" y="1329785"/>
                  </a:lnTo>
                  <a:lnTo>
                    <a:pt x="237902" y="1329785"/>
                  </a:lnTo>
                  <a:lnTo>
                    <a:pt x="233496" y="1329785"/>
                  </a:lnTo>
                  <a:lnTo>
                    <a:pt x="229091" y="1329785"/>
                  </a:lnTo>
                  <a:lnTo>
                    <a:pt x="224685" y="1329785"/>
                  </a:lnTo>
                  <a:lnTo>
                    <a:pt x="220280" y="1329785"/>
                  </a:lnTo>
                  <a:lnTo>
                    <a:pt x="215874" y="1329785"/>
                  </a:lnTo>
                  <a:lnTo>
                    <a:pt x="211468" y="1329785"/>
                  </a:lnTo>
                  <a:lnTo>
                    <a:pt x="207063" y="1329785"/>
                  </a:lnTo>
                  <a:lnTo>
                    <a:pt x="202657" y="1329785"/>
                  </a:lnTo>
                  <a:lnTo>
                    <a:pt x="198252" y="1329785"/>
                  </a:lnTo>
                  <a:lnTo>
                    <a:pt x="193846" y="1329785"/>
                  </a:lnTo>
                  <a:lnTo>
                    <a:pt x="189440" y="1329785"/>
                  </a:lnTo>
                  <a:lnTo>
                    <a:pt x="185035" y="1329785"/>
                  </a:lnTo>
                  <a:lnTo>
                    <a:pt x="180629" y="1329785"/>
                  </a:lnTo>
                  <a:lnTo>
                    <a:pt x="176224" y="1329785"/>
                  </a:lnTo>
                  <a:lnTo>
                    <a:pt x="171818" y="1329785"/>
                  </a:lnTo>
                  <a:lnTo>
                    <a:pt x="167412" y="1329785"/>
                  </a:lnTo>
                  <a:lnTo>
                    <a:pt x="163007" y="1329785"/>
                  </a:lnTo>
                  <a:lnTo>
                    <a:pt x="158601" y="1329785"/>
                  </a:lnTo>
                  <a:lnTo>
                    <a:pt x="154196" y="1329785"/>
                  </a:lnTo>
                  <a:lnTo>
                    <a:pt x="149790" y="1329785"/>
                  </a:lnTo>
                  <a:lnTo>
                    <a:pt x="145384" y="1329785"/>
                  </a:lnTo>
                  <a:lnTo>
                    <a:pt x="140979" y="1329785"/>
                  </a:lnTo>
                  <a:lnTo>
                    <a:pt x="136573" y="1329785"/>
                  </a:lnTo>
                  <a:lnTo>
                    <a:pt x="132168" y="1329785"/>
                  </a:lnTo>
                  <a:lnTo>
                    <a:pt x="127762" y="1329785"/>
                  </a:lnTo>
                  <a:lnTo>
                    <a:pt x="123356" y="1329785"/>
                  </a:lnTo>
                  <a:lnTo>
                    <a:pt x="118951" y="1329785"/>
                  </a:lnTo>
                  <a:lnTo>
                    <a:pt x="114545" y="1329785"/>
                  </a:lnTo>
                  <a:lnTo>
                    <a:pt x="110140" y="1329785"/>
                  </a:lnTo>
                  <a:lnTo>
                    <a:pt x="105734" y="1329785"/>
                  </a:lnTo>
                  <a:lnTo>
                    <a:pt x="101328" y="1329785"/>
                  </a:lnTo>
                  <a:lnTo>
                    <a:pt x="96923" y="1329785"/>
                  </a:lnTo>
                  <a:lnTo>
                    <a:pt x="92517" y="1329785"/>
                  </a:lnTo>
                  <a:lnTo>
                    <a:pt x="88112" y="1329785"/>
                  </a:lnTo>
                  <a:lnTo>
                    <a:pt x="83706" y="1329785"/>
                  </a:lnTo>
                  <a:lnTo>
                    <a:pt x="79300" y="1329785"/>
                  </a:lnTo>
                  <a:lnTo>
                    <a:pt x="74895" y="1329785"/>
                  </a:lnTo>
                  <a:lnTo>
                    <a:pt x="70489" y="1329785"/>
                  </a:lnTo>
                  <a:lnTo>
                    <a:pt x="66084" y="1329785"/>
                  </a:lnTo>
                  <a:lnTo>
                    <a:pt x="61678" y="1329785"/>
                  </a:lnTo>
                  <a:lnTo>
                    <a:pt x="57272" y="1329785"/>
                  </a:lnTo>
                  <a:lnTo>
                    <a:pt x="52867" y="1329785"/>
                  </a:lnTo>
                  <a:lnTo>
                    <a:pt x="48461" y="1329785"/>
                  </a:lnTo>
                  <a:lnTo>
                    <a:pt x="44056" y="1329785"/>
                  </a:lnTo>
                  <a:lnTo>
                    <a:pt x="39650" y="1329785"/>
                  </a:lnTo>
                  <a:lnTo>
                    <a:pt x="35244" y="1329785"/>
                  </a:lnTo>
                  <a:lnTo>
                    <a:pt x="30839" y="1329785"/>
                  </a:lnTo>
                  <a:lnTo>
                    <a:pt x="26433" y="1329785"/>
                  </a:lnTo>
                  <a:lnTo>
                    <a:pt x="22028" y="1329785"/>
                  </a:lnTo>
                  <a:lnTo>
                    <a:pt x="17622" y="1329785"/>
                  </a:lnTo>
                  <a:lnTo>
                    <a:pt x="13216" y="1329785"/>
                  </a:lnTo>
                  <a:lnTo>
                    <a:pt x="8811" y="1329785"/>
                  </a:lnTo>
                  <a:lnTo>
                    <a:pt x="4405" y="1329785"/>
                  </a:lnTo>
                  <a:lnTo>
                    <a:pt x="0" y="1329785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" name="pl49"/>
            <p:cNvSpPr/>
            <p:nvPr/>
          </p:nvSpPr>
          <p:spPr>
            <a:xfrm>
              <a:off x="1005839" y="4574118"/>
              <a:ext cx="7132319" cy="0"/>
            </a:xfrm>
            <a:custGeom>
              <a:avLst/>
              <a:pathLst>
                <a:path w="7132319" h="0">
                  <a:moveTo>
                    <a:pt x="0" y="0"/>
                  </a:moveTo>
                  <a:lnTo>
                    <a:pt x="7132319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1" name="pl50"/>
            <p:cNvSpPr/>
            <p:nvPr/>
          </p:nvSpPr>
          <p:spPr>
            <a:xfrm>
              <a:off x="4571515" y="3694042"/>
              <a:ext cx="0" cy="1517720"/>
            </a:xfrm>
            <a:custGeom>
              <a:avLst/>
              <a:pathLst>
                <a:path w="0" h="1517720">
                  <a:moveTo>
                    <a:pt x="0" y="151772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0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evghenic</cp:lastModifiedBy>
  <cp:revision>3</cp:revision>
  <dcterms:created xsi:type="dcterms:W3CDTF">2017-02-13T16:18:36Z</dcterms:created>
  <dcterms:modified xsi:type="dcterms:W3CDTF">2026-03-09T10:16:59Z</dcterms:modified>
  <cp:category/>
</cp:coreProperties>
</file>