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90734" y="120199"/>
              <a:ext cx="8533066" cy="31422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90734" y="3080078"/>
              <a:ext cx="228252" cy="182399"/>
            </a:xfrm>
            <a:custGeom>
              <a:avLst/>
              <a:pathLst>
                <a:path w="228252" h="182399">
                  <a:moveTo>
                    <a:pt x="0" y="86100"/>
                  </a:moveTo>
                  <a:lnTo>
                    <a:pt x="952" y="86100"/>
                  </a:lnTo>
                  <a:lnTo>
                    <a:pt x="2009" y="86100"/>
                  </a:lnTo>
                  <a:lnTo>
                    <a:pt x="3067" y="86100"/>
                  </a:lnTo>
                  <a:lnTo>
                    <a:pt x="4125" y="86100"/>
                  </a:lnTo>
                  <a:lnTo>
                    <a:pt x="5183" y="86100"/>
                  </a:lnTo>
                  <a:lnTo>
                    <a:pt x="6241" y="86100"/>
                  </a:lnTo>
                  <a:lnTo>
                    <a:pt x="7299" y="86100"/>
                  </a:lnTo>
                  <a:lnTo>
                    <a:pt x="8356" y="86100"/>
                  </a:lnTo>
                  <a:lnTo>
                    <a:pt x="9414" y="86100"/>
                  </a:lnTo>
                  <a:lnTo>
                    <a:pt x="10472" y="86100"/>
                  </a:lnTo>
                  <a:lnTo>
                    <a:pt x="11530" y="86100"/>
                  </a:lnTo>
                  <a:lnTo>
                    <a:pt x="12588" y="86100"/>
                  </a:lnTo>
                  <a:lnTo>
                    <a:pt x="13646" y="86100"/>
                  </a:lnTo>
                  <a:lnTo>
                    <a:pt x="14703" y="86100"/>
                  </a:lnTo>
                  <a:lnTo>
                    <a:pt x="15761" y="86100"/>
                  </a:lnTo>
                  <a:lnTo>
                    <a:pt x="16819" y="86100"/>
                  </a:lnTo>
                  <a:lnTo>
                    <a:pt x="17877" y="86100"/>
                  </a:lnTo>
                  <a:lnTo>
                    <a:pt x="18935" y="86100"/>
                  </a:lnTo>
                  <a:lnTo>
                    <a:pt x="19993" y="86100"/>
                  </a:lnTo>
                  <a:lnTo>
                    <a:pt x="21051" y="86100"/>
                  </a:lnTo>
                  <a:lnTo>
                    <a:pt x="22108" y="86100"/>
                  </a:lnTo>
                  <a:lnTo>
                    <a:pt x="23166" y="86100"/>
                  </a:lnTo>
                  <a:lnTo>
                    <a:pt x="24224" y="86100"/>
                  </a:lnTo>
                  <a:lnTo>
                    <a:pt x="25282" y="86100"/>
                  </a:lnTo>
                  <a:lnTo>
                    <a:pt x="26340" y="83650"/>
                  </a:lnTo>
                  <a:lnTo>
                    <a:pt x="27398" y="81244"/>
                  </a:lnTo>
                  <a:lnTo>
                    <a:pt x="28455" y="78881"/>
                  </a:lnTo>
                  <a:lnTo>
                    <a:pt x="29513" y="76612"/>
                  </a:lnTo>
                  <a:lnTo>
                    <a:pt x="30571" y="74447"/>
                  </a:lnTo>
                  <a:lnTo>
                    <a:pt x="31629" y="72330"/>
                  </a:lnTo>
                  <a:lnTo>
                    <a:pt x="32687" y="70172"/>
                  </a:lnTo>
                  <a:lnTo>
                    <a:pt x="33745" y="68009"/>
                  </a:lnTo>
                  <a:lnTo>
                    <a:pt x="34802" y="65841"/>
                  </a:lnTo>
                  <a:lnTo>
                    <a:pt x="35860" y="63652"/>
                  </a:lnTo>
                  <a:lnTo>
                    <a:pt x="36918" y="61444"/>
                  </a:lnTo>
                  <a:lnTo>
                    <a:pt x="37976" y="59179"/>
                  </a:lnTo>
                  <a:lnTo>
                    <a:pt x="39034" y="56833"/>
                  </a:lnTo>
                  <a:lnTo>
                    <a:pt x="40092" y="54376"/>
                  </a:lnTo>
                  <a:lnTo>
                    <a:pt x="41149" y="51891"/>
                  </a:lnTo>
                  <a:lnTo>
                    <a:pt x="42207" y="49450"/>
                  </a:lnTo>
                  <a:lnTo>
                    <a:pt x="43265" y="47058"/>
                  </a:lnTo>
                  <a:lnTo>
                    <a:pt x="44323" y="44692"/>
                  </a:lnTo>
                  <a:lnTo>
                    <a:pt x="45381" y="42350"/>
                  </a:lnTo>
                  <a:lnTo>
                    <a:pt x="46439" y="40033"/>
                  </a:lnTo>
                  <a:lnTo>
                    <a:pt x="47497" y="37712"/>
                  </a:lnTo>
                  <a:lnTo>
                    <a:pt x="48554" y="35337"/>
                  </a:lnTo>
                  <a:lnTo>
                    <a:pt x="49612" y="32882"/>
                  </a:lnTo>
                  <a:lnTo>
                    <a:pt x="50670" y="30351"/>
                  </a:lnTo>
                  <a:lnTo>
                    <a:pt x="51728" y="27756"/>
                  </a:lnTo>
                  <a:lnTo>
                    <a:pt x="52786" y="25174"/>
                  </a:lnTo>
                  <a:lnTo>
                    <a:pt x="53844" y="22672"/>
                  </a:lnTo>
                  <a:lnTo>
                    <a:pt x="54901" y="20247"/>
                  </a:lnTo>
                  <a:lnTo>
                    <a:pt x="55959" y="17924"/>
                  </a:lnTo>
                  <a:lnTo>
                    <a:pt x="57017" y="15747"/>
                  </a:lnTo>
                  <a:lnTo>
                    <a:pt x="58075" y="13668"/>
                  </a:lnTo>
                  <a:lnTo>
                    <a:pt x="59133" y="11652"/>
                  </a:lnTo>
                  <a:lnTo>
                    <a:pt x="60191" y="9699"/>
                  </a:lnTo>
                  <a:lnTo>
                    <a:pt x="61248" y="7871"/>
                  </a:lnTo>
                  <a:lnTo>
                    <a:pt x="62306" y="6167"/>
                  </a:lnTo>
                  <a:lnTo>
                    <a:pt x="63364" y="4593"/>
                  </a:lnTo>
                  <a:lnTo>
                    <a:pt x="64422" y="3175"/>
                  </a:lnTo>
                  <a:lnTo>
                    <a:pt x="65480" y="1946"/>
                  </a:lnTo>
                  <a:lnTo>
                    <a:pt x="66538" y="990"/>
                  </a:lnTo>
                  <a:lnTo>
                    <a:pt x="67595" y="394"/>
                  </a:lnTo>
                  <a:lnTo>
                    <a:pt x="68653" y="102"/>
                  </a:lnTo>
                  <a:lnTo>
                    <a:pt x="69711" y="0"/>
                  </a:lnTo>
                  <a:lnTo>
                    <a:pt x="70769" y="130"/>
                  </a:lnTo>
                  <a:lnTo>
                    <a:pt x="71827" y="536"/>
                  </a:lnTo>
                  <a:lnTo>
                    <a:pt x="72885" y="1186"/>
                  </a:lnTo>
                  <a:lnTo>
                    <a:pt x="73943" y="2044"/>
                  </a:lnTo>
                  <a:lnTo>
                    <a:pt x="75000" y="3058"/>
                  </a:lnTo>
                  <a:lnTo>
                    <a:pt x="76058" y="4191"/>
                  </a:lnTo>
                  <a:lnTo>
                    <a:pt x="77116" y="5398"/>
                  </a:lnTo>
                  <a:lnTo>
                    <a:pt x="78174" y="6761"/>
                  </a:lnTo>
                  <a:lnTo>
                    <a:pt x="79232" y="8366"/>
                  </a:lnTo>
                  <a:lnTo>
                    <a:pt x="80290" y="10228"/>
                  </a:lnTo>
                  <a:lnTo>
                    <a:pt x="81347" y="12332"/>
                  </a:lnTo>
                  <a:lnTo>
                    <a:pt x="82405" y="14628"/>
                  </a:lnTo>
                  <a:lnTo>
                    <a:pt x="83463" y="17054"/>
                  </a:lnTo>
                  <a:lnTo>
                    <a:pt x="84521" y="19577"/>
                  </a:lnTo>
                  <a:lnTo>
                    <a:pt x="85579" y="22190"/>
                  </a:lnTo>
                  <a:lnTo>
                    <a:pt x="86637" y="24856"/>
                  </a:lnTo>
                  <a:lnTo>
                    <a:pt x="87694" y="27533"/>
                  </a:lnTo>
                  <a:lnTo>
                    <a:pt x="88752" y="30239"/>
                  </a:lnTo>
                  <a:lnTo>
                    <a:pt x="89810" y="32993"/>
                  </a:lnTo>
                  <a:lnTo>
                    <a:pt x="90868" y="35826"/>
                  </a:lnTo>
                  <a:lnTo>
                    <a:pt x="91926" y="38797"/>
                  </a:lnTo>
                  <a:lnTo>
                    <a:pt x="92984" y="41928"/>
                  </a:lnTo>
                  <a:lnTo>
                    <a:pt x="94041" y="45106"/>
                  </a:lnTo>
                  <a:lnTo>
                    <a:pt x="95099" y="48235"/>
                  </a:lnTo>
                  <a:lnTo>
                    <a:pt x="96157" y="51294"/>
                  </a:lnTo>
                  <a:lnTo>
                    <a:pt x="97215" y="54339"/>
                  </a:lnTo>
                  <a:lnTo>
                    <a:pt x="98273" y="57397"/>
                  </a:lnTo>
                  <a:lnTo>
                    <a:pt x="99331" y="60467"/>
                  </a:lnTo>
                  <a:lnTo>
                    <a:pt x="100389" y="63567"/>
                  </a:lnTo>
                  <a:lnTo>
                    <a:pt x="101446" y="66785"/>
                  </a:lnTo>
                  <a:lnTo>
                    <a:pt x="102504" y="70144"/>
                  </a:lnTo>
                  <a:lnTo>
                    <a:pt x="103562" y="73643"/>
                  </a:lnTo>
                  <a:lnTo>
                    <a:pt x="104620" y="77283"/>
                  </a:lnTo>
                  <a:lnTo>
                    <a:pt x="105678" y="81026"/>
                  </a:lnTo>
                  <a:lnTo>
                    <a:pt x="106736" y="84806"/>
                  </a:lnTo>
                  <a:lnTo>
                    <a:pt x="107793" y="88615"/>
                  </a:lnTo>
                  <a:lnTo>
                    <a:pt x="108851" y="92431"/>
                  </a:lnTo>
                  <a:lnTo>
                    <a:pt x="109909" y="96256"/>
                  </a:lnTo>
                  <a:lnTo>
                    <a:pt x="110967" y="100042"/>
                  </a:lnTo>
                  <a:lnTo>
                    <a:pt x="112025" y="103797"/>
                  </a:lnTo>
                  <a:lnTo>
                    <a:pt x="113083" y="107520"/>
                  </a:lnTo>
                  <a:lnTo>
                    <a:pt x="114140" y="111212"/>
                  </a:lnTo>
                  <a:lnTo>
                    <a:pt x="115198" y="114810"/>
                  </a:lnTo>
                  <a:lnTo>
                    <a:pt x="116256" y="118301"/>
                  </a:lnTo>
                  <a:lnTo>
                    <a:pt x="117314" y="121683"/>
                  </a:lnTo>
                  <a:lnTo>
                    <a:pt x="118372" y="124927"/>
                  </a:lnTo>
                  <a:lnTo>
                    <a:pt x="119430" y="128033"/>
                  </a:lnTo>
                  <a:lnTo>
                    <a:pt x="120487" y="130916"/>
                  </a:lnTo>
                  <a:lnTo>
                    <a:pt x="121545" y="133572"/>
                  </a:lnTo>
                  <a:lnTo>
                    <a:pt x="122603" y="136064"/>
                  </a:lnTo>
                  <a:lnTo>
                    <a:pt x="123661" y="138390"/>
                  </a:lnTo>
                  <a:lnTo>
                    <a:pt x="124719" y="140484"/>
                  </a:lnTo>
                  <a:lnTo>
                    <a:pt x="125777" y="142371"/>
                  </a:lnTo>
                  <a:lnTo>
                    <a:pt x="126835" y="144056"/>
                  </a:lnTo>
                  <a:lnTo>
                    <a:pt x="127892" y="145569"/>
                  </a:lnTo>
                  <a:lnTo>
                    <a:pt x="128950" y="146933"/>
                  </a:lnTo>
                  <a:lnTo>
                    <a:pt x="130008" y="148162"/>
                  </a:lnTo>
                  <a:lnTo>
                    <a:pt x="131066" y="149286"/>
                  </a:lnTo>
                  <a:lnTo>
                    <a:pt x="132124" y="150260"/>
                  </a:lnTo>
                  <a:lnTo>
                    <a:pt x="133182" y="151054"/>
                  </a:lnTo>
                  <a:lnTo>
                    <a:pt x="134239" y="151682"/>
                  </a:lnTo>
                  <a:lnTo>
                    <a:pt x="135297" y="152145"/>
                  </a:lnTo>
                  <a:lnTo>
                    <a:pt x="136355" y="152494"/>
                  </a:lnTo>
                  <a:lnTo>
                    <a:pt x="137413" y="152761"/>
                  </a:lnTo>
                  <a:lnTo>
                    <a:pt x="138471" y="153036"/>
                  </a:lnTo>
                  <a:lnTo>
                    <a:pt x="139529" y="153382"/>
                  </a:lnTo>
                  <a:lnTo>
                    <a:pt x="140586" y="153869"/>
                  </a:lnTo>
                  <a:lnTo>
                    <a:pt x="141644" y="154399"/>
                  </a:lnTo>
                  <a:lnTo>
                    <a:pt x="142702" y="154891"/>
                  </a:lnTo>
                  <a:lnTo>
                    <a:pt x="143760" y="155334"/>
                  </a:lnTo>
                  <a:lnTo>
                    <a:pt x="144818" y="155669"/>
                  </a:lnTo>
                  <a:lnTo>
                    <a:pt x="145876" y="155899"/>
                  </a:lnTo>
                  <a:lnTo>
                    <a:pt x="146933" y="156118"/>
                  </a:lnTo>
                  <a:lnTo>
                    <a:pt x="147991" y="156391"/>
                  </a:lnTo>
                  <a:lnTo>
                    <a:pt x="149049" y="156708"/>
                  </a:lnTo>
                  <a:lnTo>
                    <a:pt x="150107" y="156999"/>
                  </a:lnTo>
                  <a:lnTo>
                    <a:pt x="151165" y="157236"/>
                  </a:lnTo>
                  <a:lnTo>
                    <a:pt x="152223" y="157422"/>
                  </a:lnTo>
                  <a:lnTo>
                    <a:pt x="153281" y="157536"/>
                  </a:lnTo>
                  <a:lnTo>
                    <a:pt x="154338" y="157503"/>
                  </a:lnTo>
                  <a:lnTo>
                    <a:pt x="155396" y="157264"/>
                  </a:lnTo>
                  <a:lnTo>
                    <a:pt x="156454" y="156820"/>
                  </a:lnTo>
                  <a:lnTo>
                    <a:pt x="157512" y="156203"/>
                  </a:lnTo>
                  <a:lnTo>
                    <a:pt x="158570" y="155487"/>
                  </a:lnTo>
                  <a:lnTo>
                    <a:pt x="159628" y="154729"/>
                  </a:lnTo>
                  <a:lnTo>
                    <a:pt x="160685" y="153917"/>
                  </a:lnTo>
                  <a:lnTo>
                    <a:pt x="161743" y="153060"/>
                  </a:lnTo>
                  <a:lnTo>
                    <a:pt x="162801" y="152097"/>
                  </a:lnTo>
                  <a:lnTo>
                    <a:pt x="163859" y="151058"/>
                  </a:lnTo>
                  <a:lnTo>
                    <a:pt x="164917" y="149988"/>
                  </a:lnTo>
                  <a:lnTo>
                    <a:pt x="165975" y="148949"/>
                  </a:lnTo>
                  <a:lnTo>
                    <a:pt x="167032" y="147942"/>
                  </a:lnTo>
                  <a:lnTo>
                    <a:pt x="168090" y="146967"/>
                  </a:lnTo>
                  <a:lnTo>
                    <a:pt x="169148" y="146024"/>
                  </a:lnTo>
                  <a:lnTo>
                    <a:pt x="170206" y="145113"/>
                  </a:lnTo>
                  <a:lnTo>
                    <a:pt x="171264" y="144233"/>
                  </a:lnTo>
                  <a:lnTo>
                    <a:pt x="172322" y="143385"/>
                  </a:lnTo>
                  <a:lnTo>
                    <a:pt x="173379" y="142570"/>
                  </a:lnTo>
                  <a:lnTo>
                    <a:pt x="174437" y="141786"/>
                  </a:lnTo>
                  <a:lnTo>
                    <a:pt x="175495" y="141034"/>
                  </a:lnTo>
                  <a:lnTo>
                    <a:pt x="176553" y="140314"/>
                  </a:lnTo>
                  <a:lnTo>
                    <a:pt x="177611" y="139626"/>
                  </a:lnTo>
                  <a:lnTo>
                    <a:pt x="178669" y="138965"/>
                  </a:lnTo>
                  <a:lnTo>
                    <a:pt x="179727" y="138330"/>
                  </a:lnTo>
                  <a:lnTo>
                    <a:pt x="180784" y="137694"/>
                  </a:lnTo>
                  <a:lnTo>
                    <a:pt x="181842" y="137059"/>
                  </a:lnTo>
                  <a:lnTo>
                    <a:pt x="182900" y="136423"/>
                  </a:lnTo>
                  <a:lnTo>
                    <a:pt x="183958" y="135787"/>
                  </a:lnTo>
                  <a:lnTo>
                    <a:pt x="185016" y="135152"/>
                  </a:lnTo>
                  <a:lnTo>
                    <a:pt x="186074" y="134516"/>
                  </a:lnTo>
                  <a:lnTo>
                    <a:pt x="187131" y="133881"/>
                  </a:lnTo>
                  <a:lnTo>
                    <a:pt x="188189" y="133245"/>
                  </a:lnTo>
                  <a:lnTo>
                    <a:pt x="189247" y="132609"/>
                  </a:lnTo>
                  <a:lnTo>
                    <a:pt x="190305" y="131974"/>
                  </a:lnTo>
                  <a:lnTo>
                    <a:pt x="191363" y="131315"/>
                  </a:lnTo>
                  <a:lnTo>
                    <a:pt x="192421" y="130567"/>
                  </a:lnTo>
                  <a:lnTo>
                    <a:pt x="193478" y="129706"/>
                  </a:lnTo>
                  <a:lnTo>
                    <a:pt x="194536" y="128798"/>
                  </a:lnTo>
                  <a:lnTo>
                    <a:pt x="195594" y="127978"/>
                  </a:lnTo>
                  <a:lnTo>
                    <a:pt x="196652" y="127314"/>
                  </a:lnTo>
                  <a:lnTo>
                    <a:pt x="197710" y="126811"/>
                  </a:lnTo>
                  <a:lnTo>
                    <a:pt x="198768" y="126471"/>
                  </a:lnTo>
                  <a:lnTo>
                    <a:pt x="199825" y="126252"/>
                  </a:lnTo>
                  <a:lnTo>
                    <a:pt x="200883" y="126110"/>
                  </a:lnTo>
                  <a:lnTo>
                    <a:pt x="201941" y="126118"/>
                  </a:lnTo>
                  <a:lnTo>
                    <a:pt x="202999" y="126335"/>
                  </a:lnTo>
                  <a:lnTo>
                    <a:pt x="204057" y="126805"/>
                  </a:lnTo>
                  <a:lnTo>
                    <a:pt x="205115" y="127528"/>
                  </a:lnTo>
                  <a:lnTo>
                    <a:pt x="206173" y="128502"/>
                  </a:lnTo>
                  <a:lnTo>
                    <a:pt x="207230" y="129747"/>
                  </a:lnTo>
                  <a:lnTo>
                    <a:pt x="208288" y="131320"/>
                  </a:lnTo>
                  <a:lnTo>
                    <a:pt x="209346" y="133222"/>
                  </a:lnTo>
                  <a:lnTo>
                    <a:pt x="210404" y="135417"/>
                  </a:lnTo>
                  <a:lnTo>
                    <a:pt x="211462" y="137822"/>
                  </a:lnTo>
                  <a:lnTo>
                    <a:pt x="212520" y="140333"/>
                  </a:lnTo>
                  <a:lnTo>
                    <a:pt x="213577" y="142940"/>
                  </a:lnTo>
                  <a:lnTo>
                    <a:pt x="214635" y="145676"/>
                  </a:lnTo>
                  <a:lnTo>
                    <a:pt x="215693" y="148537"/>
                  </a:lnTo>
                  <a:lnTo>
                    <a:pt x="216751" y="151551"/>
                  </a:lnTo>
                  <a:lnTo>
                    <a:pt x="217809" y="154646"/>
                  </a:lnTo>
                  <a:lnTo>
                    <a:pt x="218867" y="157740"/>
                  </a:lnTo>
                  <a:lnTo>
                    <a:pt x="219924" y="160770"/>
                  </a:lnTo>
                  <a:lnTo>
                    <a:pt x="220982" y="163737"/>
                  </a:lnTo>
                  <a:lnTo>
                    <a:pt x="222040" y="166640"/>
                  </a:lnTo>
                  <a:lnTo>
                    <a:pt x="223098" y="169480"/>
                  </a:lnTo>
                  <a:lnTo>
                    <a:pt x="224156" y="172256"/>
                  </a:lnTo>
                  <a:lnTo>
                    <a:pt x="225214" y="174968"/>
                  </a:lnTo>
                  <a:lnTo>
                    <a:pt x="226271" y="177616"/>
                  </a:lnTo>
                  <a:lnTo>
                    <a:pt x="227329" y="180201"/>
                  </a:lnTo>
                  <a:lnTo>
                    <a:pt x="228252" y="182399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91508" y="3216746"/>
              <a:ext cx="48990" cy="45730"/>
            </a:xfrm>
            <a:custGeom>
              <a:avLst/>
              <a:pathLst>
                <a:path w="48990" h="45730">
                  <a:moveTo>
                    <a:pt x="0" y="45730"/>
                  </a:moveTo>
                  <a:lnTo>
                    <a:pt x="604" y="44408"/>
                  </a:lnTo>
                  <a:lnTo>
                    <a:pt x="1662" y="42127"/>
                  </a:lnTo>
                  <a:lnTo>
                    <a:pt x="2720" y="39877"/>
                  </a:lnTo>
                  <a:lnTo>
                    <a:pt x="3778" y="37659"/>
                  </a:lnTo>
                  <a:lnTo>
                    <a:pt x="4836" y="35473"/>
                  </a:lnTo>
                  <a:lnTo>
                    <a:pt x="5893" y="33319"/>
                  </a:lnTo>
                  <a:lnTo>
                    <a:pt x="6951" y="31197"/>
                  </a:lnTo>
                  <a:lnTo>
                    <a:pt x="8009" y="29107"/>
                  </a:lnTo>
                  <a:lnTo>
                    <a:pt x="9067" y="27048"/>
                  </a:lnTo>
                  <a:lnTo>
                    <a:pt x="10125" y="25018"/>
                  </a:lnTo>
                  <a:lnTo>
                    <a:pt x="11183" y="22988"/>
                  </a:lnTo>
                  <a:lnTo>
                    <a:pt x="12240" y="20957"/>
                  </a:lnTo>
                  <a:lnTo>
                    <a:pt x="13298" y="18927"/>
                  </a:lnTo>
                  <a:lnTo>
                    <a:pt x="14356" y="16897"/>
                  </a:lnTo>
                  <a:lnTo>
                    <a:pt x="15414" y="14866"/>
                  </a:lnTo>
                  <a:lnTo>
                    <a:pt x="16472" y="12836"/>
                  </a:lnTo>
                  <a:lnTo>
                    <a:pt x="17530" y="10806"/>
                  </a:lnTo>
                  <a:lnTo>
                    <a:pt x="18588" y="8864"/>
                  </a:lnTo>
                  <a:lnTo>
                    <a:pt x="19645" y="7099"/>
                  </a:lnTo>
                  <a:lnTo>
                    <a:pt x="20703" y="5510"/>
                  </a:lnTo>
                  <a:lnTo>
                    <a:pt x="21761" y="4099"/>
                  </a:lnTo>
                  <a:lnTo>
                    <a:pt x="22819" y="2864"/>
                  </a:lnTo>
                  <a:lnTo>
                    <a:pt x="23877" y="1806"/>
                  </a:lnTo>
                  <a:lnTo>
                    <a:pt x="24935" y="925"/>
                  </a:lnTo>
                  <a:lnTo>
                    <a:pt x="25992" y="297"/>
                  </a:lnTo>
                  <a:lnTo>
                    <a:pt x="27050" y="0"/>
                  </a:lnTo>
                  <a:lnTo>
                    <a:pt x="28108" y="32"/>
                  </a:lnTo>
                  <a:lnTo>
                    <a:pt x="29166" y="394"/>
                  </a:lnTo>
                  <a:lnTo>
                    <a:pt x="30224" y="1086"/>
                  </a:lnTo>
                  <a:lnTo>
                    <a:pt x="31282" y="2108"/>
                  </a:lnTo>
                  <a:lnTo>
                    <a:pt x="32339" y="3460"/>
                  </a:lnTo>
                  <a:lnTo>
                    <a:pt x="33397" y="5142"/>
                  </a:lnTo>
                  <a:lnTo>
                    <a:pt x="34455" y="7077"/>
                  </a:lnTo>
                  <a:lnTo>
                    <a:pt x="35513" y="9189"/>
                  </a:lnTo>
                  <a:lnTo>
                    <a:pt x="36571" y="11478"/>
                  </a:lnTo>
                  <a:lnTo>
                    <a:pt x="37629" y="13944"/>
                  </a:lnTo>
                  <a:lnTo>
                    <a:pt x="38686" y="16586"/>
                  </a:lnTo>
                  <a:lnTo>
                    <a:pt x="39744" y="19405"/>
                  </a:lnTo>
                  <a:lnTo>
                    <a:pt x="40802" y="22401"/>
                  </a:lnTo>
                  <a:lnTo>
                    <a:pt x="41860" y="25486"/>
                  </a:lnTo>
                  <a:lnTo>
                    <a:pt x="42918" y="28570"/>
                  </a:lnTo>
                  <a:lnTo>
                    <a:pt x="43976" y="31655"/>
                  </a:lnTo>
                  <a:lnTo>
                    <a:pt x="45034" y="34765"/>
                  </a:lnTo>
                  <a:lnTo>
                    <a:pt x="46091" y="37830"/>
                  </a:lnTo>
                  <a:lnTo>
                    <a:pt x="47149" y="40811"/>
                  </a:lnTo>
                  <a:lnTo>
                    <a:pt x="48207" y="43701"/>
                  </a:lnTo>
                  <a:lnTo>
                    <a:pt x="48990" y="45730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81070" y="3198427"/>
              <a:ext cx="184617" cy="64049"/>
            </a:xfrm>
            <a:custGeom>
              <a:avLst/>
              <a:pathLst>
                <a:path w="184617" h="64049">
                  <a:moveTo>
                    <a:pt x="0" y="64049"/>
                  </a:moveTo>
                  <a:lnTo>
                    <a:pt x="958" y="61670"/>
                  </a:lnTo>
                  <a:lnTo>
                    <a:pt x="2016" y="58925"/>
                  </a:lnTo>
                  <a:lnTo>
                    <a:pt x="3074" y="56060"/>
                  </a:lnTo>
                  <a:lnTo>
                    <a:pt x="4132" y="53067"/>
                  </a:lnTo>
                  <a:lnTo>
                    <a:pt x="5190" y="49928"/>
                  </a:lnTo>
                  <a:lnTo>
                    <a:pt x="6248" y="46733"/>
                  </a:lnTo>
                  <a:lnTo>
                    <a:pt x="7305" y="43477"/>
                  </a:lnTo>
                  <a:lnTo>
                    <a:pt x="8363" y="40107"/>
                  </a:lnTo>
                  <a:lnTo>
                    <a:pt x="9421" y="36643"/>
                  </a:lnTo>
                  <a:lnTo>
                    <a:pt x="10479" y="33168"/>
                  </a:lnTo>
                  <a:lnTo>
                    <a:pt x="11537" y="29694"/>
                  </a:lnTo>
                  <a:lnTo>
                    <a:pt x="12595" y="26280"/>
                  </a:lnTo>
                  <a:lnTo>
                    <a:pt x="13652" y="22998"/>
                  </a:lnTo>
                  <a:lnTo>
                    <a:pt x="14710" y="19851"/>
                  </a:lnTo>
                  <a:lnTo>
                    <a:pt x="15768" y="16829"/>
                  </a:lnTo>
                  <a:lnTo>
                    <a:pt x="16826" y="13982"/>
                  </a:lnTo>
                  <a:lnTo>
                    <a:pt x="17884" y="11352"/>
                  </a:lnTo>
                  <a:lnTo>
                    <a:pt x="18942" y="8939"/>
                  </a:lnTo>
                  <a:lnTo>
                    <a:pt x="19999" y="6786"/>
                  </a:lnTo>
                  <a:lnTo>
                    <a:pt x="21057" y="4938"/>
                  </a:lnTo>
                  <a:lnTo>
                    <a:pt x="22115" y="3396"/>
                  </a:lnTo>
                  <a:lnTo>
                    <a:pt x="23173" y="2159"/>
                  </a:lnTo>
                  <a:lnTo>
                    <a:pt x="24231" y="1228"/>
                  </a:lnTo>
                  <a:lnTo>
                    <a:pt x="25289" y="577"/>
                  </a:lnTo>
                  <a:lnTo>
                    <a:pt x="26347" y="174"/>
                  </a:lnTo>
                  <a:lnTo>
                    <a:pt x="27404" y="8"/>
                  </a:lnTo>
                  <a:lnTo>
                    <a:pt x="28462" y="0"/>
                  </a:lnTo>
                  <a:lnTo>
                    <a:pt x="29520" y="47"/>
                  </a:lnTo>
                  <a:lnTo>
                    <a:pt x="30578" y="156"/>
                  </a:lnTo>
                  <a:lnTo>
                    <a:pt x="31636" y="385"/>
                  </a:lnTo>
                  <a:lnTo>
                    <a:pt x="32694" y="676"/>
                  </a:lnTo>
                  <a:lnTo>
                    <a:pt x="33751" y="968"/>
                  </a:lnTo>
                  <a:lnTo>
                    <a:pt x="34809" y="1259"/>
                  </a:lnTo>
                  <a:lnTo>
                    <a:pt x="35867" y="1551"/>
                  </a:lnTo>
                  <a:lnTo>
                    <a:pt x="36925" y="1842"/>
                  </a:lnTo>
                  <a:lnTo>
                    <a:pt x="37983" y="2134"/>
                  </a:lnTo>
                  <a:lnTo>
                    <a:pt x="39041" y="2425"/>
                  </a:lnTo>
                  <a:lnTo>
                    <a:pt x="40098" y="2717"/>
                  </a:lnTo>
                  <a:lnTo>
                    <a:pt x="41156" y="3018"/>
                  </a:lnTo>
                  <a:lnTo>
                    <a:pt x="42214" y="3384"/>
                  </a:lnTo>
                  <a:lnTo>
                    <a:pt x="43272" y="3863"/>
                  </a:lnTo>
                  <a:lnTo>
                    <a:pt x="44330" y="4428"/>
                  </a:lnTo>
                  <a:lnTo>
                    <a:pt x="45388" y="5052"/>
                  </a:lnTo>
                  <a:lnTo>
                    <a:pt x="46445" y="5739"/>
                  </a:lnTo>
                  <a:lnTo>
                    <a:pt x="47503" y="6489"/>
                  </a:lnTo>
                  <a:lnTo>
                    <a:pt x="48561" y="7301"/>
                  </a:lnTo>
                  <a:lnTo>
                    <a:pt x="49619" y="8176"/>
                  </a:lnTo>
                  <a:lnTo>
                    <a:pt x="50677" y="9114"/>
                  </a:lnTo>
                  <a:lnTo>
                    <a:pt x="51735" y="10114"/>
                  </a:lnTo>
                  <a:lnTo>
                    <a:pt x="52793" y="11176"/>
                  </a:lnTo>
                  <a:lnTo>
                    <a:pt x="53850" y="12302"/>
                  </a:lnTo>
                  <a:lnTo>
                    <a:pt x="54908" y="13440"/>
                  </a:lnTo>
                  <a:lnTo>
                    <a:pt x="55966" y="14552"/>
                  </a:lnTo>
                  <a:lnTo>
                    <a:pt x="57024" y="15647"/>
                  </a:lnTo>
                  <a:lnTo>
                    <a:pt x="58082" y="16751"/>
                  </a:lnTo>
                  <a:lnTo>
                    <a:pt x="59140" y="17879"/>
                  </a:lnTo>
                  <a:lnTo>
                    <a:pt x="60197" y="19037"/>
                  </a:lnTo>
                  <a:lnTo>
                    <a:pt x="61255" y="20255"/>
                  </a:lnTo>
                  <a:lnTo>
                    <a:pt x="62313" y="21587"/>
                  </a:lnTo>
                  <a:lnTo>
                    <a:pt x="63371" y="22987"/>
                  </a:lnTo>
                  <a:lnTo>
                    <a:pt x="64429" y="24473"/>
                  </a:lnTo>
                  <a:lnTo>
                    <a:pt x="65487" y="26043"/>
                  </a:lnTo>
                  <a:lnTo>
                    <a:pt x="66544" y="27649"/>
                  </a:lnTo>
                  <a:lnTo>
                    <a:pt x="67602" y="29208"/>
                  </a:lnTo>
                  <a:lnTo>
                    <a:pt x="68660" y="30725"/>
                  </a:lnTo>
                  <a:lnTo>
                    <a:pt x="69718" y="32191"/>
                  </a:lnTo>
                  <a:lnTo>
                    <a:pt x="70776" y="33604"/>
                  </a:lnTo>
                  <a:lnTo>
                    <a:pt x="71834" y="35001"/>
                  </a:lnTo>
                  <a:lnTo>
                    <a:pt x="72891" y="36338"/>
                  </a:lnTo>
                  <a:lnTo>
                    <a:pt x="73949" y="37528"/>
                  </a:lnTo>
                  <a:lnTo>
                    <a:pt x="75007" y="38525"/>
                  </a:lnTo>
                  <a:lnTo>
                    <a:pt x="76065" y="39328"/>
                  </a:lnTo>
                  <a:lnTo>
                    <a:pt x="77123" y="39938"/>
                  </a:lnTo>
                  <a:lnTo>
                    <a:pt x="78181" y="40354"/>
                  </a:lnTo>
                  <a:lnTo>
                    <a:pt x="79239" y="40603"/>
                  </a:lnTo>
                  <a:lnTo>
                    <a:pt x="80296" y="40686"/>
                  </a:lnTo>
                  <a:lnTo>
                    <a:pt x="81354" y="40602"/>
                  </a:lnTo>
                  <a:lnTo>
                    <a:pt x="82412" y="40378"/>
                  </a:lnTo>
                  <a:lnTo>
                    <a:pt x="83470" y="40130"/>
                  </a:lnTo>
                  <a:lnTo>
                    <a:pt x="84528" y="39826"/>
                  </a:lnTo>
                  <a:lnTo>
                    <a:pt x="85586" y="39459"/>
                  </a:lnTo>
                  <a:lnTo>
                    <a:pt x="86643" y="39092"/>
                  </a:lnTo>
                  <a:lnTo>
                    <a:pt x="87701" y="38725"/>
                  </a:lnTo>
                  <a:lnTo>
                    <a:pt x="88759" y="38357"/>
                  </a:lnTo>
                  <a:lnTo>
                    <a:pt x="89817" y="37990"/>
                  </a:lnTo>
                  <a:lnTo>
                    <a:pt x="90875" y="37623"/>
                  </a:lnTo>
                  <a:lnTo>
                    <a:pt x="91933" y="37256"/>
                  </a:lnTo>
                  <a:lnTo>
                    <a:pt x="92990" y="36888"/>
                  </a:lnTo>
                  <a:lnTo>
                    <a:pt x="94048" y="36521"/>
                  </a:lnTo>
                  <a:lnTo>
                    <a:pt x="95106" y="36145"/>
                  </a:lnTo>
                  <a:lnTo>
                    <a:pt x="96164" y="35712"/>
                  </a:lnTo>
                  <a:lnTo>
                    <a:pt x="97222" y="35222"/>
                  </a:lnTo>
                  <a:lnTo>
                    <a:pt x="98280" y="34704"/>
                  </a:lnTo>
                  <a:lnTo>
                    <a:pt x="99337" y="34155"/>
                  </a:lnTo>
                  <a:lnTo>
                    <a:pt x="100395" y="33574"/>
                  </a:lnTo>
                  <a:lnTo>
                    <a:pt x="101453" y="32963"/>
                  </a:lnTo>
                  <a:lnTo>
                    <a:pt x="102511" y="32319"/>
                  </a:lnTo>
                  <a:lnTo>
                    <a:pt x="103569" y="31645"/>
                  </a:lnTo>
                  <a:lnTo>
                    <a:pt x="104627" y="30939"/>
                  </a:lnTo>
                  <a:lnTo>
                    <a:pt x="105685" y="30202"/>
                  </a:lnTo>
                  <a:lnTo>
                    <a:pt x="106742" y="29433"/>
                  </a:lnTo>
                  <a:lnTo>
                    <a:pt x="107800" y="28684"/>
                  </a:lnTo>
                  <a:lnTo>
                    <a:pt x="108858" y="28041"/>
                  </a:lnTo>
                  <a:lnTo>
                    <a:pt x="109916" y="27545"/>
                  </a:lnTo>
                  <a:lnTo>
                    <a:pt x="110974" y="27156"/>
                  </a:lnTo>
                  <a:lnTo>
                    <a:pt x="112032" y="26800"/>
                  </a:lnTo>
                  <a:lnTo>
                    <a:pt x="113089" y="26475"/>
                  </a:lnTo>
                  <a:lnTo>
                    <a:pt x="114147" y="26170"/>
                  </a:lnTo>
                  <a:lnTo>
                    <a:pt x="115205" y="25789"/>
                  </a:lnTo>
                  <a:lnTo>
                    <a:pt x="116263" y="25331"/>
                  </a:lnTo>
                  <a:lnTo>
                    <a:pt x="117321" y="24794"/>
                  </a:lnTo>
                  <a:lnTo>
                    <a:pt x="118379" y="24153"/>
                  </a:lnTo>
                  <a:lnTo>
                    <a:pt x="119436" y="23408"/>
                  </a:lnTo>
                  <a:lnTo>
                    <a:pt x="120494" y="22617"/>
                  </a:lnTo>
                  <a:lnTo>
                    <a:pt x="121552" y="21855"/>
                  </a:lnTo>
                  <a:lnTo>
                    <a:pt x="122610" y="21139"/>
                  </a:lnTo>
                  <a:lnTo>
                    <a:pt x="123668" y="20426"/>
                  </a:lnTo>
                  <a:lnTo>
                    <a:pt x="124726" y="19641"/>
                  </a:lnTo>
                  <a:lnTo>
                    <a:pt x="125783" y="18747"/>
                  </a:lnTo>
                  <a:lnTo>
                    <a:pt x="126841" y="17809"/>
                  </a:lnTo>
                  <a:lnTo>
                    <a:pt x="127899" y="16928"/>
                  </a:lnTo>
                  <a:lnTo>
                    <a:pt x="128957" y="16103"/>
                  </a:lnTo>
                  <a:lnTo>
                    <a:pt x="130015" y="15343"/>
                  </a:lnTo>
                  <a:lnTo>
                    <a:pt x="131073" y="14729"/>
                  </a:lnTo>
                  <a:lnTo>
                    <a:pt x="132131" y="14287"/>
                  </a:lnTo>
                  <a:lnTo>
                    <a:pt x="133188" y="13994"/>
                  </a:lnTo>
                  <a:lnTo>
                    <a:pt x="134246" y="13855"/>
                  </a:lnTo>
                  <a:lnTo>
                    <a:pt x="135304" y="13900"/>
                  </a:lnTo>
                  <a:lnTo>
                    <a:pt x="136362" y="14084"/>
                  </a:lnTo>
                  <a:lnTo>
                    <a:pt x="137420" y="14318"/>
                  </a:lnTo>
                  <a:lnTo>
                    <a:pt x="138478" y="14584"/>
                  </a:lnTo>
                  <a:lnTo>
                    <a:pt x="139535" y="14882"/>
                  </a:lnTo>
                  <a:lnTo>
                    <a:pt x="140593" y="15212"/>
                  </a:lnTo>
                  <a:lnTo>
                    <a:pt x="141651" y="15573"/>
                  </a:lnTo>
                  <a:lnTo>
                    <a:pt x="142709" y="15967"/>
                  </a:lnTo>
                  <a:lnTo>
                    <a:pt x="143767" y="16392"/>
                  </a:lnTo>
                  <a:lnTo>
                    <a:pt x="144825" y="16849"/>
                  </a:lnTo>
                  <a:lnTo>
                    <a:pt x="145882" y="17339"/>
                  </a:lnTo>
                  <a:lnTo>
                    <a:pt x="146940" y="17859"/>
                  </a:lnTo>
                  <a:lnTo>
                    <a:pt x="147998" y="18408"/>
                  </a:lnTo>
                  <a:lnTo>
                    <a:pt x="149056" y="18985"/>
                  </a:lnTo>
                  <a:lnTo>
                    <a:pt x="150114" y="19587"/>
                  </a:lnTo>
                  <a:lnTo>
                    <a:pt x="151172" y="20190"/>
                  </a:lnTo>
                  <a:lnTo>
                    <a:pt x="152229" y="20793"/>
                  </a:lnTo>
                  <a:lnTo>
                    <a:pt x="153287" y="21395"/>
                  </a:lnTo>
                  <a:lnTo>
                    <a:pt x="154345" y="21998"/>
                  </a:lnTo>
                  <a:lnTo>
                    <a:pt x="155403" y="22601"/>
                  </a:lnTo>
                  <a:lnTo>
                    <a:pt x="156461" y="23228"/>
                  </a:lnTo>
                  <a:lnTo>
                    <a:pt x="157519" y="23884"/>
                  </a:lnTo>
                  <a:lnTo>
                    <a:pt x="158577" y="24571"/>
                  </a:lnTo>
                  <a:lnTo>
                    <a:pt x="159634" y="25319"/>
                  </a:lnTo>
                  <a:lnTo>
                    <a:pt x="160692" y="26123"/>
                  </a:lnTo>
                  <a:lnTo>
                    <a:pt x="161750" y="26858"/>
                  </a:lnTo>
                  <a:lnTo>
                    <a:pt x="162808" y="27474"/>
                  </a:lnTo>
                  <a:lnTo>
                    <a:pt x="163866" y="27998"/>
                  </a:lnTo>
                  <a:lnTo>
                    <a:pt x="164924" y="28518"/>
                  </a:lnTo>
                  <a:lnTo>
                    <a:pt x="165981" y="29123"/>
                  </a:lnTo>
                  <a:lnTo>
                    <a:pt x="167039" y="29819"/>
                  </a:lnTo>
                  <a:lnTo>
                    <a:pt x="168097" y="30684"/>
                  </a:lnTo>
                  <a:lnTo>
                    <a:pt x="169155" y="31782"/>
                  </a:lnTo>
                  <a:lnTo>
                    <a:pt x="170213" y="33105"/>
                  </a:lnTo>
                  <a:lnTo>
                    <a:pt x="171271" y="34669"/>
                  </a:lnTo>
                  <a:lnTo>
                    <a:pt x="172328" y="36396"/>
                  </a:lnTo>
                  <a:lnTo>
                    <a:pt x="173386" y="38266"/>
                  </a:lnTo>
                  <a:lnTo>
                    <a:pt x="174444" y="40217"/>
                  </a:lnTo>
                  <a:lnTo>
                    <a:pt x="175502" y="42216"/>
                  </a:lnTo>
                  <a:lnTo>
                    <a:pt x="176560" y="44267"/>
                  </a:lnTo>
                  <a:lnTo>
                    <a:pt x="177618" y="46475"/>
                  </a:lnTo>
                  <a:lnTo>
                    <a:pt x="178675" y="48889"/>
                  </a:lnTo>
                  <a:lnTo>
                    <a:pt x="179733" y="51482"/>
                  </a:lnTo>
                  <a:lnTo>
                    <a:pt x="180791" y="54178"/>
                  </a:lnTo>
                  <a:lnTo>
                    <a:pt x="181849" y="56926"/>
                  </a:lnTo>
                  <a:lnTo>
                    <a:pt x="182907" y="59718"/>
                  </a:lnTo>
                  <a:lnTo>
                    <a:pt x="183965" y="62466"/>
                  </a:lnTo>
                  <a:lnTo>
                    <a:pt x="184617" y="64049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126997" y="153419"/>
              <a:ext cx="7752230" cy="3109058"/>
            </a:xfrm>
            <a:custGeom>
              <a:avLst/>
              <a:pathLst>
                <a:path w="7752230" h="3109058">
                  <a:moveTo>
                    <a:pt x="0" y="3109058"/>
                  </a:moveTo>
                  <a:lnTo>
                    <a:pt x="451" y="3108248"/>
                  </a:lnTo>
                  <a:lnTo>
                    <a:pt x="1509" y="3106343"/>
                  </a:lnTo>
                  <a:lnTo>
                    <a:pt x="2567" y="3104385"/>
                  </a:lnTo>
                  <a:lnTo>
                    <a:pt x="3625" y="3102398"/>
                  </a:lnTo>
                  <a:lnTo>
                    <a:pt x="4682" y="3100382"/>
                  </a:lnTo>
                  <a:lnTo>
                    <a:pt x="5740" y="3098338"/>
                  </a:lnTo>
                  <a:lnTo>
                    <a:pt x="6798" y="3096265"/>
                  </a:lnTo>
                  <a:lnTo>
                    <a:pt x="7856" y="3094095"/>
                  </a:lnTo>
                  <a:lnTo>
                    <a:pt x="8914" y="3091789"/>
                  </a:lnTo>
                  <a:lnTo>
                    <a:pt x="9972" y="3089345"/>
                  </a:lnTo>
                  <a:lnTo>
                    <a:pt x="11029" y="3086763"/>
                  </a:lnTo>
                  <a:lnTo>
                    <a:pt x="12087" y="3084015"/>
                  </a:lnTo>
                  <a:lnTo>
                    <a:pt x="13145" y="3081102"/>
                  </a:lnTo>
                  <a:lnTo>
                    <a:pt x="14203" y="3078025"/>
                  </a:lnTo>
                  <a:lnTo>
                    <a:pt x="15261" y="3074782"/>
                  </a:lnTo>
                  <a:lnTo>
                    <a:pt x="16319" y="3071375"/>
                  </a:lnTo>
                  <a:lnTo>
                    <a:pt x="17376" y="3067838"/>
                  </a:lnTo>
                  <a:lnTo>
                    <a:pt x="18434" y="3064241"/>
                  </a:lnTo>
                  <a:lnTo>
                    <a:pt x="19492" y="3060588"/>
                  </a:lnTo>
                  <a:lnTo>
                    <a:pt x="20550" y="3056982"/>
                  </a:lnTo>
                  <a:lnTo>
                    <a:pt x="21608" y="3053509"/>
                  </a:lnTo>
                  <a:lnTo>
                    <a:pt x="22666" y="3050105"/>
                  </a:lnTo>
                  <a:lnTo>
                    <a:pt x="23723" y="3046833"/>
                  </a:lnTo>
                  <a:lnTo>
                    <a:pt x="24781" y="3043706"/>
                  </a:lnTo>
                  <a:lnTo>
                    <a:pt x="25839" y="3040769"/>
                  </a:lnTo>
                  <a:lnTo>
                    <a:pt x="26897" y="3038123"/>
                  </a:lnTo>
                  <a:lnTo>
                    <a:pt x="27955" y="3035803"/>
                  </a:lnTo>
                  <a:lnTo>
                    <a:pt x="29013" y="3033808"/>
                  </a:lnTo>
                  <a:lnTo>
                    <a:pt x="30071" y="3032135"/>
                  </a:lnTo>
                  <a:lnTo>
                    <a:pt x="31128" y="3030801"/>
                  </a:lnTo>
                  <a:lnTo>
                    <a:pt x="32186" y="3029797"/>
                  </a:lnTo>
                  <a:lnTo>
                    <a:pt x="33244" y="3029024"/>
                  </a:lnTo>
                  <a:lnTo>
                    <a:pt x="34302" y="3028459"/>
                  </a:lnTo>
                  <a:lnTo>
                    <a:pt x="35360" y="3028101"/>
                  </a:lnTo>
                  <a:lnTo>
                    <a:pt x="36418" y="3027868"/>
                  </a:lnTo>
                  <a:lnTo>
                    <a:pt x="37475" y="3027687"/>
                  </a:lnTo>
                  <a:lnTo>
                    <a:pt x="38533" y="3027638"/>
                  </a:lnTo>
                  <a:lnTo>
                    <a:pt x="39591" y="3027733"/>
                  </a:lnTo>
                  <a:lnTo>
                    <a:pt x="40649" y="3027974"/>
                  </a:lnTo>
                  <a:lnTo>
                    <a:pt x="41707" y="3028312"/>
                  </a:lnTo>
                  <a:lnTo>
                    <a:pt x="42765" y="3028663"/>
                  </a:lnTo>
                  <a:lnTo>
                    <a:pt x="43822" y="3028986"/>
                  </a:lnTo>
                  <a:lnTo>
                    <a:pt x="44880" y="3029280"/>
                  </a:lnTo>
                  <a:lnTo>
                    <a:pt x="45938" y="3029518"/>
                  </a:lnTo>
                  <a:lnTo>
                    <a:pt x="46996" y="3029667"/>
                  </a:lnTo>
                  <a:lnTo>
                    <a:pt x="48054" y="3029724"/>
                  </a:lnTo>
                  <a:lnTo>
                    <a:pt x="49112" y="3029752"/>
                  </a:lnTo>
                  <a:lnTo>
                    <a:pt x="50169" y="3029784"/>
                  </a:lnTo>
                  <a:lnTo>
                    <a:pt x="51227" y="3029821"/>
                  </a:lnTo>
                  <a:lnTo>
                    <a:pt x="52285" y="3029861"/>
                  </a:lnTo>
                  <a:lnTo>
                    <a:pt x="53343" y="3029905"/>
                  </a:lnTo>
                  <a:lnTo>
                    <a:pt x="54401" y="3029963"/>
                  </a:lnTo>
                  <a:lnTo>
                    <a:pt x="55459" y="3030122"/>
                  </a:lnTo>
                  <a:lnTo>
                    <a:pt x="56517" y="3030401"/>
                  </a:lnTo>
                  <a:lnTo>
                    <a:pt x="57574" y="3030801"/>
                  </a:lnTo>
                  <a:lnTo>
                    <a:pt x="58632" y="3031323"/>
                  </a:lnTo>
                  <a:lnTo>
                    <a:pt x="59690" y="3031965"/>
                  </a:lnTo>
                  <a:lnTo>
                    <a:pt x="60748" y="3032796"/>
                  </a:lnTo>
                  <a:lnTo>
                    <a:pt x="61806" y="3033947"/>
                  </a:lnTo>
                  <a:lnTo>
                    <a:pt x="62864" y="3035459"/>
                  </a:lnTo>
                  <a:lnTo>
                    <a:pt x="63921" y="3037253"/>
                  </a:lnTo>
                  <a:lnTo>
                    <a:pt x="64979" y="3039349"/>
                  </a:lnTo>
                  <a:lnTo>
                    <a:pt x="66037" y="3041743"/>
                  </a:lnTo>
                  <a:lnTo>
                    <a:pt x="67095" y="3044462"/>
                  </a:lnTo>
                  <a:lnTo>
                    <a:pt x="68153" y="3047521"/>
                  </a:lnTo>
                  <a:lnTo>
                    <a:pt x="69211" y="3050920"/>
                  </a:lnTo>
                  <a:lnTo>
                    <a:pt x="70268" y="3054637"/>
                  </a:lnTo>
                  <a:lnTo>
                    <a:pt x="71326" y="3058511"/>
                  </a:lnTo>
                  <a:lnTo>
                    <a:pt x="72384" y="3062475"/>
                  </a:lnTo>
                  <a:lnTo>
                    <a:pt x="73442" y="3066540"/>
                  </a:lnTo>
                  <a:lnTo>
                    <a:pt x="74500" y="3070630"/>
                  </a:lnTo>
                  <a:lnTo>
                    <a:pt x="75558" y="3074731"/>
                  </a:lnTo>
                  <a:lnTo>
                    <a:pt x="76615" y="3078758"/>
                  </a:lnTo>
                  <a:lnTo>
                    <a:pt x="77673" y="3082574"/>
                  </a:lnTo>
                  <a:lnTo>
                    <a:pt x="78731" y="3086154"/>
                  </a:lnTo>
                  <a:lnTo>
                    <a:pt x="79789" y="3089477"/>
                  </a:lnTo>
                  <a:lnTo>
                    <a:pt x="80847" y="3092489"/>
                  </a:lnTo>
                  <a:lnTo>
                    <a:pt x="81905" y="3095171"/>
                  </a:lnTo>
                  <a:lnTo>
                    <a:pt x="82963" y="3097522"/>
                  </a:lnTo>
                  <a:lnTo>
                    <a:pt x="84020" y="3099528"/>
                  </a:lnTo>
                  <a:lnTo>
                    <a:pt x="85078" y="3101174"/>
                  </a:lnTo>
                  <a:lnTo>
                    <a:pt x="86136" y="3102475"/>
                  </a:lnTo>
                  <a:lnTo>
                    <a:pt x="87194" y="3103529"/>
                  </a:lnTo>
                  <a:lnTo>
                    <a:pt x="88252" y="3104312"/>
                  </a:lnTo>
                  <a:lnTo>
                    <a:pt x="89310" y="3104820"/>
                  </a:lnTo>
                  <a:lnTo>
                    <a:pt x="90367" y="3105048"/>
                  </a:lnTo>
                  <a:lnTo>
                    <a:pt x="91425" y="3104956"/>
                  </a:lnTo>
                  <a:lnTo>
                    <a:pt x="92483" y="3104528"/>
                  </a:lnTo>
                  <a:lnTo>
                    <a:pt x="93541" y="3103814"/>
                  </a:lnTo>
                  <a:lnTo>
                    <a:pt x="94599" y="3102812"/>
                  </a:lnTo>
                  <a:lnTo>
                    <a:pt x="95657" y="3101607"/>
                  </a:lnTo>
                  <a:lnTo>
                    <a:pt x="96714" y="3100279"/>
                  </a:lnTo>
                  <a:lnTo>
                    <a:pt x="97772" y="3098826"/>
                  </a:lnTo>
                  <a:lnTo>
                    <a:pt x="98830" y="3097250"/>
                  </a:lnTo>
                  <a:lnTo>
                    <a:pt x="99888" y="3095553"/>
                  </a:lnTo>
                  <a:lnTo>
                    <a:pt x="100946" y="3093735"/>
                  </a:lnTo>
                  <a:lnTo>
                    <a:pt x="102004" y="3091798"/>
                  </a:lnTo>
                  <a:lnTo>
                    <a:pt x="103061" y="3089737"/>
                  </a:lnTo>
                  <a:lnTo>
                    <a:pt x="104119" y="3087551"/>
                  </a:lnTo>
                  <a:lnTo>
                    <a:pt x="105177" y="3085241"/>
                  </a:lnTo>
                  <a:lnTo>
                    <a:pt x="106235" y="3082859"/>
                  </a:lnTo>
                  <a:lnTo>
                    <a:pt x="107293" y="3080444"/>
                  </a:lnTo>
                  <a:lnTo>
                    <a:pt x="108351" y="3077987"/>
                  </a:lnTo>
                  <a:lnTo>
                    <a:pt x="109408" y="3075442"/>
                  </a:lnTo>
                  <a:lnTo>
                    <a:pt x="110466" y="3072837"/>
                  </a:lnTo>
                  <a:lnTo>
                    <a:pt x="111524" y="3070171"/>
                  </a:lnTo>
                  <a:lnTo>
                    <a:pt x="112582" y="3067444"/>
                  </a:lnTo>
                  <a:lnTo>
                    <a:pt x="113640" y="3064657"/>
                  </a:lnTo>
                  <a:lnTo>
                    <a:pt x="114698" y="3061716"/>
                  </a:lnTo>
                  <a:lnTo>
                    <a:pt x="115756" y="3058552"/>
                  </a:lnTo>
                  <a:lnTo>
                    <a:pt x="116813" y="3055239"/>
                  </a:lnTo>
                  <a:lnTo>
                    <a:pt x="117871" y="3051809"/>
                  </a:lnTo>
                  <a:lnTo>
                    <a:pt x="118929" y="3048186"/>
                  </a:lnTo>
                  <a:lnTo>
                    <a:pt x="119987" y="3044346"/>
                  </a:lnTo>
                  <a:lnTo>
                    <a:pt x="121045" y="3040247"/>
                  </a:lnTo>
                  <a:lnTo>
                    <a:pt x="122103" y="3035876"/>
                  </a:lnTo>
                  <a:lnTo>
                    <a:pt x="123160" y="3031224"/>
                  </a:lnTo>
                  <a:lnTo>
                    <a:pt x="124218" y="3026367"/>
                  </a:lnTo>
                  <a:lnTo>
                    <a:pt x="125276" y="3021461"/>
                  </a:lnTo>
                  <a:lnTo>
                    <a:pt x="126334" y="3016481"/>
                  </a:lnTo>
                  <a:lnTo>
                    <a:pt x="127392" y="3011365"/>
                  </a:lnTo>
                  <a:lnTo>
                    <a:pt x="128450" y="3006112"/>
                  </a:lnTo>
                  <a:lnTo>
                    <a:pt x="129507" y="3000736"/>
                  </a:lnTo>
                  <a:lnTo>
                    <a:pt x="130565" y="2995396"/>
                  </a:lnTo>
                  <a:lnTo>
                    <a:pt x="131623" y="2990165"/>
                  </a:lnTo>
                  <a:lnTo>
                    <a:pt x="132681" y="2985032"/>
                  </a:lnTo>
                  <a:lnTo>
                    <a:pt x="133739" y="2980015"/>
                  </a:lnTo>
                  <a:lnTo>
                    <a:pt x="134797" y="2975201"/>
                  </a:lnTo>
                  <a:lnTo>
                    <a:pt x="135854" y="2970610"/>
                  </a:lnTo>
                  <a:lnTo>
                    <a:pt x="136912" y="2966257"/>
                  </a:lnTo>
                  <a:lnTo>
                    <a:pt x="137970" y="2962106"/>
                  </a:lnTo>
                  <a:lnTo>
                    <a:pt x="139028" y="2958221"/>
                  </a:lnTo>
                  <a:lnTo>
                    <a:pt x="140086" y="2954541"/>
                  </a:lnTo>
                  <a:lnTo>
                    <a:pt x="141144" y="2950971"/>
                  </a:lnTo>
                  <a:lnTo>
                    <a:pt x="142202" y="2947554"/>
                  </a:lnTo>
                  <a:lnTo>
                    <a:pt x="143259" y="2944427"/>
                  </a:lnTo>
                  <a:lnTo>
                    <a:pt x="144317" y="2941646"/>
                  </a:lnTo>
                  <a:lnTo>
                    <a:pt x="145375" y="2939211"/>
                  </a:lnTo>
                  <a:lnTo>
                    <a:pt x="146433" y="2937053"/>
                  </a:lnTo>
                  <a:lnTo>
                    <a:pt x="147491" y="2935112"/>
                  </a:lnTo>
                  <a:lnTo>
                    <a:pt x="148549" y="2933260"/>
                  </a:lnTo>
                  <a:lnTo>
                    <a:pt x="149606" y="2931445"/>
                  </a:lnTo>
                  <a:lnTo>
                    <a:pt x="150664" y="2929634"/>
                  </a:lnTo>
                  <a:lnTo>
                    <a:pt x="151722" y="2927831"/>
                  </a:lnTo>
                  <a:lnTo>
                    <a:pt x="152780" y="2926064"/>
                  </a:lnTo>
                  <a:lnTo>
                    <a:pt x="153838" y="2924395"/>
                  </a:lnTo>
                  <a:lnTo>
                    <a:pt x="154896" y="2922852"/>
                  </a:lnTo>
                  <a:lnTo>
                    <a:pt x="155953" y="2921434"/>
                  </a:lnTo>
                  <a:lnTo>
                    <a:pt x="157011" y="2920140"/>
                  </a:lnTo>
                  <a:lnTo>
                    <a:pt x="158069" y="2918945"/>
                  </a:lnTo>
                  <a:lnTo>
                    <a:pt x="159127" y="2917756"/>
                  </a:lnTo>
                  <a:lnTo>
                    <a:pt x="160185" y="2916512"/>
                  </a:lnTo>
                  <a:lnTo>
                    <a:pt x="161243" y="2915212"/>
                  </a:lnTo>
                  <a:lnTo>
                    <a:pt x="162300" y="2913855"/>
                  </a:lnTo>
                  <a:lnTo>
                    <a:pt x="163358" y="2912418"/>
                  </a:lnTo>
                  <a:lnTo>
                    <a:pt x="164416" y="2910972"/>
                  </a:lnTo>
                  <a:lnTo>
                    <a:pt x="165474" y="2909505"/>
                  </a:lnTo>
                  <a:lnTo>
                    <a:pt x="166532" y="2907957"/>
                  </a:lnTo>
                  <a:lnTo>
                    <a:pt x="167590" y="2906302"/>
                  </a:lnTo>
                  <a:lnTo>
                    <a:pt x="168648" y="2904567"/>
                  </a:lnTo>
                  <a:lnTo>
                    <a:pt x="169705" y="2902731"/>
                  </a:lnTo>
                  <a:lnTo>
                    <a:pt x="170763" y="2900736"/>
                  </a:lnTo>
                  <a:lnTo>
                    <a:pt x="171821" y="2898664"/>
                  </a:lnTo>
                  <a:lnTo>
                    <a:pt x="172879" y="2896572"/>
                  </a:lnTo>
                  <a:lnTo>
                    <a:pt x="173937" y="2894513"/>
                  </a:lnTo>
                  <a:lnTo>
                    <a:pt x="174995" y="2892553"/>
                  </a:lnTo>
                  <a:lnTo>
                    <a:pt x="176052" y="2890708"/>
                  </a:lnTo>
                  <a:lnTo>
                    <a:pt x="177110" y="2889018"/>
                  </a:lnTo>
                  <a:lnTo>
                    <a:pt x="178168" y="2887424"/>
                  </a:lnTo>
                  <a:lnTo>
                    <a:pt x="179226" y="2885936"/>
                  </a:lnTo>
                  <a:lnTo>
                    <a:pt x="180284" y="2884632"/>
                  </a:lnTo>
                  <a:lnTo>
                    <a:pt x="181342" y="2883581"/>
                  </a:lnTo>
                  <a:lnTo>
                    <a:pt x="182399" y="2882854"/>
                  </a:lnTo>
                  <a:lnTo>
                    <a:pt x="183457" y="2882416"/>
                  </a:lnTo>
                  <a:lnTo>
                    <a:pt x="184515" y="2882190"/>
                  </a:lnTo>
                  <a:lnTo>
                    <a:pt x="185573" y="2882165"/>
                  </a:lnTo>
                  <a:lnTo>
                    <a:pt x="186631" y="2882347"/>
                  </a:lnTo>
                  <a:lnTo>
                    <a:pt x="187689" y="2882645"/>
                  </a:lnTo>
                  <a:lnTo>
                    <a:pt x="188746" y="2882995"/>
                  </a:lnTo>
                  <a:lnTo>
                    <a:pt x="189804" y="2883394"/>
                  </a:lnTo>
                  <a:lnTo>
                    <a:pt x="190862" y="2883894"/>
                  </a:lnTo>
                  <a:lnTo>
                    <a:pt x="191920" y="2884508"/>
                  </a:lnTo>
                  <a:lnTo>
                    <a:pt x="192978" y="2885160"/>
                  </a:lnTo>
                  <a:lnTo>
                    <a:pt x="194036" y="2885946"/>
                  </a:lnTo>
                  <a:lnTo>
                    <a:pt x="195094" y="2886850"/>
                  </a:lnTo>
                  <a:lnTo>
                    <a:pt x="196151" y="2887791"/>
                  </a:lnTo>
                  <a:lnTo>
                    <a:pt x="197209" y="2888673"/>
                  </a:lnTo>
                  <a:lnTo>
                    <a:pt x="198267" y="2889549"/>
                  </a:lnTo>
                  <a:lnTo>
                    <a:pt x="199325" y="2890475"/>
                  </a:lnTo>
                  <a:lnTo>
                    <a:pt x="200383" y="2891517"/>
                  </a:lnTo>
                  <a:lnTo>
                    <a:pt x="201441" y="2892770"/>
                  </a:lnTo>
                  <a:lnTo>
                    <a:pt x="202498" y="2894338"/>
                  </a:lnTo>
                  <a:lnTo>
                    <a:pt x="203556" y="2896230"/>
                  </a:lnTo>
                  <a:lnTo>
                    <a:pt x="204614" y="2898439"/>
                  </a:lnTo>
                  <a:lnTo>
                    <a:pt x="205672" y="2900933"/>
                  </a:lnTo>
                  <a:lnTo>
                    <a:pt x="206730" y="2903623"/>
                  </a:lnTo>
                  <a:lnTo>
                    <a:pt x="207788" y="2906416"/>
                  </a:lnTo>
                  <a:lnTo>
                    <a:pt x="208845" y="2909288"/>
                  </a:lnTo>
                  <a:lnTo>
                    <a:pt x="209903" y="2912240"/>
                  </a:lnTo>
                  <a:lnTo>
                    <a:pt x="210961" y="2915297"/>
                  </a:lnTo>
                  <a:lnTo>
                    <a:pt x="212019" y="2918527"/>
                  </a:lnTo>
                  <a:lnTo>
                    <a:pt x="213077" y="2921995"/>
                  </a:lnTo>
                  <a:lnTo>
                    <a:pt x="214135" y="2925670"/>
                  </a:lnTo>
                  <a:lnTo>
                    <a:pt x="215192" y="2929515"/>
                  </a:lnTo>
                  <a:lnTo>
                    <a:pt x="216250" y="2933525"/>
                  </a:lnTo>
                  <a:lnTo>
                    <a:pt x="217308" y="2937624"/>
                  </a:lnTo>
                  <a:lnTo>
                    <a:pt x="218366" y="2941752"/>
                  </a:lnTo>
                  <a:lnTo>
                    <a:pt x="219424" y="2945982"/>
                  </a:lnTo>
                  <a:lnTo>
                    <a:pt x="220482" y="2950401"/>
                  </a:lnTo>
                  <a:lnTo>
                    <a:pt x="221540" y="2955032"/>
                  </a:lnTo>
                  <a:lnTo>
                    <a:pt x="222597" y="2959903"/>
                  </a:lnTo>
                  <a:lnTo>
                    <a:pt x="223655" y="2965045"/>
                  </a:lnTo>
                  <a:lnTo>
                    <a:pt x="224713" y="2970463"/>
                  </a:lnTo>
                  <a:lnTo>
                    <a:pt x="225771" y="2976123"/>
                  </a:lnTo>
                  <a:lnTo>
                    <a:pt x="226829" y="2981999"/>
                  </a:lnTo>
                  <a:lnTo>
                    <a:pt x="227887" y="2988014"/>
                  </a:lnTo>
                  <a:lnTo>
                    <a:pt x="228944" y="2994117"/>
                  </a:lnTo>
                  <a:lnTo>
                    <a:pt x="230002" y="3000291"/>
                  </a:lnTo>
                  <a:lnTo>
                    <a:pt x="231060" y="3006504"/>
                  </a:lnTo>
                  <a:lnTo>
                    <a:pt x="232118" y="3012761"/>
                  </a:lnTo>
                  <a:lnTo>
                    <a:pt x="233176" y="3019048"/>
                  </a:lnTo>
                  <a:lnTo>
                    <a:pt x="234234" y="3025294"/>
                  </a:lnTo>
                  <a:lnTo>
                    <a:pt x="235291" y="3031411"/>
                  </a:lnTo>
                  <a:lnTo>
                    <a:pt x="236349" y="3037327"/>
                  </a:lnTo>
                  <a:lnTo>
                    <a:pt x="237407" y="3043067"/>
                  </a:lnTo>
                  <a:lnTo>
                    <a:pt x="238465" y="3048546"/>
                  </a:lnTo>
                  <a:lnTo>
                    <a:pt x="239523" y="3053761"/>
                  </a:lnTo>
                  <a:lnTo>
                    <a:pt x="240581" y="3058732"/>
                  </a:lnTo>
                  <a:lnTo>
                    <a:pt x="241638" y="3063506"/>
                  </a:lnTo>
                  <a:lnTo>
                    <a:pt x="242696" y="3068037"/>
                  </a:lnTo>
                  <a:lnTo>
                    <a:pt x="243754" y="3072296"/>
                  </a:lnTo>
                  <a:lnTo>
                    <a:pt x="244812" y="3076216"/>
                  </a:lnTo>
                  <a:lnTo>
                    <a:pt x="245870" y="3079817"/>
                  </a:lnTo>
                  <a:lnTo>
                    <a:pt x="246928" y="3083104"/>
                  </a:lnTo>
                  <a:lnTo>
                    <a:pt x="247986" y="3086053"/>
                  </a:lnTo>
                  <a:lnTo>
                    <a:pt x="249043" y="3088683"/>
                  </a:lnTo>
                  <a:lnTo>
                    <a:pt x="250101" y="3091056"/>
                  </a:lnTo>
                  <a:lnTo>
                    <a:pt x="251159" y="3093136"/>
                  </a:lnTo>
                  <a:lnTo>
                    <a:pt x="252217" y="3094882"/>
                  </a:lnTo>
                  <a:lnTo>
                    <a:pt x="253275" y="3096250"/>
                  </a:lnTo>
                  <a:lnTo>
                    <a:pt x="254333" y="3097274"/>
                  </a:lnTo>
                  <a:lnTo>
                    <a:pt x="255390" y="3097865"/>
                  </a:lnTo>
                  <a:lnTo>
                    <a:pt x="256448" y="3098045"/>
                  </a:lnTo>
                  <a:lnTo>
                    <a:pt x="257506" y="3097759"/>
                  </a:lnTo>
                  <a:lnTo>
                    <a:pt x="258564" y="3097046"/>
                  </a:lnTo>
                  <a:lnTo>
                    <a:pt x="259622" y="3095961"/>
                  </a:lnTo>
                  <a:lnTo>
                    <a:pt x="260680" y="3094563"/>
                  </a:lnTo>
                  <a:lnTo>
                    <a:pt x="261737" y="3092922"/>
                  </a:lnTo>
                  <a:lnTo>
                    <a:pt x="262795" y="3091022"/>
                  </a:lnTo>
                  <a:lnTo>
                    <a:pt x="263853" y="3088830"/>
                  </a:lnTo>
                  <a:lnTo>
                    <a:pt x="264911" y="3086256"/>
                  </a:lnTo>
                  <a:lnTo>
                    <a:pt x="265969" y="3083214"/>
                  </a:lnTo>
                  <a:lnTo>
                    <a:pt x="267027" y="3079734"/>
                  </a:lnTo>
                  <a:lnTo>
                    <a:pt x="268084" y="3075853"/>
                  </a:lnTo>
                  <a:lnTo>
                    <a:pt x="269142" y="3071607"/>
                  </a:lnTo>
                  <a:lnTo>
                    <a:pt x="270200" y="3067019"/>
                  </a:lnTo>
                  <a:lnTo>
                    <a:pt x="271258" y="3062162"/>
                  </a:lnTo>
                  <a:lnTo>
                    <a:pt x="272316" y="3057025"/>
                  </a:lnTo>
                  <a:lnTo>
                    <a:pt x="273374" y="3051607"/>
                  </a:lnTo>
                  <a:lnTo>
                    <a:pt x="274432" y="3045868"/>
                  </a:lnTo>
                  <a:lnTo>
                    <a:pt x="275489" y="3039762"/>
                  </a:lnTo>
                  <a:lnTo>
                    <a:pt x="276547" y="3033175"/>
                  </a:lnTo>
                  <a:lnTo>
                    <a:pt x="277605" y="3026083"/>
                  </a:lnTo>
                  <a:lnTo>
                    <a:pt x="278663" y="3018484"/>
                  </a:lnTo>
                  <a:lnTo>
                    <a:pt x="279721" y="3010332"/>
                  </a:lnTo>
                  <a:lnTo>
                    <a:pt x="280779" y="3001673"/>
                  </a:lnTo>
                  <a:lnTo>
                    <a:pt x="281836" y="2992531"/>
                  </a:lnTo>
                  <a:lnTo>
                    <a:pt x="282894" y="2982865"/>
                  </a:lnTo>
                  <a:lnTo>
                    <a:pt x="283952" y="2972640"/>
                  </a:lnTo>
                  <a:lnTo>
                    <a:pt x="285010" y="2961768"/>
                  </a:lnTo>
                  <a:lnTo>
                    <a:pt x="286068" y="2950243"/>
                  </a:lnTo>
                  <a:lnTo>
                    <a:pt x="287126" y="2938063"/>
                  </a:lnTo>
                  <a:lnTo>
                    <a:pt x="288183" y="2925242"/>
                  </a:lnTo>
                  <a:lnTo>
                    <a:pt x="289241" y="2911803"/>
                  </a:lnTo>
                  <a:lnTo>
                    <a:pt x="290299" y="2897742"/>
                  </a:lnTo>
                  <a:lnTo>
                    <a:pt x="291357" y="2883170"/>
                  </a:lnTo>
                  <a:lnTo>
                    <a:pt x="292415" y="2868233"/>
                  </a:lnTo>
                  <a:lnTo>
                    <a:pt x="293473" y="2852898"/>
                  </a:lnTo>
                  <a:lnTo>
                    <a:pt x="294530" y="2837120"/>
                  </a:lnTo>
                  <a:lnTo>
                    <a:pt x="295588" y="2820938"/>
                  </a:lnTo>
                  <a:lnTo>
                    <a:pt x="296646" y="2804404"/>
                  </a:lnTo>
                  <a:lnTo>
                    <a:pt x="297704" y="2787588"/>
                  </a:lnTo>
                  <a:lnTo>
                    <a:pt x="298762" y="2770533"/>
                  </a:lnTo>
                  <a:lnTo>
                    <a:pt x="299820" y="2753284"/>
                  </a:lnTo>
                  <a:lnTo>
                    <a:pt x="300878" y="2735919"/>
                  </a:lnTo>
                  <a:lnTo>
                    <a:pt x="301935" y="2718435"/>
                  </a:lnTo>
                  <a:lnTo>
                    <a:pt x="302993" y="2700774"/>
                  </a:lnTo>
                  <a:lnTo>
                    <a:pt x="304051" y="2682921"/>
                  </a:lnTo>
                  <a:lnTo>
                    <a:pt x="305109" y="2664903"/>
                  </a:lnTo>
                  <a:lnTo>
                    <a:pt x="306167" y="2646728"/>
                  </a:lnTo>
                  <a:lnTo>
                    <a:pt x="307225" y="2628376"/>
                  </a:lnTo>
                  <a:lnTo>
                    <a:pt x="308282" y="2609795"/>
                  </a:lnTo>
                  <a:lnTo>
                    <a:pt x="309340" y="2591030"/>
                  </a:lnTo>
                  <a:lnTo>
                    <a:pt x="310398" y="2572196"/>
                  </a:lnTo>
                  <a:lnTo>
                    <a:pt x="311456" y="2553380"/>
                  </a:lnTo>
                  <a:lnTo>
                    <a:pt x="312514" y="2534518"/>
                  </a:lnTo>
                  <a:lnTo>
                    <a:pt x="313572" y="2515531"/>
                  </a:lnTo>
                  <a:lnTo>
                    <a:pt x="314629" y="2496372"/>
                  </a:lnTo>
                  <a:lnTo>
                    <a:pt x="315687" y="2476987"/>
                  </a:lnTo>
                  <a:lnTo>
                    <a:pt x="316745" y="2457449"/>
                  </a:lnTo>
                  <a:lnTo>
                    <a:pt x="317803" y="2437865"/>
                  </a:lnTo>
                  <a:lnTo>
                    <a:pt x="318861" y="2418404"/>
                  </a:lnTo>
                  <a:lnTo>
                    <a:pt x="319919" y="2399130"/>
                  </a:lnTo>
                  <a:lnTo>
                    <a:pt x="320976" y="2380079"/>
                  </a:lnTo>
                  <a:lnTo>
                    <a:pt x="322034" y="2361276"/>
                  </a:lnTo>
                  <a:lnTo>
                    <a:pt x="323092" y="2342663"/>
                  </a:lnTo>
                  <a:lnTo>
                    <a:pt x="324150" y="2324224"/>
                  </a:lnTo>
                  <a:lnTo>
                    <a:pt x="325208" y="2305957"/>
                  </a:lnTo>
                  <a:lnTo>
                    <a:pt x="326266" y="2287801"/>
                  </a:lnTo>
                  <a:lnTo>
                    <a:pt x="327324" y="2269711"/>
                  </a:lnTo>
                  <a:lnTo>
                    <a:pt x="328381" y="2251818"/>
                  </a:lnTo>
                  <a:lnTo>
                    <a:pt x="329439" y="2234302"/>
                  </a:lnTo>
                  <a:lnTo>
                    <a:pt x="330497" y="2217253"/>
                  </a:lnTo>
                  <a:lnTo>
                    <a:pt x="331555" y="2200707"/>
                  </a:lnTo>
                  <a:lnTo>
                    <a:pt x="332613" y="2184687"/>
                  </a:lnTo>
                  <a:lnTo>
                    <a:pt x="333671" y="2169215"/>
                  </a:lnTo>
                  <a:lnTo>
                    <a:pt x="334728" y="2154240"/>
                  </a:lnTo>
                  <a:lnTo>
                    <a:pt x="335786" y="2139831"/>
                  </a:lnTo>
                  <a:lnTo>
                    <a:pt x="336844" y="2126062"/>
                  </a:lnTo>
                  <a:lnTo>
                    <a:pt x="337902" y="2113009"/>
                  </a:lnTo>
                  <a:lnTo>
                    <a:pt x="338960" y="2100770"/>
                  </a:lnTo>
                  <a:lnTo>
                    <a:pt x="340018" y="2089340"/>
                  </a:lnTo>
                  <a:lnTo>
                    <a:pt x="341075" y="2078652"/>
                  </a:lnTo>
                  <a:lnTo>
                    <a:pt x="342133" y="2068698"/>
                  </a:lnTo>
                  <a:lnTo>
                    <a:pt x="343191" y="2059530"/>
                  </a:lnTo>
                  <a:lnTo>
                    <a:pt x="344249" y="2051134"/>
                  </a:lnTo>
                  <a:lnTo>
                    <a:pt x="345307" y="2043334"/>
                  </a:lnTo>
                  <a:lnTo>
                    <a:pt x="346365" y="2036131"/>
                  </a:lnTo>
                  <a:lnTo>
                    <a:pt x="347422" y="2029573"/>
                  </a:lnTo>
                  <a:lnTo>
                    <a:pt x="348480" y="2023706"/>
                  </a:lnTo>
                  <a:lnTo>
                    <a:pt x="349538" y="2018503"/>
                  </a:lnTo>
                  <a:lnTo>
                    <a:pt x="350596" y="2013956"/>
                  </a:lnTo>
                  <a:lnTo>
                    <a:pt x="351654" y="2009979"/>
                  </a:lnTo>
                  <a:lnTo>
                    <a:pt x="352712" y="2006514"/>
                  </a:lnTo>
                  <a:lnTo>
                    <a:pt x="353770" y="2003449"/>
                  </a:lnTo>
                  <a:lnTo>
                    <a:pt x="354827" y="2000666"/>
                  </a:lnTo>
                  <a:lnTo>
                    <a:pt x="355885" y="1998184"/>
                  </a:lnTo>
                  <a:lnTo>
                    <a:pt x="356943" y="1996071"/>
                  </a:lnTo>
                  <a:lnTo>
                    <a:pt x="358001" y="1994322"/>
                  </a:lnTo>
                  <a:lnTo>
                    <a:pt x="359059" y="1992942"/>
                  </a:lnTo>
                  <a:lnTo>
                    <a:pt x="360117" y="1991947"/>
                  </a:lnTo>
                  <a:lnTo>
                    <a:pt x="361174" y="1991441"/>
                  </a:lnTo>
                  <a:lnTo>
                    <a:pt x="362232" y="1991342"/>
                  </a:lnTo>
                  <a:lnTo>
                    <a:pt x="363290" y="1991534"/>
                  </a:lnTo>
                  <a:lnTo>
                    <a:pt x="364348" y="1991835"/>
                  </a:lnTo>
                  <a:lnTo>
                    <a:pt x="365406" y="1992216"/>
                  </a:lnTo>
                  <a:lnTo>
                    <a:pt x="366464" y="1992730"/>
                  </a:lnTo>
                  <a:lnTo>
                    <a:pt x="367521" y="1993422"/>
                  </a:lnTo>
                  <a:lnTo>
                    <a:pt x="368579" y="1994353"/>
                  </a:lnTo>
                  <a:lnTo>
                    <a:pt x="369637" y="1995537"/>
                  </a:lnTo>
                  <a:lnTo>
                    <a:pt x="370695" y="1996977"/>
                  </a:lnTo>
                  <a:lnTo>
                    <a:pt x="371753" y="1998596"/>
                  </a:lnTo>
                  <a:lnTo>
                    <a:pt x="372811" y="2000284"/>
                  </a:lnTo>
                  <a:lnTo>
                    <a:pt x="373868" y="2001977"/>
                  </a:lnTo>
                  <a:lnTo>
                    <a:pt x="374926" y="2003557"/>
                  </a:lnTo>
                  <a:lnTo>
                    <a:pt x="375984" y="2004967"/>
                  </a:lnTo>
                  <a:lnTo>
                    <a:pt x="377042" y="2006223"/>
                  </a:lnTo>
                  <a:lnTo>
                    <a:pt x="378100" y="2007357"/>
                  </a:lnTo>
                  <a:lnTo>
                    <a:pt x="379158" y="2008403"/>
                  </a:lnTo>
                  <a:lnTo>
                    <a:pt x="380216" y="2009433"/>
                  </a:lnTo>
                  <a:lnTo>
                    <a:pt x="381273" y="2010344"/>
                  </a:lnTo>
                  <a:lnTo>
                    <a:pt x="382331" y="2010996"/>
                  </a:lnTo>
                  <a:lnTo>
                    <a:pt x="383389" y="2011315"/>
                  </a:lnTo>
                  <a:lnTo>
                    <a:pt x="384447" y="2011195"/>
                  </a:lnTo>
                  <a:lnTo>
                    <a:pt x="385505" y="2010634"/>
                  </a:lnTo>
                  <a:lnTo>
                    <a:pt x="386563" y="2009617"/>
                  </a:lnTo>
                  <a:lnTo>
                    <a:pt x="387620" y="2008215"/>
                  </a:lnTo>
                  <a:lnTo>
                    <a:pt x="388678" y="2006490"/>
                  </a:lnTo>
                  <a:lnTo>
                    <a:pt x="389736" y="2004415"/>
                  </a:lnTo>
                  <a:lnTo>
                    <a:pt x="390794" y="2001997"/>
                  </a:lnTo>
                  <a:lnTo>
                    <a:pt x="391852" y="1999241"/>
                  </a:lnTo>
                  <a:lnTo>
                    <a:pt x="392910" y="1996149"/>
                  </a:lnTo>
                  <a:lnTo>
                    <a:pt x="393967" y="1992781"/>
                  </a:lnTo>
                  <a:lnTo>
                    <a:pt x="395025" y="1989252"/>
                  </a:lnTo>
                  <a:lnTo>
                    <a:pt x="396083" y="1985556"/>
                  </a:lnTo>
                  <a:lnTo>
                    <a:pt x="397141" y="1981647"/>
                  </a:lnTo>
                  <a:lnTo>
                    <a:pt x="398199" y="1977547"/>
                  </a:lnTo>
                  <a:lnTo>
                    <a:pt x="399257" y="1973307"/>
                  </a:lnTo>
                  <a:lnTo>
                    <a:pt x="400314" y="1968939"/>
                  </a:lnTo>
                  <a:lnTo>
                    <a:pt x="401372" y="1964421"/>
                  </a:lnTo>
                  <a:lnTo>
                    <a:pt x="402430" y="1959686"/>
                  </a:lnTo>
                  <a:lnTo>
                    <a:pt x="403488" y="1954647"/>
                  </a:lnTo>
                  <a:lnTo>
                    <a:pt x="404546" y="1949358"/>
                  </a:lnTo>
                  <a:lnTo>
                    <a:pt x="405604" y="1943919"/>
                  </a:lnTo>
                  <a:lnTo>
                    <a:pt x="406662" y="1938351"/>
                  </a:lnTo>
                  <a:lnTo>
                    <a:pt x="407719" y="1932758"/>
                  </a:lnTo>
                  <a:lnTo>
                    <a:pt x="408777" y="1927207"/>
                  </a:lnTo>
                  <a:lnTo>
                    <a:pt x="409835" y="1921688"/>
                  </a:lnTo>
                  <a:lnTo>
                    <a:pt x="410893" y="1916171"/>
                  </a:lnTo>
                  <a:lnTo>
                    <a:pt x="411951" y="1910669"/>
                  </a:lnTo>
                  <a:lnTo>
                    <a:pt x="413009" y="1905189"/>
                  </a:lnTo>
                  <a:lnTo>
                    <a:pt x="414066" y="1899666"/>
                  </a:lnTo>
                  <a:lnTo>
                    <a:pt x="415124" y="1894092"/>
                  </a:lnTo>
                  <a:lnTo>
                    <a:pt x="416182" y="1888537"/>
                  </a:lnTo>
                  <a:lnTo>
                    <a:pt x="417240" y="1883063"/>
                  </a:lnTo>
                  <a:lnTo>
                    <a:pt x="418298" y="1877820"/>
                  </a:lnTo>
                  <a:lnTo>
                    <a:pt x="419356" y="1872837"/>
                  </a:lnTo>
                  <a:lnTo>
                    <a:pt x="420413" y="1868092"/>
                  </a:lnTo>
                  <a:lnTo>
                    <a:pt x="421471" y="1863606"/>
                  </a:lnTo>
                  <a:lnTo>
                    <a:pt x="422529" y="1859345"/>
                  </a:lnTo>
                  <a:lnTo>
                    <a:pt x="423587" y="1855248"/>
                  </a:lnTo>
                  <a:lnTo>
                    <a:pt x="424645" y="1851182"/>
                  </a:lnTo>
                  <a:lnTo>
                    <a:pt x="425703" y="1847110"/>
                  </a:lnTo>
                  <a:lnTo>
                    <a:pt x="426760" y="1843058"/>
                  </a:lnTo>
                  <a:lnTo>
                    <a:pt x="427818" y="1839139"/>
                  </a:lnTo>
                  <a:lnTo>
                    <a:pt x="428876" y="1835480"/>
                  </a:lnTo>
                  <a:lnTo>
                    <a:pt x="429934" y="1832137"/>
                  </a:lnTo>
                  <a:lnTo>
                    <a:pt x="430992" y="1829062"/>
                  </a:lnTo>
                  <a:lnTo>
                    <a:pt x="432050" y="1826246"/>
                  </a:lnTo>
                  <a:lnTo>
                    <a:pt x="433108" y="1823719"/>
                  </a:lnTo>
                  <a:lnTo>
                    <a:pt x="434165" y="1821477"/>
                  </a:lnTo>
                  <a:lnTo>
                    <a:pt x="435223" y="1819633"/>
                  </a:lnTo>
                  <a:lnTo>
                    <a:pt x="436281" y="1818150"/>
                  </a:lnTo>
                  <a:lnTo>
                    <a:pt x="437339" y="1816991"/>
                  </a:lnTo>
                  <a:lnTo>
                    <a:pt x="438397" y="1816236"/>
                  </a:lnTo>
                  <a:lnTo>
                    <a:pt x="439455" y="1815889"/>
                  </a:lnTo>
                  <a:lnTo>
                    <a:pt x="440512" y="1816023"/>
                  </a:lnTo>
                  <a:lnTo>
                    <a:pt x="441570" y="1816614"/>
                  </a:lnTo>
                  <a:lnTo>
                    <a:pt x="442628" y="1817678"/>
                  </a:lnTo>
                  <a:lnTo>
                    <a:pt x="443686" y="1819166"/>
                  </a:lnTo>
                  <a:lnTo>
                    <a:pt x="444744" y="1820962"/>
                  </a:lnTo>
                  <a:lnTo>
                    <a:pt x="445802" y="1822966"/>
                  </a:lnTo>
                  <a:lnTo>
                    <a:pt x="446859" y="1825128"/>
                  </a:lnTo>
                  <a:lnTo>
                    <a:pt x="447917" y="1827412"/>
                  </a:lnTo>
                  <a:lnTo>
                    <a:pt x="448975" y="1829791"/>
                  </a:lnTo>
                  <a:lnTo>
                    <a:pt x="450033" y="1832319"/>
                  </a:lnTo>
                  <a:lnTo>
                    <a:pt x="451091" y="1835044"/>
                  </a:lnTo>
                  <a:lnTo>
                    <a:pt x="452149" y="1837984"/>
                  </a:lnTo>
                  <a:lnTo>
                    <a:pt x="453206" y="1841152"/>
                  </a:lnTo>
                  <a:lnTo>
                    <a:pt x="454264" y="1844533"/>
                  </a:lnTo>
                  <a:lnTo>
                    <a:pt x="455322" y="1848194"/>
                  </a:lnTo>
                  <a:lnTo>
                    <a:pt x="456380" y="1852222"/>
                  </a:lnTo>
                  <a:lnTo>
                    <a:pt x="457438" y="1856696"/>
                  </a:lnTo>
                  <a:lnTo>
                    <a:pt x="458496" y="1861506"/>
                  </a:lnTo>
                  <a:lnTo>
                    <a:pt x="459554" y="1866559"/>
                  </a:lnTo>
                  <a:lnTo>
                    <a:pt x="460611" y="1871858"/>
                  </a:lnTo>
                  <a:lnTo>
                    <a:pt x="461669" y="1877439"/>
                  </a:lnTo>
                  <a:lnTo>
                    <a:pt x="462727" y="1883337"/>
                  </a:lnTo>
                  <a:lnTo>
                    <a:pt x="463785" y="1889558"/>
                  </a:lnTo>
                  <a:lnTo>
                    <a:pt x="464843" y="1896143"/>
                  </a:lnTo>
                  <a:lnTo>
                    <a:pt x="465901" y="1903058"/>
                  </a:lnTo>
                  <a:lnTo>
                    <a:pt x="466958" y="1910206"/>
                  </a:lnTo>
                  <a:lnTo>
                    <a:pt x="468016" y="1917563"/>
                  </a:lnTo>
                  <a:lnTo>
                    <a:pt x="469074" y="1925083"/>
                  </a:lnTo>
                  <a:lnTo>
                    <a:pt x="470132" y="1932773"/>
                  </a:lnTo>
                  <a:lnTo>
                    <a:pt x="471190" y="1940569"/>
                  </a:lnTo>
                  <a:lnTo>
                    <a:pt x="472248" y="1948415"/>
                  </a:lnTo>
                  <a:lnTo>
                    <a:pt x="473305" y="1956262"/>
                  </a:lnTo>
                  <a:lnTo>
                    <a:pt x="474363" y="1964111"/>
                  </a:lnTo>
                  <a:lnTo>
                    <a:pt x="475421" y="1971877"/>
                  </a:lnTo>
                  <a:lnTo>
                    <a:pt x="476479" y="1979515"/>
                  </a:lnTo>
                  <a:lnTo>
                    <a:pt x="477537" y="1987134"/>
                  </a:lnTo>
                  <a:lnTo>
                    <a:pt x="478595" y="1994829"/>
                  </a:lnTo>
                  <a:lnTo>
                    <a:pt x="479652" y="2002627"/>
                  </a:lnTo>
                  <a:lnTo>
                    <a:pt x="480710" y="2010462"/>
                  </a:lnTo>
                  <a:lnTo>
                    <a:pt x="481768" y="2018253"/>
                  </a:lnTo>
                  <a:lnTo>
                    <a:pt x="482826" y="2025954"/>
                  </a:lnTo>
                  <a:lnTo>
                    <a:pt x="483884" y="2033614"/>
                  </a:lnTo>
                  <a:lnTo>
                    <a:pt x="484942" y="2041232"/>
                  </a:lnTo>
                  <a:lnTo>
                    <a:pt x="486000" y="2048729"/>
                  </a:lnTo>
                  <a:lnTo>
                    <a:pt x="487057" y="2056031"/>
                  </a:lnTo>
                  <a:lnTo>
                    <a:pt x="488115" y="2063081"/>
                  </a:lnTo>
                  <a:lnTo>
                    <a:pt x="489173" y="2069840"/>
                  </a:lnTo>
                  <a:lnTo>
                    <a:pt x="490231" y="2076410"/>
                  </a:lnTo>
                  <a:lnTo>
                    <a:pt x="491289" y="2082899"/>
                  </a:lnTo>
                  <a:lnTo>
                    <a:pt x="492347" y="2089415"/>
                  </a:lnTo>
                  <a:lnTo>
                    <a:pt x="493404" y="2095794"/>
                  </a:lnTo>
                  <a:lnTo>
                    <a:pt x="494462" y="2101873"/>
                  </a:lnTo>
                  <a:lnTo>
                    <a:pt x="495520" y="2107532"/>
                  </a:lnTo>
                  <a:lnTo>
                    <a:pt x="496578" y="2112706"/>
                  </a:lnTo>
                  <a:lnTo>
                    <a:pt x="497636" y="2117450"/>
                  </a:lnTo>
                  <a:lnTo>
                    <a:pt x="498694" y="2121865"/>
                  </a:lnTo>
                  <a:lnTo>
                    <a:pt x="499751" y="2126075"/>
                  </a:lnTo>
                  <a:lnTo>
                    <a:pt x="500809" y="2130142"/>
                  </a:lnTo>
                  <a:lnTo>
                    <a:pt x="501867" y="2133988"/>
                  </a:lnTo>
                  <a:lnTo>
                    <a:pt x="502925" y="2137619"/>
                  </a:lnTo>
                  <a:lnTo>
                    <a:pt x="503983" y="2140997"/>
                  </a:lnTo>
                  <a:lnTo>
                    <a:pt x="505041" y="2144117"/>
                  </a:lnTo>
                  <a:lnTo>
                    <a:pt x="506098" y="2146948"/>
                  </a:lnTo>
                  <a:lnTo>
                    <a:pt x="507156" y="2149424"/>
                  </a:lnTo>
                  <a:lnTo>
                    <a:pt x="508214" y="2151476"/>
                  </a:lnTo>
                  <a:lnTo>
                    <a:pt x="509272" y="2153078"/>
                  </a:lnTo>
                  <a:lnTo>
                    <a:pt x="510330" y="2154163"/>
                  </a:lnTo>
                  <a:lnTo>
                    <a:pt x="511388" y="2154748"/>
                  </a:lnTo>
                  <a:lnTo>
                    <a:pt x="512446" y="2154929"/>
                  </a:lnTo>
                  <a:lnTo>
                    <a:pt x="513503" y="2154768"/>
                  </a:lnTo>
                  <a:lnTo>
                    <a:pt x="514561" y="2154266"/>
                  </a:lnTo>
                  <a:lnTo>
                    <a:pt x="515619" y="2153331"/>
                  </a:lnTo>
                  <a:lnTo>
                    <a:pt x="516677" y="2151935"/>
                  </a:lnTo>
                  <a:lnTo>
                    <a:pt x="517735" y="2150128"/>
                  </a:lnTo>
                  <a:lnTo>
                    <a:pt x="518793" y="2147899"/>
                  </a:lnTo>
                  <a:lnTo>
                    <a:pt x="519850" y="2145354"/>
                  </a:lnTo>
                  <a:lnTo>
                    <a:pt x="520908" y="2142562"/>
                  </a:lnTo>
                  <a:lnTo>
                    <a:pt x="521966" y="2139609"/>
                  </a:lnTo>
                  <a:lnTo>
                    <a:pt x="523024" y="2136562"/>
                  </a:lnTo>
                  <a:lnTo>
                    <a:pt x="524082" y="2133468"/>
                  </a:lnTo>
                  <a:lnTo>
                    <a:pt x="525140" y="2130384"/>
                  </a:lnTo>
                  <a:lnTo>
                    <a:pt x="526197" y="2127339"/>
                  </a:lnTo>
                  <a:lnTo>
                    <a:pt x="527255" y="2124386"/>
                  </a:lnTo>
                  <a:lnTo>
                    <a:pt x="528313" y="2121667"/>
                  </a:lnTo>
                  <a:lnTo>
                    <a:pt x="529371" y="2119291"/>
                  </a:lnTo>
                  <a:lnTo>
                    <a:pt x="530429" y="2117291"/>
                  </a:lnTo>
                  <a:lnTo>
                    <a:pt x="531487" y="2115580"/>
                  </a:lnTo>
                  <a:lnTo>
                    <a:pt x="532544" y="2114113"/>
                  </a:lnTo>
                  <a:lnTo>
                    <a:pt x="533602" y="2112897"/>
                  </a:lnTo>
                  <a:lnTo>
                    <a:pt x="534660" y="2111985"/>
                  </a:lnTo>
                  <a:lnTo>
                    <a:pt x="535718" y="2111364"/>
                  </a:lnTo>
                  <a:lnTo>
                    <a:pt x="536776" y="2111072"/>
                  </a:lnTo>
                  <a:lnTo>
                    <a:pt x="537834" y="2111070"/>
                  </a:lnTo>
                  <a:lnTo>
                    <a:pt x="538892" y="2111392"/>
                  </a:lnTo>
                  <a:lnTo>
                    <a:pt x="539949" y="2112115"/>
                  </a:lnTo>
                  <a:lnTo>
                    <a:pt x="541007" y="2113248"/>
                  </a:lnTo>
                  <a:lnTo>
                    <a:pt x="542065" y="2114874"/>
                  </a:lnTo>
                  <a:lnTo>
                    <a:pt x="543123" y="2117001"/>
                  </a:lnTo>
                  <a:lnTo>
                    <a:pt x="544181" y="2119499"/>
                  </a:lnTo>
                  <a:lnTo>
                    <a:pt x="545239" y="2122089"/>
                  </a:lnTo>
                  <a:lnTo>
                    <a:pt x="546296" y="2124718"/>
                  </a:lnTo>
                  <a:lnTo>
                    <a:pt x="547354" y="2127577"/>
                  </a:lnTo>
                  <a:lnTo>
                    <a:pt x="548412" y="2130791"/>
                  </a:lnTo>
                  <a:lnTo>
                    <a:pt x="549470" y="2134518"/>
                  </a:lnTo>
                  <a:lnTo>
                    <a:pt x="550528" y="2138779"/>
                  </a:lnTo>
                  <a:lnTo>
                    <a:pt x="551586" y="2143582"/>
                  </a:lnTo>
                  <a:lnTo>
                    <a:pt x="552643" y="2148863"/>
                  </a:lnTo>
                  <a:lnTo>
                    <a:pt x="553701" y="2154482"/>
                  </a:lnTo>
                  <a:lnTo>
                    <a:pt x="554759" y="2160478"/>
                  </a:lnTo>
                  <a:lnTo>
                    <a:pt x="555817" y="2166892"/>
                  </a:lnTo>
                  <a:lnTo>
                    <a:pt x="556875" y="2173702"/>
                  </a:lnTo>
                  <a:lnTo>
                    <a:pt x="557933" y="2180871"/>
                  </a:lnTo>
                  <a:lnTo>
                    <a:pt x="558990" y="2188368"/>
                  </a:lnTo>
                  <a:lnTo>
                    <a:pt x="560048" y="2196229"/>
                  </a:lnTo>
                  <a:lnTo>
                    <a:pt x="561106" y="2204607"/>
                  </a:lnTo>
                  <a:lnTo>
                    <a:pt x="562164" y="2213520"/>
                  </a:lnTo>
                  <a:lnTo>
                    <a:pt x="563222" y="2222945"/>
                  </a:lnTo>
                  <a:lnTo>
                    <a:pt x="564280" y="2232924"/>
                  </a:lnTo>
                  <a:lnTo>
                    <a:pt x="565338" y="2243458"/>
                  </a:lnTo>
                  <a:lnTo>
                    <a:pt x="566395" y="2254520"/>
                  </a:lnTo>
                  <a:lnTo>
                    <a:pt x="567453" y="2266054"/>
                  </a:lnTo>
                  <a:lnTo>
                    <a:pt x="568511" y="2278075"/>
                  </a:lnTo>
                  <a:lnTo>
                    <a:pt x="569569" y="2290620"/>
                  </a:lnTo>
                  <a:lnTo>
                    <a:pt x="570627" y="2303572"/>
                  </a:lnTo>
                  <a:lnTo>
                    <a:pt x="571685" y="2316862"/>
                  </a:lnTo>
                  <a:lnTo>
                    <a:pt x="572742" y="2330476"/>
                  </a:lnTo>
                  <a:lnTo>
                    <a:pt x="573800" y="2344419"/>
                  </a:lnTo>
                  <a:lnTo>
                    <a:pt x="574858" y="2358712"/>
                  </a:lnTo>
                  <a:lnTo>
                    <a:pt x="575916" y="2373303"/>
                  </a:lnTo>
                  <a:lnTo>
                    <a:pt x="576974" y="2388066"/>
                  </a:lnTo>
                  <a:lnTo>
                    <a:pt x="578032" y="2402923"/>
                  </a:lnTo>
                  <a:lnTo>
                    <a:pt x="579089" y="2417873"/>
                  </a:lnTo>
                  <a:lnTo>
                    <a:pt x="580147" y="2432828"/>
                  </a:lnTo>
                  <a:lnTo>
                    <a:pt x="581205" y="2447673"/>
                  </a:lnTo>
                  <a:lnTo>
                    <a:pt x="582263" y="2462286"/>
                  </a:lnTo>
                  <a:lnTo>
                    <a:pt x="583321" y="2476624"/>
                  </a:lnTo>
                  <a:lnTo>
                    <a:pt x="584379" y="2490761"/>
                  </a:lnTo>
                  <a:lnTo>
                    <a:pt x="585436" y="2504809"/>
                  </a:lnTo>
                  <a:lnTo>
                    <a:pt x="586494" y="2518811"/>
                  </a:lnTo>
                  <a:lnTo>
                    <a:pt x="587552" y="2532740"/>
                  </a:lnTo>
                  <a:lnTo>
                    <a:pt x="588610" y="2546597"/>
                  </a:lnTo>
                  <a:lnTo>
                    <a:pt x="589668" y="2560311"/>
                  </a:lnTo>
                  <a:lnTo>
                    <a:pt x="590726" y="2573789"/>
                  </a:lnTo>
                  <a:lnTo>
                    <a:pt x="591784" y="2586939"/>
                  </a:lnTo>
                  <a:lnTo>
                    <a:pt x="592841" y="2599820"/>
                  </a:lnTo>
                  <a:lnTo>
                    <a:pt x="593899" y="2612449"/>
                  </a:lnTo>
                  <a:lnTo>
                    <a:pt x="594957" y="2624826"/>
                  </a:lnTo>
                  <a:lnTo>
                    <a:pt x="596015" y="2636920"/>
                  </a:lnTo>
                  <a:lnTo>
                    <a:pt x="597073" y="2648700"/>
                  </a:lnTo>
                  <a:lnTo>
                    <a:pt x="598131" y="2660272"/>
                  </a:lnTo>
                  <a:lnTo>
                    <a:pt x="599188" y="2671803"/>
                  </a:lnTo>
                  <a:lnTo>
                    <a:pt x="600246" y="2683215"/>
                  </a:lnTo>
                  <a:lnTo>
                    <a:pt x="601304" y="2694431"/>
                  </a:lnTo>
                  <a:lnTo>
                    <a:pt x="602362" y="2705382"/>
                  </a:lnTo>
                  <a:lnTo>
                    <a:pt x="603420" y="2715951"/>
                  </a:lnTo>
                  <a:lnTo>
                    <a:pt x="604478" y="2726115"/>
                  </a:lnTo>
                  <a:lnTo>
                    <a:pt x="605535" y="2735811"/>
                  </a:lnTo>
                  <a:lnTo>
                    <a:pt x="606593" y="2745139"/>
                  </a:lnTo>
                  <a:lnTo>
                    <a:pt x="607651" y="2754218"/>
                  </a:lnTo>
                  <a:lnTo>
                    <a:pt x="608709" y="2762986"/>
                  </a:lnTo>
                  <a:lnTo>
                    <a:pt x="609767" y="2771465"/>
                  </a:lnTo>
                  <a:lnTo>
                    <a:pt x="610825" y="2779655"/>
                  </a:lnTo>
                  <a:lnTo>
                    <a:pt x="611882" y="2787591"/>
                  </a:lnTo>
                  <a:lnTo>
                    <a:pt x="612940" y="2795305"/>
                  </a:lnTo>
                  <a:lnTo>
                    <a:pt x="613998" y="2802717"/>
                  </a:lnTo>
                  <a:lnTo>
                    <a:pt x="615056" y="2809720"/>
                  </a:lnTo>
                  <a:lnTo>
                    <a:pt x="616114" y="2816210"/>
                  </a:lnTo>
                  <a:lnTo>
                    <a:pt x="617172" y="2822175"/>
                  </a:lnTo>
                  <a:lnTo>
                    <a:pt x="618230" y="2827619"/>
                  </a:lnTo>
                  <a:lnTo>
                    <a:pt x="619287" y="2832568"/>
                  </a:lnTo>
                  <a:lnTo>
                    <a:pt x="620345" y="2837028"/>
                  </a:lnTo>
                  <a:lnTo>
                    <a:pt x="621403" y="2841057"/>
                  </a:lnTo>
                  <a:lnTo>
                    <a:pt x="622461" y="2844576"/>
                  </a:lnTo>
                  <a:lnTo>
                    <a:pt x="623519" y="2847587"/>
                  </a:lnTo>
                  <a:lnTo>
                    <a:pt x="624577" y="2850185"/>
                  </a:lnTo>
                  <a:lnTo>
                    <a:pt x="625634" y="2852380"/>
                  </a:lnTo>
                  <a:lnTo>
                    <a:pt x="626692" y="2854172"/>
                  </a:lnTo>
                  <a:lnTo>
                    <a:pt x="627750" y="2855489"/>
                  </a:lnTo>
                  <a:lnTo>
                    <a:pt x="628808" y="2856304"/>
                  </a:lnTo>
                  <a:lnTo>
                    <a:pt x="629866" y="2856680"/>
                  </a:lnTo>
                  <a:lnTo>
                    <a:pt x="630924" y="2856746"/>
                  </a:lnTo>
                  <a:lnTo>
                    <a:pt x="631981" y="2856670"/>
                  </a:lnTo>
                  <a:lnTo>
                    <a:pt x="633039" y="2856442"/>
                  </a:lnTo>
                  <a:lnTo>
                    <a:pt x="634097" y="2856099"/>
                  </a:lnTo>
                  <a:lnTo>
                    <a:pt x="635155" y="2855718"/>
                  </a:lnTo>
                  <a:lnTo>
                    <a:pt x="636213" y="2855282"/>
                  </a:lnTo>
                  <a:lnTo>
                    <a:pt x="637271" y="2854792"/>
                  </a:lnTo>
                  <a:lnTo>
                    <a:pt x="638328" y="2854218"/>
                  </a:lnTo>
                  <a:lnTo>
                    <a:pt x="639386" y="2853494"/>
                  </a:lnTo>
                  <a:lnTo>
                    <a:pt x="640444" y="2852628"/>
                  </a:lnTo>
                  <a:lnTo>
                    <a:pt x="641502" y="2851646"/>
                  </a:lnTo>
                  <a:lnTo>
                    <a:pt x="642560" y="2850547"/>
                  </a:lnTo>
                  <a:lnTo>
                    <a:pt x="643618" y="2849443"/>
                  </a:lnTo>
                  <a:lnTo>
                    <a:pt x="644676" y="2848447"/>
                  </a:lnTo>
                  <a:lnTo>
                    <a:pt x="645733" y="2847578"/>
                  </a:lnTo>
                  <a:lnTo>
                    <a:pt x="646791" y="2846762"/>
                  </a:lnTo>
                  <a:lnTo>
                    <a:pt x="647849" y="2845957"/>
                  </a:lnTo>
                  <a:lnTo>
                    <a:pt x="648907" y="2845164"/>
                  </a:lnTo>
                  <a:lnTo>
                    <a:pt x="649965" y="2844383"/>
                  </a:lnTo>
                  <a:lnTo>
                    <a:pt x="651023" y="2843646"/>
                  </a:lnTo>
                  <a:lnTo>
                    <a:pt x="652080" y="2842940"/>
                  </a:lnTo>
                  <a:lnTo>
                    <a:pt x="653138" y="2842246"/>
                  </a:lnTo>
                  <a:lnTo>
                    <a:pt x="654196" y="2841608"/>
                  </a:lnTo>
                  <a:lnTo>
                    <a:pt x="655254" y="2841059"/>
                  </a:lnTo>
                  <a:lnTo>
                    <a:pt x="656312" y="2840656"/>
                  </a:lnTo>
                  <a:lnTo>
                    <a:pt x="657370" y="2840477"/>
                  </a:lnTo>
                  <a:lnTo>
                    <a:pt x="658427" y="2840603"/>
                  </a:lnTo>
                  <a:lnTo>
                    <a:pt x="659485" y="2841055"/>
                  </a:lnTo>
                  <a:lnTo>
                    <a:pt x="660543" y="2841724"/>
                  </a:lnTo>
                  <a:lnTo>
                    <a:pt x="661601" y="2842557"/>
                  </a:lnTo>
                  <a:lnTo>
                    <a:pt x="662659" y="2843555"/>
                  </a:lnTo>
                  <a:lnTo>
                    <a:pt x="663717" y="2844718"/>
                  </a:lnTo>
                  <a:lnTo>
                    <a:pt x="664774" y="2846047"/>
                  </a:lnTo>
                  <a:lnTo>
                    <a:pt x="665832" y="2847540"/>
                  </a:lnTo>
                  <a:lnTo>
                    <a:pt x="666890" y="2849139"/>
                  </a:lnTo>
                  <a:lnTo>
                    <a:pt x="667948" y="2850865"/>
                  </a:lnTo>
                  <a:lnTo>
                    <a:pt x="669006" y="2852812"/>
                  </a:lnTo>
                  <a:lnTo>
                    <a:pt x="670064" y="2855033"/>
                  </a:lnTo>
                  <a:lnTo>
                    <a:pt x="671122" y="2857523"/>
                  </a:lnTo>
                  <a:lnTo>
                    <a:pt x="672179" y="2860236"/>
                  </a:lnTo>
                  <a:lnTo>
                    <a:pt x="673237" y="2863114"/>
                  </a:lnTo>
                  <a:lnTo>
                    <a:pt x="674295" y="2866075"/>
                  </a:lnTo>
                  <a:lnTo>
                    <a:pt x="675353" y="2869061"/>
                  </a:lnTo>
                  <a:lnTo>
                    <a:pt x="676411" y="2872094"/>
                  </a:lnTo>
                  <a:lnTo>
                    <a:pt x="677469" y="2875175"/>
                  </a:lnTo>
                  <a:lnTo>
                    <a:pt x="678526" y="2878308"/>
                  </a:lnTo>
                  <a:lnTo>
                    <a:pt x="679584" y="2881493"/>
                  </a:lnTo>
                  <a:lnTo>
                    <a:pt x="680642" y="2884729"/>
                  </a:lnTo>
                  <a:lnTo>
                    <a:pt x="681700" y="2888018"/>
                  </a:lnTo>
                  <a:lnTo>
                    <a:pt x="682758" y="2891397"/>
                  </a:lnTo>
                  <a:lnTo>
                    <a:pt x="683816" y="2894731"/>
                  </a:lnTo>
                  <a:lnTo>
                    <a:pt x="684873" y="2897771"/>
                  </a:lnTo>
                  <a:lnTo>
                    <a:pt x="685931" y="2900385"/>
                  </a:lnTo>
                  <a:lnTo>
                    <a:pt x="686989" y="2902600"/>
                  </a:lnTo>
                  <a:lnTo>
                    <a:pt x="688047" y="2904395"/>
                  </a:lnTo>
                  <a:lnTo>
                    <a:pt x="689105" y="2905749"/>
                  </a:lnTo>
                  <a:lnTo>
                    <a:pt x="690163" y="2906639"/>
                  </a:lnTo>
                  <a:lnTo>
                    <a:pt x="691220" y="2906994"/>
                  </a:lnTo>
                  <a:lnTo>
                    <a:pt x="692278" y="2906792"/>
                  </a:lnTo>
                  <a:lnTo>
                    <a:pt x="693336" y="2905994"/>
                  </a:lnTo>
                  <a:lnTo>
                    <a:pt x="694394" y="2904550"/>
                  </a:lnTo>
                  <a:lnTo>
                    <a:pt x="695452" y="2902410"/>
                  </a:lnTo>
                  <a:lnTo>
                    <a:pt x="696510" y="2899532"/>
                  </a:lnTo>
                  <a:lnTo>
                    <a:pt x="697568" y="2895888"/>
                  </a:lnTo>
                  <a:lnTo>
                    <a:pt x="698625" y="2891400"/>
                  </a:lnTo>
                  <a:lnTo>
                    <a:pt x="699683" y="2886130"/>
                  </a:lnTo>
                  <a:lnTo>
                    <a:pt x="700741" y="2880154"/>
                  </a:lnTo>
                  <a:lnTo>
                    <a:pt x="701799" y="2873512"/>
                  </a:lnTo>
                  <a:lnTo>
                    <a:pt x="702857" y="2866179"/>
                  </a:lnTo>
                  <a:lnTo>
                    <a:pt x="703915" y="2858167"/>
                  </a:lnTo>
                  <a:lnTo>
                    <a:pt x="704972" y="2849473"/>
                  </a:lnTo>
                  <a:lnTo>
                    <a:pt x="706030" y="2840056"/>
                  </a:lnTo>
                  <a:lnTo>
                    <a:pt x="707088" y="2829852"/>
                  </a:lnTo>
                  <a:lnTo>
                    <a:pt x="708146" y="2818842"/>
                  </a:lnTo>
                  <a:lnTo>
                    <a:pt x="709204" y="2807034"/>
                  </a:lnTo>
                  <a:lnTo>
                    <a:pt x="710262" y="2794406"/>
                  </a:lnTo>
                  <a:lnTo>
                    <a:pt x="711319" y="2780989"/>
                  </a:lnTo>
                  <a:lnTo>
                    <a:pt x="712377" y="2766738"/>
                  </a:lnTo>
                  <a:lnTo>
                    <a:pt x="713435" y="2751635"/>
                  </a:lnTo>
                  <a:lnTo>
                    <a:pt x="714493" y="2735725"/>
                  </a:lnTo>
                  <a:lnTo>
                    <a:pt x="715551" y="2719002"/>
                  </a:lnTo>
                  <a:lnTo>
                    <a:pt x="716609" y="2701484"/>
                  </a:lnTo>
                  <a:lnTo>
                    <a:pt x="717666" y="2683162"/>
                  </a:lnTo>
                  <a:lnTo>
                    <a:pt x="718724" y="2664015"/>
                  </a:lnTo>
                  <a:lnTo>
                    <a:pt x="719782" y="2644102"/>
                  </a:lnTo>
                  <a:lnTo>
                    <a:pt x="720840" y="2623459"/>
                  </a:lnTo>
                  <a:lnTo>
                    <a:pt x="721898" y="2602098"/>
                  </a:lnTo>
                  <a:lnTo>
                    <a:pt x="722956" y="2580014"/>
                  </a:lnTo>
                  <a:lnTo>
                    <a:pt x="724014" y="2557247"/>
                  </a:lnTo>
                  <a:lnTo>
                    <a:pt x="725071" y="2533806"/>
                  </a:lnTo>
                  <a:lnTo>
                    <a:pt x="726129" y="2509737"/>
                  </a:lnTo>
                  <a:lnTo>
                    <a:pt x="727187" y="2485054"/>
                  </a:lnTo>
                  <a:lnTo>
                    <a:pt x="728245" y="2459891"/>
                  </a:lnTo>
                  <a:lnTo>
                    <a:pt x="729303" y="2434362"/>
                  </a:lnTo>
                  <a:lnTo>
                    <a:pt x="730361" y="2408501"/>
                  </a:lnTo>
                  <a:lnTo>
                    <a:pt x="731418" y="2382293"/>
                  </a:lnTo>
                  <a:lnTo>
                    <a:pt x="732476" y="2355646"/>
                  </a:lnTo>
                  <a:lnTo>
                    <a:pt x="733534" y="2328557"/>
                  </a:lnTo>
                  <a:lnTo>
                    <a:pt x="734592" y="2301056"/>
                  </a:lnTo>
                  <a:lnTo>
                    <a:pt x="735650" y="2273080"/>
                  </a:lnTo>
                  <a:lnTo>
                    <a:pt x="736708" y="2244688"/>
                  </a:lnTo>
                  <a:lnTo>
                    <a:pt x="737765" y="2216082"/>
                  </a:lnTo>
                  <a:lnTo>
                    <a:pt x="738823" y="2187539"/>
                  </a:lnTo>
                  <a:lnTo>
                    <a:pt x="739881" y="2159101"/>
                  </a:lnTo>
                  <a:lnTo>
                    <a:pt x="740939" y="2130772"/>
                  </a:lnTo>
                  <a:lnTo>
                    <a:pt x="741997" y="2102579"/>
                  </a:lnTo>
                  <a:lnTo>
                    <a:pt x="743055" y="2074527"/>
                  </a:lnTo>
                  <a:lnTo>
                    <a:pt x="744112" y="2046621"/>
                  </a:lnTo>
                  <a:lnTo>
                    <a:pt x="745170" y="2018887"/>
                  </a:lnTo>
                  <a:lnTo>
                    <a:pt x="746228" y="1991324"/>
                  </a:lnTo>
                  <a:lnTo>
                    <a:pt x="747286" y="1963951"/>
                  </a:lnTo>
                  <a:lnTo>
                    <a:pt x="748344" y="1936866"/>
                  </a:lnTo>
                  <a:lnTo>
                    <a:pt x="749402" y="1910150"/>
                  </a:lnTo>
                  <a:lnTo>
                    <a:pt x="750460" y="1883795"/>
                  </a:lnTo>
                  <a:lnTo>
                    <a:pt x="751517" y="1857815"/>
                  </a:lnTo>
                  <a:lnTo>
                    <a:pt x="752575" y="1832195"/>
                  </a:lnTo>
                  <a:lnTo>
                    <a:pt x="753633" y="1806861"/>
                  </a:lnTo>
                  <a:lnTo>
                    <a:pt x="754691" y="1781764"/>
                  </a:lnTo>
                  <a:lnTo>
                    <a:pt x="755749" y="1756887"/>
                  </a:lnTo>
                  <a:lnTo>
                    <a:pt x="756807" y="1732247"/>
                  </a:lnTo>
                  <a:lnTo>
                    <a:pt x="757864" y="1707780"/>
                  </a:lnTo>
                  <a:lnTo>
                    <a:pt x="758922" y="1683535"/>
                  </a:lnTo>
                  <a:lnTo>
                    <a:pt x="759980" y="1659635"/>
                  </a:lnTo>
                  <a:lnTo>
                    <a:pt x="761038" y="1636173"/>
                  </a:lnTo>
                  <a:lnTo>
                    <a:pt x="762096" y="1613159"/>
                  </a:lnTo>
                  <a:lnTo>
                    <a:pt x="763154" y="1590593"/>
                  </a:lnTo>
                  <a:lnTo>
                    <a:pt x="764211" y="1568379"/>
                  </a:lnTo>
                  <a:lnTo>
                    <a:pt x="765269" y="1546405"/>
                  </a:lnTo>
                  <a:lnTo>
                    <a:pt x="766327" y="1524730"/>
                  </a:lnTo>
                  <a:lnTo>
                    <a:pt x="767385" y="1503464"/>
                  </a:lnTo>
                  <a:lnTo>
                    <a:pt x="768443" y="1482640"/>
                  </a:lnTo>
                  <a:lnTo>
                    <a:pt x="769501" y="1462264"/>
                  </a:lnTo>
                  <a:lnTo>
                    <a:pt x="770558" y="1442367"/>
                  </a:lnTo>
                  <a:lnTo>
                    <a:pt x="771616" y="1422982"/>
                  </a:lnTo>
                  <a:lnTo>
                    <a:pt x="772674" y="1404221"/>
                  </a:lnTo>
                  <a:lnTo>
                    <a:pt x="773732" y="1386150"/>
                  </a:lnTo>
                  <a:lnTo>
                    <a:pt x="774790" y="1368865"/>
                  </a:lnTo>
                  <a:lnTo>
                    <a:pt x="775848" y="1352361"/>
                  </a:lnTo>
                  <a:lnTo>
                    <a:pt x="776906" y="1336569"/>
                  </a:lnTo>
                  <a:lnTo>
                    <a:pt x="777963" y="1321511"/>
                  </a:lnTo>
                  <a:lnTo>
                    <a:pt x="779021" y="1307201"/>
                  </a:lnTo>
                  <a:lnTo>
                    <a:pt x="780079" y="1293693"/>
                  </a:lnTo>
                  <a:lnTo>
                    <a:pt x="781137" y="1281011"/>
                  </a:lnTo>
                  <a:lnTo>
                    <a:pt x="782195" y="1269076"/>
                  </a:lnTo>
                  <a:lnTo>
                    <a:pt x="783253" y="1257775"/>
                  </a:lnTo>
                  <a:lnTo>
                    <a:pt x="784310" y="1247156"/>
                  </a:lnTo>
                  <a:lnTo>
                    <a:pt x="785368" y="1237349"/>
                  </a:lnTo>
                  <a:lnTo>
                    <a:pt x="786426" y="1228460"/>
                  </a:lnTo>
                  <a:lnTo>
                    <a:pt x="787484" y="1220487"/>
                  </a:lnTo>
                  <a:lnTo>
                    <a:pt x="788542" y="1213347"/>
                  </a:lnTo>
                  <a:lnTo>
                    <a:pt x="789600" y="1206991"/>
                  </a:lnTo>
                  <a:lnTo>
                    <a:pt x="790657" y="1201244"/>
                  </a:lnTo>
                  <a:lnTo>
                    <a:pt x="791715" y="1195965"/>
                  </a:lnTo>
                  <a:lnTo>
                    <a:pt x="792773" y="1191018"/>
                  </a:lnTo>
                  <a:lnTo>
                    <a:pt x="793831" y="1186381"/>
                  </a:lnTo>
                  <a:lnTo>
                    <a:pt x="794889" y="1182101"/>
                  </a:lnTo>
                  <a:lnTo>
                    <a:pt x="795947" y="1178209"/>
                  </a:lnTo>
                  <a:lnTo>
                    <a:pt x="797004" y="1174698"/>
                  </a:lnTo>
                  <a:lnTo>
                    <a:pt x="798062" y="1171565"/>
                  </a:lnTo>
                  <a:lnTo>
                    <a:pt x="799120" y="1168909"/>
                  </a:lnTo>
                  <a:lnTo>
                    <a:pt x="800178" y="1166772"/>
                  </a:lnTo>
                  <a:lnTo>
                    <a:pt x="801236" y="1165154"/>
                  </a:lnTo>
                  <a:lnTo>
                    <a:pt x="802294" y="1163938"/>
                  </a:lnTo>
                  <a:lnTo>
                    <a:pt x="803352" y="1163125"/>
                  </a:lnTo>
                  <a:lnTo>
                    <a:pt x="804409" y="1162769"/>
                  </a:lnTo>
                  <a:lnTo>
                    <a:pt x="805467" y="1162867"/>
                  </a:lnTo>
                  <a:lnTo>
                    <a:pt x="806525" y="1163475"/>
                  </a:lnTo>
                  <a:lnTo>
                    <a:pt x="807583" y="1164601"/>
                  </a:lnTo>
                  <a:lnTo>
                    <a:pt x="808641" y="1166265"/>
                  </a:lnTo>
                  <a:lnTo>
                    <a:pt x="809699" y="1168388"/>
                  </a:lnTo>
                  <a:lnTo>
                    <a:pt x="810756" y="1171052"/>
                  </a:lnTo>
                  <a:lnTo>
                    <a:pt x="811814" y="1174290"/>
                  </a:lnTo>
                  <a:lnTo>
                    <a:pt x="812872" y="1178065"/>
                  </a:lnTo>
                  <a:lnTo>
                    <a:pt x="813930" y="1182275"/>
                  </a:lnTo>
                  <a:lnTo>
                    <a:pt x="814988" y="1186922"/>
                  </a:lnTo>
                  <a:lnTo>
                    <a:pt x="816046" y="1191957"/>
                  </a:lnTo>
                  <a:lnTo>
                    <a:pt x="817103" y="1197362"/>
                  </a:lnTo>
                  <a:lnTo>
                    <a:pt x="818161" y="1203198"/>
                  </a:lnTo>
                  <a:lnTo>
                    <a:pt x="819219" y="1209471"/>
                  </a:lnTo>
                  <a:lnTo>
                    <a:pt x="820277" y="1216025"/>
                  </a:lnTo>
                  <a:lnTo>
                    <a:pt x="821335" y="1222794"/>
                  </a:lnTo>
                  <a:lnTo>
                    <a:pt x="822393" y="1229753"/>
                  </a:lnTo>
                  <a:lnTo>
                    <a:pt x="823450" y="1236853"/>
                  </a:lnTo>
                  <a:lnTo>
                    <a:pt x="824508" y="1244079"/>
                  </a:lnTo>
                  <a:lnTo>
                    <a:pt x="825566" y="1251360"/>
                  </a:lnTo>
                  <a:lnTo>
                    <a:pt x="826624" y="1258563"/>
                  </a:lnTo>
                  <a:lnTo>
                    <a:pt x="827682" y="1265482"/>
                  </a:lnTo>
                  <a:lnTo>
                    <a:pt x="828740" y="1272012"/>
                  </a:lnTo>
                  <a:lnTo>
                    <a:pt x="829798" y="1278218"/>
                  </a:lnTo>
                  <a:lnTo>
                    <a:pt x="830855" y="1284046"/>
                  </a:lnTo>
                  <a:lnTo>
                    <a:pt x="831913" y="1289467"/>
                  </a:lnTo>
                  <a:lnTo>
                    <a:pt x="832971" y="1294393"/>
                  </a:lnTo>
                  <a:lnTo>
                    <a:pt x="834029" y="1298811"/>
                  </a:lnTo>
                  <a:lnTo>
                    <a:pt x="835087" y="1302716"/>
                  </a:lnTo>
                  <a:lnTo>
                    <a:pt x="836145" y="1306224"/>
                  </a:lnTo>
                  <a:lnTo>
                    <a:pt x="837202" y="1309353"/>
                  </a:lnTo>
                  <a:lnTo>
                    <a:pt x="838260" y="1312033"/>
                  </a:lnTo>
                  <a:lnTo>
                    <a:pt x="839318" y="1314144"/>
                  </a:lnTo>
                  <a:lnTo>
                    <a:pt x="840376" y="1315638"/>
                  </a:lnTo>
                  <a:lnTo>
                    <a:pt x="841434" y="1316562"/>
                  </a:lnTo>
                  <a:lnTo>
                    <a:pt x="842492" y="1317111"/>
                  </a:lnTo>
                  <a:lnTo>
                    <a:pt x="843549" y="1317580"/>
                  </a:lnTo>
                  <a:lnTo>
                    <a:pt x="844607" y="1318084"/>
                  </a:lnTo>
                  <a:lnTo>
                    <a:pt x="845665" y="1318736"/>
                  </a:lnTo>
                  <a:lnTo>
                    <a:pt x="846723" y="1319617"/>
                  </a:lnTo>
                  <a:lnTo>
                    <a:pt x="847781" y="1320664"/>
                  </a:lnTo>
                  <a:lnTo>
                    <a:pt x="848839" y="1321882"/>
                  </a:lnTo>
                  <a:lnTo>
                    <a:pt x="849896" y="1323280"/>
                  </a:lnTo>
                  <a:lnTo>
                    <a:pt x="850954" y="1324963"/>
                  </a:lnTo>
                  <a:lnTo>
                    <a:pt x="852012" y="1326988"/>
                  </a:lnTo>
                  <a:lnTo>
                    <a:pt x="853070" y="1329309"/>
                  </a:lnTo>
                  <a:lnTo>
                    <a:pt x="854128" y="1331883"/>
                  </a:lnTo>
                  <a:lnTo>
                    <a:pt x="855186" y="1334776"/>
                  </a:lnTo>
                  <a:lnTo>
                    <a:pt x="856244" y="1338088"/>
                  </a:lnTo>
                  <a:lnTo>
                    <a:pt x="857301" y="1341893"/>
                  </a:lnTo>
                  <a:lnTo>
                    <a:pt x="858359" y="1346194"/>
                  </a:lnTo>
                  <a:lnTo>
                    <a:pt x="859417" y="1350980"/>
                  </a:lnTo>
                  <a:lnTo>
                    <a:pt x="860475" y="1356285"/>
                  </a:lnTo>
                  <a:lnTo>
                    <a:pt x="861533" y="1362153"/>
                  </a:lnTo>
                  <a:lnTo>
                    <a:pt x="862591" y="1368573"/>
                  </a:lnTo>
                  <a:lnTo>
                    <a:pt x="863648" y="1375581"/>
                  </a:lnTo>
                  <a:lnTo>
                    <a:pt x="864706" y="1382998"/>
                  </a:lnTo>
                  <a:lnTo>
                    <a:pt x="865764" y="1390816"/>
                  </a:lnTo>
                  <a:lnTo>
                    <a:pt x="866822" y="1399033"/>
                  </a:lnTo>
                  <a:lnTo>
                    <a:pt x="867880" y="1407575"/>
                  </a:lnTo>
                  <a:lnTo>
                    <a:pt x="868938" y="1416357"/>
                  </a:lnTo>
                  <a:lnTo>
                    <a:pt x="869995" y="1425369"/>
                  </a:lnTo>
                  <a:lnTo>
                    <a:pt x="871053" y="1434572"/>
                  </a:lnTo>
                  <a:lnTo>
                    <a:pt x="872111" y="1443921"/>
                  </a:lnTo>
                  <a:lnTo>
                    <a:pt x="873169" y="1453444"/>
                  </a:lnTo>
                  <a:lnTo>
                    <a:pt x="874227" y="1463112"/>
                  </a:lnTo>
                  <a:lnTo>
                    <a:pt x="875285" y="1472856"/>
                  </a:lnTo>
                  <a:lnTo>
                    <a:pt x="876342" y="1482656"/>
                  </a:lnTo>
                  <a:lnTo>
                    <a:pt x="877400" y="1492496"/>
                  </a:lnTo>
                  <a:lnTo>
                    <a:pt x="878458" y="1502298"/>
                  </a:lnTo>
                  <a:lnTo>
                    <a:pt x="879516" y="1512065"/>
                  </a:lnTo>
                  <a:lnTo>
                    <a:pt x="880574" y="1521876"/>
                  </a:lnTo>
                  <a:lnTo>
                    <a:pt x="881632" y="1531771"/>
                  </a:lnTo>
                  <a:lnTo>
                    <a:pt x="882690" y="1541668"/>
                  </a:lnTo>
                  <a:lnTo>
                    <a:pt x="883747" y="1551592"/>
                  </a:lnTo>
                  <a:lnTo>
                    <a:pt x="884805" y="1561572"/>
                  </a:lnTo>
                  <a:lnTo>
                    <a:pt x="885863" y="1571661"/>
                  </a:lnTo>
                  <a:lnTo>
                    <a:pt x="886921" y="1581868"/>
                  </a:lnTo>
                  <a:lnTo>
                    <a:pt x="887979" y="1592127"/>
                  </a:lnTo>
                  <a:lnTo>
                    <a:pt x="889037" y="1602324"/>
                  </a:lnTo>
                  <a:lnTo>
                    <a:pt x="890094" y="1612314"/>
                  </a:lnTo>
                  <a:lnTo>
                    <a:pt x="891152" y="1622140"/>
                  </a:lnTo>
                  <a:lnTo>
                    <a:pt x="892210" y="1631836"/>
                  </a:lnTo>
                  <a:lnTo>
                    <a:pt x="893268" y="1641402"/>
                  </a:lnTo>
                  <a:lnTo>
                    <a:pt x="894326" y="1650930"/>
                  </a:lnTo>
                  <a:lnTo>
                    <a:pt x="895384" y="1660336"/>
                  </a:lnTo>
                  <a:lnTo>
                    <a:pt x="896441" y="1669395"/>
                  </a:lnTo>
                  <a:lnTo>
                    <a:pt x="897499" y="1677914"/>
                  </a:lnTo>
                  <a:lnTo>
                    <a:pt x="898557" y="1685849"/>
                  </a:lnTo>
                  <a:lnTo>
                    <a:pt x="899615" y="1693094"/>
                  </a:lnTo>
                  <a:lnTo>
                    <a:pt x="900673" y="1699665"/>
                  </a:lnTo>
                  <a:lnTo>
                    <a:pt x="901731" y="1705581"/>
                  </a:lnTo>
                  <a:lnTo>
                    <a:pt x="902788" y="1710804"/>
                  </a:lnTo>
                  <a:lnTo>
                    <a:pt x="903846" y="1715280"/>
                  </a:lnTo>
                  <a:lnTo>
                    <a:pt x="904904" y="1718924"/>
                  </a:lnTo>
                  <a:lnTo>
                    <a:pt x="905962" y="1721778"/>
                  </a:lnTo>
                  <a:lnTo>
                    <a:pt x="907020" y="1723829"/>
                  </a:lnTo>
                  <a:lnTo>
                    <a:pt x="908078" y="1725118"/>
                  </a:lnTo>
                  <a:lnTo>
                    <a:pt x="909136" y="1725633"/>
                  </a:lnTo>
                  <a:lnTo>
                    <a:pt x="910193" y="1725250"/>
                  </a:lnTo>
                  <a:lnTo>
                    <a:pt x="911251" y="1723871"/>
                  </a:lnTo>
                  <a:lnTo>
                    <a:pt x="912309" y="1721483"/>
                  </a:lnTo>
                  <a:lnTo>
                    <a:pt x="913367" y="1718030"/>
                  </a:lnTo>
                  <a:lnTo>
                    <a:pt x="914425" y="1713486"/>
                  </a:lnTo>
                  <a:lnTo>
                    <a:pt x="915483" y="1707925"/>
                  </a:lnTo>
                  <a:lnTo>
                    <a:pt x="916540" y="1701299"/>
                  </a:lnTo>
                  <a:lnTo>
                    <a:pt x="917598" y="1693768"/>
                  </a:lnTo>
                  <a:lnTo>
                    <a:pt x="918656" y="1685389"/>
                  </a:lnTo>
                  <a:lnTo>
                    <a:pt x="919714" y="1676197"/>
                  </a:lnTo>
                  <a:lnTo>
                    <a:pt x="920772" y="1666250"/>
                  </a:lnTo>
                  <a:lnTo>
                    <a:pt x="921830" y="1655665"/>
                  </a:lnTo>
                  <a:lnTo>
                    <a:pt x="922887" y="1644549"/>
                  </a:lnTo>
                  <a:lnTo>
                    <a:pt x="923945" y="1632932"/>
                  </a:lnTo>
                  <a:lnTo>
                    <a:pt x="925003" y="1620895"/>
                  </a:lnTo>
                  <a:lnTo>
                    <a:pt x="926061" y="1608451"/>
                  </a:lnTo>
                  <a:lnTo>
                    <a:pt x="927119" y="1595624"/>
                  </a:lnTo>
                  <a:lnTo>
                    <a:pt x="928177" y="1582540"/>
                  </a:lnTo>
                  <a:lnTo>
                    <a:pt x="929234" y="1569256"/>
                  </a:lnTo>
                  <a:lnTo>
                    <a:pt x="930292" y="1555811"/>
                  </a:lnTo>
                  <a:lnTo>
                    <a:pt x="931350" y="1542282"/>
                  </a:lnTo>
                  <a:lnTo>
                    <a:pt x="932408" y="1528714"/>
                  </a:lnTo>
                  <a:lnTo>
                    <a:pt x="933466" y="1515165"/>
                  </a:lnTo>
                  <a:lnTo>
                    <a:pt x="934524" y="1501701"/>
                  </a:lnTo>
                  <a:lnTo>
                    <a:pt x="935582" y="1488413"/>
                  </a:lnTo>
                  <a:lnTo>
                    <a:pt x="936639" y="1475372"/>
                  </a:lnTo>
                  <a:lnTo>
                    <a:pt x="937697" y="1462534"/>
                  </a:lnTo>
                  <a:lnTo>
                    <a:pt x="938755" y="1449875"/>
                  </a:lnTo>
                  <a:lnTo>
                    <a:pt x="939813" y="1437433"/>
                  </a:lnTo>
                  <a:lnTo>
                    <a:pt x="940871" y="1425246"/>
                  </a:lnTo>
                  <a:lnTo>
                    <a:pt x="941929" y="1413360"/>
                  </a:lnTo>
                  <a:lnTo>
                    <a:pt x="942986" y="1401877"/>
                  </a:lnTo>
                  <a:lnTo>
                    <a:pt x="944044" y="1390802"/>
                  </a:lnTo>
                  <a:lnTo>
                    <a:pt x="945102" y="1380114"/>
                  </a:lnTo>
                  <a:lnTo>
                    <a:pt x="946160" y="1369781"/>
                  </a:lnTo>
                  <a:lnTo>
                    <a:pt x="947218" y="1359785"/>
                  </a:lnTo>
                  <a:lnTo>
                    <a:pt x="948276" y="1350047"/>
                  </a:lnTo>
                  <a:lnTo>
                    <a:pt x="949333" y="1340598"/>
                  </a:lnTo>
                  <a:lnTo>
                    <a:pt x="950391" y="1331473"/>
                  </a:lnTo>
                  <a:lnTo>
                    <a:pt x="951449" y="1322650"/>
                  </a:lnTo>
                  <a:lnTo>
                    <a:pt x="952507" y="1314155"/>
                  </a:lnTo>
                  <a:lnTo>
                    <a:pt x="953565" y="1306026"/>
                  </a:lnTo>
                  <a:lnTo>
                    <a:pt x="954623" y="1298211"/>
                  </a:lnTo>
                  <a:lnTo>
                    <a:pt x="955680" y="1290722"/>
                  </a:lnTo>
                  <a:lnTo>
                    <a:pt x="956738" y="1283532"/>
                  </a:lnTo>
                  <a:lnTo>
                    <a:pt x="957796" y="1276644"/>
                  </a:lnTo>
                  <a:lnTo>
                    <a:pt x="958854" y="1269996"/>
                  </a:lnTo>
                  <a:lnTo>
                    <a:pt x="959912" y="1263555"/>
                  </a:lnTo>
                  <a:lnTo>
                    <a:pt x="960970" y="1257329"/>
                  </a:lnTo>
                  <a:lnTo>
                    <a:pt x="962028" y="1251248"/>
                  </a:lnTo>
                  <a:lnTo>
                    <a:pt x="963085" y="1245256"/>
                  </a:lnTo>
                  <a:lnTo>
                    <a:pt x="964143" y="1239419"/>
                  </a:lnTo>
                  <a:lnTo>
                    <a:pt x="965201" y="1233720"/>
                  </a:lnTo>
                  <a:lnTo>
                    <a:pt x="966259" y="1228185"/>
                  </a:lnTo>
                  <a:lnTo>
                    <a:pt x="967317" y="1222856"/>
                  </a:lnTo>
                  <a:lnTo>
                    <a:pt x="968375" y="1217685"/>
                  </a:lnTo>
                  <a:lnTo>
                    <a:pt x="969432" y="1212670"/>
                  </a:lnTo>
                  <a:lnTo>
                    <a:pt x="970490" y="1207867"/>
                  </a:lnTo>
                  <a:lnTo>
                    <a:pt x="971548" y="1203236"/>
                  </a:lnTo>
                  <a:lnTo>
                    <a:pt x="972606" y="1198779"/>
                  </a:lnTo>
                  <a:lnTo>
                    <a:pt x="973664" y="1194479"/>
                  </a:lnTo>
                  <a:lnTo>
                    <a:pt x="974722" y="1190284"/>
                  </a:lnTo>
                  <a:lnTo>
                    <a:pt x="975779" y="1186200"/>
                  </a:lnTo>
                  <a:lnTo>
                    <a:pt x="976837" y="1182308"/>
                  </a:lnTo>
                  <a:lnTo>
                    <a:pt x="977895" y="1178638"/>
                  </a:lnTo>
                  <a:lnTo>
                    <a:pt x="978953" y="1175266"/>
                  </a:lnTo>
                  <a:lnTo>
                    <a:pt x="980011" y="1172280"/>
                  </a:lnTo>
                  <a:lnTo>
                    <a:pt x="981069" y="1169700"/>
                  </a:lnTo>
                  <a:lnTo>
                    <a:pt x="982126" y="1167530"/>
                  </a:lnTo>
                  <a:lnTo>
                    <a:pt x="983184" y="1165768"/>
                  </a:lnTo>
                  <a:lnTo>
                    <a:pt x="984242" y="1164370"/>
                  </a:lnTo>
                  <a:lnTo>
                    <a:pt x="985300" y="1163334"/>
                  </a:lnTo>
                  <a:lnTo>
                    <a:pt x="986358" y="1162660"/>
                  </a:lnTo>
                  <a:lnTo>
                    <a:pt x="987416" y="1162304"/>
                  </a:lnTo>
                  <a:lnTo>
                    <a:pt x="988474" y="1162192"/>
                  </a:lnTo>
                  <a:lnTo>
                    <a:pt x="989531" y="1162353"/>
                  </a:lnTo>
                  <a:lnTo>
                    <a:pt x="990589" y="1162904"/>
                  </a:lnTo>
                  <a:lnTo>
                    <a:pt x="991647" y="1163841"/>
                  </a:lnTo>
                  <a:lnTo>
                    <a:pt x="992705" y="1165085"/>
                  </a:lnTo>
                  <a:lnTo>
                    <a:pt x="993763" y="1166562"/>
                  </a:lnTo>
                  <a:lnTo>
                    <a:pt x="994821" y="1168289"/>
                  </a:lnTo>
                  <a:lnTo>
                    <a:pt x="995878" y="1170297"/>
                  </a:lnTo>
                  <a:lnTo>
                    <a:pt x="996936" y="1172586"/>
                  </a:lnTo>
                  <a:lnTo>
                    <a:pt x="997994" y="1175122"/>
                  </a:lnTo>
                  <a:lnTo>
                    <a:pt x="999052" y="1177920"/>
                  </a:lnTo>
                  <a:lnTo>
                    <a:pt x="1000110" y="1180968"/>
                  </a:lnTo>
                  <a:lnTo>
                    <a:pt x="1001168" y="1184290"/>
                  </a:lnTo>
                  <a:lnTo>
                    <a:pt x="1002225" y="1187844"/>
                  </a:lnTo>
                  <a:lnTo>
                    <a:pt x="1003283" y="1191641"/>
                  </a:lnTo>
                  <a:lnTo>
                    <a:pt x="1004341" y="1195738"/>
                  </a:lnTo>
                  <a:lnTo>
                    <a:pt x="1005399" y="1200140"/>
                  </a:lnTo>
                  <a:lnTo>
                    <a:pt x="1006457" y="1204797"/>
                  </a:lnTo>
                  <a:lnTo>
                    <a:pt x="1007515" y="1209735"/>
                  </a:lnTo>
                  <a:lnTo>
                    <a:pt x="1008572" y="1215035"/>
                  </a:lnTo>
                  <a:lnTo>
                    <a:pt x="1009630" y="1220763"/>
                  </a:lnTo>
                  <a:lnTo>
                    <a:pt x="1010688" y="1226917"/>
                  </a:lnTo>
                  <a:lnTo>
                    <a:pt x="1011746" y="1233491"/>
                  </a:lnTo>
                  <a:lnTo>
                    <a:pt x="1012804" y="1240555"/>
                  </a:lnTo>
                  <a:lnTo>
                    <a:pt x="1013862" y="1248112"/>
                  </a:lnTo>
                  <a:lnTo>
                    <a:pt x="1014920" y="1256179"/>
                  </a:lnTo>
                  <a:lnTo>
                    <a:pt x="1015977" y="1264895"/>
                  </a:lnTo>
                  <a:lnTo>
                    <a:pt x="1017035" y="1274324"/>
                  </a:lnTo>
                  <a:lnTo>
                    <a:pt x="1018093" y="1284546"/>
                  </a:lnTo>
                  <a:lnTo>
                    <a:pt x="1019151" y="1295630"/>
                  </a:lnTo>
                  <a:lnTo>
                    <a:pt x="1020209" y="1307558"/>
                  </a:lnTo>
                  <a:lnTo>
                    <a:pt x="1021267" y="1320262"/>
                  </a:lnTo>
                  <a:lnTo>
                    <a:pt x="1022324" y="1333689"/>
                  </a:lnTo>
                  <a:lnTo>
                    <a:pt x="1023382" y="1347717"/>
                  </a:lnTo>
                  <a:lnTo>
                    <a:pt x="1024440" y="1362142"/>
                  </a:lnTo>
                  <a:lnTo>
                    <a:pt x="1025498" y="1376887"/>
                  </a:lnTo>
                  <a:lnTo>
                    <a:pt x="1026556" y="1392032"/>
                  </a:lnTo>
                  <a:lnTo>
                    <a:pt x="1027614" y="1407609"/>
                  </a:lnTo>
                  <a:lnTo>
                    <a:pt x="1028671" y="1423551"/>
                  </a:lnTo>
                  <a:lnTo>
                    <a:pt x="1029729" y="1439755"/>
                  </a:lnTo>
                  <a:lnTo>
                    <a:pt x="1030787" y="1456110"/>
                  </a:lnTo>
                  <a:lnTo>
                    <a:pt x="1031845" y="1472559"/>
                  </a:lnTo>
                  <a:lnTo>
                    <a:pt x="1032903" y="1488998"/>
                  </a:lnTo>
                  <a:lnTo>
                    <a:pt x="1033961" y="1505368"/>
                  </a:lnTo>
                  <a:lnTo>
                    <a:pt x="1035018" y="1521612"/>
                  </a:lnTo>
                  <a:lnTo>
                    <a:pt x="1036076" y="1537676"/>
                  </a:lnTo>
                  <a:lnTo>
                    <a:pt x="1037134" y="1553587"/>
                  </a:lnTo>
                  <a:lnTo>
                    <a:pt x="1038192" y="1569361"/>
                  </a:lnTo>
                  <a:lnTo>
                    <a:pt x="1039250" y="1584891"/>
                  </a:lnTo>
                  <a:lnTo>
                    <a:pt x="1040308" y="1600193"/>
                  </a:lnTo>
                  <a:lnTo>
                    <a:pt x="1041366" y="1615306"/>
                  </a:lnTo>
                  <a:lnTo>
                    <a:pt x="1042423" y="1630136"/>
                  </a:lnTo>
                  <a:lnTo>
                    <a:pt x="1043481" y="1644507"/>
                  </a:lnTo>
                  <a:lnTo>
                    <a:pt x="1044539" y="1658360"/>
                  </a:lnTo>
                  <a:lnTo>
                    <a:pt x="1045597" y="1671723"/>
                  </a:lnTo>
                  <a:lnTo>
                    <a:pt x="1046655" y="1684599"/>
                  </a:lnTo>
                  <a:lnTo>
                    <a:pt x="1047713" y="1696966"/>
                  </a:lnTo>
                  <a:lnTo>
                    <a:pt x="1048770" y="1708783"/>
                  </a:lnTo>
                  <a:lnTo>
                    <a:pt x="1049828" y="1719963"/>
                  </a:lnTo>
                  <a:lnTo>
                    <a:pt x="1050886" y="1730476"/>
                  </a:lnTo>
                  <a:lnTo>
                    <a:pt x="1051944" y="1740411"/>
                  </a:lnTo>
                  <a:lnTo>
                    <a:pt x="1053002" y="1749763"/>
                  </a:lnTo>
                  <a:lnTo>
                    <a:pt x="1054060" y="1758574"/>
                  </a:lnTo>
                  <a:lnTo>
                    <a:pt x="1055117" y="1766891"/>
                  </a:lnTo>
                  <a:lnTo>
                    <a:pt x="1056175" y="1774783"/>
                  </a:lnTo>
                  <a:lnTo>
                    <a:pt x="1057233" y="1782214"/>
                  </a:lnTo>
                  <a:lnTo>
                    <a:pt x="1058291" y="1789124"/>
                  </a:lnTo>
                  <a:lnTo>
                    <a:pt x="1059349" y="1795520"/>
                  </a:lnTo>
                  <a:lnTo>
                    <a:pt x="1060407" y="1801391"/>
                  </a:lnTo>
                  <a:lnTo>
                    <a:pt x="1061464" y="1806620"/>
                  </a:lnTo>
                  <a:lnTo>
                    <a:pt x="1062522" y="1811106"/>
                  </a:lnTo>
                  <a:lnTo>
                    <a:pt x="1063580" y="1814749"/>
                  </a:lnTo>
                  <a:lnTo>
                    <a:pt x="1064638" y="1817540"/>
                  </a:lnTo>
                  <a:lnTo>
                    <a:pt x="1065696" y="1819443"/>
                  </a:lnTo>
                  <a:lnTo>
                    <a:pt x="1066754" y="1820396"/>
                  </a:lnTo>
                  <a:lnTo>
                    <a:pt x="1067812" y="1820266"/>
                  </a:lnTo>
                  <a:lnTo>
                    <a:pt x="1068869" y="1818917"/>
                  </a:lnTo>
                  <a:lnTo>
                    <a:pt x="1069927" y="1816176"/>
                  </a:lnTo>
                  <a:lnTo>
                    <a:pt x="1070985" y="1811877"/>
                  </a:lnTo>
                  <a:lnTo>
                    <a:pt x="1072043" y="1805887"/>
                  </a:lnTo>
                  <a:lnTo>
                    <a:pt x="1073101" y="1798132"/>
                  </a:lnTo>
                  <a:lnTo>
                    <a:pt x="1074159" y="1788697"/>
                  </a:lnTo>
                  <a:lnTo>
                    <a:pt x="1075216" y="1777720"/>
                  </a:lnTo>
                  <a:lnTo>
                    <a:pt x="1076274" y="1765290"/>
                  </a:lnTo>
                  <a:lnTo>
                    <a:pt x="1077332" y="1751597"/>
                  </a:lnTo>
                  <a:lnTo>
                    <a:pt x="1078390" y="1736903"/>
                  </a:lnTo>
                  <a:lnTo>
                    <a:pt x="1079448" y="1721188"/>
                  </a:lnTo>
                  <a:lnTo>
                    <a:pt x="1080506" y="1704406"/>
                  </a:lnTo>
                  <a:lnTo>
                    <a:pt x="1081563" y="1686630"/>
                  </a:lnTo>
                  <a:lnTo>
                    <a:pt x="1082621" y="1668002"/>
                  </a:lnTo>
                  <a:lnTo>
                    <a:pt x="1083679" y="1648659"/>
                  </a:lnTo>
                  <a:lnTo>
                    <a:pt x="1084737" y="1628606"/>
                  </a:lnTo>
                  <a:lnTo>
                    <a:pt x="1085795" y="1607984"/>
                  </a:lnTo>
                  <a:lnTo>
                    <a:pt x="1086853" y="1586914"/>
                  </a:lnTo>
                  <a:lnTo>
                    <a:pt x="1087910" y="1565494"/>
                  </a:lnTo>
                  <a:lnTo>
                    <a:pt x="1088968" y="1543857"/>
                  </a:lnTo>
                  <a:lnTo>
                    <a:pt x="1090026" y="1522100"/>
                  </a:lnTo>
                  <a:lnTo>
                    <a:pt x="1091084" y="1500275"/>
                  </a:lnTo>
                  <a:lnTo>
                    <a:pt x="1092142" y="1478554"/>
                  </a:lnTo>
                  <a:lnTo>
                    <a:pt x="1093200" y="1457030"/>
                  </a:lnTo>
                  <a:lnTo>
                    <a:pt x="1094258" y="1435720"/>
                  </a:lnTo>
                  <a:lnTo>
                    <a:pt x="1095315" y="1414545"/>
                  </a:lnTo>
                  <a:lnTo>
                    <a:pt x="1096373" y="1393576"/>
                  </a:lnTo>
                  <a:lnTo>
                    <a:pt x="1097431" y="1372882"/>
                  </a:lnTo>
                  <a:lnTo>
                    <a:pt x="1098489" y="1352431"/>
                  </a:lnTo>
                  <a:lnTo>
                    <a:pt x="1099547" y="1332272"/>
                  </a:lnTo>
                  <a:lnTo>
                    <a:pt x="1100605" y="1312514"/>
                  </a:lnTo>
                  <a:lnTo>
                    <a:pt x="1101662" y="1293204"/>
                  </a:lnTo>
                  <a:lnTo>
                    <a:pt x="1102720" y="1274350"/>
                  </a:lnTo>
                  <a:lnTo>
                    <a:pt x="1103778" y="1255989"/>
                  </a:lnTo>
                  <a:lnTo>
                    <a:pt x="1104836" y="1238093"/>
                  </a:lnTo>
                  <a:lnTo>
                    <a:pt x="1105894" y="1220634"/>
                  </a:lnTo>
                  <a:lnTo>
                    <a:pt x="1106952" y="1203598"/>
                  </a:lnTo>
                  <a:lnTo>
                    <a:pt x="1108009" y="1186922"/>
                  </a:lnTo>
                  <a:lnTo>
                    <a:pt x="1109067" y="1170520"/>
                  </a:lnTo>
                  <a:lnTo>
                    <a:pt x="1110125" y="1154387"/>
                  </a:lnTo>
                  <a:lnTo>
                    <a:pt x="1111183" y="1138597"/>
                  </a:lnTo>
                  <a:lnTo>
                    <a:pt x="1112241" y="1123188"/>
                  </a:lnTo>
                  <a:lnTo>
                    <a:pt x="1113299" y="1108156"/>
                  </a:lnTo>
                  <a:lnTo>
                    <a:pt x="1114356" y="1093523"/>
                  </a:lnTo>
                  <a:lnTo>
                    <a:pt x="1115414" y="1079354"/>
                  </a:lnTo>
                  <a:lnTo>
                    <a:pt x="1116472" y="1065707"/>
                  </a:lnTo>
                  <a:lnTo>
                    <a:pt x="1117530" y="1052616"/>
                  </a:lnTo>
                  <a:lnTo>
                    <a:pt x="1118588" y="1040119"/>
                  </a:lnTo>
                  <a:lnTo>
                    <a:pt x="1119646" y="1028246"/>
                  </a:lnTo>
                  <a:lnTo>
                    <a:pt x="1120704" y="1017099"/>
                  </a:lnTo>
                  <a:lnTo>
                    <a:pt x="1121761" y="1006735"/>
                  </a:lnTo>
                  <a:lnTo>
                    <a:pt x="1122819" y="997316"/>
                  </a:lnTo>
                  <a:lnTo>
                    <a:pt x="1123877" y="988993"/>
                  </a:lnTo>
                  <a:lnTo>
                    <a:pt x="1124935" y="981880"/>
                  </a:lnTo>
                  <a:lnTo>
                    <a:pt x="1125993" y="976026"/>
                  </a:lnTo>
                  <a:lnTo>
                    <a:pt x="1127051" y="971516"/>
                  </a:lnTo>
                  <a:lnTo>
                    <a:pt x="1128108" y="968302"/>
                  </a:lnTo>
                  <a:lnTo>
                    <a:pt x="1129166" y="966370"/>
                  </a:lnTo>
                  <a:lnTo>
                    <a:pt x="1130224" y="965789"/>
                  </a:lnTo>
                  <a:lnTo>
                    <a:pt x="1131282" y="966404"/>
                  </a:lnTo>
                  <a:lnTo>
                    <a:pt x="1132340" y="968102"/>
                  </a:lnTo>
                  <a:lnTo>
                    <a:pt x="1133398" y="970907"/>
                  </a:lnTo>
                  <a:lnTo>
                    <a:pt x="1134455" y="974826"/>
                  </a:lnTo>
                  <a:lnTo>
                    <a:pt x="1135513" y="979827"/>
                  </a:lnTo>
                  <a:lnTo>
                    <a:pt x="1136571" y="985824"/>
                  </a:lnTo>
                  <a:lnTo>
                    <a:pt x="1137629" y="992845"/>
                  </a:lnTo>
                  <a:lnTo>
                    <a:pt x="1138687" y="1000801"/>
                  </a:lnTo>
                  <a:lnTo>
                    <a:pt x="1139745" y="1009556"/>
                  </a:lnTo>
                  <a:lnTo>
                    <a:pt x="1140802" y="1019104"/>
                  </a:lnTo>
                  <a:lnTo>
                    <a:pt x="1141860" y="1029346"/>
                  </a:lnTo>
                  <a:lnTo>
                    <a:pt x="1142918" y="1040105"/>
                  </a:lnTo>
                  <a:lnTo>
                    <a:pt x="1143976" y="1051234"/>
                  </a:lnTo>
                  <a:lnTo>
                    <a:pt x="1145034" y="1062500"/>
                  </a:lnTo>
                  <a:lnTo>
                    <a:pt x="1146092" y="1073711"/>
                  </a:lnTo>
                  <a:lnTo>
                    <a:pt x="1147150" y="1084845"/>
                  </a:lnTo>
                  <a:lnTo>
                    <a:pt x="1148207" y="1096008"/>
                  </a:lnTo>
                  <a:lnTo>
                    <a:pt x="1149265" y="1107332"/>
                  </a:lnTo>
                  <a:lnTo>
                    <a:pt x="1150323" y="1118829"/>
                  </a:lnTo>
                  <a:lnTo>
                    <a:pt x="1151381" y="1130511"/>
                  </a:lnTo>
                  <a:lnTo>
                    <a:pt x="1152439" y="1142396"/>
                  </a:lnTo>
                  <a:lnTo>
                    <a:pt x="1153497" y="1154377"/>
                  </a:lnTo>
                  <a:lnTo>
                    <a:pt x="1154554" y="1166394"/>
                  </a:lnTo>
                  <a:lnTo>
                    <a:pt x="1155612" y="1178450"/>
                  </a:lnTo>
                  <a:lnTo>
                    <a:pt x="1156670" y="1190620"/>
                  </a:lnTo>
                  <a:lnTo>
                    <a:pt x="1157728" y="1202941"/>
                  </a:lnTo>
                  <a:lnTo>
                    <a:pt x="1158786" y="1215483"/>
                  </a:lnTo>
                  <a:lnTo>
                    <a:pt x="1159844" y="1228262"/>
                  </a:lnTo>
                  <a:lnTo>
                    <a:pt x="1160901" y="1241366"/>
                  </a:lnTo>
                  <a:lnTo>
                    <a:pt x="1161959" y="1254908"/>
                  </a:lnTo>
                  <a:lnTo>
                    <a:pt x="1163017" y="1268911"/>
                  </a:lnTo>
                  <a:lnTo>
                    <a:pt x="1164075" y="1283370"/>
                  </a:lnTo>
                  <a:lnTo>
                    <a:pt x="1165133" y="1298276"/>
                  </a:lnTo>
                  <a:lnTo>
                    <a:pt x="1166191" y="1313664"/>
                  </a:lnTo>
                  <a:lnTo>
                    <a:pt x="1167248" y="1329560"/>
                  </a:lnTo>
                  <a:lnTo>
                    <a:pt x="1168306" y="1345888"/>
                  </a:lnTo>
                  <a:lnTo>
                    <a:pt x="1169364" y="1362683"/>
                  </a:lnTo>
                  <a:lnTo>
                    <a:pt x="1170422" y="1379982"/>
                  </a:lnTo>
                  <a:lnTo>
                    <a:pt x="1171480" y="1397794"/>
                  </a:lnTo>
                  <a:lnTo>
                    <a:pt x="1172538" y="1416112"/>
                  </a:lnTo>
                  <a:lnTo>
                    <a:pt x="1173596" y="1434896"/>
                  </a:lnTo>
                  <a:lnTo>
                    <a:pt x="1174653" y="1454075"/>
                  </a:lnTo>
                  <a:lnTo>
                    <a:pt x="1175711" y="1473570"/>
                  </a:lnTo>
                  <a:lnTo>
                    <a:pt x="1176769" y="1493284"/>
                  </a:lnTo>
                  <a:lnTo>
                    <a:pt x="1177827" y="1513123"/>
                  </a:lnTo>
                  <a:lnTo>
                    <a:pt x="1178885" y="1533078"/>
                  </a:lnTo>
                  <a:lnTo>
                    <a:pt x="1179943" y="1553035"/>
                  </a:lnTo>
                  <a:lnTo>
                    <a:pt x="1181000" y="1572794"/>
                  </a:lnTo>
                  <a:lnTo>
                    <a:pt x="1182058" y="1592270"/>
                  </a:lnTo>
                  <a:lnTo>
                    <a:pt x="1183116" y="1611345"/>
                  </a:lnTo>
                  <a:lnTo>
                    <a:pt x="1184174" y="1629906"/>
                  </a:lnTo>
                  <a:lnTo>
                    <a:pt x="1185232" y="1647976"/>
                  </a:lnTo>
                  <a:lnTo>
                    <a:pt x="1186290" y="1665509"/>
                  </a:lnTo>
                  <a:lnTo>
                    <a:pt x="1187347" y="1682378"/>
                  </a:lnTo>
                  <a:lnTo>
                    <a:pt x="1188405" y="1698477"/>
                  </a:lnTo>
                  <a:lnTo>
                    <a:pt x="1189463" y="1713651"/>
                  </a:lnTo>
                  <a:lnTo>
                    <a:pt x="1190521" y="1727789"/>
                  </a:lnTo>
                  <a:lnTo>
                    <a:pt x="1191579" y="1740809"/>
                  </a:lnTo>
                  <a:lnTo>
                    <a:pt x="1192637" y="1752718"/>
                  </a:lnTo>
                  <a:lnTo>
                    <a:pt x="1193694" y="1763410"/>
                  </a:lnTo>
                  <a:lnTo>
                    <a:pt x="1194752" y="1772719"/>
                  </a:lnTo>
                  <a:lnTo>
                    <a:pt x="1195810" y="1780658"/>
                  </a:lnTo>
                  <a:lnTo>
                    <a:pt x="1196868" y="1787356"/>
                  </a:lnTo>
                  <a:lnTo>
                    <a:pt x="1197926" y="1792958"/>
                  </a:lnTo>
                  <a:lnTo>
                    <a:pt x="1198984" y="1797650"/>
                  </a:lnTo>
                  <a:lnTo>
                    <a:pt x="1200042" y="1801492"/>
                  </a:lnTo>
                  <a:lnTo>
                    <a:pt x="1201099" y="1804474"/>
                  </a:lnTo>
                  <a:lnTo>
                    <a:pt x="1202157" y="1806482"/>
                  </a:lnTo>
                  <a:lnTo>
                    <a:pt x="1203215" y="1807462"/>
                  </a:lnTo>
                  <a:lnTo>
                    <a:pt x="1204273" y="1807439"/>
                  </a:lnTo>
                  <a:lnTo>
                    <a:pt x="1205331" y="1806504"/>
                  </a:lnTo>
                  <a:lnTo>
                    <a:pt x="1206389" y="1804737"/>
                  </a:lnTo>
                  <a:lnTo>
                    <a:pt x="1207446" y="1802211"/>
                  </a:lnTo>
                  <a:lnTo>
                    <a:pt x="1208504" y="1799042"/>
                  </a:lnTo>
                  <a:lnTo>
                    <a:pt x="1209562" y="1795228"/>
                  </a:lnTo>
                  <a:lnTo>
                    <a:pt x="1210620" y="1790711"/>
                  </a:lnTo>
                  <a:lnTo>
                    <a:pt x="1211678" y="1785466"/>
                  </a:lnTo>
                  <a:lnTo>
                    <a:pt x="1212736" y="1779474"/>
                  </a:lnTo>
                  <a:lnTo>
                    <a:pt x="1213793" y="1772702"/>
                  </a:lnTo>
                  <a:lnTo>
                    <a:pt x="1214851" y="1765090"/>
                  </a:lnTo>
                  <a:lnTo>
                    <a:pt x="1215909" y="1756627"/>
                  </a:lnTo>
                  <a:lnTo>
                    <a:pt x="1216967" y="1747312"/>
                  </a:lnTo>
                  <a:lnTo>
                    <a:pt x="1218025" y="1737156"/>
                  </a:lnTo>
                  <a:lnTo>
                    <a:pt x="1219083" y="1726248"/>
                  </a:lnTo>
                  <a:lnTo>
                    <a:pt x="1220140" y="1714611"/>
                  </a:lnTo>
                  <a:lnTo>
                    <a:pt x="1221198" y="1702316"/>
                  </a:lnTo>
                  <a:lnTo>
                    <a:pt x="1222256" y="1689422"/>
                  </a:lnTo>
                  <a:lnTo>
                    <a:pt x="1223314" y="1675881"/>
                  </a:lnTo>
                  <a:lnTo>
                    <a:pt x="1224372" y="1661629"/>
                  </a:lnTo>
                  <a:lnTo>
                    <a:pt x="1225430" y="1646652"/>
                  </a:lnTo>
                  <a:lnTo>
                    <a:pt x="1226488" y="1631010"/>
                  </a:lnTo>
                  <a:lnTo>
                    <a:pt x="1227545" y="1614878"/>
                  </a:lnTo>
                  <a:lnTo>
                    <a:pt x="1228603" y="1598425"/>
                  </a:lnTo>
                  <a:lnTo>
                    <a:pt x="1229661" y="1581781"/>
                  </a:lnTo>
                  <a:lnTo>
                    <a:pt x="1230719" y="1565015"/>
                  </a:lnTo>
                  <a:lnTo>
                    <a:pt x="1231777" y="1548156"/>
                  </a:lnTo>
                  <a:lnTo>
                    <a:pt x="1232835" y="1531343"/>
                  </a:lnTo>
                  <a:lnTo>
                    <a:pt x="1233892" y="1514808"/>
                  </a:lnTo>
                  <a:lnTo>
                    <a:pt x="1234950" y="1498727"/>
                  </a:lnTo>
                  <a:lnTo>
                    <a:pt x="1236008" y="1483223"/>
                  </a:lnTo>
                  <a:lnTo>
                    <a:pt x="1237066" y="1468416"/>
                  </a:lnTo>
                  <a:lnTo>
                    <a:pt x="1238124" y="1454387"/>
                  </a:lnTo>
                  <a:lnTo>
                    <a:pt x="1239182" y="1441210"/>
                  </a:lnTo>
                  <a:lnTo>
                    <a:pt x="1240239" y="1429025"/>
                  </a:lnTo>
                  <a:lnTo>
                    <a:pt x="1241297" y="1417942"/>
                  </a:lnTo>
                  <a:lnTo>
                    <a:pt x="1242355" y="1408155"/>
                  </a:lnTo>
                  <a:lnTo>
                    <a:pt x="1243413" y="1399697"/>
                  </a:lnTo>
                  <a:lnTo>
                    <a:pt x="1244471" y="1392632"/>
                  </a:lnTo>
                  <a:lnTo>
                    <a:pt x="1245529" y="1386968"/>
                  </a:lnTo>
                  <a:lnTo>
                    <a:pt x="1246586" y="1382766"/>
                  </a:lnTo>
                  <a:lnTo>
                    <a:pt x="1247644" y="1380159"/>
                  </a:lnTo>
                  <a:lnTo>
                    <a:pt x="1248702" y="1379173"/>
                  </a:lnTo>
                  <a:lnTo>
                    <a:pt x="1249760" y="1379673"/>
                  </a:lnTo>
                  <a:lnTo>
                    <a:pt x="1250818" y="1381563"/>
                  </a:lnTo>
                  <a:lnTo>
                    <a:pt x="1251876" y="1384747"/>
                  </a:lnTo>
                  <a:lnTo>
                    <a:pt x="1252934" y="1389108"/>
                  </a:lnTo>
                  <a:lnTo>
                    <a:pt x="1253991" y="1394565"/>
                  </a:lnTo>
                  <a:lnTo>
                    <a:pt x="1255049" y="1401003"/>
                  </a:lnTo>
                  <a:lnTo>
                    <a:pt x="1256107" y="1408382"/>
                  </a:lnTo>
                  <a:lnTo>
                    <a:pt x="1257165" y="1416707"/>
                  </a:lnTo>
                  <a:lnTo>
                    <a:pt x="1258223" y="1425877"/>
                  </a:lnTo>
                  <a:lnTo>
                    <a:pt x="1259281" y="1435734"/>
                  </a:lnTo>
                  <a:lnTo>
                    <a:pt x="1260338" y="1446147"/>
                  </a:lnTo>
                  <a:lnTo>
                    <a:pt x="1261396" y="1457049"/>
                  </a:lnTo>
                  <a:lnTo>
                    <a:pt x="1262454" y="1468389"/>
                  </a:lnTo>
                  <a:lnTo>
                    <a:pt x="1263512" y="1480109"/>
                  </a:lnTo>
                  <a:lnTo>
                    <a:pt x="1264570" y="1492153"/>
                  </a:lnTo>
                  <a:lnTo>
                    <a:pt x="1265628" y="1504482"/>
                  </a:lnTo>
                  <a:lnTo>
                    <a:pt x="1266685" y="1517057"/>
                  </a:lnTo>
                  <a:lnTo>
                    <a:pt x="1267743" y="1529831"/>
                  </a:lnTo>
                  <a:lnTo>
                    <a:pt x="1268801" y="1542772"/>
                  </a:lnTo>
                  <a:lnTo>
                    <a:pt x="1269859" y="1555882"/>
                  </a:lnTo>
                  <a:lnTo>
                    <a:pt x="1270917" y="1569221"/>
                  </a:lnTo>
                  <a:lnTo>
                    <a:pt x="1271975" y="1582640"/>
                  </a:lnTo>
                  <a:lnTo>
                    <a:pt x="1273032" y="1596003"/>
                  </a:lnTo>
                  <a:lnTo>
                    <a:pt x="1274090" y="1609278"/>
                  </a:lnTo>
                  <a:lnTo>
                    <a:pt x="1275148" y="1622426"/>
                  </a:lnTo>
                  <a:lnTo>
                    <a:pt x="1276206" y="1635503"/>
                  </a:lnTo>
                  <a:lnTo>
                    <a:pt x="1277264" y="1648550"/>
                  </a:lnTo>
                  <a:lnTo>
                    <a:pt x="1278322" y="1661586"/>
                  </a:lnTo>
                  <a:lnTo>
                    <a:pt x="1279379" y="1674679"/>
                  </a:lnTo>
                  <a:lnTo>
                    <a:pt x="1280437" y="1687834"/>
                  </a:lnTo>
                  <a:lnTo>
                    <a:pt x="1281495" y="1700932"/>
                  </a:lnTo>
                  <a:lnTo>
                    <a:pt x="1282553" y="1713839"/>
                  </a:lnTo>
                  <a:lnTo>
                    <a:pt x="1283611" y="1726590"/>
                  </a:lnTo>
                  <a:lnTo>
                    <a:pt x="1284669" y="1739172"/>
                  </a:lnTo>
                  <a:lnTo>
                    <a:pt x="1285727" y="1751459"/>
                  </a:lnTo>
                  <a:lnTo>
                    <a:pt x="1286784" y="1763287"/>
                  </a:lnTo>
                  <a:lnTo>
                    <a:pt x="1287842" y="1774560"/>
                  </a:lnTo>
                  <a:lnTo>
                    <a:pt x="1288900" y="1785134"/>
                  </a:lnTo>
                  <a:lnTo>
                    <a:pt x="1289958" y="1794910"/>
                  </a:lnTo>
                  <a:lnTo>
                    <a:pt x="1291016" y="1803903"/>
                  </a:lnTo>
                  <a:lnTo>
                    <a:pt x="1292074" y="1812054"/>
                  </a:lnTo>
                  <a:lnTo>
                    <a:pt x="1293131" y="1819257"/>
                  </a:lnTo>
                  <a:lnTo>
                    <a:pt x="1294189" y="1825439"/>
                  </a:lnTo>
                  <a:lnTo>
                    <a:pt x="1295247" y="1830501"/>
                  </a:lnTo>
                  <a:lnTo>
                    <a:pt x="1296305" y="1834426"/>
                  </a:lnTo>
                  <a:lnTo>
                    <a:pt x="1297363" y="1837316"/>
                  </a:lnTo>
                  <a:lnTo>
                    <a:pt x="1298421" y="1839225"/>
                  </a:lnTo>
                  <a:lnTo>
                    <a:pt x="1299478" y="1840126"/>
                  </a:lnTo>
                  <a:lnTo>
                    <a:pt x="1300536" y="1840007"/>
                  </a:lnTo>
                  <a:lnTo>
                    <a:pt x="1301594" y="1838904"/>
                  </a:lnTo>
                  <a:lnTo>
                    <a:pt x="1302652" y="1836955"/>
                  </a:lnTo>
                  <a:lnTo>
                    <a:pt x="1303710" y="1834389"/>
                  </a:lnTo>
                  <a:lnTo>
                    <a:pt x="1304768" y="1831310"/>
                  </a:lnTo>
                  <a:lnTo>
                    <a:pt x="1305825" y="1827807"/>
                  </a:lnTo>
                  <a:lnTo>
                    <a:pt x="1306883" y="1823994"/>
                  </a:lnTo>
                  <a:lnTo>
                    <a:pt x="1307941" y="1820033"/>
                  </a:lnTo>
                  <a:lnTo>
                    <a:pt x="1308999" y="1816134"/>
                  </a:lnTo>
                  <a:lnTo>
                    <a:pt x="1310057" y="1812358"/>
                  </a:lnTo>
                  <a:lnTo>
                    <a:pt x="1311115" y="1808776"/>
                  </a:lnTo>
                  <a:lnTo>
                    <a:pt x="1312173" y="1805502"/>
                  </a:lnTo>
                  <a:lnTo>
                    <a:pt x="1313230" y="1802662"/>
                  </a:lnTo>
                  <a:lnTo>
                    <a:pt x="1314288" y="1800304"/>
                  </a:lnTo>
                  <a:lnTo>
                    <a:pt x="1315346" y="1798446"/>
                  </a:lnTo>
                  <a:lnTo>
                    <a:pt x="1316404" y="1797169"/>
                  </a:lnTo>
                  <a:lnTo>
                    <a:pt x="1317462" y="1796618"/>
                  </a:lnTo>
                  <a:lnTo>
                    <a:pt x="1318520" y="1796882"/>
                  </a:lnTo>
                  <a:lnTo>
                    <a:pt x="1319577" y="1797882"/>
                  </a:lnTo>
                  <a:lnTo>
                    <a:pt x="1320635" y="1799571"/>
                  </a:lnTo>
                  <a:lnTo>
                    <a:pt x="1321693" y="1801982"/>
                  </a:lnTo>
                  <a:lnTo>
                    <a:pt x="1322751" y="1805034"/>
                  </a:lnTo>
                  <a:lnTo>
                    <a:pt x="1323809" y="1808591"/>
                  </a:lnTo>
                  <a:lnTo>
                    <a:pt x="1324867" y="1812632"/>
                  </a:lnTo>
                  <a:lnTo>
                    <a:pt x="1325924" y="1817261"/>
                  </a:lnTo>
                  <a:lnTo>
                    <a:pt x="1326982" y="1822486"/>
                  </a:lnTo>
                  <a:lnTo>
                    <a:pt x="1328040" y="1828213"/>
                  </a:lnTo>
                  <a:lnTo>
                    <a:pt x="1329098" y="1834379"/>
                  </a:lnTo>
                  <a:lnTo>
                    <a:pt x="1330156" y="1840944"/>
                  </a:lnTo>
                  <a:lnTo>
                    <a:pt x="1331214" y="1847823"/>
                  </a:lnTo>
                  <a:lnTo>
                    <a:pt x="1332271" y="1854912"/>
                  </a:lnTo>
                  <a:lnTo>
                    <a:pt x="1333329" y="1862023"/>
                  </a:lnTo>
                  <a:lnTo>
                    <a:pt x="1334387" y="1869019"/>
                  </a:lnTo>
                  <a:lnTo>
                    <a:pt x="1335445" y="1875922"/>
                  </a:lnTo>
                  <a:lnTo>
                    <a:pt x="1336503" y="1882651"/>
                  </a:lnTo>
                  <a:lnTo>
                    <a:pt x="1337561" y="1889138"/>
                  </a:lnTo>
                  <a:lnTo>
                    <a:pt x="1338619" y="1895459"/>
                  </a:lnTo>
                  <a:lnTo>
                    <a:pt x="1339676" y="1901698"/>
                  </a:lnTo>
                  <a:lnTo>
                    <a:pt x="1340734" y="1907784"/>
                  </a:lnTo>
                  <a:lnTo>
                    <a:pt x="1341792" y="1913702"/>
                  </a:lnTo>
                  <a:lnTo>
                    <a:pt x="1342850" y="1919513"/>
                  </a:lnTo>
                  <a:lnTo>
                    <a:pt x="1343908" y="1925190"/>
                  </a:lnTo>
                  <a:lnTo>
                    <a:pt x="1344966" y="1930689"/>
                  </a:lnTo>
                  <a:lnTo>
                    <a:pt x="1346023" y="1936052"/>
                  </a:lnTo>
                  <a:lnTo>
                    <a:pt x="1347081" y="1941357"/>
                  </a:lnTo>
                  <a:lnTo>
                    <a:pt x="1348139" y="1946663"/>
                  </a:lnTo>
                  <a:lnTo>
                    <a:pt x="1349197" y="1952075"/>
                  </a:lnTo>
                  <a:lnTo>
                    <a:pt x="1350255" y="1957448"/>
                  </a:lnTo>
                  <a:lnTo>
                    <a:pt x="1351313" y="1962603"/>
                  </a:lnTo>
                  <a:lnTo>
                    <a:pt x="1352370" y="1967478"/>
                  </a:lnTo>
                  <a:lnTo>
                    <a:pt x="1353428" y="1972051"/>
                  </a:lnTo>
                  <a:lnTo>
                    <a:pt x="1354486" y="1976337"/>
                  </a:lnTo>
                  <a:lnTo>
                    <a:pt x="1355544" y="1980319"/>
                  </a:lnTo>
                  <a:lnTo>
                    <a:pt x="1356602" y="1983861"/>
                  </a:lnTo>
                  <a:lnTo>
                    <a:pt x="1357660" y="1986872"/>
                  </a:lnTo>
                  <a:lnTo>
                    <a:pt x="1358717" y="1989280"/>
                  </a:lnTo>
                  <a:lnTo>
                    <a:pt x="1359775" y="1990986"/>
                  </a:lnTo>
                  <a:lnTo>
                    <a:pt x="1360833" y="1991907"/>
                  </a:lnTo>
                  <a:lnTo>
                    <a:pt x="1361891" y="1991861"/>
                  </a:lnTo>
                  <a:lnTo>
                    <a:pt x="1362949" y="1990735"/>
                  </a:lnTo>
                  <a:lnTo>
                    <a:pt x="1364007" y="1988422"/>
                  </a:lnTo>
                  <a:lnTo>
                    <a:pt x="1365065" y="1984795"/>
                  </a:lnTo>
                  <a:lnTo>
                    <a:pt x="1366122" y="1979804"/>
                  </a:lnTo>
                  <a:lnTo>
                    <a:pt x="1367180" y="1973448"/>
                  </a:lnTo>
                  <a:lnTo>
                    <a:pt x="1368238" y="1965776"/>
                  </a:lnTo>
                  <a:lnTo>
                    <a:pt x="1369296" y="1956819"/>
                  </a:lnTo>
                  <a:lnTo>
                    <a:pt x="1370354" y="1946486"/>
                  </a:lnTo>
                  <a:lnTo>
                    <a:pt x="1371412" y="1934678"/>
                  </a:lnTo>
                  <a:lnTo>
                    <a:pt x="1372469" y="1921461"/>
                  </a:lnTo>
                  <a:lnTo>
                    <a:pt x="1373527" y="1907062"/>
                  </a:lnTo>
                  <a:lnTo>
                    <a:pt x="1374585" y="1891590"/>
                  </a:lnTo>
                  <a:lnTo>
                    <a:pt x="1375643" y="1875223"/>
                  </a:lnTo>
                  <a:lnTo>
                    <a:pt x="1376701" y="1858094"/>
                  </a:lnTo>
                  <a:lnTo>
                    <a:pt x="1377759" y="1840226"/>
                  </a:lnTo>
                  <a:lnTo>
                    <a:pt x="1378816" y="1821578"/>
                  </a:lnTo>
                  <a:lnTo>
                    <a:pt x="1379874" y="1802163"/>
                  </a:lnTo>
                  <a:lnTo>
                    <a:pt x="1380932" y="1782086"/>
                  </a:lnTo>
                  <a:lnTo>
                    <a:pt x="1381990" y="1761455"/>
                  </a:lnTo>
                  <a:lnTo>
                    <a:pt x="1383048" y="1740308"/>
                  </a:lnTo>
                  <a:lnTo>
                    <a:pt x="1384106" y="1718732"/>
                  </a:lnTo>
                  <a:lnTo>
                    <a:pt x="1385163" y="1696774"/>
                  </a:lnTo>
                  <a:lnTo>
                    <a:pt x="1386221" y="1674520"/>
                  </a:lnTo>
                  <a:lnTo>
                    <a:pt x="1387279" y="1652128"/>
                  </a:lnTo>
                  <a:lnTo>
                    <a:pt x="1388337" y="1629573"/>
                  </a:lnTo>
                  <a:lnTo>
                    <a:pt x="1389395" y="1606844"/>
                  </a:lnTo>
                  <a:lnTo>
                    <a:pt x="1390453" y="1583989"/>
                  </a:lnTo>
                  <a:lnTo>
                    <a:pt x="1391511" y="1560983"/>
                  </a:lnTo>
                  <a:lnTo>
                    <a:pt x="1392568" y="1537774"/>
                  </a:lnTo>
                  <a:lnTo>
                    <a:pt x="1393626" y="1514503"/>
                  </a:lnTo>
                  <a:lnTo>
                    <a:pt x="1394684" y="1491327"/>
                  </a:lnTo>
                  <a:lnTo>
                    <a:pt x="1395742" y="1468294"/>
                  </a:lnTo>
                  <a:lnTo>
                    <a:pt x="1396800" y="1445412"/>
                  </a:lnTo>
                  <a:lnTo>
                    <a:pt x="1397858" y="1422752"/>
                  </a:lnTo>
                  <a:lnTo>
                    <a:pt x="1398915" y="1400319"/>
                  </a:lnTo>
                  <a:lnTo>
                    <a:pt x="1399973" y="1378033"/>
                  </a:lnTo>
                  <a:lnTo>
                    <a:pt x="1401031" y="1355829"/>
                  </a:lnTo>
                  <a:lnTo>
                    <a:pt x="1402089" y="1333677"/>
                  </a:lnTo>
                  <a:lnTo>
                    <a:pt x="1403147" y="1311612"/>
                  </a:lnTo>
                  <a:lnTo>
                    <a:pt x="1404205" y="1289840"/>
                  </a:lnTo>
                  <a:lnTo>
                    <a:pt x="1405262" y="1268507"/>
                  </a:lnTo>
                  <a:lnTo>
                    <a:pt x="1406320" y="1247758"/>
                  </a:lnTo>
                  <a:lnTo>
                    <a:pt x="1407378" y="1227635"/>
                  </a:lnTo>
                  <a:lnTo>
                    <a:pt x="1408436" y="1208166"/>
                  </a:lnTo>
                  <a:lnTo>
                    <a:pt x="1409494" y="1189370"/>
                  </a:lnTo>
                  <a:lnTo>
                    <a:pt x="1410552" y="1171220"/>
                  </a:lnTo>
                  <a:lnTo>
                    <a:pt x="1411609" y="1153663"/>
                  </a:lnTo>
                  <a:lnTo>
                    <a:pt x="1412667" y="1136698"/>
                  </a:lnTo>
                  <a:lnTo>
                    <a:pt x="1413725" y="1120375"/>
                  </a:lnTo>
                  <a:lnTo>
                    <a:pt x="1414783" y="1104756"/>
                  </a:lnTo>
                  <a:lnTo>
                    <a:pt x="1415841" y="1089934"/>
                  </a:lnTo>
                  <a:lnTo>
                    <a:pt x="1416899" y="1076021"/>
                  </a:lnTo>
                  <a:lnTo>
                    <a:pt x="1417957" y="1063107"/>
                  </a:lnTo>
                  <a:lnTo>
                    <a:pt x="1419014" y="1051257"/>
                  </a:lnTo>
                  <a:lnTo>
                    <a:pt x="1420072" y="1040432"/>
                  </a:lnTo>
                  <a:lnTo>
                    <a:pt x="1421130" y="1030495"/>
                  </a:lnTo>
                  <a:lnTo>
                    <a:pt x="1422188" y="1021304"/>
                  </a:lnTo>
                  <a:lnTo>
                    <a:pt x="1423246" y="1012758"/>
                  </a:lnTo>
                  <a:lnTo>
                    <a:pt x="1424304" y="1004801"/>
                  </a:lnTo>
                  <a:lnTo>
                    <a:pt x="1425361" y="997391"/>
                  </a:lnTo>
                  <a:lnTo>
                    <a:pt x="1426419" y="990400"/>
                  </a:lnTo>
                  <a:lnTo>
                    <a:pt x="1427477" y="983689"/>
                  </a:lnTo>
                  <a:lnTo>
                    <a:pt x="1428535" y="977142"/>
                  </a:lnTo>
                  <a:lnTo>
                    <a:pt x="1429593" y="970606"/>
                  </a:lnTo>
                  <a:lnTo>
                    <a:pt x="1430651" y="964100"/>
                  </a:lnTo>
                  <a:lnTo>
                    <a:pt x="1431708" y="957748"/>
                  </a:lnTo>
                  <a:lnTo>
                    <a:pt x="1432766" y="951616"/>
                  </a:lnTo>
                  <a:lnTo>
                    <a:pt x="1433824" y="945711"/>
                  </a:lnTo>
                  <a:lnTo>
                    <a:pt x="1434882" y="939913"/>
                  </a:lnTo>
                  <a:lnTo>
                    <a:pt x="1435940" y="934200"/>
                  </a:lnTo>
                  <a:lnTo>
                    <a:pt x="1436998" y="928594"/>
                  </a:lnTo>
                  <a:lnTo>
                    <a:pt x="1438055" y="923058"/>
                  </a:lnTo>
                  <a:lnTo>
                    <a:pt x="1439113" y="917617"/>
                  </a:lnTo>
                  <a:lnTo>
                    <a:pt x="1440171" y="912250"/>
                  </a:lnTo>
                  <a:lnTo>
                    <a:pt x="1441229" y="907026"/>
                  </a:lnTo>
                  <a:lnTo>
                    <a:pt x="1442287" y="902065"/>
                  </a:lnTo>
                  <a:lnTo>
                    <a:pt x="1443345" y="897397"/>
                  </a:lnTo>
                  <a:lnTo>
                    <a:pt x="1444403" y="893067"/>
                  </a:lnTo>
                  <a:lnTo>
                    <a:pt x="1445460" y="889105"/>
                  </a:lnTo>
                  <a:lnTo>
                    <a:pt x="1446518" y="885421"/>
                  </a:lnTo>
                  <a:lnTo>
                    <a:pt x="1447576" y="881901"/>
                  </a:lnTo>
                  <a:lnTo>
                    <a:pt x="1448634" y="878446"/>
                  </a:lnTo>
                  <a:lnTo>
                    <a:pt x="1449692" y="874980"/>
                  </a:lnTo>
                  <a:lnTo>
                    <a:pt x="1450750" y="871534"/>
                  </a:lnTo>
                  <a:lnTo>
                    <a:pt x="1451807" y="868062"/>
                  </a:lnTo>
                  <a:lnTo>
                    <a:pt x="1452865" y="864586"/>
                  </a:lnTo>
                  <a:lnTo>
                    <a:pt x="1453923" y="861157"/>
                  </a:lnTo>
                  <a:lnTo>
                    <a:pt x="1454981" y="857801"/>
                  </a:lnTo>
                  <a:lnTo>
                    <a:pt x="1456039" y="854568"/>
                  </a:lnTo>
                  <a:lnTo>
                    <a:pt x="1457097" y="851372"/>
                  </a:lnTo>
                  <a:lnTo>
                    <a:pt x="1458154" y="848136"/>
                  </a:lnTo>
                  <a:lnTo>
                    <a:pt x="1459212" y="844826"/>
                  </a:lnTo>
                  <a:lnTo>
                    <a:pt x="1460270" y="841362"/>
                  </a:lnTo>
                  <a:lnTo>
                    <a:pt x="1461328" y="837722"/>
                  </a:lnTo>
                  <a:lnTo>
                    <a:pt x="1462386" y="833868"/>
                  </a:lnTo>
                  <a:lnTo>
                    <a:pt x="1463444" y="829800"/>
                  </a:lnTo>
                  <a:lnTo>
                    <a:pt x="1464501" y="825609"/>
                  </a:lnTo>
                  <a:lnTo>
                    <a:pt x="1465559" y="821430"/>
                  </a:lnTo>
                  <a:lnTo>
                    <a:pt x="1466617" y="817258"/>
                  </a:lnTo>
                  <a:lnTo>
                    <a:pt x="1467675" y="813093"/>
                  </a:lnTo>
                  <a:lnTo>
                    <a:pt x="1468733" y="808912"/>
                  </a:lnTo>
                  <a:lnTo>
                    <a:pt x="1469791" y="804630"/>
                  </a:lnTo>
                  <a:lnTo>
                    <a:pt x="1470849" y="800201"/>
                  </a:lnTo>
                  <a:lnTo>
                    <a:pt x="1471906" y="795563"/>
                  </a:lnTo>
                  <a:lnTo>
                    <a:pt x="1472964" y="790681"/>
                  </a:lnTo>
                  <a:lnTo>
                    <a:pt x="1474022" y="785608"/>
                  </a:lnTo>
                  <a:lnTo>
                    <a:pt x="1475080" y="780479"/>
                  </a:lnTo>
                  <a:lnTo>
                    <a:pt x="1476138" y="775417"/>
                  </a:lnTo>
                  <a:lnTo>
                    <a:pt x="1477196" y="770542"/>
                  </a:lnTo>
                  <a:lnTo>
                    <a:pt x="1478253" y="765969"/>
                  </a:lnTo>
                  <a:lnTo>
                    <a:pt x="1479311" y="761740"/>
                  </a:lnTo>
                  <a:lnTo>
                    <a:pt x="1480369" y="757907"/>
                  </a:lnTo>
                  <a:lnTo>
                    <a:pt x="1481427" y="754532"/>
                  </a:lnTo>
                  <a:lnTo>
                    <a:pt x="1482485" y="751719"/>
                  </a:lnTo>
                  <a:lnTo>
                    <a:pt x="1483543" y="749488"/>
                  </a:lnTo>
                  <a:lnTo>
                    <a:pt x="1484600" y="747778"/>
                  </a:lnTo>
                  <a:lnTo>
                    <a:pt x="1485658" y="746483"/>
                  </a:lnTo>
                  <a:lnTo>
                    <a:pt x="1486716" y="745540"/>
                  </a:lnTo>
                  <a:lnTo>
                    <a:pt x="1487774" y="745009"/>
                  </a:lnTo>
                  <a:lnTo>
                    <a:pt x="1488832" y="744910"/>
                  </a:lnTo>
                  <a:lnTo>
                    <a:pt x="1489890" y="745246"/>
                  </a:lnTo>
                  <a:lnTo>
                    <a:pt x="1490947" y="746034"/>
                  </a:lnTo>
                  <a:lnTo>
                    <a:pt x="1492005" y="747359"/>
                  </a:lnTo>
                  <a:lnTo>
                    <a:pt x="1493063" y="749239"/>
                  </a:lnTo>
                  <a:lnTo>
                    <a:pt x="1494121" y="751700"/>
                  </a:lnTo>
                  <a:lnTo>
                    <a:pt x="1495179" y="754630"/>
                  </a:lnTo>
                  <a:lnTo>
                    <a:pt x="1496237" y="757983"/>
                  </a:lnTo>
                  <a:lnTo>
                    <a:pt x="1497295" y="761582"/>
                  </a:lnTo>
                  <a:lnTo>
                    <a:pt x="1498352" y="765394"/>
                  </a:lnTo>
                  <a:lnTo>
                    <a:pt x="1499410" y="769404"/>
                  </a:lnTo>
                  <a:lnTo>
                    <a:pt x="1500468" y="773680"/>
                  </a:lnTo>
                  <a:lnTo>
                    <a:pt x="1501526" y="778274"/>
                  </a:lnTo>
                  <a:lnTo>
                    <a:pt x="1502584" y="783293"/>
                  </a:lnTo>
                  <a:lnTo>
                    <a:pt x="1503642" y="788717"/>
                  </a:lnTo>
                  <a:lnTo>
                    <a:pt x="1504699" y="794507"/>
                  </a:lnTo>
                  <a:lnTo>
                    <a:pt x="1505757" y="800639"/>
                  </a:lnTo>
                  <a:lnTo>
                    <a:pt x="1506815" y="807068"/>
                  </a:lnTo>
                  <a:lnTo>
                    <a:pt x="1507873" y="813756"/>
                  </a:lnTo>
                  <a:lnTo>
                    <a:pt x="1508931" y="820650"/>
                  </a:lnTo>
                  <a:lnTo>
                    <a:pt x="1509989" y="827702"/>
                  </a:lnTo>
                  <a:lnTo>
                    <a:pt x="1511046" y="834990"/>
                  </a:lnTo>
                  <a:lnTo>
                    <a:pt x="1512104" y="842483"/>
                  </a:lnTo>
                  <a:lnTo>
                    <a:pt x="1513162" y="850236"/>
                  </a:lnTo>
                  <a:lnTo>
                    <a:pt x="1514220" y="858174"/>
                  </a:lnTo>
                  <a:lnTo>
                    <a:pt x="1515278" y="866289"/>
                  </a:lnTo>
                  <a:lnTo>
                    <a:pt x="1516336" y="874563"/>
                  </a:lnTo>
                  <a:lnTo>
                    <a:pt x="1517393" y="882996"/>
                  </a:lnTo>
                  <a:lnTo>
                    <a:pt x="1518451" y="891488"/>
                  </a:lnTo>
                  <a:lnTo>
                    <a:pt x="1519509" y="899968"/>
                  </a:lnTo>
                  <a:lnTo>
                    <a:pt x="1520567" y="908537"/>
                  </a:lnTo>
                  <a:lnTo>
                    <a:pt x="1521625" y="917265"/>
                  </a:lnTo>
                  <a:lnTo>
                    <a:pt x="1522683" y="926117"/>
                  </a:lnTo>
                  <a:lnTo>
                    <a:pt x="1523741" y="935133"/>
                  </a:lnTo>
                  <a:lnTo>
                    <a:pt x="1524798" y="944299"/>
                  </a:lnTo>
                  <a:lnTo>
                    <a:pt x="1525856" y="953635"/>
                  </a:lnTo>
                  <a:lnTo>
                    <a:pt x="1526914" y="963195"/>
                  </a:lnTo>
                  <a:lnTo>
                    <a:pt x="1527972" y="972862"/>
                  </a:lnTo>
                  <a:lnTo>
                    <a:pt x="1529030" y="982570"/>
                  </a:lnTo>
                  <a:lnTo>
                    <a:pt x="1530088" y="992325"/>
                  </a:lnTo>
                  <a:lnTo>
                    <a:pt x="1531145" y="1002147"/>
                  </a:lnTo>
                  <a:lnTo>
                    <a:pt x="1532203" y="1012019"/>
                  </a:lnTo>
                  <a:lnTo>
                    <a:pt x="1533261" y="1021893"/>
                  </a:lnTo>
                  <a:lnTo>
                    <a:pt x="1534319" y="1031745"/>
                  </a:lnTo>
                  <a:lnTo>
                    <a:pt x="1535377" y="1041478"/>
                  </a:lnTo>
                  <a:lnTo>
                    <a:pt x="1536435" y="1051044"/>
                  </a:lnTo>
                  <a:lnTo>
                    <a:pt x="1537492" y="1060380"/>
                  </a:lnTo>
                  <a:lnTo>
                    <a:pt x="1538550" y="1069505"/>
                  </a:lnTo>
                  <a:lnTo>
                    <a:pt x="1539608" y="1078443"/>
                  </a:lnTo>
                  <a:lnTo>
                    <a:pt x="1540666" y="1087202"/>
                  </a:lnTo>
                  <a:lnTo>
                    <a:pt x="1541724" y="1095761"/>
                  </a:lnTo>
                  <a:lnTo>
                    <a:pt x="1542782" y="1104113"/>
                  </a:lnTo>
                  <a:lnTo>
                    <a:pt x="1543839" y="1112301"/>
                  </a:lnTo>
                  <a:lnTo>
                    <a:pt x="1544897" y="1120175"/>
                  </a:lnTo>
                  <a:lnTo>
                    <a:pt x="1545955" y="1127619"/>
                  </a:lnTo>
                  <a:lnTo>
                    <a:pt x="1547013" y="1134576"/>
                  </a:lnTo>
                  <a:lnTo>
                    <a:pt x="1548071" y="1141063"/>
                  </a:lnTo>
                  <a:lnTo>
                    <a:pt x="1549129" y="1147122"/>
                  </a:lnTo>
                  <a:lnTo>
                    <a:pt x="1550187" y="1152907"/>
                  </a:lnTo>
                  <a:lnTo>
                    <a:pt x="1551244" y="1158665"/>
                  </a:lnTo>
                  <a:lnTo>
                    <a:pt x="1552302" y="1164441"/>
                  </a:lnTo>
                  <a:lnTo>
                    <a:pt x="1553360" y="1170366"/>
                  </a:lnTo>
                  <a:lnTo>
                    <a:pt x="1554418" y="1176457"/>
                  </a:lnTo>
                  <a:lnTo>
                    <a:pt x="1555476" y="1182750"/>
                  </a:lnTo>
                  <a:lnTo>
                    <a:pt x="1556534" y="1189206"/>
                  </a:lnTo>
                  <a:lnTo>
                    <a:pt x="1557591" y="1195877"/>
                  </a:lnTo>
                  <a:lnTo>
                    <a:pt x="1558649" y="1202850"/>
                  </a:lnTo>
                  <a:lnTo>
                    <a:pt x="1559707" y="1210191"/>
                  </a:lnTo>
                  <a:lnTo>
                    <a:pt x="1560765" y="1217951"/>
                  </a:lnTo>
                  <a:lnTo>
                    <a:pt x="1561823" y="1226178"/>
                  </a:lnTo>
                  <a:lnTo>
                    <a:pt x="1562881" y="1234873"/>
                  </a:lnTo>
                  <a:lnTo>
                    <a:pt x="1563938" y="1243980"/>
                  </a:lnTo>
                  <a:lnTo>
                    <a:pt x="1564996" y="1253432"/>
                  </a:lnTo>
                  <a:lnTo>
                    <a:pt x="1566054" y="1263160"/>
                  </a:lnTo>
                  <a:lnTo>
                    <a:pt x="1567112" y="1273158"/>
                  </a:lnTo>
                  <a:lnTo>
                    <a:pt x="1568170" y="1283501"/>
                  </a:lnTo>
                  <a:lnTo>
                    <a:pt x="1569228" y="1294193"/>
                  </a:lnTo>
                  <a:lnTo>
                    <a:pt x="1570285" y="1305274"/>
                  </a:lnTo>
                  <a:lnTo>
                    <a:pt x="1571343" y="1316753"/>
                  </a:lnTo>
                  <a:lnTo>
                    <a:pt x="1572401" y="1328701"/>
                  </a:lnTo>
                  <a:lnTo>
                    <a:pt x="1573459" y="1341078"/>
                  </a:lnTo>
                  <a:lnTo>
                    <a:pt x="1574517" y="1353711"/>
                  </a:lnTo>
                  <a:lnTo>
                    <a:pt x="1575575" y="1366571"/>
                  </a:lnTo>
                  <a:lnTo>
                    <a:pt x="1576633" y="1379675"/>
                  </a:lnTo>
                  <a:lnTo>
                    <a:pt x="1577690" y="1393039"/>
                  </a:lnTo>
                  <a:lnTo>
                    <a:pt x="1578748" y="1406675"/>
                  </a:lnTo>
                  <a:lnTo>
                    <a:pt x="1579806" y="1420591"/>
                  </a:lnTo>
                  <a:lnTo>
                    <a:pt x="1580864" y="1434793"/>
                  </a:lnTo>
                  <a:lnTo>
                    <a:pt x="1581922" y="1449386"/>
                  </a:lnTo>
                  <a:lnTo>
                    <a:pt x="1582980" y="1464336"/>
                  </a:lnTo>
                  <a:lnTo>
                    <a:pt x="1584037" y="1479469"/>
                  </a:lnTo>
                  <a:lnTo>
                    <a:pt x="1585095" y="1494672"/>
                  </a:lnTo>
                  <a:lnTo>
                    <a:pt x="1586153" y="1509952"/>
                  </a:lnTo>
                  <a:lnTo>
                    <a:pt x="1587211" y="1525322"/>
                  </a:lnTo>
                  <a:lnTo>
                    <a:pt x="1588269" y="1540800"/>
                  </a:lnTo>
                  <a:lnTo>
                    <a:pt x="1589327" y="1556449"/>
                  </a:lnTo>
                  <a:lnTo>
                    <a:pt x="1590384" y="1572348"/>
                  </a:lnTo>
                  <a:lnTo>
                    <a:pt x="1591442" y="1588545"/>
                  </a:lnTo>
                  <a:lnTo>
                    <a:pt x="1592500" y="1605070"/>
                  </a:lnTo>
                  <a:lnTo>
                    <a:pt x="1593558" y="1621936"/>
                  </a:lnTo>
                  <a:lnTo>
                    <a:pt x="1594616" y="1639199"/>
                  </a:lnTo>
                  <a:lnTo>
                    <a:pt x="1595674" y="1656765"/>
                  </a:lnTo>
                  <a:lnTo>
                    <a:pt x="1596731" y="1674588"/>
                  </a:lnTo>
                  <a:lnTo>
                    <a:pt x="1597789" y="1692637"/>
                  </a:lnTo>
                  <a:lnTo>
                    <a:pt x="1598847" y="1710990"/>
                  </a:lnTo>
                  <a:lnTo>
                    <a:pt x="1599905" y="1729712"/>
                  </a:lnTo>
                  <a:lnTo>
                    <a:pt x="1600963" y="1748890"/>
                  </a:lnTo>
                  <a:lnTo>
                    <a:pt x="1602021" y="1768529"/>
                  </a:lnTo>
                  <a:lnTo>
                    <a:pt x="1603079" y="1788609"/>
                  </a:lnTo>
                  <a:lnTo>
                    <a:pt x="1604136" y="1808973"/>
                  </a:lnTo>
                  <a:lnTo>
                    <a:pt x="1605194" y="1829524"/>
                  </a:lnTo>
                  <a:lnTo>
                    <a:pt x="1606252" y="1850087"/>
                  </a:lnTo>
                  <a:lnTo>
                    <a:pt x="1607310" y="1870452"/>
                  </a:lnTo>
                  <a:lnTo>
                    <a:pt x="1608368" y="1890449"/>
                  </a:lnTo>
                  <a:lnTo>
                    <a:pt x="1609426" y="1909998"/>
                  </a:lnTo>
                  <a:lnTo>
                    <a:pt x="1610483" y="1929134"/>
                  </a:lnTo>
                  <a:lnTo>
                    <a:pt x="1611541" y="1947921"/>
                  </a:lnTo>
                  <a:lnTo>
                    <a:pt x="1612599" y="1966307"/>
                  </a:lnTo>
                  <a:lnTo>
                    <a:pt x="1613657" y="1984237"/>
                  </a:lnTo>
                  <a:lnTo>
                    <a:pt x="1614715" y="2001729"/>
                  </a:lnTo>
                  <a:lnTo>
                    <a:pt x="1615773" y="2018818"/>
                  </a:lnTo>
                  <a:lnTo>
                    <a:pt x="1616830" y="2035539"/>
                  </a:lnTo>
                  <a:lnTo>
                    <a:pt x="1617888" y="2051949"/>
                  </a:lnTo>
                  <a:lnTo>
                    <a:pt x="1618946" y="2068070"/>
                  </a:lnTo>
                  <a:lnTo>
                    <a:pt x="1620004" y="2083959"/>
                  </a:lnTo>
                  <a:lnTo>
                    <a:pt x="1621062" y="2099581"/>
                  </a:lnTo>
                  <a:lnTo>
                    <a:pt x="1622120" y="2114957"/>
                  </a:lnTo>
                  <a:lnTo>
                    <a:pt x="1623177" y="2130139"/>
                  </a:lnTo>
                  <a:lnTo>
                    <a:pt x="1624235" y="2145126"/>
                  </a:lnTo>
                  <a:lnTo>
                    <a:pt x="1625293" y="2159901"/>
                  </a:lnTo>
                  <a:lnTo>
                    <a:pt x="1626351" y="2174361"/>
                  </a:lnTo>
                  <a:lnTo>
                    <a:pt x="1627409" y="2188435"/>
                  </a:lnTo>
                  <a:lnTo>
                    <a:pt x="1628467" y="2202173"/>
                  </a:lnTo>
                  <a:lnTo>
                    <a:pt x="1629525" y="2215584"/>
                  </a:lnTo>
                  <a:lnTo>
                    <a:pt x="1630582" y="2228672"/>
                  </a:lnTo>
                  <a:lnTo>
                    <a:pt x="1631640" y="2241419"/>
                  </a:lnTo>
                  <a:lnTo>
                    <a:pt x="1632698" y="2253785"/>
                  </a:lnTo>
                  <a:lnTo>
                    <a:pt x="1633756" y="2265773"/>
                  </a:lnTo>
                  <a:lnTo>
                    <a:pt x="1634814" y="2277314"/>
                  </a:lnTo>
                  <a:lnTo>
                    <a:pt x="1635872" y="2288323"/>
                  </a:lnTo>
                  <a:lnTo>
                    <a:pt x="1636929" y="2298877"/>
                  </a:lnTo>
                  <a:lnTo>
                    <a:pt x="1637987" y="2309015"/>
                  </a:lnTo>
                  <a:lnTo>
                    <a:pt x="1639045" y="2318729"/>
                  </a:lnTo>
                  <a:lnTo>
                    <a:pt x="1640103" y="2327998"/>
                  </a:lnTo>
                  <a:lnTo>
                    <a:pt x="1641161" y="2336831"/>
                  </a:lnTo>
                  <a:lnTo>
                    <a:pt x="1642219" y="2345172"/>
                  </a:lnTo>
                  <a:lnTo>
                    <a:pt x="1643276" y="2352988"/>
                  </a:lnTo>
                  <a:lnTo>
                    <a:pt x="1644334" y="2360239"/>
                  </a:lnTo>
                  <a:lnTo>
                    <a:pt x="1645392" y="2366878"/>
                  </a:lnTo>
                  <a:lnTo>
                    <a:pt x="1646450" y="2372828"/>
                  </a:lnTo>
                  <a:lnTo>
                    <a:pt x="1647508" y="2378026"/>
                  </a:lnTo>
                  <a:lnTo>
                    <a:pt x="1648566" y="2382469"/>
                  </a:lnTo>
                  <a:lnTo>
                    <a:pt x="1649623" y="2386160"/>
                  </a:lnTo>
                  <a:lnTo>
                    <a:pt x="1650681" y="2389114"/>
                  </a:lnTo>
                  <a:lnTo>
                    <a:pt x="1651739" y="2391353"/>
                  </a:lnTo>
                  <a:lnTo>
                    <a:pt x="1652797" y="2392806"/>
                  </a:lnTo>
                  <a:lnTo>
                    <a:pt x="1653855" y="2393398"/>
                  </a:lnTo>
                  <a:lnTo>
                    <a:pt x="1654913" y="2393072"/>
                  </a:lnTo>
                  <a:lnTo>
                    <a:pt x="1655971" y="2391765"/>
                  </a:lnTo>
                  <a:lnTo>
                    <a:pt x="1657028" y="2389448"/>
                  </a:lnTo>
                  <a:lnTo>
                    <a:pt x="1658086" y="2386188"/>
                  </a:lnTo>
                  <a:lnTo>
                    <a:pt x="1659144" y="2382021"/>
                  </a:lnTo>
                  <a:lnTo>
                    <a:pt x="1660202" y="2377142"/>
                  </a:lnTo>
                  <a:lnTo>
                    <a:pt x="1661260" y="2371638"/>
                  </a:lnTo>
                  <a:lnTo>
                    <a:pt x="1662318" y="2365666"/>
                  </a:lnTo>
                  <a:lnTo>
                    <a:pt x="1663375" y="2359185"/>
                  </a:lnTo>
                  <a:lnTo>
                    <a:pt x="1664433" y="2352100"/>
                  </a:lnTo>
                  <a:lnTo>
                    <a:pt x="1665491" y="2344378"/>
                  </a:lnTo>
                  <a:lnTo>
                    <a:pt x="1666549" y="2336050"/>
                  </a:lnTo>
                  <a:lnTo>
                    <a:pt x="1667607" y="2327087"/>
                  </a:lnTo>
                  <a:lnTo>
                    <a:pt x="1668665" y="2317421"/>
                  </a:lnTo>
                  <a:lnTo>
                    <a:pt x="1669722" y="2306981"/>
                  </a:lnTo>
                  <a:lnTo>
                    <a:pt x="1670780" y="2295703"/>
                  </a:lnTo>
                  <a:lnTo>
                    <a:pt x="1671838" y="2283565"/>
                  </a:lnTo>
                  <a:lnTo>
                    <a:pt x="1672896" y="2270534"/>
                  </a:lnTo>
                  <a:lnTo>
                    <a:pt x="1673954" y="2256569"/>
                  </a:lnTo>
                  <a:lnTo>
                    <a:pt x="1675012" y="2241664"/>
                  </a:lnTo>
                  <a:lnTo>
                    <a:pt x="1676069" y="2225706"/>
                  </a:lnTo>
                  <a:lnTo>
                    <a:pt x="1677127" y="2208592"/>
                  </a:lnTo>
                  <a:lnTo>
                    <a:pt x="1678185" y="2190284"/>
                  </a:lnTo>
                  <a:lnTo>
                    <a:pt x="1679243" y="2170800"/>
                  </a:lnTo>
                  <a:lnTo>
                    <a:pt x="1680301" y="2150293"/>
                  </a:lnTo>
                  <a:lnTo>
                    <a:pt x="1681359" y="2128893"/>
                  </a:lnTo>
                  <a:lnTo>
                    <a:pt x="1682417" y="2106658"/>
                  </a:lnTo>
                  <a:lnTo>
                    <a:pt x="1683474" y="2083583"/>
                  </a:lnTo>
                  <a:lnTo>
                    <a:pt x="1684532" y="2059751"/>
                  </a:lnTo>
                  <a:lnTo>
                    <a:pt x="1685590" y="2035199"/>
                  </a:lnTo>
                  <a:lnTo>
                    <a:pt x="1686648" y="2009998"/>
                  </a:lnTo>
                  <a:lnTo>
                    <a:pt x="1687706" y="1984196"/>
                  </a:lnTo>
                  <a:lnTo>
                    <a:pt x="1688764" y="1957905"/>
                  </a:lnTo>
                  <a:lnTo>
                    <a:pt x="1689821" y="1931282"/>
                  </a:lnTo>
                  <a:lnTo>
                    <a:pt x="1690879" y="1904437"/>
                  </a:lnTo>
                  <a:lnTo>
                    <a:pt x="1691937" y="1877559"/>
                  </a:lnTo>
                  <a:lnTo>
                    <a:pt x="1692995" y="1850724"/>
                  </a:lnTo>
                  <a:lnTo>
                    <a:pt x="1694053" y="1824031"/>
                  </a:lnTo>
                  <a:lnTo>
                    <a:pt x="1695111" y="1797546"/>
                  </a:lnTo>
                  <a:lnTo>
                    <a:pt x="1696168" y="1771390"/>
                  </a:lnTo>
                  <a:lnTo>
                    <a:pt x="1697226" y="1745593"/>
                  </a:lnTo>
                  <a:lnTo>
                    <a:pt x="1698284" y="1720130"/>
                  </a:lnTo>
                  <a:lnTo>
                    <a:pt x="1699342" y="1695032"/>
                  </a:lnTo>
                  <a:lnTo>
                    <a:pt x="1700400" y="1670276"/>
                  </a:lnTo>
                  <a:lnTo>
                    <a:pt x="1701458" y="1645914"/>
                  </a:lnTo>
                  <a:lnTo>
                    <a:pt x="1702515" y="1621933"/>
                  </a:lnTo>
                  <a:lnTo>
                    <a:pt x="1703573" y="1598417"/>
                  </a:lnTo>
                  <a:lnTo>
                    <a:pt x="1704631" y="1575398"/>
                  </a:lnTo>
                  <a:lnTo>
                    <a:pt x="1705689" y="1552887"/>
                  </a:lnTo>
                  <a:lnTo>
                    <a:pt x="1706747" y="1530927"/>
                  </a:lnTo>
                  <a:lnTo>
                    <a:pt x="1707805" y="1509505"/>
                  </a:lnTo>
                  <a:lnTo>
                    <a:pt x="1708863" y="1488673"/>
                  </a:lnTo>
                  <a:lnTo>
                    <a:pt x="1709920" y="1468447"/>
                  </a:lnTo>
                  <a:lnTo>
                    <a:pt x="1710978" y="1448863"/>
                  </a:lnTo>
                  <a:lnTo>
                    <a:pt x="1712036" y="1429823"/>
                  </a:lnTo>
                  <a:lnTo>
                    <a:pt x="1713094" y="1411221"/>
                  </a:lnTo>
                  <a:lnTo>
                    <a:pt x="1714152" y="1393113"/>
                  </a:lnTo>
                  <a:lnTo>
                    <a:pt x="1715210" y="1375539"/>
                  </a:lnTo>
                  <a:lnTo>
                    <a:pt x="1716267" y="1358500"/>
                  </a:lnTo>
                  <a:lnTo>
                    <a:pt x="1717325" y="1342010"/>
                  </a:lnTo>
                  <a:lnTo>
                    <a:pt x="1718383" y="1326173"/>
                  </a:lnTo>
                  <a:lnTo>
                    <a:pt x="1719441" y="1310974"/>
                  </a:lnTo>
                  <a:lnTo>
                    <a:pt x="1720499" y="1296468"/>
                  </a:lnTo>
                  <a:lnTo>
                    <a:pt x="1721557" y="1282679"/>
                  </a:lnTo>
                  <a:lnTo>
                    <a:pt x="1722614" y="1269618"/>
                  </a:lnTo>
                  <a:lnTo>
                    <a:pt x="1723672" y="1257316"/>
                  </a:lnTo>
                  <a:lnTo>
                    <a:pt x="1724730" y="1245822"/>
                  </a:lnTo>
                  <a:lnTo>
                    <a:pt x="1725788" y="1235223"/>
                  </a:lnTo>
                  <a:lnTo>
                    <a:pt x="1726846" y="1225531"/>
                  </a:lnTo>
                  <a:lnTo>
                    <a:pt x="1727904" y="1216772"/>
                  </a:lnTo>
                  <a:lnTo>
                    <a:pt x="1728961" y="1209040"/>
                  </a:lnTo>
                  <a:lnTo>
                    <a:pt x="1730019" y="1202391"/>
                  </a:lnTo>
                  <a:lnTo>
                    <a:pt x="1731077" y="1196854"/>
                  </a:lnTo>
                  <a:lnTo>
                    <a:pt x="1732135" y="1192424"/>
                  </a:lnTo>
                  <a:lnTo>
                    <a:pt x="1733193" y="1189104"/>
                  </a:lnTo>
                  <a:lnTo>
                    <a:pt x="1734251" y="1186819"/>
                  </a:lnTo>
                  <a:lnTo>
                    <a:pt x="1735309" y="1185517"/>
                  </a:lnTo>
                  <a:lnTo>
                    <a:pt x="1736366" y="1185154"/>
                  </a:lnTo>
                  <a:lnTo>
                    <a:pt x="1737424" y="1185622"/>
                  </a:lnTo>
                  <a:lnTo>
                    <a:pt x="1738482" y="1186848"/>
                  </a:lnTo>
                  <a:lnTo>
                    <a:pt x="1739540" y="1188800"/>
                  </a:lnTo>
                  <a:lnTo>
                    <a:pt x="1740598" y="1191423"/>
                  </a:lnTo>
                  <a:lnTo>
                    <a:pt x="1741656" y="1194640"/>
                  </a:lnTo>
                  <a:lnTo>
                    <a:pt x="1742713" y="1198322"/>
                  </a:lnTo>
                  <a:lnTo>
                    <a:pt x="1743771" y="1202360"/>
                  </a:lnTo>
                  <a:lnTo>
                    <a:pt x="1744829" y="1206553"/>
                  </a:lnTo>
                  <a:lnTo>
                    <a:pt x="1745887" y="1210755"/>
                  </a:lnTo>
                  <a:lnTo>
                    <a:pt x="1746945" y="1214855"/>
                  </a:lnTo>
                  <a:lnTo>
                    <a:pt x="1748003" y="1218740"/>
                  </a:lnTo>
                  <a:lnTo>
                    <a:pt x="1749060" y="1222291"/>
                  </a:lnTo>
                  <a:lnTo>
                    <a:pt x="1750118" y="1225411"/>
                  </a:lnTo>
                  <a:lnTo>
                    <a:pt x="1751176" y="1228110"/>
                  </a:lnTo>
                  <a:lnTo>
                    <a:pt x="1752234" y="1230445"/>
                  </a:lnTo>
                  <a:lnTo>
                    <a:pt x="1753292" y="1232468"/>
                  </a:lnTo>
                  <a:lnTo>
                    <a:pt x="1754350" y="1234229"/>
                  </a:lnTo>
                  <a:lnTo>
                    <a:pt x="1755407" y="1235765"/>
                  </a:lnTo>
                  <a:lnTo>
                    <a:pt x="1756465" y="1237054"/>
                  </a:lnTo>
                  <a:lnTo>
                    <a:pt x="1757523" y="1238086"/>
                  </a:lnTo>
                  <a:lnTo>
                    <a:pt x="1758581" y="1238864"/>
                  </a:lnTo>
                  <a:lnTo>
                    <a:pt x="1759639" y="1239332"/>
                  </a:lnTo>
                  <a:lnTo>
                    <a:pt x="1760697" y="1239545"/>
                  </a:lnTo>
                  <a:lnTo>
                    <a:pt x="1761755" y="1239536"/>
                  </a:lnTo>
                  <a:lnTo>
                    <a:pt x="1762812" y="1239287"/>
                  </a:lnTo>
                  <a:lnTo>
                    <a:pt x="1763870" y="1238768"/>
                  </a:lnTo>
                  <a:lnTo>
                    <a:pt x="1764928" y="1238016"/>
                  </a:lnTo>
                  <a:lnTo>
                    <a:pt x="1765986" y="1237140"/>
                  </a:lnTo>
                  <a:lnTo>
                    <a:pt x="1767044" y="1236101"/>
                  </a:lnTo>
                  <a:lnTo>
                    <a:pt x="1768102" y="1234742"/>
                  </a:lnTo>
                  <a:lnTo>
                    <a:pt x="1769159" y="1233058"/>
                  </a:lnTo>
                  <a:lnTo>
                    <a:pt x="1770217" y="1231034"/>
                  </a:lnTo>
                  <a:lnTo>
                    <a:pt x="1771275" y="1228599"/>
                  </a:lnTo>
                  <a:lnTo>
                    <a:pt x="1772333" y="1225621"/>
                  </a:lnTo>
                  <a:lnTo>
                    <a:pt x="1773391" y="1222012"/>
                  </a:lnTo>
                  <a:lnTo>
                    <a:pt x="1774449" y="1217716"/>
                  </a:lnTo>
                  <a:lnTo>
                    <a:pt x="1775506" y="1212796"/>
                  </a:lnTo>
                  <a:lnTo>
                    <a:pt x="1776564" y="1207317"/>
                  </a:lnTo>
                  <a:lnTo>
                    <a:pt x="1777622" y="1201321"/>
                  </a:lnTo>
                  <a:lnTo>
                    <a:pt x="1778680" y="1194806"/>
                  </a:lnTo>
                  <a:lnTo>
                    <a:pt x="1779738" y="1187760"/>
                  </a:lnTo>
                  <a:lnTo>
                    <a:pt x="1780796" y="1180198"/>
                  </a:lnTo>
                  <a:lnTo>
                    <a:pt x="1781853" y="1172025"/>
                  </a:lnTo>
                  <a:lnTo>
                    <a:pt x="1782911" y="1163219"/>
                  </a:lnTo>
                  <a:lnTo>
                    <a:pt x="1783969" y="1153867"/>
                  </a:lnTo>
                  <a:lnTo>
                    <a:pt x="1785027" y="1144057"/>
                  </a:lnTo>
                  <a:lnTo>
                    <a:pt x="1786085" y="1133817"/>
                  </a:lnTo>
                  <a:lnTo>
                    <a:pt x="1787143" y="1123108"/>
                  </a:lnTo>
                  <a:lnTo>
                    <a:pt x="1788201" y="1111936"/>
                  </a:lnTo>
                  <a:lnTo>
                    <a:pt x="1789258" y="1100339"/>
                  </a:lnTo>
                  <a:lnTo>
                    <a:pt x="1790316" y="1088373"/>
                  </a:lnTo>
                  <a:lnTo>
                    <a:pt x="1791374" y="1076039"/>
                  </a:lnTo>
                  <a:lnTo>
                    <a:pt x="1792432" y="1063332"/>
                  </a:lnTo>
                  <a:lnTo>
                    <a:pt x="1793490" y="1050240"/>
                  </a:lnTo>
                  <a:lnTo>
                    <a:pt x="1794548" y="1036845"/>
                  </a:lnTo>
                  <a:lnTo>
                    <a:pt x="1795605" y="1023171"/>
                  </a:lnTo>
                  <a:lnTo>
                    <a:pt x="1796663" y="1009267"/>
                  </a:lnTo>
                  <a:lnTo>
                    <a:pt x="1797721" y="995233"/>
                  </a:lnTo>
                  <a:lnTo>
                    <a:pt x="1798779" y="981173"/>
                  </a:lnTo>
                  <a:lnTo>
                    <a:pt x="1799837" y="967159"/>
                  </a:lnTo>
                  <a:lnTo>
                    <a:pt x="1800895" y="953253"/>
                  </a:lnTo>
                  <a:lnTo>
                    <a:pt x="1801952" y="939478"/>
                  </a:lnTo>
                  <a:lnTo>
                    <a:pt x="1803010" y="925934"/>
                  </a:lnTo>
                  <a:lnTo>
                    <a:pt x="1804068" y="912646"/>
                  </a:lnTo>
                  <a:lnTo>
                    <a:pt x="1805126" y="899625"/>
                  </a:lnTo>
                  <a:lnTo>
                    <a:pt x="1806184" y="886846"/>
                  </a:lnTo>
                  <a:lnTo>
                    <a:pt x="1807242" y="874308"/>
                  </a:lnTo>
                  <a:lnTo>
                    <a:pt x="1808299" y="861974"/>
                  </a:lnTo>
                  <a:lnTo>
                    <a:pt x="1809357" y="849840"/>
                  </a:lnTo>
                  <a:lnTo>
                    <a:pt x="1810415" y="837863"/>
                  </a:lnTo>
                  <a:lnTo>
                    <a:pt x="1811473" y="826008"/>
                  </a:lnTo>
                  <a:lnTo>
                    <a:pt x="1812531" y="814311"/>
                  </a:lnTo>
                  <a:lnTo>
                    <a:pt x="1813589" y="802752"/>
                  </a:lnTo>
                  <a:lnTo>
                    <a:pt x="1814647" y="791281"/>
                  </a:lnTo>
                  <a:lnTo>
                    <a:pt x="1815704" y="779849"/>
                  </a:lnTo>
                  <a:lnTo>
                    <a:pt x="1816762" y="768413"/>
                  </a:lnTo>
                  <a:lnTo>
                    <a:pt x="1817820" y="756953"/>
                  </a:lnTo>
                  <a:lnTo>
                    <a:pt x="1818878" y="745406"/>
                  </a:lnTo>
                  <a:lnTo>
                    <a:pt x="1819936" y="733747"/>
                  </a:lnTo>
                  <a:lnTo>
                    <a:pt x="1820994" y="722046"/>
                  </a:lnTo>
                  <a:lnTo>
                    <a:pt x="1822051" y="710350"/>
                  </a:lnTo>
                  <a:lnTo>
                    <a:pt x="1823109" y="698636"/>
                  </a:lnTo>
                  <a:lnTo>
                    <a:pt x="1824167" y="686903"/>
                  </a:lnTo>
                  <a:lnTo>
                    <a:pt x="1825225" y="675258"/>
                  </a:lnTo>
                  <a:lnTo>
                    <a:pt x="1826283" y="663751"/>
                  </a:lnTo>
                  <a:lnTo>
                    <a:pt x="1827341" y="652468"/>
                  </a:lnTo>
                  <a:lnTo>
                    <a:pt x="1828398" y="641387"/>
                  </a:lnTo>
                  <a:lnTo>
                    <a:pt x="1829456" y="630487"/>
                  </a:lnTo>
                  <a:lnTo>
                    <a:pt x="1830514" y="619627"/>
                  </a:lnTo>
                  <a:lnTo>
                    <a:pt x="1831572" y="608726"/>
                  </a:lnTo>
                  <a:lnTo>
                    <a:pt x="1832630" y="597796"/>
                  </a:lnTo>
                  <a:lnTo>
                    <a:pt x="1833688" y="586814"/>
                  </a:lnTo>
                  <a:lnTo>
                    <a:pt x="1834745" y="575823"/>
                  </a:lnTo>
                  <a:lnTo>
                    <a:pt x="1835803" y="564935"/>
                  </a:lnTo>
                  <a:lnTo>
                    <a:pt x="1836861" y="554060"/>
                  </a:lnTo>
                  <a:lnTo>
                    <a:pt x="1837919" y="543144"/>
                  </a:lnTo>
                  <a:lnTo>
                    <a:pt x="1838977" y="532113"/>
                  </a:lnTo>
                  <a:lnTo>
                    <a:pt x="1840035" y="520988"/>
                  </a:lnTo>
                  <a:lnTo>
                    <a:pt x="1841093" y="509787"/>
                  </a:lnTo>
                  <a:lnTo>
                    <a:pt x="1842150" y="498502"/>
                  </a:lnTo>
                  <a:lnTo>
                    <a:pt x="1843208" y="487110"/>
                  </a:lnTo>
                  <a:lnTo>
                    <a:pt x="1844266" y="475670"/>
                  </a:lnTo>
                  <a:lnTo>
                    <a:pt x="1845324" y="464277"/>
                  </a:lnTo>
                  <a:lnTo>
                    <a:pt x="1846382" y="453020"/>
                  </a:lnTo>
                  <a:lnTo>
                    <a:pt x="1847440" y="441965"/>
                  </a:lnTo>
                  <a:lnTo>
                    <a:pt x="1848497" y="431093"/>
                  </a:lnTo>
                  <a:lnTo>
                    <a:pt x="1849555" y="420459"/>
                  </a:lnTo>
                  <a:lnTo>
                    <a:pt x="1850613" y="410036"/>
                  </a:lnTo>
                  <a:lnTo>
                    <a:pt x="1851671" y="399760"/>
                  </a:lnTo>
                  <a:lnTo>
                    <a:pt x="1852729" y="389563"/>
                  </a:lnTo>
                  <a:lnTo>
                    <a:pt x="1853787" y="379443"/>
                  </a:lnTo>
                  <a:lnTo>
                    <a:pt x="1854844" y="369457"/>
                  </a:lnTo>
                  <a:lnTo>
                    <a:pt x="1855902" y="359564"/>
                  </a:lnTo>
                  <a:lnTo>
                    <a:pt x="1856960" y="349787"/>
                  </a:lnTo>
                  <a:lnTo>
                    <a:pt x="1858018" y="340094"/>
                  </a:lnTo>
                  <a:lnTo>
                    <a:pt x="1859076" y="330433"/>
                  </a:lnTo>
                  <a:lnTo>
                    <a:pt x="1860134" y="320794"/>
                  </a:lnTo>
                  <a:lnTo>
                    <a:pt x="1861191" y="311159"/>
                  </a:lnTo>
                  <a:lnTo>
                    <a:pt x="1862249" y="301555"/>
                  </a:lnTo>
                  <a:lnTo>
                    <a:pt x="1863307" y="291967"/>
                  </a:lnTo>
                  <a:lnTo>
                    <a:pt x="1864365" y="282431"/>
                  </a:lnTo>
                  <a:lnTo>
                    <a:pt x="1865423" y="272935"/>
                  </a:lnTo>
                  <a:lnTo>
                    <a:pt x="1866481" y="263452"/>
                  </a:lnTo>
                  <a:lnTo>
                    <a:pt x="1867539" y="254019"/>
                  </a:lnTo>
                  <a:lnTo>
                    <a:pt x="1868596" y="244730"/>
                  </a:lnTo>
                  <a:lnTo>
                    <a:pt x="1869654" y="235642"/>
                  </a:lnTo>
                  <a:lnTo>
                    <a:pt x="1870712" y="226814"/>
                  </a:lnTo>
                  <a:lnTo>
                    <a:pt x="1871770" y="218360"/>
                  </a:lnTo>
                  <a:lnTo>
                    <a:pt x="1872828" y="210288"/>
                  </a:lnTo>
                  <a:lnTo>
                    <a:pt x="1873886" y="202616"/>
                  </a:lnTo>
                  <a:lnTo>
                    <a:pt x="1874943" y="195374"/>
                  </a:lnTo>
                  <a:lnTo>
                    <a:pt x="1876001" y="188583"/>
                  </a:lnTo>
                  <a:lnTo>
                    <a:pt x="1877059" y="182265"/>
                  </a:lnTo>
                  <a:lnTo>
                    <a:pt x="1878117" y="176436"/>
                  </a:lnTo>
                  <a:lnTo>
                    <a:pt x="1879175" y="171100"/>
                  </a:lnTo>
                  <a:lnTo>
                    <a:pt x="1880233" y="166307"/>
                  </a:lnTo>
                  <a:lnTo>
                    <a:pt x="1881290" y="162086"/>
                  </a:lnTo>
                  <a:lnTo>
                    <a:pt x="1882348" y="158403"/>
                  </a:lnTo>
                  <a:lnTo>
                    <a:pt x="1883406" y="155318"/>
                  </a:lnTo>
                  <a:lnTo>
                    <a:pt x="1884464" y="152910"/>
                  </a:lnTo>
                  <a:lnTo>
                    <a:pt x="1885522" y="151159"/>
                  </a:lnTo>
                  <a:lnTo>
                    <a:pt x="1886580" y="150001"/>
                  </a:lnTo>
                  <a:lnTo>
                    <a:pt x="1887637" y="149409"/>
                  </a:lnTo>
                  <a:lnTo>
                    <a:pt x="1888695" y="149374"/>
                  </a:lnTo>
                  <a:lnTo>
                    <a:pt x="1889753" y="149920"/>
                  </a:lnTo>
                  <a:lnTo>
                    <a:pt x="1890811" y="151059"/>
                  </a:lnTo>
                  <a:lnTo>
                    <a:pt x="1891869" y="152840"/>
                  </a:lnTo>
                  <a:lnTo>
                    <a:pt x="1892927" y="155317"/>
                  </a:lnTo>
                  <a:lnTo>
                    <a:pt x="1893985" y="158468"/>
                  </a:lnTo>
                  <a:lnTo>
                    <a:pt x="1895042" y="162322"/>
                  </a:lnTo>
                  <a:lnTo>
                    <a:pt x="1896100" y="166893"/>
                  </a:lnTo>
                  <a:lnTo>
                    <a:pt x="1897158" y="172187"/>
                  </a:lnTo>
                  <a:lnTo>
                    <a:pt x="1898216" y="178113"/>
                  </a:lnTo>
                  <a:lnTo>
                    <a:pt x="1899274" y="184600"/>
                  </a:lnTo>
                  <a:lnTo>
                    <a:pt x="1900332" y="191485"/>
                  </a:lnTo>
                  <a:lnTo>
                    <a:pt x="1901389" y="198712"/>
                  </a:lnTo>
                  <a:lnTo>
                    <a:pt x="1902447" y="206240"/>
                  </a:lnTo>
                  <a:lnTo>
                    <a:pt x="1903505" y="213990"/>
                  </a:lnTo>
                  <a:lnTo>
                    <a:pt x="1904563" y="221969"/>
                  </a:lnTo>
                  <a:lnTo>
                    <a:pt x="1905621" y="230186"/>
                  </a:lnTo>
                  <a:lnTo>
                    <a:pt x="1906679" y="238677"/>
                  </a:lnTo>
                  <a:lnTo>
                    <a:pt x="1907736" y="247429"/>
                  </a:lnTo>
                  <a:lnTo>
                    <a:pt x="1908794" y="256419"/>
                  </a:lnTo>
                  <a:lnTo>
                    <a:pt x="1909852" y="265640"/>
                  </a:lnTo>
                  <a:lnTo>
                    <a:pt x="1910910" y="274958"/>
                  </a:lnTo>
                  <a:lnTo>
                    <a:pt x="1911968" y="284390"/>
                  </a:lnTo>
                  <a:lnTo>
                    <a:pt x="1913026" y="293947"/>
                  </a:lnTo>
                  <a:lnTo>
                    <a:pt x="1914083" y="303689"/>
                  </a:lnTo>
                  <a:lnTo>
                    <a:pt x="1915141" y="313645"/>
                  </a:lnTo>
                  <a:lnTo>
                    <a:pt x="1916199" y="323891"/>
                  </a:lnTo>
                  <a:lnTo>
                    <a:pt x="1917257" y="334463"/>
                  </a:lnTo>
                  <a:lnTo>
                    <a:pt x="1918315" y="345361"/>
                  </a:lnTo>
                  <a:lnTo>
                    <a:pt x="1919373" y="356632"/>
                  </a:lnTo>
                  <a:lnTo>
                    <a:pt x="1920431" y="368224"/>
                  </a:lnTo>
                  <a:lnTo>
                    <a:pt x="1921488" y="380097"/>
                  </a:lnTo>
                  <a:lnTo>
                    <a:pt x="1922546" y="392195"/>
                  </a:lnTo>
                  <a:lnTo>
                    <a:pt x="1923604" y="404486"/>
                  </a:lnTo>
                  <a:lnTo>
                    <a:pt x="1924662" y="416905"/>
                  </a:lnTo>
                  <a:lnTo>
                    <a:pt x="1925720" y="429401"/>
                  </a:lnTo>
                  <a:lnTo>
                    <a:pt x="1926778" y="442039"/>
                  </a:lnTo>
                  <a:lnTo>
                    <a:pt x="1927835" y="454807"/>
                  </a:lnTo>
                  <a:lnTo>
                    <a:pt x="1928893" y="467640"/>
                  </a:lnTo>
                  <a:lnTo>
                    <a:pt x="1929951" y="480513"/>
                  </a:lnTo>
                  <a:lnTo>
                    <a:pt x="1931009" y="493351"/>
                  </a:lnTo>
                  <a:lnTo>
                    <a:pt x="1932067" y="506156"/>
                  </a:lnTo>
                  <a:lnTo>
                    <a:pt x="1933125" y="518880"/>
                  </a:lnTo>
                  <a:lnTo>
                    <a:pt x="1934182" y="531480"/>
                  </a:lnTo>
                  <a:lnTo>
                    <a:pt x="1935240" y="543989"/>
                  </a:lnTo>
                  <a:lnTo>
                    <a:pt x="1936298" y="556515"/>
                  </a:lnTo>
                  <a:lnTo>
                    <a:pt x="1937356" y="569101"/>
                  </a:lnTo>
                  <a:lnTo>
                    <a:pt x="1938414" y="581836"/>
                  </a:lnTo>
                  <a:lnTo>
                    <a:pt x="1939472" y="594835"/>
                  </a:lnTo>
                  <a:lnTo>
                    <a:pt x="1940529" y="608233"/>
                  </a:lnTo>
                  <a:lnTo>
                    <a:pt x="1941587" y="622047"/>
                  </a:lnTo>
                  <a:lnTo>
                    <a:pt x="1942645" y="636277"/>
                  </a:lnTo>
                  <a:lnTo>
                    <a:pt x="1943703" y="650917"/>
                  </a:lnTo>
                  <a:lnTo>
                    <a:pt x="1944761" y="666036"/>
                  </a:lnTo>
                  <a:lnTo>
                    <a:pt x="1945819" y="681635"/>
                  </a:lnTo>
                  <a:lnTo>
                    <a:pt x="1946877" y="697744"/>
                  </a:lnTo>
                  <a:lnTo>
                    <a:pt x="1947934" y="714334"/>
                  </a:lnTo>
                  <a:lnTo>
                    <a:pt x="1948992" y="731384"/>
                  </a:lnTo>
                  <a:lnTo>
                    <a:pt x="1950050" y="748877"/>
                  </a:lnTo>
                  <a:lnTo>
                    <a:pt x="1951108" y="766834"/>
                  </a:lnTo>
                  <a:lnTo>
                    <a:pt x="1952166" y="785330"/>
                  </a:lnTo>
                  <a:lnTo>
                    <a:pt x="1953224" y="804440"/>
                  </a:lnTo>
                  <a:lnTo>
                    <a:pt x="1954281" y="824241"/>
                  </a:lnTo>
                  <a:lnTo>
                    <a:pt x="1955339" y="844708"/>
                  </a:lnTo>
                  <a:lnTo>
                    <a:pt x="1956397" y="865783"/>
                  </a:lnTo>
                  <a:lnTo>
                    <a:pt x="1957455" y="887476"/>
                  </a:lnTo>
                  <a:lnTo>
                    <a:pt x="1958513" y="909793"/>
                  </a:lnTo>
                  <a:lnTo>
                    <a:pt x="1959571" y="932622"/>
                  </a:lnTo>
                  <a:lnTo>
                    <a:pt x="1960628" y="955865"/>
                  </a:lnTo>
                  <a:lnTo>
                    <a:pt x="1961686" y="979451"/>
                  </a:lnTo>
                  <a:lnTo>
                    <a:pt x="1962744" y="1003350"/>
                  </a:lnTo>
                  <a:lnTo>
                    <a:pt x="1963802" y="1027632"/>
                  </a:lnTo>
                  <a:lnTo>
                    <a:pt x="1964860" y="1052408"/>
                  </a:lnTo>
                  <a:lnTo>
                    <a:pt x="1965918" y="1077689"/>
                  </a:lnTo>
                  <a:lnTo>
                    <a:pt x="1966975" y="1103436"/>
                  </a:lnTo>
                  <a:lnTo>
                    <a:pt x="1968033" y="1129530"/>
                  </a:lnTo>
                  <a:lnTo>
                    <a:pt x="1969091" y="1155855"/>
                  </a:lnTo>
                  <a:lnTo>
                    <a:pt x="1970149" y="1182266"/>
                  </a:lnTo>
                  <a:lnTo>
                    <a:pt x="1971207" y="1208689"/>
                  </a:lnTo>
                  <a:lnTo>
                    <a:pt x="1972265" y="1235162"/>
                  </a:lnTo>
                  <a:lnTo>
                    <a:pt x="1973323" y="1261734"/>
                  </a:lnTo>
                  <a:lnTo>
                    <a:pt x="1974380" y="1288467"/>
                  </a:lnTo>
                  <a:lnTo>
                    <a:pt x="1975438" y="1315449"/>
                  </a:lnTo>
                  <a:lnTo>
                    <a:pt x="1976496" y="1342737"/>
                  </a:lnTo>
                  <a:lnTo>
                    <a:pt x="1977554" y="1370364"/>
                  </a:lnTo>
                  <a:lnTo>
                    <a:pt x="1978612" y="1398382"/>
                  </a:lnTo>
                  <a:lnTo>
                    <a:pt x="1979670" y="1426757"/>
                  </a:lnTo>
                  <a:lnTo>
                    <a:pt x="1980727" y="1455342"/>
                  </a:lnTo>
                  <a:lnTo>
                    <a:pt x="1981785" y="1484130"/>
                  </a:lnTo>
                  <a:lnTo>
                    <a:pt x="1982843" y="1513164"/>
                  </a:lnTo>
                  <a:lnTo>
                    <a:pt x="1983901" y="1542515"/>
                  </a:lnTo>
                  <a:lnTo>
                    <a:pt x="1984959" y="1572154"/>
                  </a:lnTo>
                  <a:lnTo>
                    <a:pt x="1986017" y="1602115"/>
                  </a:lnTo>
                  <a:lnTo>
                    <a:pt x="1987074" y="1632430"/>
                  </a:lnTo>
                  <a:lnTo>
                    <a:pt x="1988132" y="1662910"/>
                  </a:lnTo>
                  <a:lnTo>
                    <a:pt x="1989190" y="1693353"/>
                  </a:lnTo>
                  <a:lnTo>
                    <a:pt x="1990248" y="1723577"/>
                  </a:lnTo>
                  <a:lnTo>
                    <a:pt x="1991306" y="1753446"/>
                  </a:lnTo>
                  <a:lnTo>
                    <a:pt x="1992364" y="1782858"/>
                  </a:lnTo>
                  <a:lnTo>
                    <a:pt x="1993421" y="1811724"/>
                  </a:lnTo>
                  <a:lnTo>
                    <a:pt x="1994479" y="1839858"/>
                  </a:lnTo>
                  <a:lnTo>
                    <a:pt x="1995537" y="1867216"/>
                  </a:lnTo>
                  <a:lnTo>
                    <a:pt x="1996595" y="1893773"/>
                  </a:lnTo>
                  <a:lnTo>
                    <a:pt x="1997653" y="1919385"/>
                  </a:lnTo>
                  <a:lnTo>
                    <a:pt x="1998711" y="1943893"/>
                  </a:lnTo>
                  <a:lnTo>
                    <a:pt x="1999769" y="1967152"/>
                  </a:lnTo>
                  <a:lnTo>
                    <a:pt x="2000826" y="1989091"/>
                  </a:lnTo>
                  <a:lnTo>
                    <a:pt x="2001884" y="2009733"/>
                  </a:lnTo>
                  <a:lnTo>
                    <a:pt x="2002942" y="2029012"/>
                  </a:lnTo>
                  <a:lnTo>
                    <a:pt x="2004000" y="2047007"/>
                  </a:lnTo>
                  <a:lnTo>
                    <a:pt x="2005058" y="2063660"/>
                  </a:lnTo>
                  <a:lnTo>
                    <a:pt x="2006116" y="2078887"/>
                  </a:lnTo>
                  <a:lnTo>
                    <a:pt x="2007173" y="2092592"/>
                  </a:lnTo>
                  <a:lnTo>
                    <a:pt x="2008231" y="2104732"/>
                  </a:lnTo>
                  <a:lnTo>
                    <a:pt x="2009289" y="2115370"/>
                  </a:lnTo>
                  <a:lnTo>
                    <a:pt x="2010347" y="2124612"/>
                  </a:lnTo>
                  <a:lnTo>
                    <a:pt x="2011405" y="2132418"/>
                  </a:lnTo>
                  <a:lnTo>
                    <a:pt x="2012463" y="2138917"/>
                  </a:lnTo>
                  <a:lnTo>
                    <a:pt x="2013520" y="2144245"/>
                  </a:lnTo>
                  <a:lnTo>
                    <a:pt x="2014578" y="2148557"/>
                  </a:lnTo>
                  <a:lnTo>
                    <a:pt x="2015636" y="2151985"/>
                  </a:lnTo>
                  <a:lnTo>
                    <a:pt x="2016694" y="2154576"/>
                  </a:lnTo>
                  <a:lnTo>
                    <a:pt x="2017752" y="2156275"/>
                  </a:lnTo>
                  <a:lnTo>
                    <a:pt x="2018810" y="2157049"/>
                  </a:lnTo>
                  <a:lnTo>
                    <a:pt x="2019867" y="2156873"/>
                  </a:lnTo>
                  <a:lnTo>
                    <a:pt x="2020925" y="2155757"/>
                  </a:lnTo>
                  <a:lnTo>
                    <a:pt x="2021983" y="2153742"/>
                  </a:lnTo>
                  <a:lnTo>
                    <a:pt x="2023041" y="2150934"/>
                  </a:lnTo>
                  <a:lnTo>
                    <a:pt x="2024099" y="2147488"/>
                  </a:lnTo>
                  <a:lnTo>
                    <a:pt x="2025157" y="2143417"/>
                  </a:lnTo>
                  <a:lnTo>
                    <a:pt x="2026215" y="2138676"/>
                  </a:lnTo>
                  <a:lnTo>
                    <a:pt x="2027272" y="2133176"/>
                  </a:lnTo>
                  <a:lnTo>
                    <a:pt x="2028330" y="2126805"/>
                  </a:lnTo>
                  <a:lnTo>
                    <a:pt x="2029388" y="2119488"/>
                  </a:lnTo>
                  <a:lnTo>
                    <a:pt x="2030446" y="2111155"/>
                  </a:lnTo>
                  <a:lnTo>
                    <a:pt x="2031504" y="2101724"/>
                  </a:lnTo>
                  <a:lnTo>
                    <a:pt x="2032562" y="2091130"/>
                  </a:lnTo>
                  <a:lnTo>
                    <a:pt x="2033619" y="2079481"/>
                  </a:lnTo>
                  <a:lnTo>
                    <a:pt x="2034677" y="2066876"/>
                  </a:lnTo>
                  <a:lnTo>
                    <a:pt x="2035735" y="2053296"/>
                  </a:lnTo>
                  <a:lnTo>
                    <a:pt x="2036793" y="2038693"/>
                  </a:lnTo>
                  <a:lnTo>
                    <a:pt x="2037851" y="2023112"/>
                  </a:lnTo>
                  <a:lnTo>
                    <a:pt x="2038909" y="2006585"/>
                  </a:lnTo>
                  <a:lnTo>
                    <a:pt x="2039966" y="1989012"/>
                  </a:lnTo>
                  <a:lnTo>
                    <a:pt x="2041024" y="1970499"/>
                  </a:lnTo>
                  <a:lnTo>
                    <a:pt x="2042082" y="1951276"/>
                  </a:lnTo>
                  <a:lnTo>
                    <a:pt x="2043140" y="1931524"/>
                  </a:lnTo>
                  <a:lnTo>
                    <a:pt x="2044198" y="1911410"/>
                  </a:lnTo>
                  <a:lnTo>
                    <a:pt x="2045256" y="1890986"/>
                  </a:lnTo>
                  <a:lnTo>
                    <a:pt x="2046313" y="1870248"/>
                  </a:lnTo>
                  <a:lnTo>
                    <a:pt x="2047371" y="1849359"/>
                  </a:lnTo>
                  <a:lnTo>
                    <a:pt x="2048429" y="1828380"/>
                  </a:lnTo>
                  <a:lnTo>
                    <a:pt x="2049487" y="1807340"/>
                  </a:lnTo>
                  <a:lnTo>
                    <a:pt x="2050545" y="1786265"/>
                  </a:lnTo>
                  <a:lnTo>
                    <a:pt x="2051603" y="1765338"/>
                  </a:lnTo>
                  <a:lnTo>
                    <a:pt x="2052661" y="1744650"/>
                  </a:lnTo>
                  <a:lnTo>
                    <a:pt x="2053718" y="1724298"/>
                  </a:lnTo>
                  <a:lnTo>
                    <a:pt x="2054776" y="1704243"/>
                  </a:lnTo>
                  <a:lnTo>
                    <a:pt x="2055834" y="1684559"/>
                  </a:lnTo>
                  <a:lnTo>
                    <a:pt x="2056892" y="1665245"/>
                  </a:lnTo>
                  <a:lnTo>
                    <a:pt x="2057950" y="1646185"/>
                  </a:lnTo>
                  <a:lnTo>
                    <a:pt x="2059008" y="1627436"/>
                  </a:lnTo>
                  <a:lnTo>
                    <a:pt x="2060065" y="1608995"/>
                  </a:lnTo>
                  <a:lnTo>
                    <a:pt x="2061123" y="1590992"/>
                  </a:lnTo>
                  <a:lnTo>
                    <a:pt x="2062181" y="1573503"/>
                  </a:lnTo>
                  <a:lnTo>
                    <a:pt x="2063239" y="1556414"/>
                  </a:lnTo>
                  <a:lnTo>
                    <a:pt x="2064297" y="1539752"/>
                  </a:lnTo>
                  <a:lnTo>
                    <a:pt x="2065355" y="1523519"/>
                  </a:lnTo>
                  <a:lnTo>
                    <a:pt x="2066412" y="1507607"/>
                  </a:lnTo>
                  <a:lnTo>
                    <a:pt x="2067470" y="1492008"/>
                  </a:lnTo>
                  <a:lnTo>
                    <a:pt x="2068528" y="1476626"/>
                  </a:lnTo>
                  <a:lnTo>
                    <a:pt x="2069586" y="1461424"/>
                  </a:lnTo>
                  <a:lnTo>
                    <a:pt x="2070644" y="1446418"/>
                  </a:lnTo>
                  <a:lnTo>
                    <a:pt x="2071702" y="1431619"/>
                  </a:lnTo>
                  <a:lnTo>
                    <a:pt x="2072759" y="1417042"/>
                  </a:lnTo>
                  <a:lnTo>
                    <a:pt x="2073817" y="1402747"/>
                  </a:lnTo>
                  <a:lnTo>
                    <a:pt x="2074875" y="1388832"/>
                  </a:lnTo>
                  <a:lnTo>
                    <a:pt x="2075933" y="1375372"/>
                  </a:lnTo>
                  <a:lnTo>
                    <a:pt x="2076991" y="1362272"/>
                  </a:lnTo>
                  <a:lnTo>
                    <a:pt x="2078049" y="1349442"/>
                  </a:lnTo>
                  <a:lnTo>
                    <a:pt x="2079107" y="1336885"/>
                  </a:lnTo>
                  <a:lnTo>
                    <a:pt x="2080164" y="1324655"/>
                  </a:lnTo>
                  <a:lnTo>
                    <a:pt x="2081222" y="1312841"/>
                  </a:lnTo>
                  <a:lnTo>
                    <a:pt x="2082280" y="1301512"/>
                  </a:lnTo>
                  <a:lnTo>
                    <a:pt x="2083338" y="1290674"/>
                  </a:lnTo>
                  <a:lnTo>
                    <a:pt x="2084396" y="1280352"/>
                  </a:lnTo>
                  <a:lnTo>
                    <a:pt x="2085454" y="1270575"/>
                  </a:lnTo>
                  <a:lnTo>
                    <a:pt x="2086511" y="1261348"/>
                  </a:lnTo>
                  <a:lnTo>
                    <a:pt x="2087569" y="1252602"/>
                  </a:lnTo>
                  <a:lnTo>
                    <a:pt x="2088627" y="1244284"/>
                  </a:lnTo>
                  <a:lnTo>
                    <a:pt x="2089685" y="1236439"/>
                  </a:lnTo>
                  <a:lnTo>
                    <a:pt x="2090743" y="1229052"/>
                  </a:lnTo>
                  <a:lnTo>
                    <a:pt x="2091801" y="1221968"/>
                  </a:lnTo>
                  <a:lnTo>
                    <a:pt x="2092858" y="1215278"/>
                  </a:lnTo>
                  <a:lnTo>
                    <a:pt x="2093916" y="1209086"/>
                  </a:lnTo>
                  <a:lnTo>
                    <a:pt x="2094974" y="1203329"/>
                  </a:lnTo>
                  <a:lnTo>
                    <a:pt x="2096032" y="1197850"/>
                  </a:lnTo>
                  <a:lnTo>
                    <a:pt x="2097090" y="1192468"/>
                  </a:lnTo>
                  <a:lnTo>
                    <a:pt x="2098148" y="1187096"/>
                  </a:lnTo>
                  <a:lnTo>
                    <a:pt x="2099205" y="1181710"/>
                  </a:lnTo>
                  <a:lnTo>
                    <a:pt x="2100263" y="1176270"/>
                  </a:lnTo>
                  <a:lnTo>
                    <a:pt x="2101321" y="1170702"/>
                  </a:lnTo>
                  <a:lnTo>
                    <a:pt x="2102379" y="1165001"/>
                  </a:lnTo>
                  <a:lnTo>
                    <a:pt x="2103437" y="1159156"/>
                  </a:lnTo>
                  <a:lnTo>
                    <a:pt x="2104495" y="1153131"/>
                  </a:lnTo>
                  <a:lnTo>
                    <a:pt x="2105553" y="1146872"/>
                  </a:lnTo>
                  <a:lnTo>
                    <a:pt x="2106610" y="1140377"/>
                  </a:lnTo>
                  <a:lnTo>
                    <a:pt x="2107668" y="1133651"/>
                  </a:lnTo>
                  <a:lnTo>
                    <a:pt x="2108726" y="1126747"/>
                  </a:lnTo>
                  <a:lnTo>
                    <a:pt x="2109784" y="1119549"/>
                  </a:lnTo>
                  <a:lnTo>
                    <a:pt x="2110842" y="1112140"/>
                  </a:lnTo>
                  <a:lnTo>
                    <a:pt x="2111900" y="1104589"/>
                  </a:lnTo>
                  <a:lnTo>
                    <a:pt x="2112957" y="1096932"/>
                  </a:lnTo>
                  <a:lnTo>
                    <a:pt x="2114015" y="1089184"/>
                  </a:lnTo>
                  <a:lnTo>
                    <a:pt x="2115073" y="1081284"/>
                  </a:lnTo>
                  <a:lnTo>
                    <a:pt x="2116131" y="1073284"/>
                  </a:lnTo>
                  <a:lnTo>
                    <a:pt x="2117189" y="1065269"/>
                  </a:lnTo>
                  <a:lnTo>
                    <a:pt x="2118247" y="1057196"/>
                  </a:lnTo>
                  <a:lnTo>
                    <a:pt x="2119304" y="1049124"/>
                  </a:lnTo>
                  <a:lnTo>
                    <a:pt x="2120362" y="1041008"/>
                  </a:lnTo>
                  <a:lnTo>
                    <a:pt x="2121420" y="1032793"/>
                  </a:lnTo>
                  <a:lnTo>
                    <a:pt x="2122478" y="1024507"/>
                  </a:lnTo>
                  <a:lnTo>
                    <a:pt x="2123536" y="1016123"/>
                  </a:lnTo>
                  <a:lnTo>
                    <a:pt x="2124594" y="1007558"/>
                  </a:lnTo>
                  <a:lnTo>
                    <a:pt x="2125651" y="998810"/>
                  </a:lnTo>
                  <a:lnTo>
                    <a:pt x="2126709" y="989818"/>
                  </a:lnTo>
                  <a:lnTo>
                    <a:pt x="2127767" y="980503"/>
                  </a:lnTo>
                  <a:lnTo>
                    <a:pt x="2128825" y="970813"/>
                  </a:lnTo>
                  <a:lnTo>
                    <a:pt x="2129883" y="960720"/>
                  </a:lnTo>
                  <a:lnTo>
                    <a:pt x="2130941" y="950286"/>
                  </a:lnTo>
                  <a:lnTo>
                    <a:pt x="2131999" y="939533"/>
                  </a:lnTo>
                  <a:lnTo>
                    <a:pt x="2133056" y="928456"/>
                  </a:lnTo>
                  <a:lnTo>
                    <a:pt x="2134114" y="917037"/>
                  </a:lnTo>
                  <a:lnTo>
                    <a:pt x="2135172" y="905281"/>
                  </a:lnTo>
                  <a:lnTo>
                    <a:pt x="2136230" y="893240"/>
                  </a:lnTo>
                  <a:lnTo>
                    <a:pt x="2137288" y="880957"/>
                  </a:lnTo>
                  <a:lnTo>
                    <a:pt x="2138346" y="868461"/>
                  </a:lnTo>
                  <a:lnTo>
                    <a:pt x="2139403" y="855812"/>
                  </a:lnTo>
                  <a:lnTo>
                    <a:pt x="2140461" y="843068"/>
                  </a:lnTo>
                  <a:lnTo>
                    <a:pt x="2141519" y="830311"/>
                  </a:lnTo>
                  <a:lnTo>
                    <a:pt x="2142577" y="817629"/>
                  </a:lnTo>
                  <a:lnTo>
                    <a:pt x="2143635" y="804947"/>
                  </a:lnTo>
                  <a:lnTo>
                    <a:pt x="2144693" y="792380"/>
                  </a:lnTo>
                  <a:lnTo>
                    <a:pt x="2145750" y="779982"/>
                  </a:lnTo>
                  <a:lnTo>
                    <a:pt x="2146808" y="767684"/>
                  </a:lnTo>
                  <a:lnTo>
                    <a:pt x="2147866" y="755413"/>
                  </a:lnTo>
                  <a:lnTo>
                    <a:pt x="2148924" y="743231"/>
                  </a:lnTo>
                  <a:lnTo>
                    <a:pt x="2149982" y="731375"/>
                  </a:lnTo>
                  <a:lnTo>
                    <a:pt x="2151040" y="719968"/>
                  </a:lnTo>
                  <a:lnTo>
                    <a:pt x="2152097" y="709024"/>
                  </a:lnTo>
                  <a:lnTo>
                    <a:pt x="2153155" y="698562"/>
                  </a:lnTo>
                  <a:lnTo>
                    <a:pt x="2154213" y="688657"/>
                  </a:lnTo>
                  <a:lnTo>
                    <a:pt x="2155271" y="679312"/>
                  </a:lnTo>
                  <a:lnTo>
                    <a:pt x="2156329" y="670576"/>
                  </a:lnTo>
                  <a:lnTo>
                    <a:pt x="2157387" y="662403"/>
                  </a:lnTo>
                  <a:lnTo>
                    <a:pt x="2158445" y="654831"/>
                  </a:lnTo>
                  <a:lnTo>
                    <a:pt x="2159502" y="647890"/>
                  </a:lnTo>
                  <a:lnTo>
                    <a:pt x="2160560" y="641639"/>
                  </a:lnTo>
                  <a:lnTo>
                    <a:pt x="2161618" y="636057"/>
                  </a:lnTo>
                  <a:lnTo>
                    <a:pt x="2162676" y="631123"/>
                  </a:lnTo>
                  <a:lnTo>
                    <a:pt x="2163734" y="626886"/>
                  </a:lnTo>
                  <a:lnTo>
                    <a:pt x="2164792" y="623294"/>
                  </a:lnTo>
                  <a:lnTo>
                    <a:pt x="2165849" y="620332"/>
                  </a:lnTo>
                  <a:lnTo>
                    <a:pt x="2166907" y="617924"/>
                  </a:lnTo>
                  <a:lnTo>
                    <a:pt x="2167965" y="616088"/>
                  </a:lnTo>
                  <a:lnTo>
                    <a:pt x="2169023" y="614831"/>
                  </a:lnTo>
                  <a:lnTo>
                    <a:pt x="2170081" y="614071"/>
                  </a:lnTo>
                  <a:lnTo>
                    <a:pt x="2171139" y="613798"/>
                  </a:lnTo>
                  <a:lnTo>
                    <a:pt x="2172196" y="613955"/>
                  </a:lnTo>
                  <a:lnTo>
                    <a:pt x="2173254" y="614588"/>
                  </a:lnTo>
                  <a:lnTo>
                    <a:pt x="2174312" y="615715"/>
                  </a:lnTo>
                  <a:lnTo>
                    <a:pt x="2175370" y="617320"/>
                  </a:lnTo>
                  <a:lnTo>
                    <a:pt x="2176428" y="619391"/>
                  </a:lnTo>
                  <a:lnTo>
                    <a:pt x="2177486" y="621978"/>
                  </a:lnTo>
                  <a:lnTo>
                    <a:pt x="2178543" y="625205"/>
                  </a:lnTo>
                  <a:lnTo>
                    <a:pt x="2179601" y="629168"/>
                  </a:lnTo>
                  <a:lnTo>
                    <a:pt x="2180659" y="633957"/>
                  </a:lnTo>
                  <a:lnTo>
                    <a:pt x="2181717" y="639552"/>
                  </a:lnTo>
                  <a:lnTo>
                    <a:pt x="2182775" y="645970"/>
                  </a:lnTo>
                  <a:lnTo>
                    <a:pt x="2183833" y="653172"/>
                  </a:lnTo>
                  <a:lnTo>
                    <a:pt x="2184891" y="661121"/>
                  </a:lnTo>
                  <a:lnTo>
                    <a:pt x="2185948" y="669824"/>
                  </a:lnTo>
                  <a:lnTo>
                    <a:pt x="2187006" y="679246"/>
                  </a:lnTo>
                  <a:lnTo>
                    <a:pt x="2188064" y="689303"/>
                  </a:lnTo>
                  <a:lnTo>
                    <a:pt x="2189122" y="699896"/>
                  </a:lnTo>
                  <a:lnTo>
                    <a:pt x="2190180" y="711042"/>
                  </a:lnTo>
                  <a:lnTo>
                    <a:pt x="2191238" y="722787"/>
                  </a:lnTo>
                  <a:lnTo>
                    <a:pt x="2192295" y="735148"/>
                  </a:lnTo>
                  <a:lnTo>
                    <a:pt x="2193353" y="748075"/>
                  </a:lnTo>
                  <a:lnTo>
                    <a:pt x="2194411" y="761498"/>
                  </a:lnTo>
                  <a:lnTo>
                    <a:pt x="2195469" y="775274"/>
                  </a:lnTo>
                  <a:lnTo>
                    <a:pt x="2196527" y="789376"/>
                  </a:lnTo>
                  <a:lnTo>
                    <a:pt x="2197585" y="803844"/>
                  </a:lnTo>
                  <a:lnTo>
                    <a:pt x="2198642" y="818616"/>
                  </a:lnTo>
                  <a:lnTo>
                    <a:pt x="2199700" y="833717"/>
                  </a:lnTo>
                  <a:lnTo>
                    <a:pt x="2200758" y="849119"/>
                  </a:lnTo>
                  <a:lnTo>
                    <a:pt x="2201816" y="864749"/>
                  </a:lnTo>
                  <a:lnTo>
                    <a:pt x="2202874" y="880444"/>
                  </a:lnTo>
                  <a:lnTo>
                    <a:pt x="2203932" y="896086"/>
                  </a:lnTo>
                  <a:lnTo>
                    <a:pt x="2204989" y="911677"/>
                  </a:lnTo>
                  <a:lnTo>
                    <a:pt x="2206047" y="927203"/>
                  </a:lnTo>
                  <a:lnTo>
                    <a:pt x="2207105" y="942569"/>
                  </a:lnTo>
                  <a:lnTo>
                    <a:pt x="2208163" y="957651"/>
                  </a:lnTo>
                  <a:lnTo>
                    <a:pt x="2209221" y="972345"/>
                  </a:lnTo>
                  <a:lnTo>
                    <a:pt x="2210279" y="986625"/>
                  </a:lnTo>
                  <a:lnTo>
                    <a:pt x="2211337" y="1000479"/>
                  </a:lnTo>
                  <a:lnTo>
                    <a:pt x="2212394" y="1013858"/>
                  </a:lnTo>
                  <a:lnTo>
                    <a:pt x="2213452" y="1026736"/>
                  </a:lnTo>
                  <a:lnTo>
                    <a:pt x="2214510" y="1039092"/>
                  </a:lnTo>
                  <a:lnTo>
                    <a:pt x="2215568" y="1050948"/>
                  </a:lnTo>
                  <a:lnTo>
                    <a:pt x="2216626" y="1062325"/>
                  </a:lnTo>
                  <a:lnTo>
                    <a:pt x="2217684" y="1073244"/>
                  </a:lnTo>
                  <a:lnTo>
                    <a:pt x="2218741" y="1083768"/>
                  </a:lnTo>
                  <a:lnTo>
                    <a:pt x="2219799" y="1093842"/>
                  </a:lnTo>
                  <a:lnTo>
                    <a:pt x="2220857" y="1103497"/>
                  </a:lnTo>
                  <a:lnTo>
                    <a:pt x="2221915" y="1112686"/>
                  </a:lnTo>
                  <a:lnTo>
                    <a:pt x="2222973" y="1121400"/>
                  </a:lnTo>
                  <a:lnTo>
                    <a:pt x="2224031" y="1129708"/>
                  </a:lnTo>
                  <a:lnTo>
                    <a:pt x="2225088" y="1137650"/>
                  </a:lnTo>
                  <a:lnTo>
                    <a:pt x="2226146" y="1145233"/>
                  </a:lnTo>
                  <a:lnTo>
                    <a:pt x="2227204" y="1152442"/>
                  </a:lnTo>
                  <a:lnTo>
                    <a:pt x="2228262" y="1159262"/>
                  </a:lnTo>
                  <a:lnTo>
                    <a:pt x="2229320" y="1165723"/>
                  </a:lnTo>
                  <a:lnTo>
                    <a:pt x="2230378" y="1171807"/>
                  </a:lnTo>
                  <a:lnTo>
                    <a:pt x="2231435" y="1177418"/>
                  </a:lnTo>
                  <a:lnTo>
                    <a:pt x="2232493" y="1182447"/>
                  </a:lnTo>
                  <a:lnTo>
                    <a:pt x="2233551" y="1186765"/>
                  </a:lnTo>
                  <a:lnTo>
                    <a:pt x="2234609" y="1190370"/>
                  </a:lnTo>
                  <a:lnTo>
                    <a:pt x="2235667" y="1193327"/>
                  </a:lnTo>
                  <a:lnTo>
                    <a:pt x="2236725" y="1195643"/>
                  </a:lnTo>
                  <a:lnTo>
                    <a:pt x="2237783" y="1197295"/>
                  </a:lnTo>
                  <a:lnTo>
                    <a:pt x="2238840" y="1198244"/>
                  </a:lnTo>
                  <a:lnTo>
                    <a:pt x="2239898" y="1198453"/>
                  </a:lnTo>
                  <a:lnTo>
                    <a:pt x="2240956" y="1197986"/>
                  </a:lnTo>
                  <a:lnTo>
                    <a:pt x="2242014" y="1196884"/>
                  </a:lnTo>
                  <a:lnTo>
                    <a:pt x="2243072" y="1195188"/>
                  </a:lnTo>
                  <a:lnTo>
                    <a:pt x="2244130" y="1192836"/>
                  </a:lnTo>
                  <a:lnTo>
                    <a:pt x="2245187" y="1189719"/>
                  </a:lnTo>
                  <a:lnTo>
                    <a:pt x="2246245" y="1185815"/>
                  </a:lnTo>
                  <a:lnTo>
                    <a:pt x="2247303" y="1181134"/>
                  </a:lnTo>
                  <a:lnTo>
                    <a:pt x="2248361" y="1175766"/>
                  </a:lnTo>
                  <a:lnTo>
                    <a:pt x="2249419" y="1169807"/>
                  </a:lnTo>
                  <a:lnTo>
                    <a:pt x="2250477" y="1163199"/>
                  </a:lnTo>
                  <a:lnTo>
                    <a:pt x="2251534" y="1155890"/>
                  </a:lnTo>
                  <a:lnTo>
                    <a:pt x="2252592" y="1147883"/>
                  </a:lnTo>
                  <a:lnTo>
                    <a:pt x="2253650" y="1139183"/>
                  </a:lnTo>
                  <a:lnTo>
                    <a:pt x="2254708" y="1129889"/>
                  </a:lnTo>
                  <a:lnTo>
                    <a:pt x="2255766" y="1120096"/>
                  </a:lnTo>
                  <a:lnTo>
                    <a:pt x="2256824" y="1109849"/>
                  </a:lnTo>
                  <a:lnTo>
                    <a:pt x="2257881" y="1099106"/>
                  </a:lnTo>
                  <a:lnTo>
                    <a:pt x="2258939" y="1087856"/>
                  </a:lnTo>
                  <a:lnTo>
                    <a:pt x="2259997" y="1076162"/>
                  </a:lnTo>
                  <a:lnTo>
                    <a:pt x="2261055" y="1064107"/>
                  </a:lnTo>
                  <a:lnTo>
                    <a:pt x="2262113" y="1051854"/>
                  </a:lnTo>
                  <a:lnTo>
                    <a:pt x="2263171" y="1039490"/>
                  </a:lnTo>
                  <a:lnTo>
                    <a:pt x="2264229" y="1027051"/>
                  </a:lnTo>
                  <a:lnTo>
                    <a:pt x="2265286" y="1014595"/>
                  </a:lnTo>
                  <a:lnTo>
                    <a:pt x="2266344" y="1002107"/>
                  </a:lnTo>
                  <a:lnTo>
                    <a:pt x="2267402" y="989552"/>
                  </a:lnTo>
                  <a:lnTo>
                    <a:pt x="2268460" y="976924"/>
                  </a:lnTo>
                  <a:lnTo>
                    <a:pt x="2269518" y="964235"/>
                  </a:lnTo>
                  <a:lnTo>
                    <a:pt x="2270576" y="951505"/>
                  </a:lnTo>
                  <a:lnTo>
                    <a:pt x="2271633" y="938681"/>
                  </a:lnTo>
                  <a:lnTo>
                    <a:pt x="2272691" y="925776"/>
                  </a:lnTo>
                  <a:lnTo>
                    <a:pt x="2273749" y="912878"/>
                  </a:lnTo>
                  <a:lnTo>
                    <a:pt x="2274807" y="899970"/>
                  </a:lnTo>
                  <a:lnTo>
                    <a:pt x="2275865" y="887117"/>
                  </a:lnTo>
                  <a:lnTo>
                    <a:pt x="2276923" y="874380"/>
                  </a:lnTo>
                  <a:lnTo>
                    <a:pt x="2277980" y="861764"/>
                  </a:lnTo>
                  <a:lnTo>
                    <a:pt x="2279038" y="849226"/>
                  </a:lnTo>
                  <a:lnTo>
                    <a:pt x="2280096" y="836787"/>
                  </a:lnTo>
                  <a:lnTo>
                    <a:pt x="2281154" y="824406"/>
                  </a:lnTo>
                  <a:lnTo>
                    <a:pt x="2282212" y="812051"/>
                  </a:lnTo>
                  <a:lnTo>
                    <a:pt x="2283270" y="799748"/>
                  </a:lnTo>
                  <a:lnTo>
                    <a:pt x="2284327" y="787520"/>
                  </a:lnTo>
                  <a:lnTo>
                    <a:pt x="2285385" y="775381"/>
                  </a:lnTo>
                  <a:lnTo>
                    <a:pt x="2286443" y="763371"/>
                  </a:lnTo>
                  <a:lnTo>
                    <a:pt x="2287501" y="751560"/>
                  </a:lnTo>
                  <a:lnTo>
                    <a:pt x="2288559" y="739955"/>
                  </a:lnTo>
                  <a:lnTo>
                    <a:pt x="2289617" y="728539"/>
                  </a:lnTo>
                  <a:lnTo>
                    <a:pt x="2290675" y="717364"/>
                  </a:lnTo>
                  <a:lnTo>
                    <a:pt x="2291732" y="706500"/>
                  </a:lnTo>
                  <a:lnTo>
                    <a:pt x="2292790" y="696034"/>
                  </a:lnTo>
                  <a:lnTo>
                    <a:pt x="2293848" y="685953"/>
                  </a:lnTo>
                  <a:lnTo>
                    <a:pt x="2294906" y="676264"/>
                  </a:lnTo>
                  <a:lnTo>
                    <a:pt x="2295964" y="666951"/>
                  </a:lnTo>
                  <a:lnTo>
                    <a:pt x="2297022" y="658058"/>
                  </a:lnTo>
                  <a:lnTo>
                    <a:pt x="2298079" y="649660"/>
                  </a:lnTo>
                  <a:lnTo>
                    <a:pt x="2299137" y="641778"/>
                  </a:lnTo>
                  <a:lnTo>
                    <a:pt x="2300195" y="634416"/>
                  </a:lnTo>
                  <a:lnTo>
                    <a:pt x="2301253" y="627548"/>
                  </a:lnTo>
                  <a:lnTo>
                    <a:pt x="2302311" y="621141"/>
                  </a:lnTo>
                  <a:lnTo>
                    <a:pt x="2303369" y="615205"/>
                  </a:lnTo>
                  <a:lnTo>
                    <a:pt x="2304426" y="609830"/>
                  </a:lnTo>
                  <a:lnTo>
                    <a:pt x="2305484" y="605068"/>
                  </a:lnTo>
                  <a:lnTo>
                    <a:pt x="2306542" y="600914"/>
                  </a:lnTo>
                  <a:lnTo>
                    <a:pt x="2307600" y="597331"/>
                  </a:lnTo>
                  <a:lnTo>
                    <a:pt x="2308658" y="594334"/>
                  </a:lnTo>
                  <a:lnTo>
                    <a:pt x="2309716" y="591998"/>
                  </a:lnTo>
                  <a:lnTo>
                    <a:pt x="2310773" y="590376"/>
                  </a:lnTo>
                  <a:lnTo>
                    <a:pt x="2311831" y="589554"/>
                  </a:lnTo>
                  <a:lnTo>
                    <a:pt x="2312889" y="589522"/>
                  </a:lnTo>
                  <a:lnTo>
                    <a:pt x="2313947" y="590275"/>
                  </a:lnTo>
                  <a:lnTo>
                    <a:pt x="2315005" y="591840"/>
                  </a:lnTo>
                  <a:lnTo>
                    <a:pt x="2316063" y="594172"/>
                  </a:lnTo>
                  <a:lnTo>
                    <a:pt x="2317121" y="597328"/>
                  </a:lnTo>
                  <a:lnTo>
                    <a:pt x="2318178" y="601311"/>
                  </a:lnTo>
                  <a:lnTo>
                    <a:pt x="2319236" y="606144"/>
                  </a:lnTo>
                  <a:lnTo>
                    <a:pt x="2320294" y="611884"/>
                  </a:lnTo>
                  <a:lnTo>
                    <a:pt x="2321352" y="618587"/>
                  </a:lnTo>
                  <a:lnTo>
                    <a:pt x="2322410" y="626251"/>
                  </a:lnTo>
                  <a:lnTo>
                    <a:pt x="2323468" y="634845"/>
                  </a:lnTo>
                  <a:lnTo>
                    <a:pt x="2324525" y="644338"/>
                  </a:lnTo>
                  <a:lnTo>
                    <a:pt x="2325583" y="654762"/>
                  </a:lnTo>
                  <a:lnTo>
                    <a:pt x="2326641" y="666114"/>
                  </a:lnTo>
                  <a:lnTo>
                    <a:pt x="2327699" y="678457"/>
                  </a:lnTo>
                  <a:lnTo>
                    <a:pt x="2328757" y="691786"/>
                  </a:lnTo>
                  <a:lnTo>
                    <a:pt x="2329815" y="706084"/>
                  </a:lnTo>
                  <a:lnTo>
                    <a:pt x="2330872" y="721324"/>
                  </a:lnTo>
                  <a:lnTo>
                    <a:pt x="2331930" y="737469"/>
                  </a:lnTo>
                  <a:lnTo>
                    <a:pt x="2332988" y="754382"/>
                  </a:lnTo>
                  <a:lnTo>
                    <a:pt x="2334046" y="772011"/>
                  </a:lnTo>
                  <a:lnTo>
                    <a:pt x="2335104" y="790336"/>
                  </a:lnTo>
                  <a:lnTo>
                    <a:pt x="2336162" y="809380"/>
                  </a:lnTo>
                  <a:lnTo>
                    <a:pt x="2337219" y="829076"/>
                  </a:lnTo>
                  <a:lnTo>
                    <a:pt x="2338277" y="849463"/>
                  </a:lnTo>
                  <a:lnTo>
                    <a:pt x="2339335" y="870519"/>
                  </a:lnTo>
                  <a:lnTo>
                    <a:pt x="2340393" y="892168"/>
                  </a:lnTo>
                  <a:lnTo>
                    <a:pt x="2341451" y="914264"/>
                  </a:lnTo>
                  <a:lnTo>
                    <a:pt x="2342509" y="936725"/>
                  </a:lnTo>
                  <a:lnTo>
                    <a:pt x="2343567" y="959562"/>
                  </a:lnTo>
                  <a:lnTo>
                    <a:pt x="2344624" y="982660"/>
                  </a:lnTo>
                  <a:lnTo>
                    <a:pt x="2345682" y="1005963"/>
                  </a:lnTo>
                  <a:lnTo>
                    <a:pt x="2346740" y="1029474"/>
                  </a:lnTo>
                  <a:lnTo>
                    <a:pt x="2347798" y="1053234"/>
                  </a:lnTo>
                  <a:lnTo>
                    <a:pt x="2348856" y="1077207"/>
                  </a:lnTo>
                  <a:lnTo>
                    <a:pt x="2349914" y="1101352"/>
                  </a:lnTo>
                  <a:lnTo>
                    <a:pt x="2350971" y="1125545"/>
                  </a:lnTo>
                  <a:lnTo>
                    <a:pt x="2352029" y="1149739"/>
                  </a:lnTo>
                  <a:lnTo>
                    <a:pt x="2353087" y="1173932"/>
                  </a:lnTo>
                  <a:lnTo>
                    <a:pt x="2354145" y="1198106"/>
                  </a:lnTo>
                  <a:lnTo>
                    <a:pt x="2355203" y="1222325"/>
                  </a:lnTo>
                  <a:lnTo>
                    <a:pt x="2356261" y="1246550"/>
                  </a:lnTo>
                  <a:lnTo>
                    <a:pt x="2357318" y="1270758"/>
                  </a:lnTo>
                  <a:lnTo>
                    <a:pt x="2358376" y="1294891"/>
                  </a:lnTo>
                  <a:lnTo>
                    <a:pt x="2359434" y="1318947"/>
                  </a:lnTo>
                  <a:lnTo>
                    <a:pt x="2360492" y="1343032"/>
                  </a:lnTo>
                  <a:lnTo>
                    <a:pt x="2361550" y="1367137"/>
                  </a:lnTo>
                  <a:lnTo>
                    <a:pt x="2362608" y="1391150"/>
                  </a:lnTo>
                  <a:lnTo>
                    <a:pt x="2363665" y="1415009"/>
                  </a:lnTo>
                  <a:lnTo>
                    <a:pt x="2364723" y="1438641"/>
                  </a:lnTo>
                  <a:lnTo>
                    <a:pt x="2365781" y="1462045"/>
                  </a:lnTo>
                  <a:lnTo>
                    <a:pt x="2366839" y="1485336"/>
                  </a:lnTo>
                  <a:lnTo>
                    <a:pt x="2367897" y="1508454"/>
                  </a:lnTo>
                  <a:lnTo>
                    <a:pt x="2368955" y="1531418"/>
                  </a:lnTo>
                  <a:lnTo>
                    <a:pt x="2370013" y="1554164"/>
                  </a:lnTo>
                  <a:lnTo>
                    <a:pt x="2371070" y="1576588"/>
                  </a:lnTo>
                  <a:lnTo>
                    <a:pt x="2372128" y="1598739"/>
                  </a:lnTo>
                  <a:lnTo>
                    <a:pt x="2373186" y="1620599"/>
                  </a:lnTo>
                  <a:lnTo>
                    <a:pt x="2374244" y="1642173"/>
                  </a:lnTo>
                  <a:lnTo>
                    <a:pt x="2375302" y="1663320"/>
                  </a:lnTo>
                  <a:lnTo>
                    <a:pt x="2376360" y="1683972"/>
                  </a:lnTo>
                  <a:lnTo>
                    <a:pt x="2377417" y="1704144"/>
                  </a:lnTo>
                  <a:lnTo>
                    <a:pt x="2378475" y="1723843"/>
                  </a:lnTo>
                  <a:lnTo>
                    <a:pt x="2379533" y="1742979"/>
                  </a:lnTo>
                  <a:lnTo>
                    <a:pt x="2380591" y="1761471"/>
                  </a:lnTo>
                  <a:lnTo>
                    <a:pt x="2381649" y="1779240"/>
                  </a:lnTo>
                  <a:lnTo>
                    <a:pt x="2382707" y="1796145"/>
                  </a:lnTo>
                  <a:lnTo>
                    <a:pt x="2383764" y="1812071"/>
                  </a:lnTo>
                  <a:lnTo>
                    <a:pt x="2384822" y="1826948"/>
                  </a:lnTo>
                  <a:lnTo>
                    <a:pt x="2385880" y="1840902"/>
                  </a:lnTo>
                  <a:lnTo>
                    <a:pt x="2386938" y="1854187"/>
                  </a:lnTo>
                  <a:lnTo>
                    <a:pt x="2387996" y="1866941"/>
                  </a:lnTo>
                  <a:lnTo>
                    <a:pt x="2389054" y="1879242"/>
                  </a:lnTo>
                  <a:lnTo>
                    <a:pt x="2390111" y="1891173"/>
                  </a:lnTo>
                  <a:lnTo>
                    <a:pt x="2391169" y="1902862"/>
                  </a:lnTo>
                  <a:lnTo>
                    <a:pt x="2392227" y="1914356"/>
                  </a:lnTo>
                  <a:lnTo>
                    <a:pt x="2393285" y="1925729"/>
                  </a:lnTo>
                  <a:lnTo>
                    <a:pt x="2394343" y="1937085"/>
                  </a:lnTo>
                  <a:lnTo>
                    <a:pt x="2395401" y="1948586"/>
                  </a:lnTo>
                  <a:lnTo>
                    <a:pt x="2396459" y="1960268"/>
                  </a:lnTo>
                  <a:lnTo>
                    <a:pt x="2397516" y="1972208"/>
                  </a:lnTo>
                  <a:lnTo>
                    <a:pt x="2398574" y="1984568"/>
                  </a:lnTo>
                  <a:lnTo>
                    <a:pt x="2399632" y="1997201"/>
                  </a:lnTo>
                  <a:lnTo>
                    <a:pt x="2400690" y="2010095"/>
                  </a:lnTo>
                  <a:lnTo>
                    <a:pt x="2401748" y="2023185"/>
                  </a:lnTo>
                  <a:lnTo>
                    <a:pt x="2402806" y="2036399"/>
                  </a:lnTo>
                  <a:lnTo>
                    <a:pt x="2403863" y="2049786"/>
                  </a:lnTo>
                  <a:lnTo>
                    <a:pt x="2404921" y="2063359"/>
                  </a:lnTo>
                  <a:lnTo>
                    <a:pt x="2405979" y="2077068"/>
                  </a:lnTo>
                  <a:lnTo>
                    <a:pt x="2407037" y="2090845"/>
                  </a:lnTo>
                  <a:lnTo>
                    <a:pt x="2408095" y="2104606"/>
                  </a:lnTo>
                  <a:lnTo>
                    <a:pt x="2409153" y="2118299"/>
                  </a:lnTo>
                  <a:lnTo>
                    <a:pt x="2410210" y="2131893"/>
                  </a:lnTo>
                  <a:lnTo>
                    <a:pt x="2411268" y="2145359"/>
                  </a:lnTo>
                  <a:lnTo>
                    <a:pt x="2412326" y="2158673"/>
                  </a:lnTo>
                  <a:lnTo>
                    <a:pt x="2413384" y="2171692"/>
                  </a:lnTo>
                  <a:lnTo>
                    <a:pt x="2414442" y="2184245"/>
                  </a:lnTo>
                  <a:lnTo>
                    <a:pt x="2415500" y="2196331"/>
                  </a:lnTo>
                  <a:lnTo>
                    <a:pt x="2416557" y="2207890"/>
                  </a:lnTo>
                  <a:lnTo>
                    <a:pt x="2417615" y="2218882"/>
                  </a:lnTo>
                  <a:lnTo>
                    <a:pt x="2418673" y="2229350"/>
                  </a:lnTo>
                  <a:lnTo>
                    <a:pt x="2419731" y="2239174"/>
                  </a:lnTo>
                  <a:lnTo>
                    <a:pt x="2420789" y="2248264"/>
                  </a:lnTo>
                  <a:lnTo>
                    <a:pt x="2421847" y="2256602"/>
                  </a:lnTo>
                  <a:lnTo>
                    <a:pt x="2422904" y="2264178"/>
                  </a:lnTo>
                  <a:lnTo>
                    <a:pt x="2423962" y="2271036"/>
                  </a:lnTo>
                  <a:lnTo>
                    <a:pt x="2425020" y="2277092"/>
                  </a:lnTo>
                  <a:lnTo>
                    <a:pt x="2426078" y="2282198"/>
                  </a:lnTo>
                  <a:lnTo>
                    <a:pt x="2427136" y="2286296"/>
                  </a:lnTo>
                  <a:lnTo>
                    <a:pt x="2428194" y="2289424"/>
                  </a:lnTo>
                  <a:lnTo>
                    <a:pt x="2429252" y="2291734"/>
                  </a:lnTo>
                  <a:lnTo>
                    <a:pt x="2430309" y="2293303"/>
                  </a:lnTo>
                  <a:lnTo>
                    <a:pt x="2431367" y="2294179"/>
                  </a:lnTo>
                  <a:lnTo>
                    <a:pt x="2432425" y="2294478"/>
                  </a:lnTo>
                  <a:lnTo>
                    <a:pt x="2433483" y="2294256"/>
                  </a:lnTo>
                  <a:lnTo>
                    <a:pt x="2434541" y="2293422"/>
                  </a:lnTo>
                  <a:lnTo>
                    <a:pt x="2435599" y="2291898"/>
                  </a:lnTo>
                  <a:lnTo>
                    <a:pt x="2436656" y="2289850"/>
                  </a:lnTo>
                  <a:lnTo>
                    <a:pt x="2437714" y="2287302"/>
                  </a:lnTo>
                  <a:lnTo>
                    <a:pt x="2438772" y="2284248"/>
                  </a:lnTo>
                  <a:lnTo>
                    <a:pt x="2439830" y="2280544"/>
                  </a:lnTo>
                  <a:lnTo>
                    <a:pt x="2440888" y="2276115"/>
                  </a:lnTo>
                  <a:lnTo>
                    <a:pt x="2441946" y="2270900"/>
                  </a:lnTo>
                  <a:lnTo>
                    <a:pt x="2443003" y="2264757"/>
                  </a:lnTo>
                  <a:lnTo>
                    <a:pt x="2444061" y="2257544"/>
                  </a:lnTo>
                  <a:lnTo>
                    <a:pt x="2445119" y="2249119"/>
                  </a:lnTo>
                  <a:lnTo>
                    <a:pt x="2446177" y="2239383"/>
                  </a:lnTo>
                  <a:lnTo>
                    <a:pt x="2447235" y="2228259"/>
                  </a:lnTo>
                  <a:lnTo>
                    <a:pt x="2448293" y="2215654"/>
                  </a:lnTo>
                  <a:lnTo>
                    <a:pt x="2449350" y="2201528"/>
                  </a:lnTo>
                  <a:lnTo>
                    <a:pt x="2450408" y="2185910"/>
                  </a:lnTo>
                  <a:lnTo>
                    <a:pt x="2451466" y="2168629"/>
                  </a:lnTo>
                  <a:lnTo>
                    <a:pt x="2452524" y="2149722"/>
                  </a:lnTo>
                  <a:lnTo>
                    <a:pt x="2453582" y="2129385"/>
                  </a:lnTo>
                  <a:lnTo>
                    <a:pt x="2454640" y="2107673"/>
                  </a:lnTo>
                  <a:lnTo>
                    <a:pt x="2455698" y="2084714"/>
                  </a:lnTo>
                  <a:lnTo>
                    <a:pt x="2456755" y="2060588"/>
                  </a:lnTo>
                  <a:lnTo>
                    <a:pt x="2457813" y="2035356"/>
                  </a:lnTo>
                  <a:lnTo>
                    <a:pt x="2458871" y="2009175"/>
                  </a:lnTo>
                  <a:lnTo>
                    <a:pt x="2459929" y="1982178"/>
                  </a:lnTo>
                  <a:lnTo>
                    <a:pt x="2460987" y="1954458"/>
                  </a:lnTo>
                  <a:lnTo>
                    <a:pt x="2462045" y="1926120"/>
                  </a:lnTo>
                  <a:lnTo>
                    <a:pt x="2463102" y="1897227"/>
                  </a:lnTo>
                  <a:lnTo>
                    <a:pt x="2464160" y="1867819"/>
                  </a:lnTo>
                  <a:lnTo>
                    <a:pt x="2465218" y="1837912"/>
                  </a:lnTo>
                  <a:lnTo>
                    <a:pt x="2466276" y="1807553"/>
                  </a:lnTo>
                  <a:lnTo>
                    <a:pt x="2467334" y="1776896"/>
                  </a:lnTo>
                  <a:lnTo>
                    <a:pt x="2468392" y="1746035"/>
                  </a:lnTo>
                  <a:lnTo>
                    <a:pt x="2469449" y="1715033"/>
                  </a:lnTo>
                  <a:lnTo>
                    <a:pt x="2470507" y="1684041"/>
                  </a:lnTo>
                  <a:lnTo>
                    <a:pt x="2471565" y="1653033"/>
                  </a:lnTo>
                  <a:lnTo>
                    <a:pt x="2472623" y="1621966"/>
                  </a:lnTo>
                  <a:lnTo>
                    <a:pt x="2473681" y="1590868"/>
                  </a:lnTo>
                  <a:lnTo>
                    <a:pt x="2474739" y="1559712"/>
                  </a:lnTo>
                  <a:lnTo>
                    <a:pt x="2475796" y="1528493"/>
                  </a:lnTo>
                  <a:lnTo>
                    <a:pt x="2476854" y="1497207"/>
                  </a:lnTo>
                  <a:lnTo>
                    <a:pt x="2477912" y="1465903"/>
                  </a:lnTo>
                  <a:lnTo>
                    <a:pt x="2478970" y="1434746"/>
                  </a:lnTo>
                  <a:lnTo>
                    <a:pt x="2480028" y="1403846"/>
                  </a:lnTo>
                  <a:lnTo>
                    <a:pt x="2481086" y="1373284"/>
                  </a:lnTo>
                  <a:lnTo>
                    <a:pt x="2482144" y="1342986"/>
                  </a:lnTo>
                  <a:lnTo>
                    <a:pt x="2483201" y="1312922"/>
                  </a:lnTo>
                  <a:lnTo>
                    <a:pt x="2484259" y="1283020"/>
                  </a:lnTo>
                  <a:lnTo>
                    <a:pt x="2485317" y="1253068"/>
                  </a:lnTo>
                  <a:lnTo>
                    <a:pt x="2486375" y="1222935"/>
                  </a:lnTo>
                  <a:lnTo>
                    <a:pt x="2487433" y="1192755"/>
                  </a:lnTo>
                  <a:lnTo>
                    <a:pt x="2488491" y="1162783"/>
                  </a:lnTo>
                  <a:lnTo>
                    <a:pt x="2489548" y="1133072"/>
                  </a:lnTo>
                  <a:lnTo>
                    <a:pt x="2490606" y="1103683"/>
                  </a:lnTo>
                  <a:lnTo>
                    <a:pt x="2491664" y="1074680"/>
                  </a:lnTo>
                  <a:lnTo>
                    <a:pt x="2492722" y="1046088"/>
                  </a:lnTo>
                  <a:lnTo>
                    <a:pt x="2493780" y="1017883"/>
                  </a:lnTo>
                  <a:lnTo>
                    <a:pt x="2494838" y="990015"/>
                  </a:lnTo>
                  <a:lnTo>
                    <a:pt x="2495895" y="962533"/>
                  </a:lnTo>
                  <a:lnTo>
                    <a:pt x="2496953" y="935535"/>
                  </a:lnTo>
                  <a:lnTo>
                    <a:pt x="2498011" y="909175"/>
                  </a:lnTo>
                  <a:lnTo>
                    <a:pt x="2499069" y="883528"/>
                  </a:lnTo>
                  <a:lnTo>
                    <a:pt x="2500127" y="858688"/>
                  </a:lnTo>
                  <a:lnTo>
                    <a:pt x="2501185" y="834773"/>
                  </a:lnTo>
                  <a:lnTo>
                    <a:pt x="2502242" y="811802"/>
                  </a:lnTo>
                  <a:lnTo>
                    <a:pt x="2503300" y="789750"/>
                  </a:lnTo>
                  <a:lnTo>
                    <a:pt x="2504358" y="768605"/>
                  </a:lnTo>
                  <a:lnTo>
                    <a:pt x="2505416" y="748468"/>
                  </a:lnTo>
                  <a:lnTo>
                    <a:pt x="2506474" y="729178"/>
                  </a:lnTo>
                  <a:lnTo>
                    <a:pt x="2507532" y="710771"/>
                  </a:lnTo>
                  <a:lnTo>
                    <a:pt x="2508590" y="693232"/>
                  </a:lnTo>
                  <a:lnTo>
                    <a:pt x="2509647" y="676573"/>
                  </a:lnTo>
                  <a:lnTo>
                    <a:pt x="2510705" y="660843"/>
                  </a:lnTo>
                  <a:lnTo>
                    <a:pt x="2511763" y="645986"/>
                  </a:lnTo>
                  <a:lnTo>
                    <a:pt x="2512821" y="631981"/>
                  </a:lnTo>
                  <a:lnTo>
                    <a:pt x="2513879" y="618825"/>
                  </a:lnTo>
                  <a:lnTo>
                    <a:pt x="2514937" y="606610"/>
                  </a:lnTo>
                  <a:lnTo>
                    <a:pt x="2515994" y="595309"/>
                  </a:lnTo>
                  <a:lnTo>
                    <a:pt x="2517052" y="584956"/>
                  </a:lnTo>
                  <a:lnTo>
                    <a:pt x="2518110" y="575626"/>
                  </a:lnTo>
                  <a:lnTo>
                    <a:pt x="2519168" y="567430"/>
                  </a:lnTo>
                  <a:lnTo>
                    <a:pt x="2520226" y="560406"/>
                  </a:lnTo>
                  <a:lnTo>
                    <a:pt x="2521284" y="554713"/>
                  </a:lnTo>
                  <a:lnTo>
                    <a:pt x="2522341" y="550481"/>
                  </a:lnTo>
                  <a:lnTo>
                    <a:pt x="2523399" y="547670"/>
                  </a:lnTo>
                  <a:lnTo>
                    <a:pt x="2524457" y="546261"/>
                  </a:lnTo>
                  <a:lnTo>
                    <a:pt x="2525515" y="546352"/>
                  </a:lnTo>
                  <a:lnTo>
                    <a:pt x="2526573" y="548012"/>
                  </a:lnTo>
                  <a:lnTo>
                    <a:pt x="2527631" y="551385"/>
                  </a:lnTo>
                  <a:lnTo>
                    <a:pt x="2528688" y="556512"/>
                  </a:lnTo>
                  <a:lnTo>
                    <a:pt x="2529746" y="563398"/>
                  </a:lnTo>
                  <a:lnTo>
                    <a:pt x="2530804" y="571994"/>
                  </a:lnTo>
                  <a:lnTo>
                    <a:pt x="2531862" y="582234"/>
                  </a:lnTo>
                  <a:lnTo>
                    <a:pt x="2532920" y="594024"/>
                  </a:lnTo>
                  <a:lnTo>
                    <a:pt x="2533978" y="607309"/>
                  </a:lnTo>
                  <a:lnTo>
                    <a:pt x="2535036" y="622039"/>
                  </a:lnTo>
                  <a:lnTo>
                    <a:pt x="2536093" y="638103"/>
                  </a:lnTo>
                  <a:lnTo>
                    <a:pt x="2537151" y="655471"/>
                  </a:lnTo>
                  <a:lnTo>
                    <a:pt x="2538209" y="674170"/>
                  </a:lnTo>
                  <a:lnTo>
                    <a:pt x="2539267" y="694315"/>
                  </a:lnTo>
                  <a:lnTo>
                    <a:pt x="2540325" y="715854"/>
                  </a:lnTo>
                  <a:lnTo>
                    <a:pt x="2541383" y="738567"/>
                  </a:lnTo>
                  <a:lnTo>
                    <a:pt x="2542440" y="762314"/>
                  </a:lnTo>
                  <a:lnTo>
                    <a:pt x="2543498" y="787093"/>
                  </a:lnTo>
                  <a:lnTo>
                    <a:pt x="2544556" y="812852"/>
                  </a:lnTo>
                  <a:lnTo>
                    <a:pt x="2545614" y="839527"/>
                  </a:lnTo>
                  <a:lnTo>
                    <a:pt x="2546672" y="867084"/>
                  </a:lnTo>
                  <a:lnTo>
                    <a:pt x="2547730" y="895525"/>
                  </a:lnTo>
                  <a:lnTo>
                    <a:pt x="2548787" y="924849"/>
                  </a:lnTo>
                  <a:lnTo>
                    <a:pt x="2549845" y="954925"/>
                  </a:lnTo>
                  <a:lnTo>
                    <a:pt x="2550903" y="985750"/>
                  </a:lnTo>
                  <a:lnTo>
                    <a:pt x="2551961" y="1017277"/>
                  </a:lnTo>
                  <a:lnTo>
                    <a:pt x="2553019" y="1049424"/>
                  </a:lnTo>
                  <a:lnTo>
                    <a:pt x="2554077" y="1082054"/>
                  </a:lnTo>
                  <a:lnTo>
                    <a:pt x="2555134" y="1115130"/>
                  </a:lnTo>
                  <a:lnTo>
                    <a:pt x="2556192" y="1148653"/>
                  </a:lnTo>
                  <a:lnTo>
                    <a:pt x="2557250" y="1182658"/>
                  </a:lnTo>
                  <a:lnTo>
                    <a:pt x="2558308" y="1217116"/>
                  </a:lnTo>
                  <a:lnTo>
                    <a:pt x="2559366" y="1252021"/>
                  </a:lnTo>
                  <a:lnTo>
                    <a:pt x="2560424" y="1287261"/>
                  </a:lnTo>
                  <a:lnTo>
                    <a:pt x="2561482" y="1322725"/>
                  </a:lnTo>
                  <a:lnTo>
                    <a:pt x="2562539" y="1358268"/>
                  </a:lnTo>
                  <a:lnTo>
                    <a:pt x="2563597" y="1393699"/>
                  </a:lnTo>
                  <a:lnTo>
                    <a:pt x="2564655" y="1428951"/>
                  </a:lnTo>
                  <a:lnTo>
                    <a:pt x="2565713" y="1463966"/>
                  </a:lnTo>
                  <a:lnTo>
                    <a:pt x="2566771" y="1498548"/>
                  </a:lnTo>
                  <a:lnTo>
                    <a:pt x="2567829" y="1532510"/>
                  </a:lnTo>
                  <a:lnTo>
                    <a:pt x="2568886" y="1565728"/>
                  </a:lnTo>
                  <a:lnTo>
                    <a:pt x="2569944" y="1598147"/>
                  </a:lnTo>
                  <a:lnTo>
                    <a:pt x="2571002" y="1629662"/>
                  </a:lnTo>
                  <a:lnTo>
                    <a:pt x="2572060" y="1660116"/>
                  </a:lnTo>
                  <a:lnTo>
                    <a:pt x="2573118" y="1689331"/>
                  </a:lnTo>
                  <a:lnTo>
                    <a:pt x="2574176" y="1717076"/>
                  </a:lnTo>
                  <a:lnTo>
                    <a:pt x="2575233" y="1743030"/>
                  </a:lnTo>
                  <a:lnTo>
                    <a:pt x="2576291" y="1767039"/>
                  </a:lnTo>
                  <a:lnTo>
                    <a:pt x="2577349" y="1789083"/>
                  </a:lnTo>
                  <a:lnTo>
                    <a:pt x="2578407" y="1809159"/>
                  </a:lnTo>
                  <a:lnTo>
                    <a:pt x="2579465" y="1827284"/>
                  </a:lnTo>
                  <a:lnTo>
                    <a:pt x="2580523" y="1843329"/>
                  </a:lnTo>
                  <a:lnTo>
                    <a:pt x="2581580" y="1857192"/>
                  </a:lnTo>
                  <a:lnTo>
                    <a:pt x="2582638" y="1868865"/>
                  </a:lnTo>
                  <a:lnTo>
                    <a:pt x="2583696" y="1878365"/>
                  </a:lnTo>
                  <a:lnTo>
                    <a:pt x="2584754" y="1885671"/>
                  </a:lnTo>
                  <a:lnTo>
                    <a:pt x="2585812" y="1890827"/>
                  </a:lnTo>
                  <a:lnTo>
                    <a:pt x="2586870" y="1893836"/>
                  </a:lnTo>
                  <a:lnTo>
                    <a:pt x="2587928" y="1894724"/>
                  </a:lnTo>
                  <a:lnTo>
                    <a:pt x="2588985" y="1893634"/>
                  </a:lnTo>
                  <a:lnTo>
                    <a:pt x="2590043" y="1890693"/>
                  </a:lnTo>
                  <a:lnTo>
                    <a:pt x="2591101" y="1885977"/>
                  </a:lnTo>
                  <a:lnTo>
                    <a:pt x="2592159" y="1879566"/>
                  </a:lnTo>
                  <a:lnTo>
                    <a:pt x="2593217" y="1871615"/>
                  </a:lnTo>
                  <a:lnTo>
                    <a:pt x="2594275" y="1862287"/>
                  </a:lnTo>
                  <a:lnTo>
                    <a:pt x="2595332" y="1851640"/>
                  </a:lnTo>
                  <a:lnTo>
                    <a:pt x="2596390" y="1839621"/>
                  </a:lnTo>
                  <a:lnTo>
                    <a:pt x="2597448" y="1826254"/>
                  </a:lnTo>
                  <a:lnTo>
                    <a:pt x="2598506" y="1811598"/>
                  </a:lnTo>
                  <a:lnTo>
                    <a:pt x="2599564" y="1795773"/>
                  </a:lnTo>
                  <a:lnTo>
                    <a:pt x="2600622" y="1778853"/>
                  </a:lnTo>
                  <a:lnTo>
                    <a:pt x="2601679" y="1760947"/>
                  </a:lnTo>
                  <a:lnTo>
                    <a:pt x="2602737" y="1742146"/>
                  </a:lnTo>
                  <a:lnTo>
                    <a:pt x="2603795" y="1722550"/>
                  </a:lnTo>
                  <a:lnTo>
                    <a:pt x="2604853" y="1702169"/>
                  </a:lnTo>
                  <a:lnTo>
                    <a:pt x="2605911" y="1681028"/>
                  </a:lnTo>
                  <a:lnTo>
                    <a:pt x="2606969" y="1659275"/>
                  </a:lnTo>
                  <a:lnTo>
                    <a:pt x="2608026" y="1636947"/>
                  </a:lnTo>
                  <a:lnTo>
                    <a:pt x="2609084" y="1613988"/>
                  </a:lnTo>
                  <a:lnTo>
                    <a:pt x="2610142" y="1590404"/>
                  </a:lnTo>
                  <a:lnTo>
                    <a:pt x="2611200" y="1566259"/>
                  </a:lnTo>
                  <a:lnTo>
                    <a:pt x="2612258" y="1541650"/>
                  </a:lnTo>
                  <a:lnTo>
                    <a:pt x="2613316" y="1516683"/>
                  </a:lnTo>
                  <a:lnTo>
                    <a:pt x="2614374" y="1491547"/>
                  </a:lnTo>
                  <a:lnTo>
                    <a:pt x="2615431" y="1466416"/>
                  </a:lnTo>
                  <a:lnTo>
                    <a:pt x="2616489" y="1441490"/>
                  </a:lnTo>
                  <a:lnTo>
                    <a:pt x="2617547" y="1416853"/>
                  </a:lnTo>
                  <a:lnTo>
                    <a:pt x="2618605" y="1392539"/>
                  </a:lnTo>
                  <a:lnTo>
                    <a:pt x="2619663" y="1368682"/>
                  </a:lnTo>
                  <a:lnTo>
                    <a:pt x="2620721" y="1345445"/>
                  </a:lnTo>
                  <a:lnTo>
                    <a:pt x="2621778" y="1323096"/>
                  </a:lnTo>
                  <a:lnTo>
                    <a:pt x="2622836" y="1301665"/>
                  </a:lnTo>
                  <a:lnTo>
                    <a:pt x="2623894" y="1281287"/>
                  </a:lnTo>
                  <a:lnTo>
                    <a:pt x="2624952" y="1262163"/>
                  </a:lnTo>
                  <a:lnTo>
                    <a:pt x="2626010" y="1244484"/>
                  </a:lnTo>
                  <a:lnTo>
                    <a:pt x="2627068" y="1228342"/>
                  </a:lnTo>
                  <a:lnTo>
                    <a:pt x="2628125" y="1213949"/>
                  </a:lnTo>
                  <a:lnTo>
                    <a:pt x="2629183" y="1201428"/>
                  </a:lnTo>
                  <a:lnTo>
                    <a:pt x="2630241" y="1190809"/>
                  </a:lnTo>
                  <a:lnTo>
                    <a:pt x="2631299" y="1181987"/>
                  </a:lnTo>
                  <a:lnTo>
                    <a:pt x="2632357" y="1174886"/>
                  </a:lnTo>
                  <a:lnTo>
                    <a:pt x="2633415" y="1169462"/>
                  </a:lnTo>
                  <a:lnTo>
                    <a:pt x="2634472" y="1165809"/>
                  </a:lnTo>
                  <a:lnTo>
                    <a:pt x="2635530" y="1163872"/>
                  </a:lnTo>
                  <a:lnTo>
                    <a:pt x="2636588" y="1163645"/>
                  </a:lnTo>
                  <a:lnTo>
                    <a:pt x="2637646" y="1165185"/>
                  </a:lnTo>
                  <a:lnTo>
                    <a:pt x="2638704" y="1168486"/>
                  </a:lnTo>
                  <a:lnTo>
                    <a:pt x="2639762" y="1173486"/>
                  </a:lnTo>
                  <a:lnTo>
                    <a:pt x="2640820" y="1180204"/>
                  </a:lnTo>
                  <a:lnTo>
                    <a:pt x="2641877" y="1188612"/>
                  </a:lnTo>
                  <a:lnTo>
                    <a:pt x="2642935" y="1198567"/>
                  </a:lnTo>
                  <a:lnTo>
                    <a:pt x="2643993" y="1210002"/>
                  </a:lnTo>
                  <a:lnTo>
                    <a:pt x="2645051" y="1222768"/>
                  </a:lnTo>
                  <a:lnTo>
                    <a:pt x="2646109" y="1236755"/>
                  </a:lnTo>
                  <a:lnTo>
                    <a:pt x="2647167" y="1251830"/>
                  </a:lnTo>
                  <a:lnTo>
                    <a:pt x="2648224" y="1267843"/>
                  </a:lnTo>
                  <a:lnTo>
                    <a:pt x="2649282" y="1284808"/>
                  </a:lnTo>
                  <a:lnTo>
                    <a:pt x="2650340" y="1302643"/>
                  </a:lnTo>
                  <a:lnTo>
                    <a:pt x="2651398" y="1321291"/>
                  </a:lnTo>
                  <a:lnTo>
                    <a:pt x="2652456" y="1340653"/>
                  </a:lnTo>
                  <a:lnTo>
                    <a:pt x="2653514" y="1360630"/>
                  </a:lnTo>
                  <a:lnTo>
                    <a:pt x="2654571" y="1381122"/>
                  </a:lnTo>
                  <a:lnTo>
                    <a:pt x="2655629" y="1402038"/>
                  </a:lnTo>
                  <a:lnTo>
                    <a:pt x="2656687" y="1423222"/>
                  </a:lnTo>
                  <a:lnTo>
                    <a:pt x="2657745" y="1444573"/>
                  </a:lnTo>
                  <a:lnTo>
                    <a:pt x="2658803" y="1466041"/>
                  </a:lnTo>
                  <a:lnTo>
                    <a:pt x="2659861" y="1487552"/>
                  </a:lnTo>
                  <a:lnTo>
                    <a:pt x="2660918" y="1509011"/>
                  </a:lnTo>
                  <a:lnTo>
                    <a:pt x="2661976" y="1530467"/>
                  </a:lnTo>
                  <a:lnTo>
                    <a:pt x="2663034" y="1551939"/>
                  </a:lnTo>
                  <a:lnTo>
                    <a:pt x="2664092" y="1573405"/>
                  </a:lnTo>
                  <a:lnTo>
                    <a:pt x="2665150" y="1594723"/>
                  </a:lnTo>
                  <a:lnTo>
                    <a:pt x="2666208" y="1615772"/>
                  </a:lnTo>
                  <a:lnTo>
                    <a:pt x="2667266" y="1636400"/>
                  </a:lnTo>
                  <a:lnTo>
                    <a:pt x="2668323" y="1656430"/>
                  </a:lnTo>
                  <a:lnTo>
                    <a:pt x="2669381" y="1675729"/>
                  </a:lnTo>
                  <a:lnTo>
                    <a:pt x="2670439" y="1694183"/>
                  </a:lnTo>
                  <a:lnTo>
                    <a:pt x="2671497" y="1711782"/>
                  </a:lnTo>
                  <a:lnTo>
                    <a:pt x="2672555" y="1728557"/>
                  </a:lnTo>
                  <a:lnTo>
                    <a:pt x="2673613" y="1744415"/>
                  </a:lnTo>
                  <a:lnTo>
                    <a:pt x="2674670" y="1759188"/>
                  </a:lnTo>
                  <a:lnTo>
                    <a:pt x="2675728" y="1772713"/>
                  </a:lnTo>
                  <a:lnTo>
                    <a:pt x="2676786" y="1784920"/>
                  </a:lnTo>
                  <a:lnTo>
                    <a:pt x="2677844" y="1795562"/>
                  </a:lnTo>
                  <a:lnTo>
                    <a:pt x="2678902" y="1804445"/>
                  </a:lnTo>
                  <a:lnTo>
                    <a:pt x="2679960" y="1811446"/>
                  </a:lnTo>
                  <a:lnTo>
                    <a:pt x="2681017" y="1816534"/>
                  </a:lnTo>
                  <a:lnTo>
                    <a:pt x="2682075" y="1819649"/>
                  </a:lnTo>
                  <a:lnTo>
                    <a:pt x="2683133" y="1820811"/>
                  </a:lnTo>
                  <a:lnTo>
                    <a:pt x="2684191" y="1820161"/>
                  </a:lnTo>
                  <a:lnTo>
                    <a:pt x="2685249" y="1817842"/>
                  </a:lnTo>
                  <a:lnTo>
                    <a:pt x="2686307" y="1813929"/>
                  </a:lnTo>
                  <a:lnTo>
                    <a:pt x="2687364" y="1808416"/>
                  </a:lnTo>
                  <a:lnTo>
                    <a:pt x="2688422" y="1801324"/>
                  </a:lnTo>
                  <a:lnTo>
                    <a:pt x="2689480" y="1792726"/>
                  </a:lnTo>
                  <a:lnTo>
                    <a:pt x="2690538" y="1782615"/>
                  </a:lnTo>
                  <a:lnTo>
                    <a:pt x="2691596" y="1770969"/>
                  </a:lnTo>
                  <a:lnTo>
                    <a:pt x="2692654" y="1757880"/>
                  </a:lnTo>
                  <a:lnTo>
                    <a:pt x="2693712" y="1743421"/>
                  </a:lnTo>
                  <a:lnTo>
                    <a:pt x="2694769" y="1727627"/>
                  </a:lnTo>
                  <a:lnTo>
                    <a:pt x="2695827" y="1710584"/>
                  </a:lnTo>
                  <a:lnTo>
                    <a:pt x="2696885" y="1692368"/>
                  </a:lnTo>
                  <a:lnTo>
                    <a:pt x="2697943" y="1673100"/>
                  </a:lnTo>
                  <a:lnTo>
                    <a:pt x="2699001" y="1652819"/>
                  </a:lnTo>
                  <a:lnTo>
                    <a:pt x="2700059" y="1631462"/>
                  </a:lnTo>
                  <a:lnTo>
                    <a:pt x="2701116" y="1609158"/>
                  </a:lnTo>
                  <a:lnTo>
                    <a:pt x="2702174" y="1586013"/>
                  </a:lnTo>
                  <a:lnTo>
                    <a:pt x="2703232" y="1562200"/>
                  </a:lnTo>
                  <a:lnTo>
                    <a:pt x="2704290" y="1537947"/>
                  </a:lnTo>
                  <a:lnTo>
                    <a:pt x="2705348" y="1513314"/>
                  </a:lnTo>
                  <a:lnTo>
                    <a:pt x="2706406" y="1488324"/>
                  </a:lnTo>
                  <a:lnTo>
                    <a:pt x="2707463" y="1463015"/>
                  </a:lnTo>
                  <a:lnTo>
                    <a:pt x="2708521" y="1437391"/>
                  </a:lnTo>
                  <a:lnTo>
                    <a:pt x="2709579" y="1411483"/>
                  </a:lnTo>
                  <a:lnTo>
                    <a:pt x="2710637" y="1385440"/>
                  </a:lnTo>
                  <a:lnTo>
                    <a:pt x="2711695" y="1359394"/>
                  </a:lnTo>
                  <a:lnTo>
                    <a:pt x="2712753" y="1333418"/>
                  </a:lnTo>
                  <a:lnTo>
                    <a:pt x="2713810" y="1307592"/>
                  </a:lnTo>
                  <a:lnTo>
                    <a:pt x="2714868" y="1281962"/>
                  </a:lnTo>
                  <a:lnTo>
                    <a:pt x="2715926" y="1256545"/>
                  </a:lnTo>
                  <a:lnTo>
                    <a:pt x="2716984" y="1231340"/>
                  </a:lnTo>
                  <a:lnTo>
                    <a:pt x="2718042" y="1206306"/>
                  </a:lnTo>
                  <a:lnTo>
                    <a:pt x="2719100" y="1181537"/>
                  </a:lnTo>
                  <a:lnTo>
                    <a:pt x="2720158" y="1157039"/>
                  </a:lnTo>
                  <a:lnTo>
                    <a:pt x="2721215" y="1132822"/>
                  </a:lnTo>
                  <a:lnTo>
                    <a:pt x="2722273" y="1108971"/>
                  </a:lnTo>
                  <a:lnTo>
                    <a:pt x="2723331" y="1085530"/>
                  </a:lnTo>
                  <a:lnTo>
                    <a:pt x="2724389" y="1062577"/>
                  </a:lnTo>
                  <a:lnTo>
                    <a:pt x="2725447" y="1040131"/>
                  </a:lnTo>
                  <a:lnTo>
                    <a:pt x="2726505" y="1018119"/>
                  </a:lnTo>
                  <a:lnTo>
                    <a:pt x="2727562" y="996485"/>
                  </a:lnTo>
                  <a:lnTo>
                    <a:pt x="2728620" y="975295"/>
                  </a:lnTo>
                  <a:lnTo>
                    <a:pt x="2729678" y="954481"/>
                  </a:lnTo>
                  <a:lnTo>
                    <a:pt x="2730736" y="934113"/>
                  </a:lnTo>
                  <a:lnTo>
                    <a:pt x="2731794" y="914295"/>
                  </a:lnTo>
                  <a:lnTo>
                    <a:pt x="2732852" y="895044"/>
                  </a:lnTo>
                  <a:lnTo>
                    <a:pt x="2733909" y="876397"/>
                  </a:lnTo>
                  <a:lnTo>
                    <a:pt x="2734967" y="858376"/>
                  </a:lnTo>
                  <a:lnTo>
                    <a:pt x="2736025" y="840982"/>
                  </a:lnTo>
                  <a:lnTo>
                    <a:pt x="2737083" y="824199"/>
                  </a:lnTo>
                  <a:lnTo>
                    <a:pt x="2738141" y="807837"/>
                  </a:lnTo>
                  <a:lnTo>
                    <a:pt x="2739199" y="791830"/>
                  </a:lnTo>
                  <a:lnTo>
                    <a:pt x="2740256" y="776131"/>
                  </a:lnTo>
                  <a:lnTo>
                    <a:pt x="2741314" y="760775"/>
                  </a:lnTo>
                  <a:lnTo>
                    <a:pt x="2742372" y="745748"/>
                  </a:lnTo>
                  <a:lnTo>
                    <a:pt x="2743430" y="731076"/>
                  </a:lnTo>
                  <a:lnTo>
                    <a:pt x="2744488" y="716748"/>
                  </a:lnTo>
                  <a:lnTo>
                    <a:pt x="2745546" y="702742"/>
                  </a:lnTo>
                  <a:lnTo>
                    <a:pt x="2746604" y="688975"/>
                  </a:lnTo>
                  <a:lnTo>
                    <a:pt x="2747661" y="675373"/>
                  </a:lnTo>
                  <a:lnTo>
                    <a:pt x="2748719" y="661878"/>
                  </a:lnTo>
                  <a:lnTo>
                    <a:pt x="2749777" y="648450"/>
                  </a:lnTo>
                  <a:lnTo>
                    <a:pt x="2750835" y="635009"/>
                  </a:lnTo>
                  <a:lnTo>
                    <a:pt x="2751893" y="621541"/>
                  </a:lnTo>
                  <a:lnTo>
                    <a:pt x="2752951" y="608206"/>
                  </a:lnTo>
                  <a:lnTo>
                    <a:pt x="2754008" y="595135"/>
                  </a:lnTo>
                  <a:lnTo>
                    <a:pt x="2755066" y="582261"/>
                  </a:lnTo>
                  <a:lnTo>
                    <a:pt x="2756124" y="569566"/>
                  </a:lnTo>
                  <a:lnTo>
                    <a:pt x="2757182" y="556868"/>
                  </a:lnTo>
                  <a:lnTo>
                    <a:pt x="2758240" y="544029"/>
                  </a:lnTo>
                  <a:lnTo>
                    <a:pt x="2759298" y="531047"/>
                  </a:lnTo>
                  <a:lnTo>
                    <a:pt x="2760355" y="517961"/>
                  </a:lnTo>
                  <a:lnTo>
                    <a:pt x="2761413" y="504913"/>
                  </a:lnTo>
                  <a:lnTo>
                    <a:pt x="2762471" y="492005"/>
                  </a:lnTo>
                  <a:lnTo>
                    <a:pt x="2763529" y="479202"/>
                  </a:lnTo>
                  <a:lnTo>
                    <a:pt x="2764587" y="466413"/>
                  </a:lnTo>
                  <a:lnTo>
                    <a:pt x="2765645" y="453518"/>
                  </a:lnTo>
                  <a:lnTo>
                    <a:pt x="2766702" y="440507"/>
                  </a:lnTo>
                  <a:lnTo>
                    <a:pt x="2767760" y="427339"/>
                  </a:lnTo>
                  <a:lnTo>
                    <a:pt x="2768818" y="413960"/>
                  </a:lnTo>
                  <a:lnTo>
                    <a:pt x="2769876" y="400366"/>
                  </a:lnTo>
                  <a:lnTo>
                    <a:pt x="2770934" y="386643"/>
                  </a:lnTo>
                  <a:lnTo>
                    <a:pt x="2771992" y="372826"/>
                  </a:lnTo>
                  <a:lnTo>
                    <a:pt x="2773050" y="358913"/>
                  </a:lnTo>
                  <a:lnTo>
                    <a:pt x="2774107" y="345029"/>
                  </a:lnTo>
                  <a:lnTo>
                    <a:pt x="2775165" y="331274"/>
                  </a:lnTo>
                  <a:lnTo>
                    <a:pt x="2776223" y="317676"/>
                  </a:lnTo>
                  <a:lnTo>
                    <a:pt x="2777281" y="304168"/>
                  </a:lnTo>
                  <a:lnTo>
                    <a:pt x="2778339" y="290661"/>
                  </a:lnTo>
                  <a:lnTo>
                    <a:pt x="2779397" y="277272"/>
                  </a:lnTo>
                  <a:lnTo>
                    <a:pt x="2780454" y="264169"/>
                  </a:lnTo>
                  <a:lnTo>
                    <a:pt x="2781512" y="251516"/>
                  </a:lnTo>
                  <a:lnTo>
                    <a:pt x="2782570" y="239440"/>
                  </a:lnTo>
                  <a:lnTo>
                    <a:pt x="2783628" y="228058"/>
                  </a:lnTo>
                  <a:lnTo>
                    <a:pt x="2784686" y="217427"/>
                  </a:lnTo>
                  <a:lnTo>
                    <a:pt x="2785744" y="207646"/>
                  </a:lnTo>
                  <a:lnTo>
                    <a:pt x="2786801" y="198717"/>
                  </a:lnTo>
                  <a:lnTo>
                    <a:pt x="2787859" y="190648"/>
                  </a:lnTo>
                  <a:lnTo>
                    <a:pt x="2788917" y="183439"/>
                  </a:lnTo>
                  <a:lnTo>
                    <a:pt x="2789975" y="177077"/>
                  </a:lnTo>
                  <a:lnTo>
                    <a:pt x="2791033" y="171606"/>
                  </a:lnTo>
                  <a:lnTo>
                    <a:pt x="2792091" y="167063"/>
                  </a:lnTo>
                  <a:lnTo>
                    <a:pt x="2793148" y="163521"/>
                  </a:lnTo>
                  <a:lnTo>
                    <a:pt x="2794206" y="161054"/>
                  </a:lnTo>
                  <a:lnTo>
                    <a:pt x="2795264" y="159629"/>
                  </a:lnTo>
                  <a:lnTo>
                    <a:pt x="2796322" y="159195"/>
                  </a:lnTo>
                  <a:lnTo>
                    <a:pt x="2797380" y="159807"/>
                  </a:lnTo>
                  <a:lnTo>
                    <a:pt x="2798438" y="161558"/>
                  </a:lnTo>
                  <a:lnTo>
                    <a:pt x="2799496" y="164368"/>
                  </a:lnTo>
                  <a:lnTo>
                    <a:pt x="2800553" y="168294"/>
                  </a:lnTo>
                  <a:lnTo>
                    <a:pt x="2801611" y="173382"/>
                  </a:lnTo>
                  <a:lnTo>
                    <a:pt x="2802669" y="179663"/>
                  </a:lnTo>
                  <a:lnTo>
                    <a:pt x="2803727" y="187160"/>
                  </a:lnTo>
                  <a:lnTo>
                    <a:pt x="2804785" y="195946"/>
                  </a:lnTo>
                  <a:lnTo>
                    <a:pt x="2805843" y="206010"/>
                  </a:lnTo>
                  <a:lnTo>
                    <a:pt x="2806900" y="217223"/>
                  </a:lnTo>
                  <a:lnTo>
                    <a:pt x="2807958" y="229510"/>
                  </a:lnTo>
                  <a:lnTo>
                    <a:pt x="2809016" y="242784"/>
                  </a:lnTo>
                  <a:lnTo>
                    <a:pt x="2810074" y="257012"/>
                  </a:lnTo>
                  <a:lnTo>
                    <a:pt x="2811132" y="272268"/>
                  </a:lnTo>
                  <a:lnTo>
                    <a:pt x="2812190" y="288541"/>
                  </a:lnTo>
                  <a:lnTo>
                    <a:pt x="2813247" y="305682"/>
                  </a:lnTo>
                  <a:lnTo>
                    <a:pt x="2814305" y="323516"/>
                  </a:lnTo>
                  <a:lnTo>
                    <a:pt x="2815363" y="341913"/>
                  </a:lnTo>
                  <a:lnTo>
                    <a:pt x="2816421" y="360812"/>
                  </a:lnTo>
                  <a:lnTo>
                    <a:pt x="2817479" y="380217"/>
                  </a:lnTo>
                  <a:lnTo>
                    <a:pt x="2818537" y="400145"/>
                  </a:lnTo>
                  <a:lnTo>
                    <a:pt x="2819594" y="420603"/>
                  </a:lnTo>
                  <a:lnTo>
                    <a:pt x="2820652" y="441522"/>
                  </a:lnTo>
                  <a:lnTo>
                    <a:pt x="2821710" y="462899"/>
                  </a:lnTo>
                  <a:lnTo>
                    <a:pt x="2822768" y="484746"/>
                  </a:lnTo>
                  <a:lnTo>
                    <a:pt x="2823826" y="507047"/>
                  </a:lnTo>
                  <a:lnTo>
                    <a:pt x="2824884" y="529755"/>
                  </a:lnTo>
                  <a:lnTo>
                    <a:pt x="2825942" y="552867"/>
                  </a:lnTo>
                  <a:lnTo>
                    <a:pt x="2826999" y="576311"/>
                  </a:lnTo>
                  <a:lnTo>
                    <a:pt x="2828057" y="599993"/>
                  </a:lnTo>
                  <a:lnTo>
                    <a:pt x="2829115" y="623878"/>
                  </a:lnTo>
                  <a:lnTo>
                    <a:pt x="2830173" y="648004"/>
                  </a:lnTo>
                  <a:lnTo>
                    <a:pt x="2831231" y="672442"/>
                  </a:lnTo>
                  <a:lnTo>
                    <a:pt x="2832289" y="697191"/>
                  </a:lnTo>
                  <a:lnTo>
                    <a:pt x="2833346" y="722082"/>
                  </a:lnTo>
                  <a:lnTo>
                    <a:pt x="2834404" y="746997"/>
                  </a:lnTo>
                  <a:lnTo>
                    <a:pt x="2835462" y="771888"/>
                  </a:lnTo>
                  <a:lnTo>
                    <a:pt x="2836520" y="796705"/>
                  </a:lnTo>
                  <a:lnTo>
                    <a:pt x="2837578" y="821372"/>
                  </a:lnTo>
                  <a:lnTo>
                    <a:pt x="2838636" y="845811"/>
                  </a:lnTo>
                  <a:lnTo>
                    <a:pt x="2839693" y="870006"/>
                  </a:lnTo>
                  <a:lnTo>
                    <a:pt x="2840751" y="893970"/>
                  </a:lnTo>
                  <a:lnTo>
                    <a:pt x="2841809" y="917790"/>
                  </a:lnTo>
                  <a:lnTo>
                    <a:pt x="2842867" y="941493"/>
                  </a:lnTo>
                  <a:lnTo>
                    <a:pt x="2843925" y="965135"/>
                  </a:lnTo>
                  <a:lnTo>
                    <a:pt x="2844983" y="988744"/>
                  </a:lnTo>
                  <a:lnTo>
                    <a:pt x="2846040" y="1012309"/>
                  </a:lnTo>
                  <a:lnTo>
                    <a:pt x="2847098" y="1035739"/>
                  </a:lnTo>
                  <a:lnTo>
                    <a:pt x="2848156" y="1058985"/>
                  </a:lnTo>
                  <a:lnTo>
                    <a:pt x="2849214" y="1082074"/>
                  </a:lnTo>
                  <a:lnTo>
                    <a:pt x="2850272" y="1104950"/>
                  </a:lnTo>
                  <a:lnTo>
                    <a:pt x="2851330" y="1127500"/>
                  </a:lnTo>
                  <a:lnTo>
                    <a:pt x="2852388" y="1149760"/>
                  </a:lnTo>
                  <a:lnTo>
                    <a:pt x="2853445" y="1171812"/>
                  </a:lnTo>
                  <a:lnTo>
                    <a:pt x="2854503" y="1193516"/>
                  </a:lnTo>
                  <a:lnTo>
                    <a:pt x="2855561" y="1214719"/>
                  </a:lnTo>
                  <a:lnTo>
                    <a:pt x="2856619" y="1235391"/>
                  </a:lnTo>
                  <a:lnTo>
                    <a:pt x="2857677" y="1255467"/>
                  </a:lnTo>
                  <a:lnTo>
                    <a:pt x="2858735" y="1274882"/>
                  </a:lnTo>
                  <a:lnTo>
                    <a:pt x="2859792" y="1293595"/>
                  </a:lnTo>
                  <a:lnTo>
                    <a:pt x="2860850" y="1311699"/>
                  </a:lnTo>
                  <a:lnTo>
                    <a:pt x="2861908" y="1329233"/>
                  </a:lnTo>
                  <a:lnTo>
                    <a:pt x="2862966" y="1346177"/>
                  </a:lnTo>
                  <a:lnTo>
                    <a:pt x="2864024" y="1362440"/>
                  </a:lnTo>
                  <a:lnTo>
                    <a:pt x="2865082" y="1378035"/>
                  </a:lnTo>
                  <a:lnTo>
                    <a:pt x="2866139" y="1393110"/>
                  </a:lnTo>
                  <a:lnTo>
                    <a:pt x="2867197" y="1407814"/>
                  </a:lnTo>
                  <a:lnTo>
                    <a:pt x="2868255" y="1422238"/>
                  </a:lnTo>
                  <a:lnTo>
                    <a:pt x="2869313" y="1436382"/>
                  </a:lnTo>
                  <a:lnTo>
                    <a:pt x="2870371" y="1450300"/>
                  </a:lnTo>
                  <a:lnTo>
                    <a:pt x="2871429" y="1464076"/>
                  </a:lnTo>
                  <a:lnTo>
                    <a:pt x="2872486" y="1477718"/>
                  </a:lnTo>
                  <a:lnTo>
                    <a:pt x="2873544" y="1491307"/>
                  </a:lnTo>
                  <a:lnTo>
                    <a:pt x="2874602" y="1504864"/>
                  </a:lnTo>
                  <a:lnTo>
                    <a:pt x="2875660" y="1518305"/>
                  </a:lnTo>
                  <a:lnTo>
                    <a:pt x="2876718" y="1531567"/>
                  </a:lnTo>
                  <a:lnTo>
                    <a:pt x="2877776" y="1544640"/>
                  </a:lnTo>
                  <a:lnTo>
                    <a:pt x="2878834" y="1557540"/>
                  </a:lnTo>
                  <a:lnTo>
                    <a:pt x="2879891" y="1570389"/>
                  </a:lnTo>
                  <a:lnTo>
                    <a:pt x="2880949" y="1583225"/>
                  </a:lnTo>
                  <a:lnTo>
                    <a:pt x="2882007" y="1596048"/>
                  </a:lnTo>
                  <a:lnTo>
                    <a:pt x="2883065" y="1608829"/>
                  </a:lnTo>
                  <a:lnTo>
                    <a:pt x="2884123" y="1621444"/>
                  </a:lnTo>
                  <a:lnTo>
                    <a:pt x="2885181" y="1633830"/>
                  </a:lnTo>
                  <a:lnTo>
                    <a:pt x="2886238" y="1645962"/>
                  </a:lnTo>
                  <a:lnTo>
                    <a:pt x="2887296" y="1657787"/>
                  </a:lnTo>
                  <a:lnTo>
                    <a:pt x="2888354" y="1669228"/>
                  </a:lnTo>
                  <a:lnTo>
                    <a:pt x="2889412" y="1680210"/>
                  </a:lnTo>
                  <a:lnTo>
                    <a:pt x="2890470" y="1690732"/>
                  </a:lnTo>
                  <a:lnTo>
                    <a:pt x="2891528" y="1700877"/>
                  </a:lnTo>
                  <a:lnTo>
                    <a:pt x="2892585" y="1710708"/>
                  </a:lnTo>
                  <a:lnTo>
                    <a:pt x="2893643" y="1720175"/>
                  </a:lnTo>
                  <a:lnTo>
                    <a:pt x="2894701" y="1729154"/>
                  </a:lnTo>
                  <a:lnTo>
                    <a:pt x="2895759" y="1737458"/>
                  </a:lnTo>
                  <a:lnTo>
                    <a:pt x="2896817" y="1744989"/>
                  </a:lnTo>
                  <a:lnTo>
                    <a:pt x="2897875" y="1751679"/>
                  </a:lnTo>
                  <a:lnTo>
                    <a:pt x="2898932" y="1757464"/>
                  </a:lnTo>
                  <a:lnTo>
                    <a:pt x="2899990" y="1762383"/>
                  </a:lnTo>
                  <a:lnTo>
                    <a:pt x="2901048" y="1766470"/>
                  </a:lnTo>
                  <a:lnTo>
                    <a:pt x="2902106" y="1769775"/>
                  </a:lnTo>
                  <a:lnTo>
                    <a:pt x="2903164" y="1772368"/>
                  </a:lnTo>
                  <a:lnTo>
                    <a:pt x="2904222" y="1774326"/>
                  </a:lnTo>
                  <a:lnTo>
                    <a:pt x="2905280" y="1775642"/>
                  </a:lnTo>
                  <a:lnTo>
                    <a:pt x="2906337" y="1776151"/>
                  </a:lnTo>
                  <a:lnTo>
                    <a:pt x="2907395" y="1775904"/>
                  </a:lnTo>
                  <a:lnTo>
                    <a:pt x="2908453" y="1775089"/>
                  </a:lnTo>
                  <a:lnTo>
                    <a:pt x="2909511" y="1773868"/>
                  </a:lnTo>
                  <a:lnTo>
                    <a:pt x="2910569" y="1772265"/>
                  </a:lnTo>
                  <a:lnTo>
                    <a:pt x="2911627" y="1770341"/>
                  </a:lnTo>
                  <a:lnTo>
                    <a:pt x="2912684" y="1768125"/>
                  </a:lnTo>
                  <a:lnTo>
                    <a:pt x="2913742" y="1765558"/>
                  </a:lnTo>
                  <a:lnTo>
                    <a:pt x="2914800" y="1762546"/>
                  </a:lnTo>
                  <a:lnTo>
                    <a:pt x="2915858" y="1759179"/>
                  </a:lnTo>
                  <a:lnTo>
                    <a:pt x="2916916" y="1755605"/>
                  </a:lnTo>
                  <a:lnTo>
                    <a:pt x="2917974" y="1751894"/>
                  </a:lnTo>
                  <a:lnTo>
                    <a:pt x="2919031" y="1748044"/>
                  </a:lnTo>
                  <a:lnTo>
                    <a:pt x="2920089" y="1743998"/>
                  </a:lnTo>
                  <a:lnTo>
                    <a:pt x="2921147" y="1739732"/>
                  </a:lnTo>
                  <a:lnTo>
                    <a:pt x="2922205" y="1735284"/>
                  </a:lnTo>
                  <a:lnTo>
                    <a:pt x="2923263" y="1730684"/>
                  </a:lnTo>
                  <a:lnTo>
                    <a:pt x="2924321" y="1725832"/>
                  </a:lnTo>
                  <a:lnTo>
                    <a:pt x="2925378" y="1720577"/>
                  </a:lnTo>
                  <a:lnTo>
                    <a:pt x="2926436" y="1714873"/>
                  </a:lnTo>
                  <a:lnTo>
                    <a:pt x="2927494" y="1708712"/>
                  </a:lnTo>
                  <a:lnTo>
                    <a:pt x="2928552" y="1702159"/>
                  </a:lnTo>
                  <a:lnTo>
                    <a:pt x="2929610" y="1695346"/>
                  </a:lnTo>
                  <a:lnTo>
                    <a:pt x="2930668" y="1688337"/>
                  </a:lnTo>
                  <a:lnTo>
                    <a:pt x="2931726" y="1681113"/>
                  </a:lnTo>
                  <a:lnTo>
                    <a:pt x="2932783" y="1673518"/>
                  </a:lnTo>
                  <a:lnTo>
                    <a:pt x="2933841" y="1665412"/>
                  </a:lnTo>
                  <a:lnTo>
                    <a:pt x="2934899" y="1656736"/>
                  </a:lnTo>
                  <a:lnTo>
                    <a:pt x="2935957" y="1647465"/>
                  </a:lnTo>
                  <a:lnTo>
                    <a:pt x="2937015" y="1637611"/>
                  </a:lnTo>
                  <a:lnTo>
                    <a:pt x="2938073" y="1627235"/>
                  </a:lnTo>
                  <a:lnTo>
                    <a:pt x="2939130" y="1616332"/>
                  </a:lnTo>
                  <a:lnTo>
                    <a:pt x="2940188" y="1605019"/>
                  </a:lnTo>
                  <a:lnTo>
                    <a:pt x="2941246" y="1593483"/>
                  </a:lnTo>
                  <a:lnTo>
                    <a:pt x="2942304" y="1581771"/>
                  </a:lnTo>
                  <a:lnTo>
                    <a:pt x="2943362" y="1569868"/>
                  </a:lnTo>
                  <a:lnTo>
                    <a:pt x="2944420" y="1557695"/>
                  </a:lnTo>
                  <a:lnTo>
                    <a:pt x="2945477" y="1545125"/>
                  </a:lnTo>
                  <a:lnTo>
                    <a:pt x="2946535" y="1532114"/>
                  </a:lnTo>
                  <a:lnTo>
                    <a:pt x="2947593" y="1518648"/>
                  </a:lnTo>
                  <a:lnTo>
                    <a:pt x="2948651" y="1504888"/>
                  </a:lnTo>
                  <a:lnTo>
                    <a:pt x="2949709" y="1490928"/>
                  </a:lnTo>
                  <a:lnTo>
                    <a:pt x="2950767" y="1476823"/>
                  </a:lnTo>
                  <a:lnTo>
                    <a:pt x="2951824" y="1462641"/>
                  </a:lnTo>
                  <a:lnTo>
                    <a:pt x="2952882" y="1448376"/>
                  </a:lnTo>
                  <a:lnTo>
                    <a:pt x="2953940" y="1434003"/>
                  </a:lnTo>
                  <a:lnTo>
                    <a:pt x="2954998" y="1419491"/>
                  </a:lnTo>
                  <a:lnTo>
                    <a:pt x="2956056" y="1404724"/>
                  </a:lnTo>
                  <a:lnTo>
                    <a:pt x="2957114" y="1389571"/>
                  </a:lnTo>
                  <a:lnTo>
                    <a:pt x="2958172" y="1374091"/>
                  </a:lnTo>
                  <a:lnTo>
                    <a:pt x="2959229" y="1358352"/>
                  </a:lnTo>
                  <a:lnTo>
                    <a:pt x="2960287" y="1342456"/>
                  </a:lnTo>
                  <a:lnTo>
                    <a:pt x="2961345" y="1326407"/>
                  </a:lnTo>
                  <a:lnTo>
                    <a:pt x="2962403" y="1310110"/>
                  </a:lnTo>
                  <a:lnTo>
                    <a:pt x="2963461" y="1293544"/>
                  </a:lnTo>
                  <a:lnTo>
                    <a:pt x="2964519" y="1276637"/>
                  </a:lnTo>
                  <a:lnTo>
                    <a:pt x="2965576" y="1259404"/>
                  </a:lnTo>
                  <a:lnTo>
                    <a:pt x="2966634" y="1241912"/>
                  </a:lnTo>
                  <a:lnTo>
                    <a:pt x="2967692" y="1224243"/>
                  </a:lnTo>
                  <a:lnTo>
                    <a:pt x="2968750" y="1206372"/>
                  </a:lnTo>
                  <a:lnTo>
                    <a:pt x="2969808" y="1188254"/>
                  </a:lnTo>
                  <a:lnTo>
                    <a:pt x="2970866" y="1169860"/>
                  </a:lnTo>
                  <a:lnTo>
                    <a:pt x="2971923" y="1151241"/>
                  </a:lnTo>
                  <a:lnTo>
                    <a:pt x="2972981" y="1132391"/>
                  </a:lnTo>
                  <a:lnTo>
                    <a:pt x="2974039" y="1113296"/>
                  </a:lnTo>
                  <a:lnTo>
                    <a:pt x="2975097" y="1093993"/>
                  </a:lnTo>
                  <a:lnTo>
                    <a:pt x="2976155" y="1074429"/>
                  </a:lnTo>
                  <a:lnTo>
                    <a:pt x="2977213" y="1054596"/>
                  </a:lnTo>
                  <a:lnTo>
                    <a:pt x="2978270" y="1034696"/>
                  </a:lnTo>
                  <a:lnTo>
                    <a:pt x="2979328" y="1014880"/>
                  </a:lnTo>
                  <a:lnTo>
                    <a:pt x="2980386" y="995187"/>
                  </a:lnTo>
                  <a:lnTo>
                    <a:pt x="2981444" y="975587"/>
                  </a:lnTo>
                  <a:lnTo>
                    <a:pt x="2982502" y="956013"/>
                  </a:lnTo>
                  <a:lnTo>
                    <a:pt x="2983560" y="936375"/>
                  </a:lnTo>
                  <a:lnTo>
                    <a:pt x="2984618" y="916744"/>
                  </a:lnTo>
                  <a:lnTo>
                    <a:pt x="2985675" y="897215"/>
                  </a:lnTo>
                  <a:lnTo>
                    <a:pt x="2986733" y="877884"/>
                  </a:lnTo>
                  <a:lnTo>
                    <a:pt x="2987791" y="858770"/>
                  </a:lnTo>
                  <a:lnTo>
                    <a:pt x="2988849" y="839885"/>
                  </a:lnTo>
                  <a:lnTo>
                    <a:pt x="2989907" y="821270"/>
                  </a:lnTo>
                  <a:lnTo>
                    <a:pt x="2990965" y="802900"/>
                  </a:lnTo>
                  <a:lnTo>
                    <a:pt x="2992022" y="784855"/>
                  </a:lnTo>
                  <a:lnTo>
                    <a:pt x="2993080" y="767209"/>
                  </a:lnTo>
                  <a:lnTo>
                    <a:pt x="2994138" y="749851"/>
                  </a:lnTo>
                  <a:lnTo>
                    <a:pt x="2995196" y="732774"/>
                  </a:lnTo>
                  <a:lnTo>
                    <a:pt x="2996254" y="716028"/>
                  </a:lnTo>
                  <a:lnTo>
                    <a:pt x="2997312" y="699697"/>
                  </a:lnTo>
                  <a:lnTo>
                    <a:pt x="2998369" y="683860"/>
                  </a:lnTo>
                  <a:lnTo>
                    <a:pt x="2999427" y="668588"/>
                  </a:lnTo>
                  <a:lnTo>
                    <a:pt x="3000485" y="653891"/>
                  </a:lnTo>
                  <a:lnTo>
                    <a:pt x="3001543" y="639765"/>
                  </a:lnTo>
                  <a:lnTo>
                    <a:pt x="3002601" y="626177"/>
                  </a:lnTo>
                  <a:lnTo>
                    <a:pt x="3003659" y="613162"/>
                  </a:lnTo>
                  <a:lnTo>
                    <a:pt x="3004716" y="600755"/>
                  </a:lnTo>
                  <a:lnTo>
                    <a:pt x="3005774" y="588920"/>
                  </a:lnTo>
                  <a:lnTo>
                    <a:pt x="3006832" y="577659"/>
                  </a:lnTo>
                  <a:lnTo>
                    <a:pt x="3007890" y="566955"/>
                  </a:lnTo>
                  <a:lnTo>
                    <a:pt x="3008948" y="556798"/>
                  </a:lnTo>
                  <a:lnTo>
                    <a:pt x="3010006" y="547278"/>
                  </a:lnTo>
                  <a:lnTo>
                    <a:pt x="3011064" y="538373"/>
                  </a:lnTo>
                  <a:lnTo>
                    <a:pt x="3012121" y="530057"/>
                  </a:lnTo>
                  <a:lnTo>
                    <a:pt x="3013179" y="522290"/>
                  </a:lnTo>
                  <a:lnTo>
                    <a:pt x="3014237" y="515057"/>
                  </a:lnTo>
                  <a:lnTo>
                    <a:pt x="3015295" y="508349"/>
                  </a:lnTo>
                  <a:lnTo>
                    <a:pt x="3016353" y="502170"/>
                  </a:lnTo>
                  <a:lnTo>
                    <a:pt x="3017411" y="496560"/>
                  </a:lnTo>
                  <a:lnTo>
                    <a:pt x="3018468" y="491577"/>
                  </a:lnTo>
                  <a:lnTo>
                    <a:pt x="3019526" y="487133"/>
                  </a:lnTo>
                  <a:lnTo>
                    <a:pt x="3020584" y="483150"/>
                  </a:lnTo>
                  <a:lnTo>
                    <a:pt x="3021642" y="479649"/>
                  </a:lnTo>
                  <a:lnTo>
                    <a:pt x="3022700" y="476707"/>
                  </a:lnTo>
                  <a:lnTo>
                    <a:pt x="3023758" y="474305"/>
                  </a:lnTo>
                  <a:lnTo>
                    <a:pt x="3024815" y="472389"/>
                  </a:lnTo>
                  <a:lnTo>
                    <a:pt x="3025873" y="470943"/>
                  </a:lnTo>
                  <a:lnTo>
                    <a:pt x="3026931" y="469955"/>
                  </a:lnTo>
                  <a:lnTo>
                    <a:pt x="3027989" y="469391"/>
                  </a:lnTo>
                  <a:lnTo>
                    <a:pt x="3029047" y="469197"/>
                  </a:lnTo>
                  <a:lnTo>
                    <a:pt x="3030105" y="469415"/>
                  </a:lnTo>
                  <a:lnTo>
                    <a:pt x="3031162" y="469988"/>
                  </a:lnTo>
                  <a:lnTo>
                    <a:pt x="3032220" y="470751"/>
                  </a:lnTo>
                  <a:lnTo>
                    <a:pt x="3033278" y="471641"/>
                  </a:lnTo>
                  <a:lnTo>
                    <a:pt x="3034336" y="472673"/>
                  </a:lnTo>
                  <a:lnTo>
                    <a:pt x="3035394" y="473865"/>
                  </a:lnTo>
                  <a:lnTo>
                    <a:pt x="3036452" y="475320"/>
                  </a:lnTo>
                  <a:lnTo>
                    <a:pt x="3037510" y="477053"/>
                  </a:lnTo>
                  <a:lnTo>
                    <a:pt x="3038567" y="478913"/>
                  </a:lnTo>
                  <a:lnTo>
                    <a:pt x="3039625" y="480861"/>
                  </a:lnTo>
                  <a:lnTo>
                    <a:pt x="3040683" y="482958"/>
                  </a:lnTo>
                  <a:lnTo>
                    <a:pt x="3041741" y="485261"/>
                  </a:lnTo>
                  <a:lnTo>
                    <a:pt x="3042799" y="487812"/>
                  </a:lnTo>
                  <a:lnTo>
                    <a:pt x="3043857" y="490645"/>
                  </a:lnTo>
                  <a:lnTo>
                    <a:pt x="3044914" y="493805"/>
                  </a:lnTo>
                  <a:lnTo>
                    <a:pt x="3045972" y="497201"/>
                  </a:lnTo>
                  <a:lnTo>
                    <a:pt x="3047030" y="500758"/>
                  </a:lnTo>
                  <a:lnTo>
                    <a:pt x="3048088" y="504520"/>
                  </a:lnTo>
                  <a:lnTo>
                    <a:pt x="3049146" y="508433"/>
                  </a:lnTo>
                  <a:lnTo>
                    <a:pt x="3050204" y="512462"/>
                  </a:lnTo>
                  <a:lnTo>
                    <a:pt x="3051261" y="516604"/>
                  </a:lnTo>
                  <a:lnTo>
                    <a:pt x="3052319" y="520869"/>
                  </a:lnTo>
                  <a:lnTo>
                    <a:pt x="3053377" y="525290"/>
                  </a:lnTo>
                  <a:lnTo>
                    <a:pt x="3054435" y="529933"/>
                  </a:lnTo>
                  <a:lnTo>
                    <a:pt x="3055493" y="534861"/>
                  </a:lnTo>
                  <a:lnTo>
                    <a:pt x="3056551" y="540072"/>
                  </a:lnTo>
                  <a:lnTo>
                    <a:pt x="3057608" y="545494"/>
                  </a:lnTo>
                  <a:lnTo>
                    <a:pt x="3058666" y="551097"/>
                  </a:lnTo>
                  <a:lnTo>
                    <a:pt x="3059724" y="556956"/>
                  </a:lnTo>
                  <a:lnTo>
                    <a:pt x="3060782" y="563061"/>
                  </a:lnTo>
                  <a:lnTo>
                    <a:pt x="3061840" y="569474"/>
                  </a:lnTo>
                  <a:lnTo>
                    <a:pt x="3062898" y="576239"/>
                  </a:lnTo>
                  <a:lnTo>
                    <a:pt x="3063956" y="583306"/>
                  </a:lnTo>
                  <a:lnTo>
                    <a:pt x="3065013" y="590654"/>
                  </a:lnTo>
                  <a:lnTo>
                    <a:pt x="3066071" y="598274"/>
                  </a:lnTo>
                  <a:lnTo>
                    <a:pt x="3067129" y="606156"/>
                  </a:lnTo>
                  <a:lnTo>
                    <a:pt x="3068187" y="614249"/>
                  </a:lnTo>
                  <a:lnTo>
                    <a:pt x="3069245" y="622507"/>
                  </a:lnTo>
                  <a:lnTo>
                    <a:pt x="3070303" y="630895"/>
                  </a:lnTo>
                  <a:lnTo>
                    <a:pt x="3071360" y="639277"/>
                  </a:lnTo>
                  <a:lnTo>
                    <a:pt x="3072418" y="647696"/>
                  </a:lnTo>
                  <a:lnTo>
                    <a:pt x="3073476" y="656243"/>
                  </a:lnTo>
                  <a:lnTo>
                    <a:pt x="3074534" y="664897"/>
                  </a:lnTo>
                  <a:lnTo>
                    <a:pt x="3075592" y="673587"/>
                  </a:lnTo>
                  <a:lnTo>
                    <a:pt x="3076650" y="682322"/>
                  </a:lnTo>
                  <a:lnTo>
                    <a:pt x="3077707" y="691061"/>
                  </a:lnTo>
                  <a:lnTo>
                    <a:pt x="3078765" y="699803"/>
                  </a:lnTo>
                  <a:lnTo>
                    <a:pt x="3079823" y="708578"/>
                  </a:lnTo>
                  <a:lnTo>
                    <a:pt x="3080881" y="717422"/>
                  </a:lnTo>
                  <a:lnTo>
                    <a:pt x="3081939" y="726418"/>
                  </a:lnTo>
                  <a:lnTo>
                    <a:pt x="3082997" y="735620"/>
                  </a:lnTo>
                  <a:lnTo>
                    <a:pt x="3084054" y="745050"/>
                  </a:lnTo>
                  <a:lnTo>
                    <a:pt x="3085112" y="754715"/>
                  </a:lnTo>
                  <a:lnTo>
                    <a:pt x="3086170" y="764664"/>
                  </a:lnTo>
                  <a:lnTo>
                    <a:pt x="3087228" y="774857"/>
                  </a:lnTo>
                  <a:lnTo>
                    <a:pt x="3088286" y="785254"/>
                  </a:lnTo>
                  <a:lnTo>
                    <a:pt x="3089344" y="795823"/>
                  </a:lnTo>
                  <a:lnTo>
                    <a:pt x="3090402" y="806523"/>
                  </a:lnTo>
                  <a:lnTo>
                    <a:pt x="3091459" y="817477"/>
                  </a:lnTo>
                  <a:lnTo>
                    <a:pt x="3092517" y="828759"/>
                  </a:lnTo>
                  <a:lnTo>
                    <a:pt x="3093575" y="840384"/>
                  </a:lnTo>
                  <a:lnTo>
                    <a:pt x="3094633" y="852328"/>
                  </a:lnTo>
                  <a:lnTo>
                    <a:pt x="3095691" y="864561"/>
                  </a:lnTo>
                  <a:lnTo>
                    <a:pt x="3096749" y="877035"/>
                  </a:lnTo>
                  <a:lnTo>
                    <a:pt x="3097806" y="889583"/>
                  </a:lnTo>
                  <a:lnTo>
                    <a:pt x="3098864" y="902146"/>
                  </a:lnTo>
                  <a:lnTo>
                    <a:pt x="3099922" y="914732"/>
                  </a:lnTo>
                  <a:lnTo>
                    <a:pt x="3100980" y="927325"/>
                  </a:lnTo>
                  <a:lnTo>
                    <a:pt x="3102038" y="939896"/>
                  </a:lnTo>
                  <a:lnTo>
                    <a:pt x="3103096" y="952514"/>
                  </a:lnTo>
                  <a:lnTo>
                    <a:pt x="3104153" y="965139"/>
                  </a:lnTo>
                  <a:lnTo>
                    <a:pt x="3105211" y="977690"/>
                  </a:lnTo>
                  <a:lnTo>
                    <a:pt x="3106269" y="990129"/>
                  </a:lnTo>
                  <a:lnTo>
                    <a:pt x="3107327" y="1002275"/>
                  </a:lnTo>
                  <a:lnTo>
                    <a:pt x="3108385" y="1013964"/>
                  </a:lnTo>
                  <a:lnTo>
                    <a:pt x="3109443" y="1025112"/>
                  </a:lnTo>
                  <a:lnTo>
                    <a:pt x="3110500" y="1035688"/>
                  </a:lnTo>
                  <a:lnTo>
                    <a:pt x="3111558" y="1045719"/>
                  </a:lnTo>
                  <a:lnTo>
                    <a:pt x="3112616" y="1055152"/>
                  </a:lnTo>
                  <a:lnTo>
                    <a:pt x="3113674" y="1063935"/>
                  </a:lnTo>
                  <a:lnTo>
                    <a:pt x="3114732" y="1072087"/>
                  </a:lnTo>
                  <a:lnTo>
                    <a:pt x="3115790" y="1079574"/>
                  </a:lnTo>
                  <a:lnTo>
                    <a:pt x="3116848" y="1086404"/>
                  </a:lnTo>
                  <a:lnTo>
                    <a:pt x="3117905" y="1092656"/>
                  </a:lnTo>
                  <a:lnTo>
                    <a:pt x="3118963" y="1098312"/>
                  </a:lnTo>
                  <a:lnTo>
                    <a:pt x="3120021" y="1103318"/>
                  </a:lnTo>
                  <a:lnTo>
                    <a:pt x="3121079" y="1107718"/>
                  </a:lnTo>
                  <a:lnTo>
                    <a:pt x="3122137" y="1111512"/>
                  </a:lnTo>
                  <a:lnTo>
                    <a:pt x="3123195" y="1114737"/>
                  </a:lnTo>
                  <a:lnTo>
                    <a:pt x="3124252" y="1117523"/>
                  </a:lnTo>
                  <a:lnTo>
                    <a:pt x="3125310" y="1119958"/>
                  </a:lnTo>
                  <a:lnTo>
                    <a:pt x="3126368" y="1121973"/>
                  </a:lnTo>
                  <a:lnTo>
                    <a:pt x="3127426" y="1123503"/>
                  </a:lnTo>
                  <a:lnTo>
                    <a:pt x="3128484" y="1124538"/>
                  </a:lnTo>
                  <a:lnTo>
                    <a:pt x="3129542" y="1125038"/>
                  </a:lnTo>
                  <a:lnTo>
                    <a:pt x="3130599" y="1124956"/>
                  </a:lnTo>
                  <a:lnTo>
                    <a:pt x="3131657" y="1124293"/>
                  </a:lnTo>
                  <a:lnTo>
                    <a:pt x="3132715" y="1122978"/>
                  </a:lnTo>
                  <a:lnTo>
                    <a:pt x="3133773" y="1120885"/>
                  </a:lnTo>
                  <a:lnTo>
                    <a:pt x="3134831" y="1117942"/>
                  </a:lnTo>
                  <a:lnTo>
                    <a:pt x="3135889" y="1114067"/>
                  </a:lnTo>
                  <a:lnTo>
                    <a:pt x="3136946" y="1109197"/>
                  </a:lnTo>
                  <a:lnTo>
                    <a:pt x="3138004" y="1103327"/>
                  </a:lnTo>
                  <a:lnTo>
                    <a:pt x="3139062" y="1096492"/>
                  </a:lnTo>
                  <a:lnTo>
                    <a:pt x="3140120" y="1088723"/>
                  </a:lnTo>
                  <a:lnTo>
                    <a:pt x="3141178" y="1080057"/>
                  </a:lnTo>
                  <a:lnTo>
                    <a:pt x="3142236" y="1070495"/>
                  </a:lnTo>
                  <a:lnTo>
                    <a:pt x="3143294" y="1060023"/>
                  </a:lnTo>
                  <a:lnTo>
                    <a:pt x="3144351" y="1048602"/>
                  </a:lnTo>
                  <a:lnTo>
                    <a:pt x="3145409" y="1036150"/>
                  </a:lnTo>
                  <a:lnTo>
                    <a:pt x="3146467" y="1022646"/>
                  </a:lnTo>
                  <a:lnTo>
                    <a:pt x="3147525" y="1008057"/>
                  </a:lnTo>
                  <a:lnTo>
                    <a:pt x="3148583" y="992431"/>
                  </a:lnTo>
                  <a:lnTo>
                    <a:pt x="3149641" y="975835"/>
                  </a:lnTo>
                  <a:lnTo>
                    <a:pt x="3150698" y="958397"/>
                  </a:lnTo>
                  <a:lnTo>
                    <a:pt x="3151756" y="940245"/>
                  </a:lnTo>
                  <a:lnTo>
                    <a:pt x="3152814" y="921452"/>
                  </a:lnTo>
                  <a:lnTo>
                    <a:pt x="3153872" y="902046"/>
                  </a:lnTo>
                  <a:lnTo>
                    <a:pt x="3154930" y="882066"/>
                  </a:lnTo>
                  <a:lnTo>
                    <a:pt x="3155988" y="861445"/>
                  </a:lnTo>
                  <a:lnTo>
                    <a:pt x="3157045" y="840153"/>
                  </a:lnTo>
                  <a:lnTo>
                    <a:pt x="3158103" y="818254"/>
                  </a:lnTo>
                  <a:lnTo>
                    <a:pt x="3159161" y="795821"/>
                  </a:lnTo>
                  <a:lnTo>
                    <a:pt x="3160219" y="772993"/>
                  </a:lnTo>
                  <a:lnTo>
                    <a:pt x="3161277" y="749960"/>
                  </a:lnTo>
                  <a:lnTo>
                    <a:pt x="3162335" y="726823"/>
                  </a:lnTo>
                  <a:lnTo>
                    <a:pt x="3163392" y="703640"/>
                  </a:lnTo>
                  <a:lnTo>
                    <a:pt x="3164450" y="680429"/>
                  </a:lnTo>
                  <a:lnTo>
                    <a:pt x="3165508" y="657174"/>
                  </a:lnTo>
                  <a:lnTo>
                    <a:pt x="3166566" y="633948"/>
                  </a:lnTo>
                  <a:lnTo>
                    <a:pt x="3167624" y="610799"/>
                  </a:lnTo>
                  <a:lnTo>
                    <a:pt x="3168682" y="587747"/>
                  </a:lnTo>
                  <a:lnTo>
                    <a:pt x="3169740" y="564861"/>
                  </a:lnTo>
                  <a:lnTo>
                    <a:pt x="3170797" y="542149"/>
                  </a:lnTo>
                  <a:lnTo>
                    <a:pt x="3171855" y="519690"/>
                  </a:lnTo>
                  <a:lnTo>
                    <a:pt x="3172913" y="497613"/>
                  </a:lnTo>
                  <a:lnTo>
                    <a:pt x="3173971" y="475924"/>
                  </a:lnTo>
                  <a:lnTo>
                    <a:pt x="3175029" y="454639"/>
                  </a:lnTo>
                  <a:lnTo>
                    <a:pt x="3176087" y="433771"/>
                  </a:lnTo>
                  <a:lnTo>
                    <a:pt x="3177144" y="413269"/>
                  </a:lnTo>
                  <a:lnTo>
                    <a:pt x="3178202" y="393086"/>
                  </a:lnTo>
                  <a:lnTo>
                    <a:pt x="3179260" y="373313"/>
                  </a:lnTo>
                  <a:lnTo>
                    <a:pt x="3180318" y="354034"/>
                  </a:lnTo>
                  <a:lnTo>
                    <a:pt x="3181376" y="335357"/>
                  </a:lnTo>
                  <a:lnTo>
                    <a:pt x="3182434" y="317379"/>
                  </a:lnTo>
                  <a:lnTo>
                    <a:pt x="3183491" y="300194"/>
                  </a:lnTo>
                  <a:lnTo>
                    <a:pt x="3184549" y="283810"/>
                  </a:lnTo>
                  <a:lnTo>
                    <a:pt x="3185607" y="268252"/>
                  </a:lnTo>
                  <a:lnTo>
                    <a:pt x="3186665" y="253684"/>
                  </a:lnTo>
                  <a:lnTo>
                    <a:pt x="3187723" y="240172"/>
                  </a:lnTo>
                  <a:lnTo>
                    <a:pt x="3188781" y="227804"/>
                  </a:lnTo>
                  <a:lnTo>
                    <a:pt x="3189838" y="216710"/>
                  </a:lnTo>
                  <a:lnTo>
                    <a:pt x="3190896" y="206980"/>
                  </a:lnTo>
                  <a:lnTo>
                    <a:pt x="3191954" y="198621"/>
                  </a:lnTo>
                  <a:lnTo>
                    <a:pt x="3193012" y="191752"/>
                  </a:lnTo>
                  <a:lnTo>
                    <a:pt x="3194070" y="186359"/>
                  </a:lnTo>
                  <a:lnTo>
                    <a:pt x="3195128" y="182396"/>
                  </a:lnTo>
                  <a:lnTo>
                    <a:pt x="3196186" y="179868"/>
                  </a:lnTo>
                  <a:lnTo>
                    <a:pt x="3197243" y="178809"/>
                  </a:lnTo>
                  <a:lnTo>
                    <a:pt x="3198301" y="179253"/>
                  </a:lnTo>
                  <a:lnTo>
                    <a:pt x="3199359" y="181242"/>
                  </a:lnTo>
                  <a:lnTo>
                    <a:pt x="3200417" y="184892"/>
                  </a:lnTo>
                  <a:lnTo>
                    <a:pt x="3201475" y="190234"/>
                  </a:lnTo>
                  <a:lnTo>
                    <a:pt x="3202533" y="197192"/>
                  </a:lnTo>
                  <a:lnTo>
                    <a:pt x="3203590" y="205730"/>
                  </a:lnTo>
                  <a:lnTo>
                    <a:pt x="3204648" y="215827"/>
                  </a:lnTo>
                  <a:lnTo>
                    <a:pt x="3205706" y="227501"/>
                  </a:lnTo>
                  <a:lnTo>
                    <a:pt x="3206764" y="240733"/>
                  </a:lnTo>
                  <a:lnTo>
                    <a:pt x="3207822" y="255588"/>
                  </a:lnTo>
                  <a:lnTo>
                    <a:pt x="3208880" y="272061"/>
                  </a:lnTo>
                  <a:lnTo>
                    <a:pt x="3209937" y="290219"/>
                  </a:lnTo>
                  <a:lnTo>
                    <a:pt x="3210995" y="310112"/>
                  </a:lnTo>
                  <a:lnTo>
                    <a:pt x="3212053" y="331743"/>
                  </a:lnTo>
                  <a:lnTo>
                    <a:pt x="3213111" y="355067"/>
                  </a:lnTo>
                  <a:lnTo>
                    <a:pt x="3214169" y="379914"/>
                  </a:lnTo>
                  <a:lnTo>
                    <a:pt x="3215227" y="406188"/>
                  </a:lnTo>
                  <a:lnTo>
                    <a:pt x="3216284" y="433878"/>
                  </a:lnTo>
                  <a:lnTo>
                    <a:pt x="3217342" y="462984"/>
                  </a:lnTo>
                  <a:lnTo>
                    <a:pt x="3218400" y="493540"/>
                  </a:lnTo>
                  <a:lnTo>
                    <a:pt x="3219458" y="525536"/>
                  </a:lnTo>
                  <a:lnTo>
                    <a:pt x="3220516" y="558828"/>
                  </a:lnTo>
                  <a:lnTo>
                    <a:pt x="3221574" y="593326"/>
                  </a:lnTo>
                  <a:lnTo>
                    <a:pt x="3222632" y="628977"/>
                  </a:lnTo>
                  <a:lnTo>
                    <a:pt x="3223689" y="665699"/>
                  </a:lnTo>
                  <a:lnTo>
                    <a:pt x="3224747" y="703459"/>
                  </a:lnTo>
                  <a:lnTo>
                    <a:pt x="3225805" y="742114"/>
                  </a:lnTo>
                  <a:lnTo>
                    <a:pt x="3226863" y="781636"/>
                  </a:lnTo>
                  <a:lnTo>
                    <a:pt x="3227921" y="822052"/>
                  </a:lnTo>
                  <a:lnTo>
                    <a:pt x="3228979" y="863312"/>
                  </a:lnTo>
                  <a:lnTo>
                    <a:pt x="3230036" y="905401"/>
                  </a:lnTo>
                  <a:lnTo>
                    <a:pt x="3231094" y="948264"/>
                  </a:lnTo>
                  <a:lnTo>
                    <a:pt x="3232152" y="991789"/>
                  </a:lnTo>
                  <a:lnTo>
                    <a:pt x="3233210" y="1035872"/>
                  </a:lnTo>
                  <a:lnTo>
                    <a:pt x="3234268" y="1080371"/>
                  </a:lnTo>
                  <a:lnTo>
                    <a:pt x="3235326" y="1125170"/>
                  </a:lnTo>
                  <a:lnTo>
                    <a:pt x="3236383" y="1170241"/>
                  </a:lnTo>
                  <a:lnTo>
                    <a:pt x="3237441" y="1215554"/>
                  </a:lnTo>
                  <a:lnTo>
                    <a:pt x="3238499" y="1261063"/>
                  </a:lnTo>
                  <a:lnTo>
                    <a:pt x="3239557" y="1306700"/>
                  </a:lnTo>
                  <a:lnTo>
                    <a:pt x="3240615" y="1352408"/>
                  </a:lnTo>
                  <a:lnTo>
                    <a:pt x="3241673" y="1398139"/>
                  </a:lnTo>
                  <a:lnTo>
                    <a:pt x="3242730" y="1443719"/>
                  </a:lnTo>
                  <a:lnTo>
                    <a:pt x="3243788" y="1488986"/>
                  </a:lnTo>
                  <a:lnTo>
                    <a:pt x="3244846" y="1533820"/>
                  </a:lnTo>
                  <a:lnTo>
                    <a:pt x="3245904" y="1578078"/>
                  </a:lnTo>
                  <a:lnTo>
                    <a:pt x="3246962" y="1621672"/>
                  </a:lnTo>
                  <a:lnTo>
                    <a:pt x="3248020" y="1664619"/>
                  </a:lnTo>
                  <a:lnTo>
                    <a:pt x="3249078" y="1706962"/>
                  </a:lnTo>
                  <a:lnTo>
                    <a:pt x="3250135" y="1748743"/>
                  </a:lnTo>
                  <a:lnTo>
                    <a:pt x="3251193" y="1789916"/>
                  </a:lnTo>
                  <a:lnTo>
                    <a:pt x="3252251" y="1830408"/>
                  </a:lnTo>
                  <a:lnTo>
                    <a:pt x="3253309" y="1870088"/>
                  </a:lnTo>
                  <a:lnTo>
                    <a:pt x="3254367" y="1908862"/>
                  </a:lnTo>
                  <a:lnTo>
                    <a:pt x="3255425" y="1946696"/>
                  </a:lnTo>
                  <a:lnTo>
                    <a:pt x="3256482" y="1983598"/>
                  </a:lnTo>
                  <a:lnTo>
                    <a:pt x="3257540" y="2019510"/>
                  </a:lnTo>
                  <a:lnTo>
                    <a:pt x="3258598" y="2054401"/>
                  </a:lnTo>
                  <a:lnTo>
                    <a:pt x="3259656" y="2088222"/>
                  </a:lnTo>
                  <a:lnTo>
                    <a:pt x="3260714" y="2120938"/>
                  </a:lnTo>
                  <a:lnTo>
                    <a:pt x="3261772" y="2152565"/>
                  </a:lnTo>
                  <a:lnTo>
                    <a:pt x="3262829" y="2183097"/>
                  </a:lnTo>
                  <a:lnTo>
                    <a:pt x="3263887" y="2212434"/>
                  </a:lnTo>
                  <a:lnTo>
                    <a:pt x="3264945" y="2240432"/>
                  </a:lnTo>
                  <a:lnTo>
                    <a:pt x="3266003" y="2267073"/>
                  </a:lnTo>
                  <a:lnTo>
                    <a:pt x="3267061" y="2292445"/>
                  </a:lnTo>
                  <a:lnTo>
                    <a:pt x="3268119" y="2316638"/>
                  </a:lnTo>
                  <a:lnTo>
                    <a:pt x="3269176" y="2339692"/>
                  </a:lnTo>
                  <a:lnTo>
                    <a:pt x="3270234" y="2361608"/>
                  </a:lnTo>
                  <a:lnTo>
                    <a:pt x="3271292" y="2382381"/>
                  </a:lnTo>
                  <a:lnTo>
                    <a:pt x="3272350" y="2401996"/>
                  </a:lnTo>
                  <a:lnTo>
                    <a:pt x="3273408" y="2420471"/>
                  </a:lnTo>
                  <a:lnTo>
                    <a:pt x="3274466" y="2437926"/>
                  </a:lnTo>
                  <a:lnTo>
                    <a:pt x="3275524" y="2454394"/>
                  </a:lnTo>
                  <a:lnTo>
                    <a:pt x="3276581" y="2469888"/>
                  </a:lnTo>
                  <a:lnTo>
                    <a:pt x="3277639" y="2484360"/>
                  </a:lnTo>
                  <a:lnTo>
                    <a:pt x="3278697" y="2497843"/>
                  </a:lnTo>
                  <a:lnTo>
                    <a:pt x="3279755" y="2510392"/>
                  </a:lnTo>
                  <a:lnTo>
                    <a:pt x="3280813" y="2522020"/>
                  </a:lnTo>
                  <a:lnTo>
                    <a:pt x="3281871" y="2532759"/>
                  </a:lnTo>
                  <a:lnTo>
                    <a:pt x="3282928" y="2542634"/>
                  </a:lnTo>
                  <a:lnTo>
                    <a:pt x="3283986" y="2551721"/>
                  </a:lnTo>
                  <a:lnTo>
                    <a:pt x="3285044" y="2560078"/>
                  </a:lnTo>
                  <a:lnTo>
                    <a:pt x="3286102" y="2567729"/>
                  </a:lnTo>
                  <a:lnTo>
                    <a:pt x="3287160" y="2574731"/>
                  </a:lnTo>
                  <a:lnTo>
                    <a:pt x="3288218" y="2581120"/>
                  </a:lnTo>
                  <a:lnTo>
                    <a:pt x="3289275" y="2586920"/>
                  </a:lnTo>
                  <a:lnTo>
                    <a:pt x="3290333" y="2592121"/>
                  </a:lnTo>
                  <a:lnTo>
                    <a:pt x="3291391" y="2596763"/>
                  </a:lnTo>
                  <a:lnTo>
                    <a:pt x="3292449" y="2600906"/>
                  </a:lnTo>
                  <a:lnTo>
                    <a:pt x="3293507" y="2604638"/>
                  </a:lnTo>
                  <a:lnTo>
                    <a:pt x="3294565" y="2607927"/>
                  </a:lnTo>
                  <a:lnTo>
                    <a:pt x="3295622" y="2610796"/>
                  </a:lnTo>
                  <a:lnTo>
                    <a:pt x="3296680" y="2613242"/>
                  </a:lnTo>
                  <a:lnTo>
                    <a:pt x="3297738" y="2615233"/>
                  </a:lnTo>
                  <a:lnTo>
                    <a:pt x="3298796" y="2616783"/>
                  </a:lnTo>
                  <a:lnTo>
                    <a:pt x="3299854" y="2617943"/>
                  </a:lnTo>
                  <a:lnTo>
                    <a:pt x="3300912" y="2618666"/>
                  </a:lnTo>
                  <a:lnTo>
                    <a:pt x="3301970" y="2618926"/>
                  </a:lnTo>
                  <a:lnTo>
                    <a:pt x="3303027" y="2618657"/>
                  </a:lnTo>
                  <a:lnTo>
                    <a:pt x="3304085" y="2617857"/>
                  </a:lnTo>
                  <a:lnTo>
                    <a:pt x="3305143" y="2616512"/>
                  </a:lnTo>
                  <a:lnTo>
                    <a:pt x="3306201" y="2614577"/>
                  </a:lnTo>
                  <a:lnTo>
                    <a:pt x="3307259" y="2612009"/>
                  </a:lnTo>
                  <a:lnTo>
                    <a:pt x="3308317" y="2608738"/>
                  </a:lnTo>
                  <a:lnTo>
                    <a:pt x="3309374" y="2604736"/>
                  </a:lnTo>
                  <a:lnTo>
                    <a:pt x="3310432" y="2599987"/>
                  </a:lnTo>
                  <a:lnTo>
                    <a:pt x="3311490" y="2594486"/>
                  </a:lnTo>
                  <a:lnTo>
                    <a:pt x="3312548" y="2588258"/>
                  </a:lnTo>
                  <a:lnTo>
                    <a:pt x="3313606" y="2581343"/>
                  </a:lnTo>
                  <a:lnTo>
                    <a:pt x="3314664" y="2573666"/>
                  </a:lnTo>
                  <a:lnTo>
                    <a:pt x="3315721" y="2565159"/>
                  </a:lnTo>
                  <a:lnTo>
                    <a:pt x="3316779" y="2555840"/>
                  </a:lnTo>
                  <a:lnTo>
                    <a:pt x="3317837" y="2545761"/>
                  </a:lnTo>
                  <a:lnTo>
                    <a:pt x="3318895" y="2534918"/>
                  </a:lnTo>
                  <a:lnTo>
                    <a:pt x="3319953" y="2523280"/>
                  </a:lnTo>
                  <a:lnTo>
                    <a:pt x="3321011" y="2510784"/>
                  </a:lnTo>
                  <a:lnTo>
                    <a:pt x="3322068" y="2497397"/>
                  </a:lnTo>
                  <a:lnTo>
                    <a:pt x="3323126" y="2483104"/>
                  </a:lnTo>
                  <a:lnTo>
                    <a:pt x="3324184" y="2467929"/>
                  </a:lnTo>
                  <a:lnTo>
                    <a:pt x="3325242" y="2451831"/>
                  </a:lnTo>
                  <a:lnTo>
                    <a:pt x="3326300" y="2434853"/>
                  </a:lnTo>
                  <a:lnTo>
                    <a:pt x="3327358" y="2416995"/>
                  </a:lnTo>
                  <a:lnTo>
                    <a:pt x="3328416" y="2398289"/>
                  </a:lnTo>
                  <a:lnTo>
                    <a:pt x="3329473" y="2378709"/>
                  </a:lnTo>
                  <a:lnTo>
                    <a:pt x="3330531" y="2358365"/>
                  </a:lnTo>
                  <a:lnTo>
                    <a:pt x="3331589" y="2337304"/>
                  </a:lnTo>
                  <a:lnTo>
                    <a:pt x="3332647" y="2315475"/>
                  </a:lnTo>
                  <a:lnTo>
                    <a:pt x="3333705" y="2292819"/>
                  </a:lnTo>
                  <a:lnTo>
                    <a:pt x="3334763" y="2269304"/>
                  </a:lnTo>
                  <a:lnTo>
                    <a:pt x="3335820" y="2244904"/>
                  </a:lnTo>
                  <a:lnTo>
                    <a:pt x="3336878" y="2219579"/>
                  </a:lnTo>
                  <a:lnTo>
                    <a:pt x="3337936" y="2193303"/>
                  </a:lnTo>
                  <a:lnTo>
                    <a:pt x="3338994" y="2166170"/>
                  </a:lnTo>
                  <a:lnTo>
                    <a:pt x="3340052" y="2138257"/>
                  </a:lnTo>
                  <a:lnTo>
                    <a:pt x="3341110" y="2109581"/>
                  </a:lnTo>
                  <a:lnTo>
                    <a:pt x="3342167" y="2080143"/>
                  </a:lnTo>
                  <a:lnTo>
                    <a:pt x="3343225" y="2049970"/>
                  </a:lnTo>
                  <a:lnTo>
                    <a:pt x="3344283" y="2019037"/>
                  </a:lnTo>
                  <a:lnTo>
                    <a:pt x="3345341" y="1987321"/>
                  </a:lnTo>
                  <a:lnTo>
                    <a:pt x="3346399" y="1954735"/>
                  </a:lnTo>
                  <a:lnTo>
                    <a:pt x="3347457" y="1921210"/>
                  </a:lnTo>
                  <a:lnTo>
                    <a:pt x="3348514" y="1886827"/>
                  </a:lnTo>
                  <a:lnTo>
                    <a:pt x="3349572" y="1851770"/>
                  </a:lnTo>
                  <a:lnTo>
                    <a:pt x="3350630" y="1816292"/>
                  </a:lnTo>
                  <a:lnTo>
                    <a:pt x="3351688" y="1780556"/>
                  </a:lnTo>
                  <a:lnTo>
                    <a:pt x="3352746" y="1744681"/>
                  </a:lnTo>
                  <a:lnTo>
                    <a:pt x="3353804" y="1708748"/>
                  </a:lnTo>
                  <a:lnTo>
                    <a:pt x="3354862" y="1672742"/>
                  </a:lnTo>
                  <a:lnTo>
                    <a:pt x="3355919" y="1636653"/>
                  </a:lnTo>
                  <a:lnTo>
                    <a:pt x="3356977" y="1600569"/>
                  </a:lnTo>
                  <a:lnTo>
                    <a:pt x="3358035" y="1564585"/>
                  </a:lnTo>
                  <a:lnTo>
                    <a:pt x="3359093" y="1528791"/>
                  </a:lnTo>
                  <a:lnTo>
                    <a:pt x="3360151" y="1493414"/>
                  </a:lnTo>
                  <a:lnTo>
                    <a:pt x="3361209" y="1458683"/>
                  </a:lnTo>
                  <a:lnTo>
                    <a:pt x="3362266" y="1424658"/>
                  </a:lnTo>
                  <a:lnTo>
                    <a:pt x="3363324" y="1391340"/>
                  </a:lnTo>
                  <a:lnTo>
                    <a:pt x="3364382" y="1358712"/>
                  </a:lnTo>
                  <a:lnTo>
                    <a:pt x="3365440" y="1326757"/>
                  </a:lnTo>
                  <a:lnTo>
                    <a:pt x="3366498" y="1295376"/>
                  </a:lnTo>
                  <a:lnTo>
                    <a:pt x="3367556" y="1264518"/>
                  </a:lnTo>
                  <a:lnTo>
                    <a:pt x="3368613" y="1234319"/>
                  </a:lnTo>
                  <a:lnTo>
                    <a:pt x="3369671" y="1204803"/>
                  </a:lnTo>
                  <a:lnTo>
                    <a:pt x="3370729" y="1176092"/>
                  </a:lnTo>
                  <a:lnTo>
                    <a:pt x="3371787" y="1148282"/>
                  </a:lnTo>
                  <a:lnTo>
                    <a:pt x="3372845" y="1121406"/>
                  </a:lnTo>
                  <a:lnTo>
                    <a:pt x="3373903" y="1095485"/>
                  </a:lnTo>
                  <a:lnTo>
                    <a:pt x="3374960" y="1070531"/>
                  </a:lnTo>
                  <a:lnTo>
                    <a:pt x="3376018" y="1046543"/>
                  </a:lnTo>
                  <a:lnTo>
                    <a:pt x="3377076" y="1023528"/>
                  </a:lnTo>
                  <a:lnTo>
                    <a:pt x="3378134" y="1001526"/>
                  </a:lnTo>
                  <a:lnTo>
                    <a:pt x="3379192" y="980630"/>
                  </a:lnTo>
                  <a:lnTo>
                    <a:pt x="3380250" y="960857"/>
                  </a:lnTo>
                  <a:lnTo>
                    <a:pt x="3381308" y="942194"/>
                  </a:lnTo>
                  <a:lnTo>
                    <a:pt x="3382365" y="924688"/>
                  </a:lnTo>
                  <a:lnTo>
                    <a:pt x="3383423" y="908279"/>
                  </a:lnTo>
                  <a:lnTo>
                    <a:pt x="3384481" y="892880"/>
                  </a:lnTo>
                  <a:lnTo>
                    <a:pt x="3385539" y="878498"/>
                  </a:lnTo>
                  <a:lnTo>
                    <a:pt x="3386597" y="865213"/>
                  </a:lnTo>
                  <a:lnTo>
                    <a:pt x="3387655" y="853091"/>
                  </a:lnTo>
                  <a:lnTo>
                    <a:pt x="3388712" y="842175"/>
                  </a:lnTo>
                  <a:lnTo>
                    <a:pt x="3389770" y="832514"/>
                  </a:lnTo>
                  <a:lnTo>
                    <a:pt x="3390828" y="824182"/>
                  </a:lnTo>
                  <a:lnTo>
                    <a:pt x="3391886" y="817171"/>
                  </a:lnTo>
                  <a:lnTo>
                    <a:pt x="3392944" y="811422"/>
                  </a:lnTo>
                  <a:lnTo>
                    <a:pt x="3394002" y="806893"/>
                  </a:lnTo>
                  <a:lnTo>
                    <a:pt x="3395059" y="803534"/>
                  </a:lnTo>
                  <a:lnTo>
                    <a:pt x="3396117" y="801355"/>
                  </a:lnTo>
                  <a:lnTo>
                    <a:pt x="3397175" y="800334"/>
                  </a:lnTo>
                  <a:lnTo>
                    <a:pt x="3398233" y="800543"/>
                  </a:lnTo>
                  <a:lnTo>
                    <a:pt x="3399291" y="802101"/>
                  </a:lnTo>
                  <a:lnTo>
                    <a:pt x="3400349" y="805202"/>
                  </a:lnTo>
                  <a:lnTo>
                    <a:pt x="3401406" y="809868"/>
                  </a:lnTo>
                  <a:lnTo>
                    <a:pt x="3402464" y="816010"/>
                  </a:lnTo>
                  <a:lnTo>
                    <a:pt x="3403522" y="823404"/>
                  </a:lnTo>
                  <a:lnTo>
                    <a:pt x="3404580" y="831872"/>
                  </a:lnTo>
                  <a:lnTo>
                    <a:pt x="3405638" y="841335"/>
                  </a:lnTo>
                  <a:lnTo>
                    <a:pt x="3406696" y="851709"/>
                  </a:lnTo>
                  <a:lnTo>
                    <a:pt x="3407754" y="862941"/>
                  </a:lnTo>
                  <a:lnTo>
                    <a:pt x="3408811" y="874995"/>
                  </a:lnTo>
                  <a:lnTo>
                    <a:pt x="3409869" y="887839"/>
                  </a:lnTo>
                  <a:lnTo>
                    <a:pt x="3410927" y="901374"/>
                  </a:lnTo>
                  <a:lnTo>
                    <a:pt x="3411985" y="915510"/>
                  </a:lnTo>
                  <a:lnTo>
                    <a:pt x="3413043" y="930143"/>
                  </a:lnTo>
                  <a:lnTo>
                    <a:pt x="3414101" y="945066"/>
                  </a:lnTo>
                  <a:lnTo>
                    <a:pt x="3415158" y="960189"/>
                  </a:lnTo>
                  <a:lnTo>
                    <a:pt x="3416216" y="975529"/>
                  </a:lnTo>
                  <a:lnTo>
                    <a:pt x="3417274" y="991105"/>
                  </a:lnTo>
                  <a:lnTo>
                    <a:pt x="3418332" y="1006999"/>
                  </a:lnTo>
                  <a:lnTo>
                    <a:pt x="3419390" y="1023270"/>
                  </a:lnTo>
                  <a:lnTo>
                    <a:pt x="3420448" y="1040041"/>
                  </a:lnTo>
                  <a:lnTo>
                    <a:pt x="3421505" y="1057249"/>
                  </a:lnTo>
                  <a:lnTo>
                    <a:pt x="3422563" y="1074828"/>
                  </a:lnTo>
                  <a:lnTo>
                    <a:pt x="3423621" y="1092735"/>
                  </a:lnTo>
                  <a:lnTo>
                    <a:pt x="3424679" y="1110880"/>
                  </a:lnTo>
                  <a:lnTo>
                    <a:pt x="3425737" y="1129301"/>
                  </a:lnTo>
                  <a:lnTo>
                    <a:pt x="3426795" y="1148044"/>
                  </a:lnTo>
                  <a:lnTo>
                    <a:pt x="3427852" y="1167093"/>
                  </a:lnTo>
                  <a:lnTo>
                    <a:pt x="3428910" y="1186400"/>
                  </a:lnTo>
                  <a:lnTo>
                    <a:pt x="3429968" y="1205930"/>
                  </a:lnTo>
                  <a:lnTo>
                    <a:pt x="3431026" y="1225660"/>
                  </a:lnTo>
                  <a:lnTo>
                    <a:pt x="3432084" y="1245494"/>
                  </a:lnTo>
                  <a:lnTo>
                    <a:pt x="3433142" y="1265294"/>
                  </a:lnTo>
                  <a:lnTo>
                    <a:pt x="3434200" y="1284954"/>
                  </a:lnTo>
                  <a:lnTo>
                    <a:pt x="3435257" y="1304467"/>
                  </a:lnTo>
                  <a:lnTo>
                    <a:pt x="3436315" y="1323778"/>
                  </a:lnTo>
                  <a:lnTo>
                    <a:pt x="3437373" y="1342965"/>
                  </a:lnTo>
                  <a:lnTo>
                    <a:pt x="3438431" y="1362006"/>
                  </a:lnTo>
                  <a:lnTo>
                    <a:pt x="3439489" y="1380838"/>
                  </a:lnTo>
                  <a:lnTo>
                    <a:pt x="3440547" y="1399367"/>
                  </a:lnTo>
                  <a:lnTo>
                    <a:pt x="3441604" y="1417528"/>
                  </a:lnTo>
                  <a:lnTo>
                    <a:pt x="3442662" y="1435242"/>
                  </a:lnTo>
                  <a:lnTo>
                    <a:pt x="3443720" y="1452459"/>
                  </a:lnTo>
                  <a:lnTo>
                    <a:pt x="3444778" y="1469169"/>
                  </a:lnTo>
                  <a:lnTo>
                    <a:pt x="3445836" y="1485329"/>
                  </a:lnTo>
                  <a:lnTo>
                    <a:pt x="3446894" y="1500928"/>
                  </a:lnTo>
                  <a:lnTo>
                    <a:pt x="3447951" y="1516026"/>
                  </a:lnTo>
                  <a:lnTo>
                    <a:pt x="3449009" y="1530699"/>
                  </a:lnTo>
                  <a:lnTo>
                    <a:pt x="3450067" y="1545027"/>
                  </a:lnTo>
                  <a:lnTo>
                    <a:pt x="3451125" y="1558897"/>
                  </a:lnTo>
                  <a:lnTo>
                    <a:pt x="3452183" y="1572158"/>
                  </a:lnTo>
                  <a:lnTo>
                    <a:pt x="3453241" y="1584626"/>
                  </a:lnTo>
                  <a:lnTo>
                    <a:pt x="3454298" y="1596174"/>
                  </a:lnTo>
                  <a:lnTo>
                    <a:pt x="3455356" y="1606774"/>
                  </a:lnTo>
                  <a:lnTo>
                    <a:pt x="3456414" y="1616461"/>
                  </a:lnTo>
                  <a:lnTo>
                    <a:pt x="3457472" y="1625325"/>
                  </a:lnTo>
                  <a:lnTo>
                    <a:pt x="3458530" y="1633356"/>
                  </a:lnTo>
                  <a:lnTo>
                    <a:pt x="3459588" y="1640552"/>
                  </a:lnTo>
                  <a:lnTo>
                    <a:pt x="3460646" y="1646962"/>
                  </a:lnTo>
                  <a:lnTo>
                    <a:pt x="3461703" y="1652632"/>
                  </a:lnTo>
                  <a:lnTo>
                    <a:pt x="3462761" y="1657636"/>
                  </a:lnTo>
                  <a:lnTo>
                    <a:pt x="3463819" y="1662020"/>
                  </a:lnTo>
                  <a:lnTo>
                    <a:pt x="3464877" y="1665835"/>
                  </a:lnTo>
                  <a:lnTo>
                    <a:pt x="3465935" y="1669014"/>
                  </a:lnTo>
                  <a:lnTo>
                    <a:pt x="3466993" y="1671643"/>
                  </a:lnTo>
                  <a:lnTo>
                    <a:pt x="3468050" y="1673800"/>
                  </a:lnTo>
                  <a:lnTo>
                    <a:pt x="3469108" y="1675458"/>
                  </a:lnTo>
                  <a:lnTo>
                    <a:pt x="3470166" y="1676702"/>
                  </a:lnTo>
                  <a:lnTo>
                    <a:pt x="3471224" y="1677565"/>
                  </a:lnTo>
                  <a:lnTo>
                    <a:pt x="3472282" y="1678044"/>
                  </a:lnTo>
                  <a:lnTo>
                    <a:pt x="3473340" y="1678093"/>
                  </a:lnTo>
                  <a:lnTo>
                    <a:pt x="3474397" y="1677663"/>
                  </a:lnTo>
                  <a:lnTo>
                    <a:pt x="3475455" y="1676839"/>
                  </a:lnTo>
                  <a:lnTo>
                    <a:pt x="3476513" y="1675550"/>
                  </a:lnTo>
                  <a:lnTo>
                    <a:pt x="3477571" y="1673816"/>
                  </a:lnTo>
                  <a:lnTo>
                    <a:pt x="3478629" y="1671546"/>
                  </a:lnTo>
                  <a:lnTo>
                    <a:pt x="3479687" y="1668611"/>
                  </a:lnTo>
                  <a:lnTo>
                    <a:pt x="3480744" y="1664948"/>
                  </a:lnTo>
                  <a:lnTo>
                    <a:pt x="3481802" y="1660645"/>
                  </a:lnTo>
                  <a:lnTo>
                    <a:pt x="3482860" y="1655730"/>
                  </a:lnTo>
                  <a:lnTo>
                    <a:pt x="3483918" y="1650248"/>
                  </a:lnTo>
                  <a:lnTo>
                    <a:pt x="3484976" y="1644211"/>
                  </a:lnTo>
                  <a:lnTo>
                    <a:pt x="3486034" y="1637682"/>
                  </a:lnTo>
                  <a:lnTo>
                    <a:pt x="3487092" y="1630772"/>
                  </a:lnTo>
                  <a:lnTo>
                    <a:pt x="3488149" y="1623522"/>
                  </a:lnTo>
                  <a:lnTo>
                    <a:pt x="3489207" y="1615964"/>
                  </a:lnTo>
                  <a:lnTo>
                    <a:pt x="3490265" y="1608072"/>
                  </a:lnTo>
                  <a:lnTo>
                    <a:pt x="3491323" y="1599875"/>
                  </a:lnTo>
                  <a:lnTo>
                    <a:pt x="3492381" y="1591448"/>
                  </a:lnTo>
                  <a:lnTo>
                    <a:pt x="3493439" y="1582888"/>
                  </a:lnTo>
                  <a:lnTo>
                    <a:pt x="3494496" y="1574274"/>
                  </a:lnTo>
                  <a:lnTo>
                    <a:pt x="3495554" y="1565705"/>
                  </a:lnTo>
                  <a:lnTo>
                    <a:pt x="3496612" y="1557248"/>
                  </a:lnTo>
                  <a:lnTo>
                    <a:pt x="3497670" y="1548870"/>
                  </a:lnTo>
                  <a:lnTo>
                    <a:pt x="3498728" y="1540580"/>
                  </a:lnTo>
                  <a:lnTo>
                    <a:pt x="3499786" y="1532488"/>
                  </a:lnTo>
                  <a:lnTo>
                    <a:pt x="3500843" y="1524670"/>
                  </a:lnTo>
                  <a:lnTo>
                    <a:pt x="3501901" y="1517036"/>
                  </a:lnTo>
                  <a:lnTo>
                    <a:pt x="3502959" y="1509501"/>
                  </a:lnTo>
                  <a:lnTo>
                    <a:pt x="3504017" y="1502079"/>
                  </a:lnTo>
                  <a:lnTo>
                    <a:pt x="3505075" y="1494974"/>
                  </a:lnTo>
                  <a:lnTo>
                    <a:pt x="3506133" y="1488237"/>
                  </a:lnTo>
                  <a:lnTo>
                    <a:pt x="3507190" y="1481923"/>
                  </a:lnTo>
                  <a:lnTo>
                    <a:pt x="3508248" y="1476108"/>
                  </a:lnTo>
                  <a:lnTo>
                    <a:pt x="3509306" y="1470866"/>
                  </a:lnTo>
                  <a:lnTo>
                    <a:pt x="3510364" y="1466199"/>
                  </a:lnTo>
                  <a:lnTo>
                    <a:pt x="3511422" y="1462119"/>
                  </a:lnTo>
                  <a:lnTo>
                    <a:pt x="3512480" y="1458599"/>
                  </a:lnTo>
                  <a:lnTo>
                    <a:pt x="3513538" y="1455620"/>
                  </a:lnTo>
                  <a:lnTo>
                    <a:pt x="3514595" y="1453211"/>
                  </a:lnTo>
                  <a:lnTo>
                    <a:pt x="3515653" y="1451311"/>
                  </a:lnTo>
                  <a:lnTo>
                    <a:pt x="3516711" y="1449792"/>
                  </a:lnTo>
                  <a:lnTo>
                    <a:pt x="3517769" y="1448603"/>
                  </a:lnTo>
                  <a:lnTo>
                    <a:pt x="3518827" y="1447788"/>
                  </a:lnTo>
                  <a:lnTo>
                    <a:pt x="3519885" y="1447374"/>
                  </a:lnTo>
                  <a:lnTo>
                    <a:pt x="3520942" y="1447321"/>
                  </a:lnTo>
                  <a:lnTo>
                    <a:pt x="3522000" y="1447739"/>
                  </a:lnTo>
                  <a:lnTo>
                    <a:pt x="3523058" y="1448615"/>
                  </a:lnTo>
                  <a:lnTo>
                    <a:pt x="3524116" y="1449816"/>
                  </a:lnTo>
                  <a:lnTo>
                    <a:pt x="3525174" y="1451247"/>
                  </a:lnTo>
                  <a:lnTo>
                    <a:pt x="3526232" y="1452841"/>
                  </a:lnTo>
                  <a:lnTo>
                    <a:pt x="3527289" y="1454586"/>
                  </a:lnTo>
                  <a:lnTo>
                    <a:pt x="3528347" y="1456499"/>
                  </a:lnTo>
                  <a:lnTo>
                    <a:pt x="3529405" y="1458611"/>
                  </a:lnTo>
                  <a:lnTo>
                    <a:pt x="3530463" y="1460914"/>
                  </a:lnTo>
                  <a:lnTo>
                    <a:pt x="3531521" y="1463401"/>
                  </a:lnTo>
                  <a:lnTo>
                    <a:pt x="3532579" y="1466226"/>
                  </a:lnTo>
                  <a:lnTo>
                    <a:pt x="3533636" y="1469521"/>
                  </a:lnTo>
                  <a:lnTo>
                    <a:pt x="3534694" y="1473276"/>
                  </a:lnTo>
                  <a:lnTo>
                    <a:pt x="3535752" y="1477400"/>
                  </a:lnTo>
                  <a:lnTo>
                    <a:pt x="3536810" y="1481889"/>
                  </a:lnTo>
                  <a:lnTo>
                    <a:pt x="3537868" y="1486708"/>
                  </a:lnTo>
                  <a:lnTo>
                    <a:pt x="3538926" y="1491841"/>
                  </a:lnTo>
                  <a:lnTo>
                    <a:pt x="3539984" y="1497243"/>
                  </a:lnTo>
                  <a:lnTo>
                    <a:pt x="3541041" y="1502867"/>
                  </a:lnTo>
                  <a:lnTo>
                    <a:pt x="3542099" y="1508733"/>
                  </a:lnTo>
                  <a:lnTo>
                    <a:pt x="3543157" y="1514802"/>
                  </a:lnTo>
                  <a:lnTo>
                    <a:pt x="3544215" y="1521076"/>
                  </a:lnTo>
                  <a:lnTo>
                    <a:pt x="3545273" y="1527520"/>
                  </a:lnTo>
                  <a:lnTo>
                    <a:pt x="3546331" y="1534071"/>
                  </a:lnTo>
                  <a:lnTo>
                    <a:pt x="3547388" y="1540666"/>
                  </a:lnTo>
                  <a:lnTo>
                    <a:pt x="3548446" y="1547194"/>
                  </a:lnTo>
                  <a:lnTo>
                    <a:pt x="3549504" y="1553497"/>
                  </a:lnTo>
                  <a:lnTo>
                    <a:pt x="3550562" y="1559538"/>
                  </a:lnTo>
                  <a:lnTo>
                    <a:pt x="3551620" y="1565341"/>
                  </a:lnTo>
                  <a:lnTo>
                    <a:pt x="3552678" y="1570811"/>
                  </a:lnTo>
                  <a:lnTo>
                    <a:pt x="3553735" y="1575782"/>
                  </a:lnTo>
                  <a:lnTo>
                    <a:pt x="3554793" y="1580200"/>
                  </a:lnTo>
                  <a:lnTo>
                    <a:pt x="3555851" y="1584097"/>
                  </a:lnTo>
                  <a:lnTo>
                    <a:pt x="3556909" y="1587487"/>
                  </a:lnTo>
                  <a:lnTo>
                    <a:pt x="3557967" y="1590208"/>
                  </a:lnTo>
                  <a:lnTo>
                    <a:pt x="3559025" y="1592251"/>
                  </a:lnTo>
                  <a:lnTo>
                    <a:pt x="3560082" y="1593725"/>
                  </a:lnTo>
                  <a:lnTo>
                    <a:pt x="3561140" y="1594611"/>
                  </a:lnTo>
                  <a:lnTo>
                    <a:pt x="3562198" y="1594817"/>
                  </a:lnTo>
                  <a:lnTo>
                    <a:pt x="3563256" y="1594325"/>
                  </a:lnTo>
                  <a:lnTo>
                    <a:pt x="3564314" y="1593169"/>
                  </a:lnTo>
                  <a:lnTo>
                    <a:pt x="3565372" y="1591479"/>
                  </a:lnTo>
                  <a:lnTo>
                    <a:pt x="3566430" y="1589384"/>
                  </a:lnTo>
                  <a:lnTo>
                    <a:pt x="3567487" y="1586928"/>
                  </a:lnTo>
                  <a:lnTo>
                    <a:pt x="3568545" y="1584079"/>
                  </a:lnTo>
                  <a:lnTo>
                    <a:pt x="3569603" y="1580975"/>
                  </a:lnTo>
                  <a:lnTo>
                    <a:pt x="3570661" y="1577865"/>
                  </a:lnTo>
                  <a:lnTo>
                    <a:pt x="3571719" y="1574892"/>
                  </a:lnTo>
                  <a:lnTo>
                    <a:pt x="3572777" y="1571970"/>
                  </a:lnTo>
                  <a:lnTo>
                    <a:pt x="3573834" y="1569137"/>
                  </a:lnTo>
                  <a:lnTo>
                    <a:pt x="3574892" y="1566320"/>
                  </a:lnTo>
                  <a:lnTo>
                    <a:pt x="3575950" y="1563310"/>
                  </a:lnTo>
                  <a:lnTo>
                    <a:pt x="3577008" y="1559993"/>
                  </a:lnTo>
                  <a:lnTo>
                    <a:pt x="3578066" y="1556415"/>
                  </a:lnTo>
                  <a:lnTo>
                    <a:pt x="3579124" y="1552582"/>
                  </a:lnTo>
                  <a:lnTo>
                    <a:pt x="3580181" y="1548533"/>
                  </a:lnTo>
                  <a:lnTo>
                    <a:pt x="3581239" y="1544307"/>
                  </a:lnTo>
                  <a:lnTo>
                    <a:pt x="3582297" y="1539821"/>
                  </a:lnTo>
                  <a:lnTo>
                    <a:pt x="3583355" y="1535082"/>
                  </a:lnTo>
                  <a:lnTo>
                    <a:pt x="3584413" y="1530205"/>
                  </a:lnTo>
                  <a:lnTo>
                    <a:pt x="3585471" y="1525067"/>
                  </a:lnTo>
                  <a:lnTo>
                    <a:pt x="3586528" y="1519481"/>
                  </a:lnTo>
                  <a:lnTo>
                    <a:pt x="3587586" y="1513423"/>
                  </a:lnTo>
                  <a:lnTo>
                    <a:pt x="3588644" y="1506964"/>
                  </a:lnTo>
                  <a:lnTo>
                    <a:pt x="3589702" y="1500155"/>
                  </a:lnTo>
                  <a:lnTo>
                    <a:pt x="3590760" y="1493071"/>
                  </a:lnTo>
                  <a:lnTo>
                    <a:pt x="3591818" y="1485741"/>
                  </a:lnTo>
                  <a:lnTo>
                    <a:pt x="3592875" y="1478241"/>
                  </a:lnTo>
                  <a:lnTo>
                    <a:pt x="3593933" y="1470583"/>
                  </a:lnTo>
                  <a:lnTo>
                    <a:pt x="3594991" y="1462784"/>
                  </a:lnTo>
                  <a:lnTo>
                    <a:pt x="3596049" y="1454866"/>
                  </a:lnTo>
                  <a:lnTo>
                    <a:pt x="3597107" y="1446870"/>
                  </a:lnTo>
                  <a:lnTo>
                    <a:pt x="3598165" y="1438818"/>
                  </a:lnTo>
                  <a:lnTo>
                    <a:pt x="3599223" y="1430708"/>
                  </a:lnTo>
                  <a:lnTo>
                    <a:pt x="3600280" y="1422550"/>
                  </a:lnTo>
                  <a:lnTo>
                    <a:pt x="3601338" y="1414439"/>
                  </a:lnTo>
                  <a:lnTo>
                    <a:pt x="3602396" y="1406547"/>
                  </a:lnTo>
                  <a:lnTo>
                    <a:pt x="3603454" y="1398986"/>
                  </a:lnTo>
                  <a:lnTo>
                    <a:pt x="3604512" y="1391789"/>
                  </a:lnTo>
                  <a:lnTo>
                    <a:pt x="3605570" y="1384934"/>
                  </a:lnTo>
                  <a:lnTo>
                    <a:pt x="3606627" y="1378422"/>
                  </a:lnTo>
                  <a:lnTo>
                    <a:pt x="3607685" y="1372365"/>
                  </a:lnTo>
                  <a:lnTo>
                    <a:pt x="3608743" y="1366748"/>
                  </a:lnTo>
                  <a:lnTo>
                    <a:pt x="3609801" y="1361566"/>
                  </a:lnTo>
                  <a:lnTo>
                    <a:pt x="3610859" y="1356864"/>
                  </a:lnTo>
                  <a:lnTo>
                    <a:pt x="3611917" y="1352756"/>
                  </a:lnTo>
                  <a:lnTo>
                    <a:pt x="3612974" y="1349101"/>
                  </a:lnTo>
                  <a:lnTo>
                    <a:pt x="3614032" y="1345828"/>
                  </a:lnTo>
                  <a:lnTo>
                    <a:pt x="3615090" y="1342937"/>
                  </a:lnTo>
                  <a:lnTo>
                    <a:pt x="3616148" y="1340386"/>
                  </a:lnTo>
                  <a:lnTo>
                    <a:pt x="3617206" y="1338093"/>
                  </a:lnTo>
                  <a:lnTo>
                    <a:pt x="3618264" y="1335912"/>
                  </a:lnTo>
                  <a:lnTo>
                    <a:pt x="3619321" y="1333634"/>
                  </a:lnTo>
                  <a:lnTo>
                    <a:pt x="3620379" y="1331137"/>
                  </a:lnTo>
                  <a:lnTo>
                    <a:pt x="3621437" y="1328363"/>
                  </a:lnTo>
                  <a:lnTo>
                    <a:pt x="3622495" y="1325268"/>
                  </a:lnTo>
                  <a:lnTo>
                    <a:pt x="3623553" y="1321654"/>
                  </a:lnTo>
                  <a:lnTo>
                    <a:pt x="3624611" y="1317321"/>
                  </a:lnTo>
                  <a:lnTo>
                    <a:pt x="3625669" y="1312267"/>
                  </a:lnTo>
                  <a:lnTo>
                    <a:pt x="3626726" y="1306574"/>
                  </a:lnTo>
                  <a:lnTo>
                    <a:pt x="3627784" y="1300241"/>
                  </a:lnTo>
                  <a:lnTo>
                    <a:pt x="3628842" y="1293410"/>
                  </a:lnTo>
                  <a:lnTo>
                    <a:pt x="3629900" y="1286316"/>
                  </a:lnTo>
                  <a:lnTo>
                    <a:pt x="3630958" y="1279198"/>
                  </a:lnTo>
                  <a:lnTo>
                    <a:pt x="3632016" y="1272200"/>
                  </a:lnTo>
                  <a:lnTo>
                    <a:pt x="3633073" y="1265507"/>
                  </a:lnTo>
                  <a:lnTo>
                    <a:pt x="3634131" y="1259114"/>
                  </a:lnTo>
                  <a:lnTo>
                    <a:pt x="3635189" y="1253144"/>
                  </a:lnTo>
                  <a:lnTo>
                    <a:pt x="3636247" y="1247709"/>
                  </a:lnTo>
                  <a:lnTo>
                    <a:pt x="3637305" y="1242765"/>
                  </a:lnTo>
                  <a:lnTo>
                    <a:pt x="3638363" y="1238390"/>
                  </a:lnTo>
                  <a:lnTo>
                    <a:pt x="3639420" y="1234797"/>
                  </a:lnTo>
                  <a:lnTo>
                    <a:pt x="3640478" y="1232059"/>
                  </a:lnTo>
                  <a:lnTo>
                    <a:pt x="3641536" y="1230191"/>
                  </a:lnTo>
                  <a:lnTo>
                    <a:pt x="3642594" y="1229109"/>
                  </a:lnTo>
                  <a:lnTo>
                    <a:pt x="3643652" y="1228753"/>
                  </a:lnTo>
                  <a:lnTo>
                    <a:pt x="3644710" y="1229103"/>
                  </a:lnTo>
                  <a:lnTo>
                    <a:pt x="3645767" y="1230121"/>
                  </a:lnTo>
                  <a:lnTo>
                    <a:pt x="3646825" y="1231707"/>
                  </a:lnTo>
                  <a:lnTo>
                    <a:pt x="3647883" y="1233830"/>
                  </a:lnTo>
                  <a:lnTo>
                    <a:pt x="3648941" y="1236408"/>
                  </a:lnTo>
                  <a:lnTo>
                    <a:pt x="3649999" y="1239370"/>
                  </a:lnTo>
                  <a:lnTo>
                    <a:pt x="3651057" y="1242680"/>
                  </a:lnTo>
                  <a:lnTo>
                    <a:pt x="3652115" y="1246343"/>
                  </a:lnTo>
                  <a:lnTo>
                    <a:pt x="3653172" y="1250410"/>
                  </a:lnTo>
                  <a:lnTo>
                    <a:pt x="3654230" y="1254865"/>
                  </a:lnTo>
                  <a:lnTo>
                    <a:pt x="3655288" y="1259544"/>
                  </a:lnTo>
                  <a:lnTo>
                    <a:pt x="3656346" y="1264323"/>
                  </a:lnTo>
                  <a:lnTo>
                    <a:pt x="3657404" y="1269103"/>
                  </a:lnTo>
                  <a:lnTo>
                    <a:pt x="3658462" y="1273873"/>
                  </a:lnTo>
                  <a:lnTo>
                    <a:pt x="3659519" y="1278704"/>
                  </a:lnTo>
                  <a:lnTo>
                    <a:pt x="3660577" y="1283545"/>
                  </a:lnTo>
                  <a:lnTo>
                    <a:pt x="3661635" y="1288391"/>
                  </a:lnTo>
                  <a:lnTo>
                    <a:pt x="3662693" y="1293289"/>
                  </a:lnTo>
                  <a:lnTo>
                    <a:pt x="3663751" y="1298295"/>
                  </a:lnTo>
                  <a:lnTo>
                    <a:pt x="3664809" y="1303389"/>
                  </a:lnTo>
                  <a:lnTo>
                    <a:pt x="3665866" y="1308594"/>
                  </a:lnTo>
                  <a:lnTo>
                    <a:pt x="3666924" y="1313949"/>
                  </a:lnTo>
                  <a:lnTo>
                    <a:pt x="3667982" y="1319481"/>
                  </a:lnTo>
                  <a:lnTo>
                    <a:pt x="3669040" y="1325252"/>
                  </a:lnTo>
                  <a:lnTo>
                    <a:pt x="3670098" y="1331344"/>
                  </a:lnTo>
                  <a:lnTo>
                    <a:pt x="3671156" y="1337840"/>
                  </a:lnTo>
                  <a:lnTo>
                    <a:pt x="3672213" y="1344849"/>
                  </a:lnTo>
                  <a:lnTo>
                    <a:pt x="3673271" y="1352467"/>
                  </a:lnTo>
                  <a:lnTo>
                    <a:pt x="3674329" y="1360761"/>
                  </a:lnTo>
                  <a:lnTo>
                    <a:pt x="3675387" y="1369788"/>
                  </a:lnTo>
                  <a:lnTo>
                    <a:pt x="3676445" y="1379480"/>
                  </a:lnTo>
                  <a:lnTo>
                    <a:pt x="3677503" y="1389848"/>
                  </a:lnTo>
                  <a:lnTo>
                    <a:pt x="3678561" y="1400865"/>
                  </a:lnTo>
                  <a:lnTo>
                    <a:pt x="3679618" y="1412328"/>
                  </a:lnTo>
                  <a:lnTo>
                    <a:pt x="3680676" y="1424233"/>
                  </a:lnTo>
                  <a:lnTo>
                    <a:pt x="3681734" y="1436556"/>
                  </a:lnTo>
                  <a:lnTo>
                    <a:pt x="3682792" y="1449187"/>
                  </a:lnTo>
                  <a:lnTo>
                    <a:pt x="3683850" y="1461903"/>
                  </a:lnTo>
                  <a:lnTo>
                    <a:pt x="3684908" y="1474543"/>
                  </a:lnTo>
                  <a:lnTo>
                    <a:pt x="3685965" y="1486887"/>
                  </a:lnTo>
                  <a:lnTo>
                    <a:pt x="3687023" y="1498781"/>
                  </a:lnTo>
                  <a:lnTo>
                    <a:pt x="3688081" y="1510182"/>
                  </a:lnTo>
                  <a:lnTo>
                    <a:pt x="3689139" y="1520958"/>
                  </a:lnTo>
                  <a:lnTo>
                    <a:pt x="3690197" y="1531052"/>
                  </a:lnTo>
                  <a:lnTo>
                    <a:pt x="3691255" y="1540483"/>
                  </a:lnTo>
                  <a:lnTo>
                    <a:pt x="3692312" y="1549174"/>
                  </a:lnTo>
                  <a:lnTo>
                    <a:pt x="3693370" y="1557023"/>
                  </a:lnTo>
                  <a:lnTo>
                    <a:pt x="3694428" y="1564069"/>
                  </a:lnTo>
                  <a:lnTo>
                    <a:pt x="3695486" y="1570378"/>
                  </a:lnTo>
                  <a:lnTo>
                    <a:pt x="3696544" y="1576024"/>
                  </a:lnTo>
                  <a:lnTo>
                    <a:pt x="3697602" y="1581077"/>
                  </a:lnTo>
                  <a:lnTo>
                    <a:pt x="3698659" y="1585499"/>
                  </a:lnTo>
                  <a:lnTo>
                    <a:pt x="3699717" y="1589381"/>
                  </a:lnTo>
                  <a:lnTo>
                    <a:pt x="3700775" y="1592795"/>
                  </a:lnTo>
                  <a:lnTo>
                    <a:pt x="3701833" y="1595850"/>
                  </a:lnTo>
                  <a:lnTo>
                    <a:pt x="3702891" y="1598652"/>
                  </a:lnTo>
                  <a:lnTo>
                    <a:pt x="3703949" y="1601185"/>
                  </a:lnTo>
                  <a:lnTo>
                    <a:pt x="3705007" y="1603397"/>
                  </a:lnTo>
                  <a:lnTo>
                    <a:pt x="3706064" y="1605216"/>
                  </a:lnTo>
                  <a:lnTo>
                    <a:pt x="3707122" y="1606588"/>
                  </a:lnTo>
                  <a:lnTo>
                    <a:pt x="3708180" y="1607554"/>
                  </a:lnTo>
                  <a:lnTo>
                    <a:pt x="3709238" y="1608235"/>
                  </a:lnTo>
                  <a:lnTo>
                    <a:pt x="3710296" y="1608671"/>
                  </a:lnTo>
                  <a:lnTo>
                    <a:pt x="3711354" y="1608896"/>
                  </a:lnTo>
                  <a:lnTo>
                    <a:pt x="3712411" y="1608852"/>
                  </a:lnTo>
                  <a:lnTo>
                    <a:pt x="3713469" y="1608465"/>
                  </a:lnTo>
                  <a:lnTo>
                    <a:pt x="3714527" y="1607763"/>
                  </a:lnTo>
                  <a:lnTo>
                    <a:pt x="3715585" y="1606603"/>
                  </a:lnTo>
                  <a:lnTo>
                    <a:pt x="3716643" y="1604849"/>
                  </a:lnTo>
                  <a:lnTo>
                    <a:pt x="3717701" y="1602406"/>
                  </a:lnTo>
                  <a:lnTo>
                    <a:pt x="3718758" y="1599232"/>
                  </a:lnTo>
                  <a:lnTo>
                    <a:pt x="3719816" y="1595355"/>
                  </a:lnTo>
                  <a:lnTo>
                    <a:pt x="3720874" y="1590861"/>
                  </a:lnTo>
                  <a:lnTo>
                    <a:pt x="3721932" y="1585720"/>
                  </a:lnTo>
                  <a:lnTo>
                    <a:pt x="3722990" y="1579875"/>
                  </a:lnTo>
                  <a:lnTo>
                    <a:pt x="3724048" y="1573267"/>
                  </a:lnTo>
                  <a:lnTo>
                    <a:pt x="3725105" y="1565850"/>
                  </a:lnTo>
                  <a:lnTo>
                    <a:pt x="3726163" y="1557591"/>
                  </a:lnTo>
                  <a:lnTo>
                    <a:pt x="3727221" y="1548495"/>
                  </a:lnTo>
                  <a:lnTo>
                    <a:pt x="3728279" y="1538595"/>
                  </a:lnTo>
                  <a:lnTo>
                    <a:pt x="3729337" y="1528067"/>
                  </a:lnTo>
                  <a:lnTo>
                    <a:pt x="3730395" y="1517150"/>
                  </a:lnTo>
                  <a:lnTo>
                    <a:pt x="3731453" y="1506139"/>
                  </a:lnTo>
                  <a:lnTo>
                    <a:pt x="3732510" y="1495235"/>
                  </a:lnTo>
                  <a:lnTo>
                    <a:pt x="3733568" y="1484455"/>
                  </a:lnTo>
                  <a:lnTo>
                    <a:pt x="3734626" y="1473765"/>
                  </a:lnTo>
                  <a:lnTo>
                    <a:pt x="3735684" y="1463141"/>
                  </a:lnTo>
                  <a:lnTo>
                    <a:pt x="3736742" y="1452617"/>
                  </a:lnTo>
                  <a:lnTo>
                    <a:pt x="3737800" y="1442307"/>
                  </a:lnTo>
                  <a:lnTo>
                    <a:pt x="3738857" y="1432326"/>
                  </a:lnTo>
                  <a:lnTo>
                    <a:pt x="3739915" y="1422883"/>
                  </a:lnTo>
                  <a:lnTo>
                    <a:pt x="3740973" y="1414126"/>
                  </a:lnTo>
                  <a:lnTo>
                    <a:pt x="3742031" y="1406059"/>
                  </a:lnTo>
                  <a:lnTo>
                    <a:pt x="3743089" y="1398636"/>
                  </a:lnTo>
                  <a:lnTo>
                    <a:pt x="3744147" y="1391739"/>
                  </a:lnTo>
                  <a:lnTo>
                    <a:pt x="3745204" y="1385289"/>
                  </a:lnTo>
                  <a:lnTo>
                    <a:pt x="3746262" y="1379271"/>
                  </a:lnTo>
                  <a:lnTo>
                    <a:pt x="3747320" y="1373661"/>
                  </a:lnTo>
                  <a:lnTo>
                    <a:pt x="3748378" y="1368348"/>
                  </a:lnTo>
                  <a:lnTo>
                    <a:pt x="3749436" y="1363186"/>
                  </a:lnTo>
                  <a:lnTo>
                    <a:pt x="3750494" y="1358083"/>
                  </a:lnTo>
                  <a:lnTo>
                    <a:pt x="3751551" y="1353006"/>
                  </a:lnTo>
                  <a:lnTo>
                    <a:pt x="3752609" y="1347936"/>
                  </a:lnTo>
                  <a:lnTo>
                    <a:pt x="3753667" y="1342804"/>
                  </a:lnTo>
                  <a:lnTo>
                    <a:pt x="3754725" y="1337555"/>
                  </a:lnTo>
                  <a:lnTo>
                    <a:pt x="3755783" y="1332080"/>
                  </a:lnTo>
                  <a:lnTo>
                    <a:pt x="3756841" y="1326390"/>
                  </a:lnTo>
                  <a:lnTo>
                    <a:pt x="3757899" y="1320606"/>
                  </a:lnTo>
                  <a:lnTo>
                    <a:pt x="3758956" y="1314876"/>
                  </a:lnTo>
                  <a:lnTo>
                    <a:pt x="3760014" y="1309272"/>
                  </a:lnTo>
                  <a:lnTo>
                    <a:pt x="3761072" y="1303806"/>
                  </a:lnTo>
                  <a:lnTo>
                    <a:pt x="3762130" y="1298381"/>
                  </a:lnTo>
                  <a:lnTo>
                    <a:pt x="3763188" y="1292927"/>
                  </a:lnTo>
                  <a:lnTo>
                    <a:pt x="3764246" y="1287460"/>
                  </a:lnTo>
                  <a:lnTo>
                    <a:pt x="3765303" y="1281995"/>
                  </a:lnTo>
                  <a:lnTo>
                    <a:pt x="3766361" y="1276606"/>
                  </a:lnTo>
                  <a:lnTo>
                    <a:pt x="3767419" y="1271377"/>
                  </a:lnTo>
                  <a:lnTo>
                    <a:pt x="3768477" y="1266418"/>
                  </a:lnTo>
                  <a:lnTo>
                    <a:pt x="3769535" y="1261823"/>
                  </a:lnTo>
                  <a:lnTo>
                    <a:pt x="3770593" y="1257630"/>
                  </a:lnTo>
                  <a:lnTo>
                    <a:pt x="3771650" y="1253858"/>
                  </a:lnTo>
                  <a:lnTo>
                    <a:pt x="3772708" y="1250452"/>
                  </a:lnTo>
                  <a:lnTo>
                    <a:pt x="3773766" y="1247246"/>
                  </a:lnTo>
                  <a:lnTo>
                    <a:pt x="3774824" y="1244125"/>
                  </a:lnTo>
                  <a:lnTo>
                    <a:pt x="3775882" y="1241041"/>
                  </a:lnTo>
                  <a:lnTo>
                    <a:pt x="3776940" y="1238045"/>
                  </a:lnTo>
                  <a:lnTo>
                    <a:pt x="3777997" y="1235224"/>
                  </a:lnTo>
                  <a:lnTo>
                    <a:pt x="3779055" y="1232636"/>
                  </a:lnTo>
                  <a:lnTo>
                    <a:pt x="3780113" y="1230292"/>
                  </a:lnTo>
                  <a:lnTo>
                    <a:pt x="3781171" y="1228110"/>
                  </a:lnTo>
                  <a:lnTo>
                    <a:pt x="3782229" y="1226003"/>
                  </a:lnTo>
                  <a:lnTo>
                    <a:pt x="3783287" y="1223691"/>
                  </a:lnTo>
                  <a:lnTo>
                    <a:pt x="3784345" y="1220884"/>
                  </a:lnTo>
                  <a:lnTo>
                    <a:pt x="3785402" y="1217376"/>
                  </a:lnTo>
                  <a:lnTo>
                    <a:pt x="3786460" y="1213123"/>
                  </a:lnTo>
                  <a:lnTo>
                    <a:pt x="3787518" y="1208265"/>
                  </a:lnTo>
                  <a:lnTo>
                    <a:pt x="3788576" y="1202897"/>
                  </a:lnTo>
                  <a:lnTo>
                    <a:pt x="3789634" y="1197088"/>
                  </a:lnTo>
                  <a:lnTo>
                    <a:pt x="3790692" y="1190824"/>
                  </a:lnTo>
                  <a:lnTo>
                    <a:pt x="3791749" y="1184069"/>
                  </a:lnTo>
                  <a:lnTo>
                    <a:pt x="3792807" y="1176682"/>
                  </a:lnTo>
                  <a:lnTo>
                    <a:pt x="3793865" y="1168433"/>
                  </a:lnTo>
                  <a:lnTo>
                    <a:pt x="3794923" y="1159218"/>
                  </a:lnTo>
                  <a:lnTo>
                    <a:pt x="3795981" y="1149217"/>
                  </a:lnTo>
                  <a:lnTo>
                    <a:pt x="3797039" y="1138624"/>
                  </a:lnTo>
                  <a:lnTo>
                    <a:pt x="3798096" y="1127649"/>
                  </a:lnTo>
                  <a:lnTo>
                    <a:pt x="3799154" y="1116426"/>
                  </a:lnTo>
                  <a:lnTo>
                    <a:pt x="3800212" y="1105003"/>
                  </a:lnTo>
                  <a:lnTo>
                    <a:pt x="3801270" y="1093470"/>
                  </a:lnTo>
                  <a:lnTo>
                    <a:pt x="3802328" y="1082031"/>
                  </a:lnTo>
                  <a:lnTo>
                    <a:pt x="3803386" y="1070759"/>
                  </a:lnTo>
                  <a:lnTo>
                    <a:pt x="3804443" y="1059730"/>
                  </a:lnTo>
                  <a:lnTo>
                    <a:pt x="3805501" y="1049108"/>
                  </a:lnTo>
                  <a:lnTo>
                    <a:pt x="3806559" y="1039020"/>
                  </a:lnTo>
                  <a:lnTo>
                    <a:pt x="3807617" y="1029600"/>
                  </a:lnTo>
                  <a:lnTo>
                    <a:pt x="3808675" y="1021064"/>
                  </a:lnTo>
                  <a:lnTo>
                    <a:pt x="3809733" y="1013538"/>
                  </a:lnTo>
                  <a:lnTo>
                    <a:pt x="3810791" y="1007043"/>
                  </a:lnTo>
                  <a:lnTo>
                    <a:pt x="3811848" y="1001440"/>
                  </a:lnTo>
                  <a:lnTo>
                    <a:pt x="3812906" y="996633"/>
                  </a:lnTo>
                  <a:lnTo>
                    <a:pt x="3813964" y="992620"/>
                  </a:lnTo>
                  <a:lnTo>
                    <a:pt x="3815022" y="989361"/>
                  </a:lnTo>
                  <a:lnTo>
                    <a:pt x="3816080" y="986919"/>
                  </a:lnTo>
                  <a:lnTo>
                    <a:pt x="3817138" y="985324"/>
                  </a:lnTo>
                  <a:lnTo>
                    <a:pt x="3818195" y="984602"/>
                  </a:lnTo>
                  <a:lnTo>
                    <a:pt x="3819253" y="984738"/>
                  </a:lnTo>
                  <a:lnTo>
                    <a:pt x="3820311" y="985703"/>
                  </a:lnTo>
                  <a:lnTo>
                    <a:pt x="3821369" y="987427"/>
                  </a:lnTo>
                  <a:lnTo>
                    <a:pt x="3822427" y="989882"/>
                  </a:lnTo>
                  <a:lnTo>
                    <a:pt x="3823485" y="993062"/>
                  </a:lnTo>
                  <a:lnTo>
                    <a:pt x="3824542" y="996968"/>
                  </a:lnTo>
                  <a:lnTo>
                    <a:pt x="3825600" y="1001464"/>
                  </a:lnTo>
                  <a:lnTo>
                    <a:pt x="3826658" y="1006601"/>
                  </a:lnTo>
                  <a:lnTo>
                    <a:pt x="3827716" y="1012509"/>
                  </a:lnTo>
                  <a:lnTo>
                    <a:pt x="3828774" y="1019250"/>
                  </a:lnTo>
                  <a:lnTo>
                    <a:pt x="3829832" y="1026850"/>
                  </a:lnTo>
                  <a:lnTo>
                    <a:pt x="3830889" y="1035292"/>
                  </a:lnTo>
                  <a:lnTo>
                    <a:pt x="3831947" y="1044551"/>
                  </a:lnTo>
                  <a:lnTo>
                    <a:pt x="3833005" y="1054610"/>
                  </a:lnTo>
                  <a:lnTo>
                    <a:pt x="3834063" y="1065476"/>
                  </a:lnTo>
                  <a:lnTo>
                    <a:pt x="3835121" y="1077165"/>
                  </a:lnTo>
                  <a:lnTo>
                    <a:pt x="3836179" y="1089619"/>
                  </a:lnTo>
                  <a:lnTo>
                    <a:pt x="3837237" y="1102875"/>
                  </a:lnTo>
                  <a:lnTo>
                    <a:pt x="3838294" y="1117049"/>
                  </a:lnTo>
                  <a:lnTo>
                    <a:pt x="3839352" y="1132151"/>
                  </a:lnTo>
                  <a:lnTo>
                    <a:pt x="3840410" y="1148122"/>
                  </a:lnTo>
                  <a:lnTo>
                    <a:pt x="3841468" y="1164978"/>
                  </a:lnTo>
                  <a:lnTo>
                    <a:pt x="3842526" y="1182600"/>
                  </a:lnTo>
                  <a:lnTo>
                    <a:pt x="3843584" y="1200924"/>
                  </a:lnTo>
                  <a:lnTo>
                    <a:pt x="3844641" y="1219912"/>
                  </a:lnTo>
                  <a:lnTo>
                    <a:pt x="3845699" y="1239541"/>
                  </a:lnTo>
                  <a:lnTo>
                    <a:pt x="3846757" y="1259879"/>
                  </a:lnTo>
                  <a:lnTo>
                    <a:pt x="3847815" y="1280958"/>
                  </a:lnTo>
                  <a:lnTo>
                    <a:pt x="3848873" y="1302627"/>
                  </a:lnTo>
                  <a:lnTo>
                    <a:pt x="3849931" y="1324616"/>
                  </a:lnTo>
                  <a:lnTo>
                    <a:pt x="3850988" y="1346671"/>
                  </a:lnTo>
                  <a:lnTo>
                    <a:pt x="3852046" y="1368680"/>
                  </a:lnTo>
                  <a:lnTo>
                    <a:pt x="3853104" y="1390491"/>
                  </a:lnTo>
                  <a:lnTo>
                    <a:pt x="3854162" y="1411988"/>
                  </a:lnTo>
                  <a:lnTo>
                    <a:pt x="3855220" y="1433005"/>
                  </a:lnTo>
                  <a:lnTo>
                    <a:pt x="3856278" y="1453389"/>
                  </a:lnTo>
                  <a:lnTo>
                    <a:pt x="3857335" y="1473091"/>
                  </a:lnTo>
                  <a:lnTo>
                    <a:pt x="3858393" y="1491965"/>
                  </a:lnTo>
                  <a:lnTo>
                    <a:pt x="3859451" y="1509752"/>
                  </a:lnTo>
                  <a:lnTo>
                    <a:pt x="3860509" y="1526288"/>
                  </a:lnTo>
                  <a:lnTo>
                    <a:pt x="3861567" y="1541332"/>
                  </a:lnTo>
                  <a:lnTo>
                    <a:pt x="3862625" y="1554626"/>
                  </a:lnTo>
                  <a:lnTo>
                    <a:pt x="3863683" y="1566042"/>
                  </a:lnTo>
                  <a:lnTo>
                    <a:pt x="3864740" y="1575557"/>
                  </a:lnTo>
                  <a:lnTo>
                    <a:pt x="3865798" y="1583308"/>
                  </a:lnTo>
                  <a:lnTo>
                    <a:pt x="3866856" y="1589389"/>
                  </a:lnTo>
                  <a:lnTo>
                    <a:pt x="3867914" y="1593903"/>
                  </a:lnTo>
                  <a:lnTo>
                    <a:pt x="3868972" y="1596994"/>
                  </a:lnTo>
                  <a:lnTo>
                    <a:pt x="3870030" y="1598724"/>
                  </a:lnTo>
                  <a:lnTo>
                    <a:pt x="3871087" y="1599144"/>
                  </a:lnTo>
                  <a:lnTo>
                    <a:pt x="3872145" y="1598307"/>
                  </a:lnTo>
                  <a:lnTo>
                    <a:pt x="3873203" y="1596336"/>
                  </a:lnTo>
                  <a:lnTo>
                    <a:pt x="3874261" y="1593389"/>
                  </a:lnTo>
                  <a:lnTo>
                    <a:pt x="3875319" y="1589673"/>
                  </a:lnTo>
                  <a:lnTo>
                    <a:pt x="3876377" y="1585241"/>
                  </a:lnTo>
                  <a:lnTo>
                    <a:pt x="3877434" y="1580157"/>
                  </a:lnTo>
                  <a:lnTo>
                    <a:pt x="3878492" y="1574595"/>
                  </a:lnTo>
                  <a:lnTo>
                    <a:pt x="3879550" y="1568731"/>
                  </a:lnTo>
                  <a:lnTo>
                    <a:pt x="3880608" y="1562657"/>
                  </a:lnTo>
                  <a:lnTo>
                    <a:pt x="3881666" y="1556460"/>
                  </a:lnTo>
                  <a:lnTo>
                    <a:pt x="3882724" y="1550153"/>
                  </a:lnTo>
                  <a:lnTo>
                    <a:pt x="3883781" y="1543732"/>
                  </a:lnTo>
                  <a:lnTo>
                    <a:pt x="3884839" y="1537154"/>
                  </a:lnTo>
                  <a:lnTo>
                    <a:pt x="3885897" y="1530389"/>
                  </a:lnTo>
                  <a:lnTo>
                    <a:pt x="3886955" y="1523440"/>
                  </a:lnTo>
                  <a:lnTo>
                    <a:pt x="3888013" y="1516352"/>
                  </a:lnTo>
                  <a:lnTo>
                    <a:pt x="3889071" y="1509147"/>
                  </a:lnTo>
                  <a:lnTo>
                    <a:pt x="3890129" y="1501932"/>
                  </a:lnTo>
                  <a:lnTo>
                    <a:pt x="3891186" y="1494746"/>
                  </a:lnTo>
                  <a:lnTo>
                    <a:pt x="3892244" y="1487571"/>
                  </a:lnTo>
                  <a:lnTo>
                    <a:pt x="3893302" y="1480381"/>
                  </a:lnTo>
                  <a:lnTo>
                    <a:pt x="3894360" y="1473119"/>
                  </a:lnTo>
                  <a:lnTo>
                    <a:pt x="3895418" y="1465791"/>
                  </a:lnTo>
                  <a:lnTo>
                    <a:pt x="3896476" y="1458480"/>
                  </a:lnTo>
                  <a:lnTo>
                    <a:pt x="3897533" y="1451250"/>
                  </a:lnTo>
                  <a:lnTo>
                    <a:pt x="3898591" y="1444188"/>
                  </a:lnTo>
                  <a:lnTo>
                    <a:pt x="3899649" y="1437343"/>
                  </a:lnTo>
                  <a:lnTo>
                    <a:pt x="3900707" y="1430756"/>
                  </a:lnTo>
                  <a:lnTo>
                    <a:pt x="3901765" y="1424547"/>
                  </a:lnTo>
                  <a:lnTo>
                    <a:pt x="3902823" y="1418838"/>
                  </a:lnTo>
                  <a:lnTo>
                    <a:pt x="3903880" y="1413735"/>
                  </a:lnTo>
                  <a:lnTo>
                    <a:pt x="3904938" y="1409366"/>
                  </a:lnTo>
                  <a:lnTo>
                    <a:pt x="3905996" y="1405738"/>
                  </a:lnTo>
                  <a:lnTo>
                    <a:pt x="3907054" y="1402949"/>
                  </a:lnTo>
                  <a:lnTo>
                    <a:pt x="3908112" y="1401046"/>
                  </a:lnTo>
                  <a:lnTo>
                    <a:pt x="3909170" y="1400128"/>
                  </a:lnTo>
                  <a:lnTo>
                    <a:pt x="3910227" y="1400243"/>
                  </a:lnTo>
                  <a:lnTo>
                    <a:pt x="3911285" y="1401408"/>
                  </a:lnTo>
                  <a:lnTo>
                    <a:pt x="3912343" y="1403755"/>
                  </a:lnTo>
                  <a:lnTo>
                    <a:pt x="3913401" y="1407326"/>
                  </a:lnTo>
                  <a:lnTo>
                    <a:pt x="3914459" y="1412154"/>
                  </a:lnTo>
                  <a:lnTo>
                    <a:pt x="3915517" y="1418331"/>
                  </a:lnTo>
                  <a:lnTo>
                    <a:pt x="3916575" y="1425962"/>
                  </a:lnTo>
                  <a:lnTo>
                    <a:pt x="3917632" y="1435090"/>
                  </a:lnTo>
                  <a:lnTo>
                    <a:pt x="3918690" y="1445542"/>
                  </a:lnTo>
                  <a:lnTo>
                    <a:pt x="3919748" y="1457162"/>
                  </a:lnTo>
                  <a:lnTo>
                    <a:pt x="3920806" y="1469793"/>
                  </a:lnTo>
                  <a:lnTo>
                    <a:pt x="3921864" y="1483319"/>
                  </a:lnTo>
                  <a:lnTo>
                    <a:pt x="3922922" y="1497593"/>
                  </a:lnTo>
                  <a:lnTo>
                    <a:pt x="3923979" y="1512510"/>
                  </a:lnTo>
                  <a:lnTo>
                    <a:pt x="3925037" y="1528005"/>
                  </a:lnTo>
                  <a:lnTo>
                    <a:pt x="3926095" y="1543883"/>
                  </a:lnTo>
                  <a:lnTo>
                    <a:pt x="3927153" y="1559915"/>
                  </a:lnTo>
                  <a:lnTo>
                    <a:pt x="3928211" y="1575747"/>
                  </a:lnTo>
                  <a:lnTo>
                    <a:pt x="3929269" y="1591158"/>
                  </a:lnTo>
                  <a:lnTo>
                    <a:pt x="3930326" y="1606080"/>
                  </a:lnTo>
                  <a:lnTo>
                    <a:pt x="3931384" y="1620543"/>
                  </a:lnTo>
                  <a:lnTo>
                    <a:pt x="3932442" y="1634449"/>
                  </a:lnTo>
                  <a:lnTo>
                    <a:pt x="3933500" y="1647719"/>
                  </a:lnTo>
                  <a:lnTo>
                    <a:pt x="3934558" y="1660222"/>
                  </a:lnTo>
                  <a:lnTo>
                    <a:pt x="3935616" y="1671859"/>
                  </a:lnTo>
                  <a:lnTo>
                    <a:pt x="3936673" y="1682652"/>
                  </a:lnTo>
                  <a:lnTo>
                    <a:pt x="3937731" y="1692611"/>
                  </a:lnTo>
                  <a:lnTo>
                    <a:pt x="3938789" y="1701747"/>
                  </a:lnTo>
                  <a:lnTo>
                    <a:pt x="3939847" y="1710096"/>
                  </a:lnTo>
                  <a:lnTo>
                    <a:pt x="3940905" y="1717615"/>
                  </a:lnTo>
                  <a:lnTo>
                    <a:pt x="3941963" y="1724396"/>
                  </a:lnTo>
                  <a:lnTo>
                    <a:pt x="3943021" y="1730527"/>
                  </a:lnTo>
                  <a:lnTo>
                    <a:pt x="3944078" y="1736173"/>
                  </a:lnTo>
                  <a:lnTo>
                    <a:pt x="3945136" y="1741515"/>
                  </a:lnTo>
                  <a:lnTo>
                    <a:pt x="3946194" y="1746648"/>
                  </a:lnTo>
                  <a:lnTo>
                    <a:pt x="3947252" y="1751572"/>
                  </a:lnTo>
                  <a:lnTo>
                    <a:pt x="3948310" y="1756251"/>
                  </a:lnTo>
                  <a:lnTo>
                    <a:pt x="3949368" y="1760499"/>
                  </a:lnTo>
                  <a:lnTo>
                    <a:pt x="3950425" y="1764235"/>
                  </a:lnTo>
                  <a:lnTo>
                    <a:pt x="3951483" y="1767430"/>
                  </a:lnTo>
                  <a:lnTo>
                    <a:pt x="3952541" y="1770034"/>
                  </a:lnTo>
                  <a:lnTo>
                    <a:pt x="3953599" y="1772131"/>
                  </a:lnTo>
                  <a:lnTo>
                    <a:pt x="3954657" y="1773718"/>
                  </a:lnTo>
                  <a:lnTo>
                    <a:pt x="3955715" y="1774821"/>
                  </a:lnTo>
                  <a:lnTo>
                    <a:pt x="3956772" y="1775399"/>
                  </a:lnTo>
                  <a:lnTo>
                    <a:pt x="3957830" y="1775471"/>
                  </a:lnTo>
                  <a:lnTo>
                    <a:pt x="3958888" y="1775012"/>
                  </a:lnTo>
                  <a:lnTo>
                    <a:pt x="3959946" y="1773985"/>
                  </a:lnTo>
                  <a:lnTo>
                    <a:pt x="3961004" y="1772430"/>
                  </a:lnTo>
                  <a:lnTo>
                    <a:pt x="3962062" y="1770360"/>
                  </a:lnTo>
                  <a:lnTo>
                    <a:pt x="3963119" y="1767713"/>
                  </a:lnTo>
                  <a:lnTo>
                    <a:pt x="3964177" y="1764433"/>
                  </a:lnTo>
                  <a:lnTo>
                    <a:pt x="3965235" y="1760522"/>
                  </a:lnTo>
                  <a:lnTo>
                    <a:pt x="3966293" y="1756013"/>
                  </a:lnTo>
                  <a:lnTo>
                    <a:pt x="3967351" y="1750926"/>
                  </a:lnTo>
                  <a:lnTo>
                    <a:pt x="3968409" y="1745295"/>
                  </a:lnTo>
                  <a:lnTo>
                    <a:pt x="3969467" y="1739080"/>
                  </a:lnTo>
                  <a:lnTo>
                    <a:pt x="3970524" y="1732217"/>
                  </a:lnTo>
                  <a:lnTo>
                    <a:pt x="3971582" y="1724766"/>
                  </a:lnTo>
                  <a:lnTo>
                    <a:pt x="3972640" y="1716870"/>
                  </a:lnTo>
                  <a:lnTo>
                    <a:pt x="3973698" y="1708667"/>
                  </a:lnTo>
                  <a:lnTo>
                    <a:pt x="3974756" y="1700209"/>
                  </a:lnTo>
                  <a:lnTo>
                    <a:pt x="3975814" y="1691509"/>
                  </a:lnTo>
                  <a:lnTo>
                    <a:pt x="3976871" y="1682627"/>
                  </a:lnTo>
                  <a:lnTo>
                    <a:pt x="3977929" y="1673628"/>
                  </a:lnTo>
                  <a:lnTo>
                    <a:pt x="3978987" y="1664618"/>
                  </a:lnTo>
                  <a:lnTo>
                    <a:pt x="3980045" y="1655744"/>
                  </a:lnTo>
                  <a:lnTo>
                    <a:pt x="3981103" y="1647119"/>
                  </a:lnTo>
                  <a:lnTo>
                    <a:pt x="3982161" y="1638898"/>
                  </a:lnTo>
                  <a:lnTo>
                    <a:pt x="3983218" y="1631117"/>
                  </a:lnTo>
                  <a:lnTo>
                    <a:pt x="3984276" y="1623726"/>
                  </a:lnTo>
                  <a:lnTo>
                    <a:pt x="3985334" y="1616694"/>
                  </a:lnTo>
                  <a:lnTo>
                    <a:pt x="3986392" y="1610001"/>
                  </a:lnTo>
                  <a:lnTo>
                    <a:pt x="3987450" y="1603714"/>
                  </a:lnTo>
                  <a:lnTo>
                    <a:pt x="3988508" y="1597912"/>
                  </a:lnTo>
                  <a:lnTo>
                    <a:pt x="3989565" y="1592559"/>
                  </a:lnTo>
                  <a:lnTo>
                    <a:pt x="3990623" y="1587677"/>
                  </a:lnTo>
                  <a:lnTo>
                    <a:pt x="3991681" y="1583292"/>
                  </a:lnTo>
                  <a:lnTo>
                    <a:pt x="3992739" y="1579354"/>
                  </a:lnTo>
                  <a:lnTo>
                    <a:pt x="3993797" y="1575795"/>
                  </a:lnTo>
                  <a:lnTo>
                    <a:pt x="3994855" y="1572598"/>
                  </a:lnTo>
                  <a:lnTo>
                    <a:pt x="3995913" y="1569570"/>
                  </a:lnTo>
                  <a:lnTo>
                    <a:pt x="3996970" y="1566482"/>
                  </a:lnTo>
                  <a:lnTo>
                    <a:pt x="3998028" y="1563026"/>
                  </a:lnTo>
                  <a:lnTo>
                    <a:pt x="3999086" y="1559016"/>
                  </a:lnTo>
                  <a:lnTo>
                    <a:pt x="4000144" y="1554379"/>
                  </a:lnTo>
                  <a:lnTo>
                    <a:pt x="4001202" y="1549123"/>
                  </a:lnTo>
                  <a:lnTo>
                    <a:pt x="4002260" y="1543458"/>
                  </a:lnTo>
                  <a:lnTo>
                    <a:pt x="4003317" y="1537495"/>
                  </a:lnTo>
                  <a:lnTo>
                    <a:pt x="4004375" y="1531239"/>
                  </a:lnTo>
                  <a:lnTo>
                    <a:pt x="4005433" y="1524752"/>
                  </a:lnTo>
                  <a:lnTo>
                    <a:pt x="4006491" y="1517984"/>
                  </a:lnTo>
                  <a:lnTo>
                    <a:pt x="4007549" y="1510860"/>
                  </a:lnTo>
                  <a:lnTo>
                    <a:pt x="4008607" y="1503411"/>
                  </a:lnTo>
                  <a:lnTo>
                    <a:pt x="4009664" y="1495747"/>
                  </a:lnTo>
                  <a:lnTo>
                    <a:pt x="4010722" y="1487941"/>
                  </a:lnTo>
                  <a:lnTo>
                    <a:pt x="4011780" y="1480005"/>
                  </a:lnTo>
                  <a:lnTo>
                    <a:pt x="4012838" y="1471999"/>
                  </a:lnTo>
                  <a:lnTo>
                    <a:pt x="4013896" y="1463990"/>
                  </a:lnTo>
                  <a:lnTo>
                    <a:pt x="4014954" y="1455952"/>
                  </a:lnTo>
                  <a:lnTo>
                    <a:pt x="4016011" y="1447974"/>
                  </a:lnTo>
                  <a:lnTo>
                    <a:pt x="4017069" y="1440241"/>
                  </a:lnTo>
                  <a:lnTo>
                    <a:pt x="4018127" y="1432827"/>
                  </a:lnTo>
                  <a:lnTo>
                    <a:pt x="4019185" y="1425814"/>
                  </a:lnTo>
                  <a:lnTo>
                    <a:pt x="4020243" y="1419298"/>
                  </a:lnTo>
                  <a:lnTo>
                    <a:pt x="4021301" y="1413359"/>
                  </a:lnTo>
                  <a:lnTo>
                    <a:pt x="4022359" y="1408051"/>
                  </a:lnTo>
                  <a:lnTo>
                    <a:pt x="4023416" y="1403463"/>
                  </a:lnTo>
                  <a:lnTo>
                    <a:pt x="4024474" y="1399681"/>
                  </a:lnTo>
                  <a:lnTo>
                    <a:pt x="4025532" y="1396606"/>
                  </a:lnTo>
                  <a:lnTo>
                    <a:pt x="4026590" y="1394214"/>
                  </a:lnTo>
                  <a:lnTo>
                    <a:pt x="4027648" y="1392563"/>
                  </a:lnTo>
                  <a:lnTo>
                    <a:pt x="4028706" y="1391671"/>
                  </a:lnTo>
                  <a:lnTo>
                    <a:pt x="4029763" y="1391468"/>
                  </a:lnTo>
                  <a:lnTo>
                    <a:pt x="4030821" y="1391930"/>
                  </a:lnTo>
                  <a:lnTo>
                    <a:pt x="4031879" y="1392986"/>
                  </a:lnTo>
                  <a:lnTo>
                    <a:pt x="4032937" y="1394481"/>
                  </a:lnTo>
                  <a:lnTo>
                    <a:pt x="4033995" y="1396343"/>
                  </a:lnTo>
                  <a:lnTo>
                    <a:pt x="4035053" y="1398607"/>
                  </a:lnTo>
                  <a:lnTo>
                    <a:pt x="4036110" y="1401339"/>
                  </a:lnTo>
                  <a:lnTo>
                    <a:pt x="4037168" y="1404520"/>
                  </a:lnTo>
                  <a:lnTo>
                    <a:pt x="4038226" y="1408115"/>
                  </a:lnTo>
                  <a:lnTo>
                    <a:pt x="4039284" y="1412042"/>
                  </a:lnTo>
                  <a:lnTo>
                    <a:pt x="4040342" y="1416280"/>
                  </a:lnTo>
                  <a:lnTo>
                    <a:pt x="4041400" y="1420845"/>
                  </a:lnTo>
                  <a:lnTo>
                    <a:pt x="4042457" y="1425655"/>
                  </a:lnTo>
                  <a:lnTo>
                    <a:pt x="4043515" y="1430652"/>
                  </a:lnTo>
                  <a:lnTo>
                    <a:pt x="4044573" y="1435808"/>
                  </a:lnTo>
                  <a:lnTo>
                    <a:pt x="4045631" y="1441175"/>
                  </a:lnTo>
                  <a:lnTo>
                    <a:pt x="4046689" y="1446808"/>
                  </a:lnTo>
                  <a:lnTo>
                    <a:pt x="4047747" y="1452727"/>
                  </a:lnTo>
                  <a:lnTo>
                    <a:pt x="4048805" y="1458925"/>
                  </a:lnTo>
                  <a:lnTo>
                    <a:pt x="4049862" y="1465432"/>
                  </a:lnTo>
                  <a:lnTo>
                    <a:pt x="4050920" y="1472404"/>
                  </a:lnTo>
                  <a:lnTo>
                    <a:pt x="4051978" y="1479913"/>
                  </a:lnTo>
                  <a:lnTo>
                    <a:pt x="4053036" y="1487979"/>
                  </a:lnTo>
                  <a:lnTo>
                    <a:pt x="4054094" y="1496686"/>
                  </a:lnTo>
                  <a:lnTo>
                    <a:pt x="4055152" y="1506049"/>
                  </a:lnTo>
                  <a:lnTo>
                    <a:pt x="4056209" y="1515965"/>
                  </a:lnTo>
                  <a:lnTo>
                    <a:pt x="4057267" y="1526412"/>
                  </a:lnTo>
                  <a:lnTo>
                    <a:pt x="4058325" y="1537362"/>
                  </a:lnTo>
                  <a:lnTo>
                    <a:pt x="4059383" y="1548781"/>
                  </a:lnTo>
                  <a:lnTo>
                    <a:pt x="4060441" y="1560700"/>
                  </a:lnTo>
                  <a:lnTo>
                    <a:pt x="4061499" y="1573039"/>
                  </a:lnTo>
                  <a:lnTo>
                    <a:pt x="4062556" y="1585715"/>
                  </a:lnTo>
                  <a:lnTo>
                    <a:pt x="4063614" y="1598489"/>
                  </a:lnTo>
                  <a:lnTo>
                    <a:pt x="4064672" y="1611458"/>
                  </a:lnTo>
                  <a:lnTo>
                    <a:pt x="4065730" y="1624625"/>
                  </a:lnTo>
                  <a:lnTo>
                    <a:pt x="4066788" y="1637824"/>
                  </a:lnTo>
                  <a:lnTo>
                    <a:pt x="4067846" y="1650951"/>
                  </a:lnTo>
                  <a:lnTo>
                    <a:pt x="4068903" y="1663967"/>
                  </a:lnTo>
                  <a:lnTo>
                    <a:pt x="4069961" y="1676677"/>
                  </a:lnTo>
                  <a:lnTo>
                    <a:pt x="4071019" y="1688958"/>
                  </a:lnTo>
                  <a:lnTo>
                    <a:pt x="4072077" y="1700675"/>
                  </a:lnTo>
                  <a:lnTo>
                    <a:pt x="4073135" y="1711661"/>
                  </a:lnTo>
                  <a:lnTo>
                    <a:pt x="4074193" y="1721745"/>
                  </a:lnTo>
                  <a:lnTo>
                    <a:pt x="4075251" y="1730792"/>
                  </a:lnTo>
                  <a:lnTo>
                    <a:pt x="4076308" y="1738703"/>
                  </a:lnTo>
                  <a:lnTo>
                    <a:pt x="4077366" y="1745398"/>
                  </a:lnTo>
                  <a:lnTo>
                    <a:pt x="4078424" y="1750879"/>
                  </a:lnTo>
                  <a:lnTo>
                    <a:pt x="4079482" y="1755214"/>
                  </a:lnTo>
                  <a:lnTo>
                    <a:pt x="4080540" y="1758289"/>
                  </a:lnTo>
                  <a:lnTo>
                    <a:pt x="4081598" y="1760034"/>
                  </a:lnTo>
                  <a:lnTo>
                    <a:pt x="4082655" y="1760592"/>
                  </a:lnTo>
                  <a:lnTo>
                    <a:pt x="4083713" y="1760046"/>
                  </a:lnTo>
                  <a:lnTo>
                    <a:pt x="4084771" y="1758382"/>
                  </a:lnTo>
                  <a:lnTo>
                    <a:pt x="4085829" y="1755728"/>
                  </a:lnTo>
                  <a:lnTo>
                    <a:pt x="4086887" y="1752240"/>
                  </a:lnTo>
                  <a:lnTo>
                    <a:pt x="4087945" y="1747995"/>
                  </a:lnTo>
                  <a:lnTo>
                    <a:pt x="4089002" y="1742935"/>
                  </a:lnTo>
                  <a:lnTo>
                    <a:pt x="4090060" y="1737158"/>
                  </a:lnTo>
                  <a:lnTo>
                    <a:pt x="4091118" y="1730848"/>
                  </a:lnTo>
                  <a:lnTo>
                    <a:pt x="4092176" y="1724183"/>
                  </a:lnTo>
                  <a:lnTo>
                    <a:pt x="4093234" y="1717231"/>
                  </a:lnTo>
                  <a:lnTo>
                    <a:pt x="4094292" y="1709906"/>
                  </a:lnTo>
                  <a:lnTo>
                    <a:pt x="4095349" y="1702199"/>
                  </a:lnTo>
                  <a:lnTo>
                    <a:pt x="4096407" y="1694191"/>
                  </a:lnTo>
                  <a:lnTo>
                    <a:pt x="4097465" y="1685890"/>
                  </a:lnTo>
                  <a:lnTo>
                    <a:pt x="4098523" y="1677252"/>
                  </a:lnTo>
                  <a:lnTo>
                    <a:pt x="4099581" y="1668260"/>
                  </a:lnTo>
                  <a:lnTo>
                    <a:pt x="4100639" y="1658938"/>
                  </a:lnTo>
                  <a:lnTo>
                    <a:pt x="4101697" y="1649382"/>
                  </a:lnTo>
                  <a:lnTo>
                    <a:pt x="4102754" y="1639673"/>
                  </a:lnTo>
                  <a:lnTo>
                    <a:pt x="4103812" y="1629810"/>
                  </a:lnTo>
                  <a:lnTo>
                    <a:pt x="4104870" y="1619762"/>
                  </a:lnTo>
                  <a:lnTo>
                    <a:pt x="4105928" y="1609552"/>
                  </a:lnTo>
                  <a:lnTo>
                    <a:pt x="4106986" y="1599146"/>
                  </a:lnTo>
                  <a:lnTo>
                    <a:pt x="4108044" y="1588413"/>
                  </a:lnTo>
                  <a:lnTo>
                    <a:pt x="4109101" y="1577369"/>
                  </a:lnTo>
                  <a:lnTo>
                    <a:pt x="4110159" y="1566069"/>
                  </a:lnTo>
                  <a:lnTo>
                    <a:pt x="4111217" y="1554532"/>
                  </a:lnTo>
                  <a:lnTo>
                    <a:pt x="4112275" y="1542793"/>
                  </a:lnTo>
                  <a:lnTo>
                    <a:pt x="4113333" y="1530831"/>
                  </a:lnTo>
                  <a:lnTo>
                    <a:pt x="4114391" y="1518649"/>
                  </a:lnTo>
                  <a:lnTo>
                    <a:pt x="4115448" y="1506300"/>
                  </a:lnTo>
                  <a:lnTo>
                    <a:pt x="4116506" y="1493852"/>
                  </a:lnTo>
                  <a:lnTo>
                    <a:pt x="4117564" y="1481294"/>
                  </a:lnTo>
                  <a:lnTo>
                    <a:pt x="4118622" y="1468501"/>
                  </a:lnTo>
                  <a:lnTo>
                    <a:pt x="4119680" y="1455580"/>
                  </a:lnTo>
                  <a:lnTo>
                    <a:pt x="4120738" y="1442821"/>
                  </a:lnTo>
                  <a:lnTo>
                    <a:pt x="4121795" y="1430302"/>
                  </a:lnTo>
                  <a:lnTo>
                    <a:pt x="4122853" y="1418002"/>
                  </a:lnTo>
                  <a:lnTo>
                    <a:pt x="4123911" y="1406021"/>
                  </a:lnTo>
                  <a:lnTo>
                    <a:pt x="4124969" y="1394376"/>
                  </a:lnTo>
                  <a:lnTo>
                    <a:pt x="4126027" y="1383167"/>
                  </a:lnTo>
                  <a:lnTo>
                    <a:pt x="4127085" y="1372487"/>
                  </a:lnTo>
                  <a:lnTo>
                    <a:pt x="4128143" y="1362458"/>
                  </a:lnTo>
                  <a:lnTo>
                    <a:pt x="4129200" y="1353253"/>
                  </a:lnTo>
                  <a:lnTo>
                    <a:pt x="4130258" y="1344983"/>
                  </a:lnTo>
                  <a:lnTo>
                    <a:pt x="4131316" y="1337696"/>
                  </a:lnTo>
                  <a:lnTo>
                    <a:pt x="4132374" y="1331302"/>
                  </a:lnTo>
                  <a:lnTo>
                    <a:pt x="4133432" y="1325733"/>
                  </a:lnTo>
                  <a:lnTo>
                    <a:pt x="4134490" y="1321091"/>
                  </a:lnTo>
                  <a:lnTo>
                    <a:pt x="4135547" y="1317217"/>
                  </a:lnTo>
                  <a:lnTo>
                    <a:pt x="4136605" y="1313950"/>
                  </a:lnTo>
                  <a:lnTo>
                    <a:pt x="4137663" y="1311338"/>
                  </a:lnTo>
                  <a:lnTo>
                    <a:pt x="4138721" y="1309487"/>
                  </a:lnTo>
                  <a:lnTo>
                    <a:pt x="4139779" y="1308334"/>
                  </a:lnTo>
                  <a:lnTo>
                    <a:pt x="4140837" y="1307803"/>
                  </a:lnTo>
                  <a:lnTo>
                    <a:pt x="4141894" y="1307895"/>
                  </a:lnTo>
                  <a:lnTo>
                    <a:pt x="4142952" y="1308642"/>
                  </a:lnTo>
                  <a:lnTo>
                    <a:pt x="4144010" y="1309860"/>
                  </a:lnTo>
                  <a:lnTo>
                    <a:pt x="4145068" y="1311337"/>
                  </a:lnTo>
                  <a:lnTo>
                    <a:pt x="4146126" y="1312962"/>
                  </a:lnTo>
                  <a:lnTo>
                    <a:pt x="4147184" y="1314813"/>
                  </a:lnTo>
                  <a:lnTo>
                    <a:pt x="4148241" y="1317109"/>
                  </a:lnTo>
                  <a:lnTo>
                    <a:pt x="4149299" y="1319958"/>
                  </a:lnTo>
                  <a:lnTo>
                    <a:pt x="4150357" y="1323354"/>
                  </a:lnTo>
                  <a:lnTo>
                    <a:pt x="4151415" y="1327487"/>
                  </a:lnTo>
                  <a:lnTo>
                    <a:pt x="4152473" y="1332316"/>
                  </a:lnTo>
                  <a:lnTo>
                    <a:pt x="4153531" y="1337726"/>
                  </a:lnTo>
                  <a:lnTo>
                    <a:pt x="4154589" y="1343625"/>
                  </a:lnTo>
                  <a:lnTo>
                    <a:pt x="4155646" y="1349922"/>
                  </a:lnTo>
                  <a:lnTo>
                    <a:pt x="4156704" y="1356484"/>
                  </a:lnTo>
                  <a:lnTo>
                    <a:pt x="4157762" y="1363354"/>
                  </a:lnTo>
                  <a:lnTo>
                    <a:pt x="4158820" y="1370549"/>
                  </a:lnTo>
                  <a:lnTo>
                    <a:pt x="4159878" y="1378111"/>
                  </a:lnTo>
                  <a:lnTo>
                    <a:pt x="4160936" y="1386045"/>
                  </a:lnTo>
                  <a:lnTo>
                    <a:pt x="4161993" y="1394387"/>
                  </a:lnTo>
                  <a:lnTo>
                    <a:pt x="4163051" y="1402997"/>
                  </a:lnTo>
                  <a:lnTo>
                    <a:pt x="4164109" y="1411792"/>
                  </a:lnTo>
                  <a:lnTo>
                    <a:pt x="4165167" y="1420778"/>
                  </a:lnTo>
                  <a:lnTo>
                    <a:pt x="4166225" y="1429947"/>
                  </a:lnTo>
                  <a:lnTo>
                    <a:pt x="4167283" y="1439313"/>
                  </a:lnTo>
                  <a:lnTo>
                    <a:pt x="4168340" y="1448882"/>
                  </a:lnTo>
                  <a:lnTo>
                    <a:pt x="4169398" y="1458608"/>
                  </a:lnTo>
                  <a:lnTo>
                    <a:pt x="4170456" y="1468403"/>
                  </a:lnTo>
                  <a:lnTo>
                    <a:pt x="4171514" y="1478320"/>
                  </a:lnTo>
                  <a:lnTo>
                    <a:pt x="4172572" y="1488379"/>
                  </a:lnTo>
                  <a:lnTo>
                    <a:pt x="4173630" y="1498360"/>
                  </a:lnTo>
                  <a:lnTo>
                    <a:pt x="4174687" y="1508097"/>
                  </a:lnTo>
                  <a:lnTo>
                    <a:pt x="4175745" y="1517680"/>
                  </a:lnTo>
                  <a:lnTo>
                    <a:pt x="4176803" y="1527153"/>
                  </a:lnTo>
                  <a:lnTo>
                    <a:pt x="4177861" y="1536526"/>
                  </a:lnTo>
                  <a:lnTo>
                    <a:pt x="4178919" y="1545761"/>
                  </a:lnTo>
                  <a:lnTo>
                    <a:pt x="4179977" y="1554851"/>
                  </a:lnTo>
                  <a:lnTo>
                    <a:pt x="4181035" y="1563757"/>
                  </a:lnTo>
                  <a:lnTo>
                    <a:pt x="4182092" y="1572361"/>
                  </a:lnTo>
                  <a:lnTo>
                    <a:pt x="4183150" y="1580571"/>
                  </a:lnTo>
                  <a:lnTo>
                    <a:pt x="4184208" y="1588353"/>
                  </a:lnTo>
                  <a:lnTo>
                    <a:pt x="4185266" y="1595755"/>
                  </a:lnTo>
                  <a:lnTo>
                    <a:pt x="4186324" y="1602934"/>
                  </a:lnTo>
                  <a:lnTo>
                    <a:pt x="4187382" y="1609948"/>
                  </a:lnTo>
                  <a:lnTo>
                    <a:pt x="4188439" y="1616846"/>
                  </a:lnTo>
                  <a:lnTo>
                    <a:pt x="4189497" y="1623776"/>
                  </a:lnTo>
                  <a:lnTo>
                    <a:pt x="4190555" y="1630771"/>
                  </a:lnTo>
                  <a:lnTo>
                    <a:pt x="4191613" y="1637657"/>
                  </a:lnTo>
                  <a:lnTo>
                    <a:pt x="4192671" y="1644384"/>
                  </a:lnTo>
                  <a:lnTo>
                    <a:pt x="4193729" y="1650976"/>
                  </a:lnTo>
                  <a:lnTo>
                    <a:pt x="4194786" y="1657492"/>
                  </a:lnTo>
                  <a:lnTo>
                    <a:pt x="4195844" y="1663943"/>
                  </a:lnTo>
                  <a:lnTo>
                    <a:pt x="4196902" y="1670314"/>
                  </a:lnTo>
                  <a:lnTo>
                    <a:pt x="4197960" y="1676608"/>
                  </a:lnTo>
                  <a:lnTo>
                    <a:pt x="4199018" y="1682875"/>
                  </a:lnTo>
                  <a:lnTo>
                    <a:pt x="4200076" y="1689082"/>
                  </a:lnTo>
                  <a:lnTo>
                    <a:pt x="4201133" y="1695049"/>
                  </a:lnTo>
                  <a:lnTo>
                    <a:pt x="4202191" y="1700581"/>
                  </a:lnTo>
                  <a:lnTo>
                    <a:pt x="4203249" y="1705668"/>
                  </a:lnTo>
                  <a:lnTo>
                    <a:pt x="4204307" y="1710212"/>
                  </a:lnTo>
                  <a:lnTo>
                    <a:pt x="4205365" y="1714187"/>
                  </a:lnTo>
                  <a:lnTo>
                    <a:pt x="4206423" y="1717735"/>
                  </a:lnTo>
                  <a:lnTo>
                    <a:pt x="4207481" y="1720963"/>
                  </a:lnTo>
                  <a:lnTo>
                    <a:pt x="4208538" y="1723903"/>
                  </a:lnTo>
                  <a:lnTo>
                    <a:pt x="4209596" y="1726697"/>
                  </a:lnTo>
                  <a:lnTo>
                    <a:pt x="4210654" y="1729454"/>
                  </a:lnTo>
                  <a:lnTo>
                    <a:pt x="4211712" y="1732144"/>
                  </a:lnTo>
                  <a:lnTo>
                    <a:pt x="4212770" y="1734791"/>
                  </a:lnTo>
                  <a:lnTo>
                    <a:pt x="4213828" y="1737518"/>
                  </a:lnTo>
                  <a:lnTo>
                    <a:pt x="4214885" y="1740356"/>
                  </a:lnTo>
                  <a:lnTo>
                    <a:pt x="4215943" y="1743431"/>
                  </a:lnTo>
                  <a:lnTo>
                    <a:pt x="4217001" y="1746887"/>
                  </a:lnTo>
                  <a:lnTo>
                    <a:pt x="4218059" y="1750749"/>
                  </a:lnTo>
                  <a:lnTo>
                    <a:pt x="4219117" y="1755028"/>
                  </a:lnTo>
                  <a:lnTo>
                    <a:pt x="4220175" y="1759782"/>
                  </a:lnTo>
                  <a:lnTo>
                    <a:pt x="4221232" y="1764917"/>
                  </a:lnTo>
                  <a:lnTo>
                    <a:pt x="4222290" y="1770432"/>
                  </a:lnTo>
                  <a:lnTo>
                    <a:pt x="4223348" y="1776380"/>
                  </a:lnTo>
                  <a:lnTo>
                    <a:pt x="4224406" y="1782831"/>
                  </a:lnTo>
                  <a:lnTo>
                    <a:pt x="4225464" y="1789695"/>
                  </a:lnTo>
                  <a:lnTo>
                    <a:pt x="4226522" y="1796980"/>
                  </a:lnTo>
                  <a:lnTo>
                    <a:pt x="4227579" y="1804743"/>
                  </a:lnTo>
                  <a:lnTo>
                    <a:pt x="4228637" y="1812916"/>
                  </a:lnTo>
                  <a:lnTo>
                    <a:pt x="4229695" y="1821338"/>
                  </a:lnTo>
                  <a:lnTo>
                    <a:pt x="4230753" y="1829933"/>
                  </a:lnTo>
                  <a:lnTo>
                    <a:pt x="4231811" y="1838635"/>
                  </a:lnTo>
                  <a:lnTo>
                    <a:pt x="4232869" y="1847403"/>
                  </a:lnTo>
                  <a:lnTo>
                    <a:pt x="4233927" y="1856190"/>
                  </a:lnTo>
                  <a:lnTo>
                    <a:pt x="4234984" y="1864957"/>
                  </a:lnTo>
                  <a:lnTo>
                    <a:pt x="4236042" y="1873657"/>
                  </a:lnTo>
                  <a:lnTo>
                    <a:pt x="4237100" y="1882253"/>
                  </a:lnTo>
                  <a:lnTo>
                    <a:pt x="4238158" y="1890709"/>
                  </a:lnTo>
                  <a:lnTo>
                    <a:pt x="4239216" y="1898934"/>
                  </a:lnTo>
                  <a:lnTo>
                    <a:pt x="4240274" y="1906794"/>
                  </a:lnTo>
                  <a:lnTo>
                    <a:pt x="4241331" y="1914295"/>
                  </a:lnTo>
                  <a:lnTo>
                    <a:pt x="4242389" y="1921359"/>
                  </a:lnTo>
                  <a:lnTo>
                    <a:pt x="4243447" y="1927894"/>
                  </a:lnTo>
                  <a:lnTo>
                    <a:pt x="4244505" y="1933914"/>
                  </a:lnTo>
                  <a:lnTo>
                    <a:pt x="4245563" y="1939465"/>
                  </a:lnTo>
                  <a:lnTo>
                    <a:pt x="4246621" y="1944510"/>
                  </a:lnTo>
                  <a:lnTo>
                    <a:pt x="4247678" y="1948977"/>
                  </a:lnTo>
                  <a:lnTo>
                    <a:pt x="4248736" y="1952769"/>
                  </a:lnTo>
                  <a:lnTo>
                    <a:pt x="4249794" y="1955879"/>
                  </a:lnTo>
                  <a:lnTo>
                    <a:pt x="4250852" y="1958438"/>
                  </a:lnTo>
                  <a:lnTo>
                    <a:pt x="4251910" y="1960554"/>
                  </a:lnTo>
                  <a:lnTo>
                    <a:pt x="4252968" y="1962251"/>
                  </a:lnTo>
                  <a:lnTo>
                    <a:pt x="4254025" y="1963555"/>
                  </a:lnTo>
                  <a:lnTo>
                    <a:pt x="4255083" y="1964507"/>
                  </a:lnTo>
                  <a:lnTo>
                    <a:pt x="4256141" y="1965124"/>
                  </a:lnTo>
                  <a:lnTo>
                    <a:pt x="4257199" y="1965320"/>
                  </a:lnTo>
                  <a:lnTo>
                    <a:pt x="4258257" y="1965125"/>
                  </a:lnTo>
                  <a:lnTo>
                    <a:pt x="4259315" y="1964502"/>
                  </a:lnTo>
                  <a:lnTo>
                    <a:pt x="4260373" y="1963456"/>
                  </a:lnTo>
                  <a:lnTo>
                    <a:pt x="4261430" y="1962077"/>
                  </a:lnTo>
                  <a:lnTo>
                    <a:pt x="4262488" y="1960402"/>
                  </a:lnTo>
                  <a:lnTo>
                    <a:pt x="4263546" y="1958336"/>
                  </a:lnTo>
                  <a:lnTo>
                    <a:pt x="4264604" y="1955931"/>
                  </a:lnTo>
                  <a:lnTo>
                    <a:pt x="4265662" y="1953094"/>
                  </a:lnTo>
                  <a:lnTo>
                    <a:pt x="4266720" y="1949670"/>
                  </a:lnTo>
                  <a:lnTo>
                    <a:pt x="4267777" y="1945488"/>
                  </a:lnTo>
                  <a:lnTo>
                    <a:pt x="4268835" y="1940588"/>
                  </a:lnTo>
                  <a:lnTo>
                    <a:pt x="4269893" y="1934918"/>
                  </a:lnTo>
                  <a:lnTo>
                    <a:pt x="4270951" y="1928472"/>
                  </a:lnTo>
                  <a:lnTo>
                    <a:pt x="4272009" y="1921254"/>
                  </a:lnTo>
                  <a:lnTo>
                    <a:pt x="4273067" y="1913234"/>
                  </a:lnTo>
                  <a:lnTo>
                    <a:pt x="4274124" y="1904482"/>
                  </a:lnTo>
                  <a:lnTo>
                    <a:pt x="4275182" y="1895105"/>
                  </a:lnTo>
                  <a:lnTo>
                    <a:pt x="4276240" y="1885145"/>
                  </a:lnTo>
                  <a:lnTo>
                    <a:pt x="4277298" y="1874592"/>
                  </a:lnTo>
                  <a:lnTo>
                    <a:pt x="4278356" y="1863444"/>
                  </a:lnTo>
                  <a:lnTo>
                    <a:pt x="4279414" y="1851797"/>
                  </a:lnTo>
                  <a:lnTo>
                    <a:pt x="4280471" y="1839684"/>
                  </a:lnTo>
                  <a:lnTo>
                    <a:pt x="4281529" y="1827265"/>
                  </a:lnTo>
                  <a:lnTo>
                    <a:pt x="4282587" y="1814774"/>
                  </a:lnTo>
                  <a:lnTo>
                    <a:pt x="4283645" y="1802422"/>
                  </a:lnTo>
                  <a:lnTo>
                    <a:pt x="4284703" y="1790333"/>
                  </a:lnTo>
                  <a:lnTo>
                    <a:pt x="4285761" y="1778594"/>
                  </a:lnTo>
                  <a:lnTo>
                    <a:pt x="4286819" y="1767334"/>
                  </a:lnTo>
                  <a:lnTo>
                    <a:pt x="4287876" y="1756603"/>
                  </a:lnTo>
                  <a:lnTo>
                    <a:pt x="4288934" y="1746414"/>
                  </a:lnTo>
                  <a:lnTo>
                    <a:pt x="4289992" y="1736899"/>
                  </a:lnTo>
                  <a:lnTo>
                    <a:pt x="4291050" y="1728094"/>
                  </a:lnTo>
                  <a:lnTo>
                    <a:pt x="4292108" y="1719907"/>
                  </a:lnTo>
                  <a:lnTo>
                    <a:pt x="4293166" y="1712358"/>
                  </a:lnTo>
                  <a:lnTo>
                    <a:pt x="4294223" y="1705489"/>
                  </a:lnTo>
                  <a:lnTo>
                    <a:pt x="4295281" y="1699293"/>
                  </a:lnTo>
                  <a:lnTo>
                    <a:pt x="4296339" y="1693814"/>
                  </a:lnTo>
                  <a:lnTo>
                    <a:pt x="4297397" y="1689093"/>
                  </a:lnTo>
                  <a:lnTo>
                    <a:pt x="4298455" y="1685126"/>
                  </a:lnTo>
                  <a:lnTo>
                    <a:pt x="4299513" y="1681909"/>
                  </a:lnTo>
                  <a:lnTo>
                    <a:pt x="4300570" y="1679417"/>
                  </a:lnTo>
                  <a:lnTo>
                    <a:pt x="4301628" y="1677600"/>
                  </a:lnTo>
                  <a:lnTo>
                    <a:pt x="4302686" y="1676382"/>
                  </a:lnTo>
                  <a:lnTo>
                    <a:pt x="4303744" y="1675678"/>
                  </a:lnTo>
                  <a:lnTo>
                    <a:pt x="4304802" y="1675398"/>
                  </a:lnTo>
                  <a:lnTo>
                    <a:pt x="4305860" y="1675415"/>
                  </a:lnTo>
                  <a:lnTo>
                    <a:pt x="4306917" y="1675746"/>
                  </a:lnTo>
                  <a:lnTo>
                    <a:pt x="4307975" y="1676499"/>
                  </a:lnTo>
                  <a:lnTo>
                    <a:pt x="4309033" y="1677715"/>
                  </a:lnTo>
                  <a:lnTo>
                    <a:pt x="4310091" y="1679389"/>
                  </a:lnTo>
                  <a:lnTo>
                    <a:pt x="4311149" y="1681516"/>
                  </a:lnTo>
                  <a:lnTo>
                    <a:pt x="4312207" y="1684055"/>
                  </a:lnTo>
                  <a:lnTo>
                    <a:pt x="4313265" y="1686804"/>
                  </a:lnTo>
                  <a:lnTo>
                    <a:pt x="4314322" y="1689577"/>
                  </a:lnTo>
                  <a:lnTo>
                    <a:pt x="4315380" y="1692273"/>
                  </a:lnTo>
                  <a:lnTo>
                    <a:pt x="4316438" y="1694908"/>
                  </a:lnTo>
                  <a:lnTo>
                    <a:pt x="4317496" y="1697507"/>
                  </a:lnTo>
                  <a:lnTo>
                    <a:pt x="4318554" y="1700171"/>
                  </a:lnTo>
                  <a:lnTo>
                    <a:pt x="4319612" y="1703053"/>
                  </a:lnTo>
                  <a:lnTo>
                    <a:pt x="4320669" y="1706325"/>
                  </a:lnTo>
                  <a:lnTo>
                    <a:pt x="4321727" y="1710104"/>
                  </a:lnTo>
                  <a:lnTo>
                    <a:pt x="4322785" y="1714307"/>
                  </a:lnTo>
                  <a:lnTo>
                    <a:pt x="4323843" y="1718874"/>
                  </a:lnTo>
                  <a:lnTo>
                    <a:pt x="4324901" y="1723786"/>
                  </a:lnTo>
                  <a:lnTo>
                    <a:pt x="4325959" y="1729029"/>
                  </a:lnTo>
                  <a:lnTo>
                    <a:pt x="4327016" y="1734509"/>
                  </a:lnTo>
                  <a:lnTo>
                    <a:pt x="4328074" y="1740173"/>
                  </a:lnTo>
                  <a:lnTo>
                    <a:pt x="4329132" y="1746055"/>
                  </a:lnTo>
                  <a:lnTo>
                    <a:pt x="4330190" y="1752115"/>
                  </a:lnTo>
                  <a:lnTo>
                    <a:pt x="4331248" y="1758301"/>
                  </a:lnTo>
                  <a:lnTo>
                    <a:pt x="4332306" y="1764463"/>
                  </a:lnTo>
                  <a:lnTo>
                    <a:pt x="4333363" y="1770441"/>
                  </a:lnTo>
                  <a:lnTo>
                    <a:pt x="4334421" y="1776061"/>
                  </a:lnTo>
                  <a:lnTo>
                    <a:pt x="4335479" y="1781113"/>
                  </a:lnTo>
                  <a:lnTo>
                    <a:pt x="4336537" y="1785382"/>
                  </a:lnTo>
                  <a:lnTo>
                    <a:pt x="4337595" y="1788708"/>
                  </a:lnTo>
                  <a:lnTo>
                    <a:pt x="4338653" y="1791044"/>
                  </a:lnTo>
                  <a:lnTo>
                    <a:pt x="4339711" y="1792290"/>
                  </a:lnTo>
                  <a:lnTo>
                    <a:pt x="4340768" y="1792370"/>
                  </a:lnTo>
                  <a:lnTo>
                    <a:pt x="4341826" y="1791327"/>
                  </a:lnTo>
                  <a:lnTo>
                    <a:pt x="4342884" y="1789206"/>
                  </a:lnTo>
                  <a:lnTo>
                    <a:pt x="4343942" y="1785933"/>
                  </a:lnTo>
                  <a:lnTo>
                    <a:pt x="4345000" y="1781591"/>
                  </a:lnTo>
                  <a:lnTo>
                    <a:pt x="4346058" y="1776292"/>
                  </a:lnTo>
                  <a:lnTo>
                    <a:pt x="4347115" y="1770018"/>
                  </a:lnTo>
                  <a:lnTo>
                    <a:pt x="4348173" y="1762762"/>
                  </a:lnTo>
                  <a:lnTo>
                    <a:pt x="4349231" y="1754572"/>
                  </a:lnTo>
                  <a:lnTo>
                    <a:pt x="4350289" y="1745501"/>
                  </a:lnTo>
                  <a:lnTo>
                    <a:pt x="4351347" y="1735543"/>
                  </a:lnTo>
                  <a:lnTo>
                    <a:pt x="4352405" y="1724689"/>
                  </a:lnTo>
                  <a:lnTo>
                    <a:pt x="4353462" y="1712970"/>
                  </a:lnTo>
                  <a:lnTo>
                    <a:pt x="4354520" y="1700444"/>
                  </a:lnTo>
                  <a:lnTo>
                    <a:pt x="4355578" y="1687253"/>
                  </a:lnTo>
                  <a:lnTo>
                    <a:pt x="4356636" y="1673484"/>
                  </a:lnTo>
                  <a:lnTo>
                    <a:pt x="4357694" y="1659160"/>
                  </a:lnTo>
                  <a:lnTo>
                    <a:pt x="4358752" y="1644289"/>
                  </a:lnTo>
                  <a:lnTo>
                    <a:pt x="4359809" y="1628978"/>
                  </a:lnTo>
                  <a:lnTo>
                    <a:pt x="4360867" y="1613101"/>
                  </a:lnTo>
                  <a:lnTo>
                    <a:pt x="4361925" y="1596544"/>
                  </a:lnTo>
                  <a:lnTo>
                    <a:pt x="4362983" y="1579313"/>
                  </a:lnTo>
                  <a:lnTo>
                    <a:pt x="4364041" y="1561477"/>
                  </a:lnTo>
                  <a:lnTo>
                    <a:pt x="4365099" y="1543031"/>
                  </a:lnTo>
                  <a:lnTo>
                    <a:pt x="4366157" y="1524100"/>
                  </a:lnTo>
                  <a:lnTo>
                    <a:pt x="4367214" y="1504845"/>
                  </a:lnTo>
                  <a:lnTo>
                    <a:pt x="4368272" y="1485323"/>
                  </a:lnTo>
                  <a:lnTo>
                    <a:pt x="4369330" y="1465500"/>
                  </a:lnTo>
                  <a:lnTo>
                    <a:pt x="4370388" y="1445323"/>
                  </a:lnTo>
                  <a:lnTo>
                    <a:pt x="4371446" y="1424685"/>
                  </a:lnTo>
                  <a:lnTo>
                    <a:pt x="4372504" y="1403500"/>
                  </a:lnTo>
                  <a:lnTo>
                    <a:pt x="4373561" y="1381771"/>
                  </a:lnTo>
                  <a:lnTo>
                    <a:pt x="4374619" y="1359328"/>
                  </a:lnTo>
                  <a:lnTo>
                    <a:pt x="4375677" y="1336106"/>
                  </a:lnTo>
                  <a:lnTo>
                    <a:pt x="4376735" y="1312117"/>
                  </a:lnTo>
                  <a:lnTo>
                    <a:pt x="4377793" y="1287385"/>
                  </a:lnTo>
                  <a:lnTo>
                    <a:pt x="4378851" y="1261931"/>
                  </a:lnTo>
                  <a:lnTo>
                    <a:pt x="4379908" y="1235844"/>
                  </a:lnTo>
                  <a:lnTo>
                    <a:pt x="4380966" y="1209217"/>
                  </a:lnTo>
                  <a:lnTo>
                    <a:pt x="4382024" y="1181988"/>
                  </a:lnTo>
                  <a:lnTo>
                    <a:pt x="4383082" y="1154199"/>
                  </a:lnTo>
                  <a:lnTo>
                    <a:pt x="4384140" y="1126036"/>
                  </a:lnTo>
                  <a:lnTo>
                    <a:pt x="4385198" y="1097671"/>
                  </a:lnTo>
                  <a:lnTo>
                    <a:pt x="4386255" y="1069431"/>
                  </a:lnTo>
                  <a:lnTo>
                    <a:pt x="4387313" y="1041602"/>
                  </a:lnTo>
                  <a:lnTo>
                    <a:pt x="4388371" y="1014327"/>
                  </a:lnTo>
                  <a:lnTo>
                    <a:pt x="4389429" y="987685"/>
                  </a:lnTo>
                  <a:lnTo>
                    <a:pt x="4390487" y="961832"/>
                  </a:lnTo>
                  <a:lnTo>
                    <a:pt x="4391545" y="936871"/>
                  </a:lnTo>
                  <a:lnTo>
                    <a:pt x="4392603" y="912832"/>
                  </a:lnTo>
                  <a:lnTo>
                    <a:pt x="4393660" y="889820"/>
                  </a:lnTo>
                  <a:lnTo>
                    <a:pt x="4394718" y="867897"/>
                  </a:lnTo>
                  <a:lnTo>
                    <a:pt x="4395776" y="847001"/>
                  </a:lnTo>
                  <a:lnTo>
                    <a:pt x="4396834" y="827152"/>
                  </a:lnTo>
                  <a:lnTo>
                    <a:pt x="4397892" y="808414"/>
                  </a:lnTo>
                  <a:lnTo>
                    <a:pt x="4398950" y="790772"/>
                  </a:lnTo>
                  <a:lnTo>
                    <a:pt x="4400007" y="774272"/>
                  </a:lnTo>
                  <a:lnTo>
                    <a:pt x="4401065" y="758999"/>
                  </a:lnTo>
                  <a:lnTo>
                    <a:pt x="4402123" y="744886"/>
                  </a:lnTo>
                  <a:lnTo>
                    <a:pt x="4403181" y="731703"/>
                  </a:lnTo>
                  <a:lnTo>
                    <a:pt x="4404239" y="719398"/>
                  </a:lnTo>
                  <a:lnTo>
                    <a:pt x="4405297" y="707972"/>
                  </a:lnTo>
                  <a:lnTo>
                    <a:pt x="4406354" y="697407"/>
                  </a:lnTo>
                  <a:lnTo>
                    <a:pt x="4407412" y="687738"/>
                  </a:lnTo>
                  <a:lnTo>
                    <a:pt x="4408470" y="679041"/>
                  </a:lnTo>
                  <a:lnTo>
                    <a:pt x="4409528" y="671304"/>
                  </a:lnTo>
                  <a:lnTo>
                    <a:pt x="4410586" y="664481"/>
                  </a:lnTo>
                  <a:lnTo>
                    <a:pt x="4411644" y="658616"/>
                  </a:lnTo>
                  <a:lnTo>
                    <a:pt x="4412701" y="653575"/>
                  </a:lnTo>
                  <a:lnTo>
                    <a:pt x="4413759" y="649349"/>
                  </a:lnTo>
                  <a:lnTo>
                    <a:pt x="4414817" y="646030"/>
                  </a:lnTo>
                  <a:lnTo>
                    <a:pt x="4415875" y="643564"/>
                  </a:lnTo>
                  <a:lnTo>
                    <a:pt x="4416933" y="641918"/>
                  </a:lnTo>
                  <a:lnTo>
                    <a:pt x="4417991" y="641061"/>
                  </a:lnTo>
                  <a:lnTo>
                    <a:pt x="4419049" y="641095"/>
                  </a:lnTo>
                  <a:lnTo>
                    <a:pt x="4420106" y="641968"/>
                  </a:lnTo>
                  <a:lnTo>
                    <a:pt x="4421164" y="643688"/>
                  </a:lnTo>
                  <a:lnTo>
                    <a:pt x="4422222" y="646286"/>
                  </a:lnTo>
                  <a:lnTo>
                    <a:pt x="4423280" y="649715"/>
                  </a:lnTo>
                  <a:lnTo>
                    <a:pt x="4424338" y="653998"/>
                  </a:lnTo>
                  <a:lnTo>
                    <a:pt x="4425396" y="659123"/>
                  </a:lnTo>
                  <a:lnTo>
                    <a:pt x="4426453" y="665022"/>
                  </a:lnTo>
                  <a:lnTo>
                    <a:pt x="4427511" y="671646"/>
                  </a:lnTo>
                  <a:lnTo>
                    <a:pt x="4428569" y="679159"/>
                  </a:lnTo>
                  <a:lnTo>
                    <a:pt x="4429627" y="687595"/>
                  </a:lnTo>
                  <a:lnTo>
                    <a:pt x="4430685" y="696952"/>
                  </a:lnTo>
                  <a:lnTo>
                    <a:pt x="4431743" y="707276"/>
                  </a:lnTo>
                  <a:lnTo>
                    <a:pt x="4432800" y="718508"/>
                  </a:lnTo>
                  <a:lnTo>
                    <a:pt x="4433858" y="730535"/>
                  </a:lnTo>
                  <a:lnTo>
                    <a:pt x="4434916" y="743292"/>
                  </a:lnTo>
                  <a:lnTo>
                    <a:pt x="4435974" y="756764"/>
                  </a:lnTo>
                  <a:lnTo>
                    <a:pt x="4437032" y="770816"/>
                  </a:lnTo>
                  <a:lnTo>
                    <a:pt x="4438090" y="785337"/>
                  </a:lnTo>
                  <a:lnTo>
                    <a:pt x="4439147" y="800213"/>
                  </a:lnTo>
                  <a:lnTo>
                    <a:pt x="4440205" y="815216"/>
                  </a:lnTo>
                  <a:lnTo>
                    <a:pt x="4441263" y="830216"/>
                  </a:lnTo>
                  <a:lnTo>
                    <a:pt x="4442321" y="845167"/>
                  </a:lnTo>
                  <a:lnTo>
                    <a:pt x="4443379" y="860005"/>
                  </a:lnTo>
                  <a:lnTo>
                    <a:pt x="4444437" y="874579"/>
                  </a:lnTo>
                  <a:lnTo>
                    <a:pt x="4445495" y="888782"/>
                  </a:lnTo>
                  <a:lnTo>
                    <a:pt x="4446552" y="902594"/>
                  </a:lnTo>
                  <a:lnTo>
                    <a:pt x="4447610" y="915998"/>
                  </a:lnTo>
                  <a:lnTo>
                    <a:pt x="4448668" y="928928"/>
                  </a:lnTo>
                  <a:lnTo>
                    <a:pt x="4449726" y="941472"/>
                  </a:lnTo>
                  <a:lnTo>
                    <a:pt x="4450784" y="953589"/>
                  </a:lnTo>
                  <a:lnTo>
                    <a:pt x="4451842" y="965155"/>
                  </a:lnTo>
                  <a:lnTo>
                    <a:pt x="4452899" y="976002"/>
                  </a:lnTo>
                  <a:lnTo>
                    <a:pt x="4453957" y="986003"/>
                  </a:lnTo>
                  <a:lnTo>
                    <a:pt x="4455015" y="995067"/>
                  </a:lnTo>
                  <a:lnTo>
                    <a:pt x="4456073" y="1003358"/>
                  </a:lnTo>
                  <a:lnTo>
                    <a:pt x="4457131" y="1011034"/>
                  </a:lnTo>
                  <a:lnTo>
                    <a:pt x="4458189" y="1018187"/>
                  </a:lnTo>
                  <a:lnTo>
                    <a:pt x="4459246" y="1024856"/>
                  </a:lnTo>
                  <a:lnTo>
                    <a:pt x="4460304" y="1031037"/>
                  </a:lnTo>
                  <a:lnTo>
                    <a:pt x="4461362" y="1036632"/>
                  </a:lnTo>
                  <a:lnTo>
                    <a:pt x="4462420" y="1041515"/>
                  </a:lnTo>
                  <a:lnTo>
                    <a:pt x="4463478" y="1045584"/>
                  </a:lnTo>
                  <a:lnTo>
                    <a:pt x="4464536" y="1048905"/>
                  </a:lnTo>
                  <a:lnTo>
                    <a:pt x="4465593" y="1051510"/>
                  </a:lnTo>
                  <a:lnTo>
                    <a:pt x="4466651" y="1053496"/>
                  </a:lnTo>
                  <a:lnTo>
                    <a:pt x="4467709" y="1054875"/>
                  </a:lnTo>
                  <a:lnTo>
                    <a:pt x="4468767" y="1055728"/>
                  </a:lnTo>
                  <a:lnTo>
                    <a:pt x="4469825" y="1056139"/>
                  </a:lnTo>
                  <a:lnTo>
                    <a:pt x="4470883" y="1056240"/>
                  </a:lnTo>
                  <a:lnTo>
                    <a:pt x="4471941" y="1055986"/>
                  </a:lnTo>
                  <a:lnTo>
                    <a:pt x="4472998" y="1055358"/>
                  </a:lnTo>
                  <a:lnTo>
                    <a:pt x="4474056" y="1054349"/>
                  </a:lnTo>
                  <a:lnTo>
                    <a:pt x="4475114" y="1052973"/>
                  </a:lnTo>
                  <a:lnTo>
                    <a:pt x="4476172" y="1051258"/>
                  </a:lnTo>
                  <a:lnTo>
                    <a:pt x="4477230" y="1049256"/>
                  </a:lnTo>
                  <a:lnTo>
                    <a:pt x="4478288" y="1047033"/>
                  </a:lnTo>
                  <a:lnTo>
                    <a:pt x="4479345" y="1044689"/>
                  </a:lnTo>
                  <a:lnTo>
                    <a:pt x="4480403" y="1042300"/>
                  </a:lnTo>
                  <a:lnTo>
                    <a:pt x="4481461" y="1039817"/>
                  </a:lnTo>
                  <a:lnTo>
                    <a:pt x="4482519" y="1037229"/>
                  </a:lnTo>
                  <a:lnTo>
                    <a:pt x="4483577" y="1034562"/>
                  </a:lnTo>
                  <a:lnTo>
                    <a:pt x="4484635" y="1031806"/>
                  </a:lnTo>
                  <a:lnTo>
                    <a:pt x="4485692" y="1028921"/>
                  </a:lnTo>
                  <a:lnTo>
                    <a:pt x="4486750" y="1025870"/>
                  </a:lnTo>
                  <a:lnTo>
                    <a:pt x="4487808" y="1022735"/>
                  </a:lnTo>
                  <a:lnTo>
                    <a:pt x="4488866" y="1019513"/>
                  </a:lnTo>
                  <a:lnTo>
                    <a:pt x="4489924" y="1016287"/>
                  </a:lnTo>
                  <a:lnTo>
                    <a:pt x="4490982" y="1013040"/>
                  </a:lnTo>
                  <a:lnTo>
                    <a:pt x="4492039" y="1009711"/>
                  </a:lnTo>
                  <a:lnTo>
                    <a:pt x="4493097" y="1006234"/>
                  </a:lnTo>
                  <a:lnTo>
                    <a:pt x="4494155" y="1002578"/>
                  </a:lnTo>
                  <a:lnTo>
                    <a:pt x="4495213" y="998775"/>
                  </a:lnTo>
                  <a:lnTo>
                    <a:pt x="4496271" y="994868"/>
                  </a:lnTo>
                  <a:lnTo>
                    <a:pt x="4497329" y="990969"/>
                  </a:lnTo>
                  <a:lnTo>
                    <a:pt x="4498387" y="987191"/>
                  </a:lnTo>
                  <a:lnTo>
                    <a:pt x="4499444" y="983569"/>
                  </a:lnTo>
                  <a:lnTo>
                    <a:pt x="4500502" y="980079"/>
                  </a:lnTo>
                  <a:lnTo>
                    <a:pt x="4501560" y="976716"/>
                  </a:lnTo>
                  <a:lnTo>
                    <a:pt x="4502618" y="973397"/>
                  </a:lnTo>
                  <a:lnTo>
                    <a:pt x="4503676" y="970018"/>
                  </a:lnTo>
                  <a:lnTo>
                    <a:pt x="4504734" y="966645"/>
                  </a:lnTo>
                  <a:lnTo>
                    <a:pt x="4505791" y="963376"/>
                  </a:lnTo>
                  <a:lnTo>
                    <a:pt x="4506849" y="960329"/>
                  </a:lnTo>
                  <a:lnTo>
                    <a:pt x="4507907" y="957644"/>
                  </a:lnTo>
                  <a:lnTo>
                    <a:pt x="4508965" y="955374"/>
                  </a:lnTo>
                  <a:lnTo>
                    <a:pt x="4510023" y="953472"/>
                  </a:lnTo>
                  <a:lnTo>
                    <a:pt x="4511081" y="951918"/>
                  </a:lnTo>
                  <a:lnTo>
                    <a:pt x="4512138" y="950643"/>
                  </a:lnTo>
                  <a:lnTo>
                    <a:pt x="4513196" y="949626"/>
                  </a:lnTo>
                  <a:lnTo>
                    <a:pt x="4514254" y="948833"/>
                  </a:lnTo>
                  <a:lnTo>
                    <a:pt x="4515312" y="948320"/>
                  </a:lnTo>
                  <a:lnTo>
                    <a:pt x="4516370" y="948172"/>
                  </a:lnTo>
                  <a:lnTo>
                    <a:pt x="4517428" y="948463"/>
                  </a:lnTo>
                  <a:lnTo>
                    <a:pt x="4518485" y="949224"/>
                  </a:lnTo>
                  <a:lnTo>
                    <a:pt x="4519543" y="950406"/>
                  </a:lnTo>
                  <a:lnTo>
                    <a:pt x="4520601" y="951930"/>
                  </a:lnTo>
                  <a:lnTo>
                    <a:pt x="4521659" y="953752"/>
                  </a:lnTo>
                  <a:lnTo>
                    <a:pt x="4522717" y="955742"/>
                  </a:lnTo>
                  <a:lnTo>
                    <a:pt x="4523775" y="957784"/>
                  </a:lnTo>
                  <a:lnTo>
                    <a:pt x="4524833" y="959780"/>
                  </a:lnTo>
                  <a:lnTo>
                    <a:pt x="4525890" y="961713"/>
                  </a:lnTo>
                  <a:lnTo>
                    <a:pt x="4526948" y="963507"/>
                  </a:lnTo>
                  <a:lnTo>
                    <a:pt x="4528006" y="965168"/>
                  </a:lnTo>
                  <a:lnTo>
                    <a:pt x="4529064" y="966668"/>
                  </a:lnTo>
                  <a:lnTo>
                    <a:pt x="4530122" y="968018"/>
                  </a:lnTo>
                  <a:lnTo>
                    <a:pt x="4531180" y="969192"/>
                  </a:lnTo>
                  <a:lnTo>
                    <a:pt x="4532237" y="970053"/>
                  </a:lnTo>
                  <a:lnTo>
                    <a:pt x="4533295" y="970532"/>
                  </a:lnTo>
                  <a:lnTo>
                    <a:pt x="4534353" y="970562"/>
                  </a:lnTo>
                  <a:lnTo>
                    <a:pt x="4535411" y="970150"/>
                  </a:lnTo>
                  <a:lnTo>
                    <a:pt x="4536469" y="969261"/>
                  </a:lnTo>
                  <a:lnTo>
                    <a:pt x="4537527" y="967837"/>
                  </a:lnTo>
                  <a:lnTo>
                    <a:pt x="4538584" y="965986"/>
                  </a:lnTo>
                  <a:lnTo>
                    <a:pt x="4539642" y="963821"/>
                  </a:lnTo>
                  <a:lnTo>
                    <a:pt x="4540700" y="961395"/>
                  </a:lnTo>
                  <a:lnTo>
                    <a:pt x="4541758" y="958682"/>
                  </a:lnTo>
                  <a:lnTo>
                    <a:pt x="4542816" y="955612"/>
                  </a:lnTo>
                  <a:lnTo>
                    <a:pt x="4543874" y="952129"/>
                  </a:lnTo>
                  <a:lnTo>
                    <a:pt x="4544931" y="948271"/>
                  </a:lnTo>
                  <a:lnTo>
                    <a:pt x="4545989" y="944096"/>
                  </a:lnTo>
                  <a:lnTo>
                    <a:pt x="4547047" y="939793"/>
                  </a:lnTo>
                  <a:lnTo>
                    <a:pt x="4548105" y="935449"/>
                  </a:lnTo>
                  <a:lnTo>
                    <a:pt x="4549163" y="931088"/>
                  </a:lnTo>
                  <a:lnTo>
                    <a:pt x="4550221" y="926680"/>
                  </a:lnTo>
                  <a:lnTo>
                    <a:pt x="4551279" y="922217"/>
                  </a:lnTo>
                  <a:lnTo>
                    <a:pt x="4552336" y="917657"/>
                  </a:lnTo>
                  <a:lnTo>
                    <a:pt x="4553394" y="912993"/>
                  </a:lnTo>
                  <a:lnTo>
                    <a:pt x="4554452" y="908166"/>
                  </a:lnTo>
                  <a:lnTo>
                    <a:pt x="4555510" y="903208"/>
                  </a:lnTo>
                  <a:lnTo>
                    <a:pt x="4556568" y="898219"/>
                  </a:lnTo>
                  <a:lnTo>
                    <a:pt x="4557626" y="893247"/>
                  </a:lnTo>
                  <a:lnTo>
                    <a:pt x="4558683" y="888410"/>
                  </a:lnTo>
                  <a:lnTo>
                    <a:pt x="4559741" y="883757"/>
                  </a:lnTo>
                  <a:lnTo>
                    <a:pt x="4560799" y="879247"/>
                  </a:lnTo>
                  <a:lnTo>
                    <a:pt x="4561857" y="874800"/>
                  </a:lnTo>
                  <a:lnTo>
                    <a:pt x="4562915" y="870380"/>
                  </a:lnTo>
                  <a:lnTo>
                    <a:pt x="4563973" y="865878"/>
                  </a:lnTo>
                  <a:lnTo>
                    <a:pt x="4565030" y="861314"/>
                  </a:lnTo>
                  <a:lnTo>
                    <a:pt x="4566088" y="856607"/>
                  </a:lnTo>
                  <a:lnTo>
                    <a:pt x="4567146" y="851782"/>
                  </a:lnTo>
                  <a:lnTo>
                    <a:pt x="4568204" y="846942"/>
                  </a:lnTo>
                  <a:lnTo>
                    <a:pt x="4569262" y="842140"/>
                  </a:lnTo>
                  <a:lnTo>
                    <a:pt x="4570320" y="837290"/>
                  </a:lnTo>
                  <a:lnTo>
                    <a:pt x="4571377" y="832333"/>
                  </a:lnTo>
                  <a:lnTo>
                    <a:pt x="4572435" y="827231"/>
                  </a:lnTo>
                  <a:lnTo>
                    <a:pt x="4573493" y="822030"/>
                  </a:lnTo>
                  <a:lnTo>
                    <a:pt x="4574551" y="816775"/>
                  </a:lnTo>
                  <a:lnTo>
                    <a:pt x="4575609" y="811490"/>
                  </a:lnTo>
                  <a:lnTo>
                    <a:pt x="4576667" y="806236"/>
                  </a:lnTo>
                  <a:lnTo>
                    <a:pt x="4577725" y="801135"/>
                  </a:lnTo>
                  <a:lnTo>
                    <a:pt x="4578782" y="796177"/>
                  </a:lnTo>
                  <a:lnTo>
                    <a:pt x="4579840" y="791429"/>
                  </a:lnTo>
                  <a:lnTo>
                    <a:pt x="4580898" y="786856"/>
                  </a:lnTo>
                  <a:lnTo>
                    <a:pt x="4581956" y="782510"/>
                  </a:lnTo>
                  <a:lnTo>
                    <a:pt x="4583014" y="778333"/>
                  </a:lnTo>
                  <a:lnTo>
                    <a:pt x="4584072" y="774240"/>
                  </a:lnTo>
                  <a:lnTo>
                    <a:pt x="4585129" y="770280"/>
                  </a:lnTo>
                  <a:lnTo>
                    <a:pt x="4586187" y="766510"/>
                  </a:lnTo>
                  <a:lnTo>
                    <a:pt x="4587245" y="762903"/>
                  </a:lnTo>
                  <a:lnTo>
                    <a:pt x="4588303" y="759435"/>
                  </a:lnTo>
                  <a:lnTo>
                    <a:pt x="4589361" y="756105"/>
                  </a:lnTo>
                  <a:lnTo>
                    <a:pt x="4590419" y="752916"/>
                  </a:lnTo>
                  <a:lnTo>
                    <a:pt x="4591476" y="749819"/>
                  </a:lnTo>
                  <a:lnTo>
                    <a:pt x="4592534" y="746697"/>
                  </a:lnTo>
                  <a:lnTo>
                    <a:pt x="4593592" y="743436"/>
                  </a:lnTo>
                  <a:lnTo>
                    <a:pt x="4594650" y="740030"/>
                  </a:lnTo>
                  <a:lnTo>
                    <a:pt x="4595708" y="736500"/>
                  </a:lnTo>
                  <a:lnTo>
                    <a:pt x="4596766" y="733018"/>
                  </a:lnTo>
                  <a:lnTo>
                    <a:pt x="4597823" y="729565"/>
                  </a:lnTo>
                  <a:lnTo>
                    <a:pt x="4598881" y="726159"/>
                  </a:lnTo>
                  <a:lnTo>
                    <a:pt x="4599939" y="722707"/>
                  </a:lnTo>
                  <a:lnTo>
                    <a:pt x="4600997" y="719081"/>
                  </a:lnTo>
                  <a:lnTo>
                    <a:pt x="4602055" y="715253"/>
                  </a:lnTo>
                  <a:lnTo>
                    <a:pt x="4603113" y="711246"/>
                  </a:lnTo>
                  <a:lnTo>
                    <a:pt x="4604171" y="707067"/>
                  </a:lnTo>
                  <a:lnTo>
                    <a:pt x="4605228" y="702720"/>
                  </a:lnTo>
                  <a:lnTo>
                    <a:pt x="4606286" y="698153"/>
                  </a:lnTo>
                  <a:lnTo>
                    <a:pt x="4607344" y="693467"/>
                  </a:lnTo>
                  <a:lnTo>
                    <a:pt x="4608402" y="688719"/>
                  </a:lnTo>
                  <a:lnTo>
                    <a:pt x="4609460" y="683887"/>
                  </a:lnTo>
                  <a:lnTo>
                    <a:pt x="4610518" y="678960"/>
                  </a:lnTo>
                  <a:lnTo>
                    <a:pt x="4611575" y="673831"/>
                  </a:lnTo>
                  <a:lnTo>
                    <a:pt x="4612633" y="668304"/>
                  </a:lnTo>
                  <a:lnTo>
                    <a:pt x="4613691" y="662315"/>
                  </a:lnTo>
                  <a:lnTo>
                    <a:pt x="4614749" y="655913"/>
                  </a:lnTo>
                  <a:lnTo>
                    <a:pt x="4615807" y="649121"/>
                  </a:lnTo>
                  <a:lnTo>
                    <a:pt x="4616865" y="641966"/>
                  </a:lnTo>
                  <a:lnTo>
                    <a:pt x="4617922" y="634535"/>
                  </a:lnTo>
                  <a:lnTo>
                    <a:pt x="4618980" y="626867"/>
                  </a:lnTo>
                  <a:lnTo>
                    <a:pt x="4620038" y="619054"/>
                  </a:lnTo>
                  <a:lnTo>
                    <a:pt x="4621096" y="611026"/>
                  </a:lnTo>
                  <a:lnTo>
                    <a:pt x="4622154" y="602711"/>
                  </a:lnTo>
                  <a:lnTo>
                    <a:pt x="4623212" y="594092"/>
                  </a:lnTo>
                  <a:lnTo>
                    <a:pt x="4624269" y="585199"/>
                  </a:lnTo>
                  <a:lnTo>
                    <a:pt x="4625327" y="576072"/>
                  </a:lnTo>
                  <a:lnTo>
                    <a:pt x="4626385" y="566763"/>
                  </a:lnTo>
                  <a:lnTo>
                    <a:pt x="4627443" y="557245"/>
                  </a:lnTo>
                  <a:lnTo>
                    <a:pt x="4628501" y="547577"/>
                  </a:lnTo>
                  <a:lnTo>
                    <a:pt x="4629559" y="537756"/>
                  </a:lnTo>
                  <a:lnTo>
                    <a:pt x="4630617" y="527776"/>
                  </a:lnTo>
                  <a:lnTo>
                    <a:pt x="4631674" y="517640"/>
                  </a:lnTo>
                  <a:lnTo>
                    <a:pt x="4632732" y="507395"/>
                  </a:lnTo>
                  <a:lnTo>
                    <a:pt x="4633790" y="497057"/>
                  </a:lnTo>
                  <a:lnTo>
                    <a:pt x="4634848" y="486654"/>
                  </a:lnTo>
                  <a:lnTo>
                    <a:pt x="4635906" y="476225"/>
                  </a:lnTo>
                  <a:lnTo>
                    <a:pt x="4636964" y="465849"/>
                  </a:lnTo>
                  <a:lnTo>
                    <a:pt x="4638021" y="455560"/>
                  </a:lnTo>
                  <a:lnTo>
                    <a:pt x="4639079" y="445322"/>
                  </a:lnTo>
                  <a:lnTo>
                    <a:pt x="4640137" y="435228"/>
                  </a:lnTo>
                  <a:lnTo>
                    <a:pt x="4641195" y="425373"/>
                  </a:lnTo>
                  <a:lnTo>
                    <a:pt x="4642253" y="415783"/>
                  </a:lnTo>
                  <a:lnTo>
                    <a:pt x="4643311" y="406486"/>
                  </a:lnTo>
                  <a:lnTo>
                    <a:pt x="4644368" y="397515"/>
                  </a:lnTo>
                  <a:lnTo>
                    <a:pt x="4645426" y="388931"/>
                  </a:lnTo>
                  <a:lnTo>
                    <a:pt x="4646484" y="380769"/>
                  </a:lnTo>
                  <a:lnTo>
                    <a:pt x="4647542" y="373060"/>
                  </a:lnTo>
                  <a:lnTo>
                    <a:pt x="4648600" y="365823"/>
                  </a:lnTo>
                  <a:lnTo>
                    <a:pt x="4649658" y="359059"/>
                  </a:lnTo>
                  <a:lnTo>
                    <a:pt x="4650715" y="352754"/>
                  </a:lnTo>
                  <a:lnTo>
                    <a:pt x="4651773" y="346969"/>
                  </a:lnTo>
                  <a:lnTo>
                    <a:pt x="4652831" y="341739"/>
                  </a:lnTo>
                  <a:lnTo>
                    <a:pt x="4653889" y="337180"/>
                  </a:lnTo>
                  <a:lnTo>
                    <a:pt x="4654947" y="333321"/>
                  </a:lnTo>
                  <a:lnTo>
                    <a:pt x="4656005" y="330129"/>
                  </a:lnTo>
                  <a:lnTo>
                    <a:pt x="4657063" y="327497"/>
                  </a:lnTo>
                  <a:lnTo>
                    <a:pt x="4658120" y="325432"/>
                  </a:lnTo>
                  <a:lnTo>
                    <a:pt x="4659178" y="323958"/>
                  </a:lnTo>
                  <a:lnTo>
                    <a:pt x="4660236" y="323112"/>
                  </a:lnTo>
                  <a:lnTo>
                    <a:pt x="4661294" y="322834"/>
                  </a:lnTo>
                  <a:lnTo>
                    <a:pt x="4662352" y="323239"/>
                  </a:lnTo>
                  <a:lnTo>
                    <a:pt x="4663410" y="324466"/>
                  </a:lnTo>
                  <a:lnTo>
                    <a:pt x="4664467" y="326657"/>
                  </a:lnTo>
                  <a:lnTo>
                    <a:pt x="4665525" y="330002"/>
                  </a:lnTo>
                  <a:lnTo>
                    <a:pt x="4666583" y="334582"/>
                  </a:lnTo>
                  <a:lnTo>
                    <a:pt x="4667641" y="340451"/>
                  </a:lnTo>
                  <a:lnTo>
                    <a:pt x="4668699" y="347593"/>
                  </a:lnTo>
                  <a:lnTo>
                    <a:pt x="4669757" y="355999"/>
                  </a:lnTo>
                  <a:lnTo>
                    <a:pt x="4670814" y="365593"/>
                  </a:lnTo>
                  <a:lnTo>
                    <a:pt x="4671872" y="376378"/>
                  </a:lnTo>
                  <a:lnTo>
                    <a:pt x="4672930" y="388330"/>
                  </a:lnTo>
                  <a:lnTo>
                    <a:pt x="4673988" y="401455"/>
                  </a:lnTo>
                  <a:lnTo>
                    <a:pt x="4675046" y="415820"/>
                  </a:lnTo>
                  <a:lnTo>
                    <a:pt x="4676104" y="431472"/>
                  </a:lnTo>
                  <a:lnTo>
                    <a:pt x="4677161" y="448331"/>
                  </a:lnTo>
                  <a:lnTo>
                    <a:pt x="4678219" y="466371"/>
                  </a:lnTo>
                  <a:lnTo>
                    <a:pt x="4679277" y="485550"/>
                  </a:lnTo>
                  <a:lnTo>
                    <a:pt x="4680335" y="505837"/>
                  </a:lnTo>
                  <a:lnTo>
                    <a:pt x="4681393" y="527237"/>
                  </a:lnTo>
                  <a:lnTo>
                    <a:pt x="4682451" y="549794"/>
                  </a:lnTo>
                  <a:lnTo>
                    <a:pt x="4683509" y="573472"/>
                  </a:lnTo>
                  <a:lnTo>
                    <a:pt x="4684566" y="598267"/>
                  </a:lnTo>
                  <a:lnTo>
                    <a:pt x="4685624" y="624156"/>
                  </a:lnTo>
                  <a:lnTo>
                    <a:pt x="4686682" y="651107"/>
                  </a:lnTo>
                  <a:lnTo>
                    <a:pt x="4687740" y="679091"/>
                  </a:lnTo>
                  <a:lnTo>
                    <a:pt x="4688798" y="708051"/>
                  </a:lnTo>
                  <a:lnTo>
                    <a:pt x="4689856" y="737937"/>
                  </a:lnTo>
                  <a:lnTo>
                    <a:pt x="4690913" y="768729"/>
                  </a:lnTo>
                  <a:lnTo>
                    <a:pt x="4691971" y="800459"/>
                  </a:lnTo>
                  <a:lnTo>
                    <a:pt x="4693029" y="833236"/>
                  </a:lnTo>
                  <a:lnTo>
                    <a:pt x="4694087" y="867040"/>
                  </a:lnTo>
                  <a:lnTo>
                    <a:pt x="4695145" y="901841"/>
                  </a:lnTo>
                  <a:lnTo>
                    <a:pt x="4696203" y="937625"/>
                  </a:lnTo>
                  <a:lnTo>
                    <a:pt x="4697260" y="974361"/>
                  </a:lnTo>
                  <a:lnTo>
                    <a:pt x="4698318" y="1011994"/>
                  </a:lnTo>
                  <a:lnTo>
                    <a:pt x="4699376" y="1050470"/>
                  </a:lnTo>
                  <a:lnTo>
                    <a:pt x="4700434" y="1089751"/>
                  </a:lnTo>
                  <a:lnTo>
                    <a:pt x="4701492" y="1129828"/>
                  </a:lnTo>
                  <a:lnTo>
                    <a:pt x="4702550" y="1170717"/>
                  </a:lnTo>
                  <a:lnTo>
                    <a:pt x="4703607" y="1212359"/>
                  </a:lnTo>
                  <a:lnTo>
                    <a:pt x="4704665" y="1254611"/>
                  </a:lnTo>
                  <a:lnTo>
                    <a:pt x="4705723" y="1297352"/>
                  </a:lnTo>
                  <a:lnTo>
                    <a:pt x="4706781" y="1340436"/>
                  </a:lnTo>
                  <a:lnTo>
                    <a:pt x="4707839" y="1383700"/>
                  </a:lnTo>
                  <a:lnTo>
                    <a:pt x="4708897" y="1427069"/>
                  </a:lnTo>
                  <a:lnTo>
                    <a:pt x="4709955" y="1470577"/>
                  </a:lnTo>
                  <a:lnTo>
                    <a:pt x="4711012" y="1514169"/>
                  </a:lnTo>
                  <a:lnTo>
                    <a:pt x="4712070" y="1557806"/>
                  </a:lnTo>
                  <a:lnTo>
                    <a:pt x="4713128" y="1601409"/>
                  </a:lnTo>
                  <a:lnTo>
                    <a:pt x="4714186" y="1644956"/>
                  </a:lnTo>
                  <a:lnTo>
                    <a:pt x="4715244" y="1688346"/>
                  </a:lnTo>
                  <a:lnTo>
                    <a:pt x="4716302" y="1731341"/>
                  </a:lnTo>
                  <a:lnTo>
                    <a:pt x="4717359" y="1773604"/>
                  </a:lnTo>
                  <a:lnTo>
                    <a:pt x="4718417" y="1814902"/>
                  </a:lnTo>
                  <a:lnTo>
                    <a:pt x="4719475" y="1855096"/>
                  </a:lnTo>
                  <a:lnTo>
                    <a:pt x="4720533" y="1894098"/>
                  </a:lnTo>
                  <a:lnTo>
                    <a:pt x="4721591" y="1931814"/>
                  </a:lnTo>
                  <a:lnTo>
                    <a:pt x="4722649" y="1968192"/>
                  </a:lnTo>
                  <a:lnTo>
                    <a:pt x="4723706" y="2003306"/>
                  </a:lnTo>
                  <a:lnTo>
                    <a:pt x="4724764" y="2037238"/>
                  </a:lnTo>
                  <a:lnTo>
                    <a:pt x="4725822" y="2069948"/>
                  </a:lnTo>
                  <a:lnTo>
                    <a:pt x="4726880" y="2101424"/>
                  </a:lnTo>
                  <a:lnTo>
                    <a:pt x="4727938" y="2131597"/>
                  </a:lnTo>
                  <a:lnTo>
                    <a:pt x="4728996" y="2160423"/>
                  </a:lnTo>
                  <a:lnTo>
                    <a:pt x="4730053" y="2187951"/>
                  </a:lnTo>
                  <a:lnTo>
                    <a:pt x="4731111" y="2214263"/>
                  </a:lnTo>
                  <a:lnTo>
                    <a:pt x="4732169" y="2239379"/>
                  </a:lnTo>
                  <a:lnTo>
                    <a:pt x="4733227" y="2263372"/>
                  </a:lnTo>
                  <a:lnTo>
                    <a:pt x="4734285" y="2286187"/>
                  </a:lnTo>
                  <a:lnTo>
                    <a:pt x="4735343" y="2307784"/>
                  </a:lnTo>
                  <a:lnTo>
                    <a:pt x="4736400" y="2328110"/>
                  </a:lnTo>
                  <a:lnTo>
                    <a:pt x="4737458" y="2347222"/>
                  </a:lnTo>
                  <a:lnTo>
                    <a:pt x="4738516" y="2365136"/>
                  </a:lnTo>
                  <a:lnTo>
                    <a:pt x="4739574" y="2381847"/>
                  </a:lnTo>
                  <a:lnTo>
                    <a:pt x="4740632" y="2397322"/>
                  </a:lnTo>
                  <a:lnTo>
                    <a:pt x="4741690" y="2411535"/>
                  </a:lnTo>
                  <a:lnTo>
                    <a:pt x="4742748" y="2424604"/>
                  </a:lnTo>
                  <a:lnTo>
                    <a:pt x="4743805" y="2436552"/>
                  </a:lnTo>
                  <a:lnTo>
                    <a:pt x="4744863" y="2447375"/>
                  </a:lnTo>
                  <a:lnTo>
                    <a:pt x="4745921" y="2456949"/>
                  </a:lnTo>
                  <a:lnTo>
                    <a:pt x="4746979" y="2465160"/>
                  </a:lnTo>
                  <a:lnTo>
                    <a:pt x="4748037" y="2471945"/>
                  </a:lnTo>
                  <a:lnTo>
                    <a:pt x="4749095" y="2477289"/>
                  </a:lnTo>
                  <a:lnTo>
                    <a:pt x="4750152" y="2481238"/>
                  </a:lnTo>
                  <a:lnTo>
                    <a:pt x="4751210" y="2483730"/>
                  </a:lnTo>
                  <a:lnTo>
                    <a:pt x="4752268" y="2484863"/>
                  </a:lnTo>
                  <a:lnTo>
                    <a:pt x="4753326" y="2484707"/>
                  </a:lnTo>
                  <a:lnTo>
                    <a:pt x="4754384" y="2483265"/>
                  </a:lnTo>
                  <a:lnTo>
                    <a:pt x="4755442" y="2480405"/>
                  </a:lnTo>
                  <a:lnTo>
                    <a:pt x="4756499" y="2476081"/>
                  </a:lnTo>
                  <a:lnTo>
                    <a:pt x="4757557" y="2470421"/>
                  </a:lnTo>
                  <a:lnTo>
                    <a:pt x="4758615" y="2463505"/>
                  </a:lnTo>
                  <a:lnTo>
                    <a:pt x="4759673" y="2455412"/>
                  </a:lnTo>
                  <a:lnTo>
                    <a:pt x="4760731" y="2446270"/>
                  </a:lnTo>
                  <a:lnTo>
                    <a:pt x="4761789" y="2436189"/>
                  </a:lnTo>
                  <a:lnTo>
                    <a:pt x="4762846" y="2425108"/>
                  </a:lnTo>
                  <a:lnTo>
                    <a:pt x="4763904" y="2413047"/>
                  </a:lnTo>
                  <a:lnTo>
                    <a:pt x="4764962" y="2400121"/>
                  </a:lnTo>
                  <a:lnTo>
                    <a:pt x="4766020" y="2386390"/>
                  </a:lnTo>
                  <a:lnTo>
                    <a:pt x="4767078" y="2371946"/>
                  </a:lnTo>
                  <a:lnTo>
                    <a:pt x="4768136" y="2356748"/>
                  </a:lnTo>
                  <a:lnTo>
                    <a:pt x="4769194" y="2340827"/>
                  </a:lnTo>
                  <a:lnTo>
                    <a:pt x="4770251" y="2324337"/>
                  </a:lnTo>
                  <a:lnTo>
                    <a:pt x="4771309" y="2307456"/>
                  </a:lnTo>
                  <a:lnTo>
                    <a:pt x="4772367" y="2290293"/>
                  </a:lnTo>
                  <a:lnTo>
                    <a:pt x="4773425" y="2272912"/>
                  </a:lnTo>
                  <a:lnTo>
                    <a:pt x="4774483" y="2255431"/>
                  </a:lnTo>
                  <a:lnTo>
                    <a:pt x="4775541" y="2237944"/>
                  </a:lnTo>
                  <a:lnTo>
                    <a:pt x="4776598" y="2220476"/>
                  </a:lnTo>
                  <a:lnTo>
                    <a:pt x="4777656" y="2202948"/>
                  </a:lnTo>
                  <a:lnTo>
                    <a:pt x="4778714" y="2185443"/>
                  </a:lnTo>
                  <a:lnTo>
                    <a:pt x="4779772" y="2168001"/>
                  </a:lnTo>
                  <a:lnTo>
                    <a:pt x="4780830" y="2150594"/>
                  </a:lnTo>
                  <a:lnTo>
                    <a:pt x="4781888" y="2133254"/>
                  </a:lnTo>
                  <a:lnTo>
                    <a:pt x="4782945" y="2115980"/>
                  </a:lnTo>
                  <a:lnTo>
                    <a:pt x="4784003" y="2098728"/>
                  </a:lnTo>
                  <a:lnTo>
                    <a:pt x="4785061" y="2081513"/>
                  </a:lnTo>
                  <a:lnTo>
                    <a:pt x="4786119" y="2064362"/>
                  </a:lnTo>
                  <a:lnTo>
                    <a:pt x="4787177" y="2047274"/>
                  </a:lnTo>
                  <a:lnTo>
                    <a:pt x="4788235" y="2030265"/>
                  </a:lnTo>
                  <a:lnTo>
                    <a:pt x="4789292" y="2013338"/>
                  </a:lnTo>
                  <a:lnTo>
                    <a:pt x="4790350" y="1996456"/>
                  </a:lnTo>
                  <a:lnTo>
                    <a:pt x="4791408" y="1979624"/>
                  </a:lnTo>
                  <a:lnTo>
                    <a:pt x="4792466" y="1962855"/>
                  </a:lnTo>
                  <a:lnTo>
                    <a:pt x="4793524" y="1946183"/>
                  </a:lnTo>
                  <a:lnTo>
                    <a:pt x="4794582" y="1929686"/>
                  </a:lnTo>
                  <a:lnTo>
                    <a:pt x="4795640" y="1913375"/>
                  </a:lnTo>
                  <a:lnTo>
                    <a:pt x="4796697" y="1897243"/>
                  </a:lnTo>
                  <a:lnTo>
                    <a:pt x="4797755" y="1881248"/>
                  </a:lnTo>
                  <a:lnTo>
                    <a:pt x="4798813" y="1865465"/>
                  </a:lnTo>
                  <a:lnTo>
                    <a:pt x="4799871" y="1849968"/>
                  </a:lnTo>
                  <a:lnTo>
                    <a:pt x="4800929" y="1834822"/>
                  </a:lnTo>
                  <a:lnTo>
                    <a:pt x="4801987" y="1820074"/>
                  </a:lnTo>
                  <a:lnTo>
                    <a:pt x="4803044" y="1805770"/>
                  </a:lnTo>
                  <a:lnTo>
                    <a:pt x="4804102" y="1792090"/>
                  </a:lnTo>
                  <a:lnTo>
                    <a:pt x="4805160" y="1779053"/>
                  </a:lnTo>
                  <a:lnTo>
                    <a:pt x="4806218" y="1766570"/>
                  </a:lnTo>
                  <a:lnTo>
                    <a:pt x="4807276" y="1754588"/>
                  </a:lnTo>
                  <a:lnTo>
                    <a:pt x="4808334" y="1743048"/>
                  </a:lnTo>
                  <a:lnTo>
                    <a:pt x="4809391" y="1732051"/>
                  </a:lnTo>
                  <a:lnTo>
                    <a:pt x="4810449" y="1721583"/>
                  </a:lnTo>
                  <a:lnTo>
                    <a:pt x="4811507" y="1711587"/>
                  </a:lnTo>
                  <a:lnTo>
                    <a:pt x="4812565" y="1702146"/>
                  </a:lnTo>
                  <a:lnTo>
                    <a:pt x="4813623" y="1693244"/>
                  </a:lnTo>
                  <a:lnTo>
                    <a:pt x="4814681" y="1684809"/>
                  </a:lnTo>
                  <a:lnTo>
                    <a:pt x="4815738" y="1676906"/>
                  </a:lnTo>
                  <a:lnTo>
                    <a:pt x="4816796" y="1669595"/>
                  </a:lnTo>
                  <a:lnTo>
                    <a:pt x="4817854" y="1662828"/>
                  </a:lnTo>
                  <a:lnTo>
                    <a:pt x="4818912" y="1656527"/>
                  </a:lnTo>
                  <a:lnTo>
                    <a:pt x="4819970" y="1650560"/>
                  </a:lnTo>
                  <a:lnTo>
                    <a:pt x="4821028" y="1644898"/>
                  </a:lnTo>
                  <a:lnTo>
                    <a:pt x="4822086" y="1639617"/>
                  </a:lnTo>
                  <a:lnTo>
                    <a:pt x="4823143" y="1634729"/>
                  </a:lnTo>
                  <a:lnTo>
                    <a:pt x="4824201" y="1630228"/>
                  </a:lnTo>
                  <a:lnTo>
                    <a:pt x="4825259" y="1626137"/>
                  </a:lnTo>
                  <a:lnTo>
                    <a:pt x="4826317" y="1622429"/>
                  </a:lnTo>
                  <a:lnTo>
                    <a:pt x="4827375" y="1619031"/>
                  </a:lnTo>
                  <a:lnTo>
                    <a:pt x="4828433" y="1615865"/>
                  </a:lnTo>
                  <a:lnTo>
                    <a:pt x="4829490" y="1612852"/>
                  </a:lnTo>
                  <a:lnTo>
                    <a:pt x="4830548" y="1610008"/>
                  </a:lnTo>
                  <a:lnTo>
                    <a:pt x="4831606" y="1607253"/>
                  </a:lnTo>
                  <a:lnTo>
                    <a:pt x="4832664" y="1604466"/>
                  </a:lnTo>
                  <a:lnTo>
                    <a:pt x="4833722" y="1601655"/>
                  </a:lnTo>
                  <a:lnTo>
                    <a:pt x="4834780" y="1598914"/>
                  </a:lnTo>
                  <a:lnTo>
                    <a:pt x="4835837" y="1596289"/>
                  </a:lnTo>
                  <a:lnTo>
                    <a:pt x="4836895" y="1593796"/>
                  </a:lnTo>
                  <a:lnTo>
                    <a:pt x="4837953" y="1591383"/>
                  </a:lnTo>
                  <a:lnTo>
                    <a:pt x="4839011" y="1589039"/>
                  </a:lnTo>
                  <a:lnTo>
                    <a:pt x="4840069" y="1586774"/>
                  </a:lnTo>
                  <a:lnTo>
                    <a:pt x="4841127" y="1584529"/>
                  </a:lnTo>
                  <a:lnTo>
                    <a:pt x="4842184" y="1582301"/>
                  </a:lnTo>
                  <a:lnTo>
                    <a:pt x="4843242" y="1580143"/>
                  </a:lnTo>
                  <a:lnTo>
                    <a:pt x="4844300" y="1578056"/>
                  </a:lnTo>
                  <a:lnTo>
                    <a:pt x="4845358" y="1576014"/>
                  </a:lnTo>
                  <a:lnTo>
                    <a:pt x="4846416" y="1573915"/>
                  </a:lnTo>
                  <a:lnTo>
                    <a:pt x="4847474" y="1571735"/>
                  </a:lnTo>
                  <a:lnTo>
                    <a:pt x="4848532" y="1569411"/>
                  </a:lnTo>
                  <a:lnTo>
                    <a:pt x="4849589" y="1566911"/>
                  </a:lnTo>
                  <a:lnTo>
                    <a:pt x="4850647" y="1564154"/>
                  </a:lnTo>
                  <a:lnTo>
                    <a:pt x="4851705" y="1561053"/>
                  </a:lnTo>
                  <a:lnTo>
                    <a:pt x="4852763" y="1557540"/>
                  </a:lnTo>
                  <a:lnTo>
                    <a:pt x="4853821" y="1553621"/>
                  </a:lnTo>
                  <a:lnTo>
                    <a:pt x="4854879" y="1549214"/>
                  </a:lnTo>
                  <a:lnTo>
                    <a:pt x="4855936" y="1544254"/>
                  </a:lnTo>
                  <a:lnTo>
                    <a:pt x="4856994" y="1538595"/>
                  </a:lnTo>
                  <a:lnTo>
                    <a:pt x="4858052" y="1532097"/>
                  </a:lnTo>
                  <a:lnTo>
                    <a:pt x="4859110" y="1524840"/>
                  </a:lnTo>
                  <a:lnTo>
                    <a:pt x="4860168" y="1516878"/>
                  </a:lnTo>
                  <a:lnTo>
                    <a:pt x="4861226" y="1508341"/>
                  </a:lnTo>
                  <a:lnTo>
                    <a:pt x="4862283" y="1499446"/>
                  </a:lnTo>
                  <a:lnTo>
                    <a:pt x="4863341" y="1490185"/>
                  </a:lnTo>
                  <a:lnTo>
                    <a:pt x="4864399" y="1480648"/>
                  </a:lnTo>
                  <a:lnTo>
                    <a:pt x="4865457" y="1470773"/>
                  </a:lnTo>
                  <a:lnTo>
                    <a:pt x="4866515" y="1460593"/>
                  </a:lnTo>
                  <a:lnTo>
                    <a:pt x="4867573" y="1450204"/>
                  </a:lnTo>
                  <a:lnTo>
                    <a:pt x="4868630" y="1439668"/>
                  </a:lnTo>
                  <a:lnTo>
                    <a:pt x="4869688" y="1428976"/>
                  </a:lnTo>
                  <a:lnTo>
                    <a:pt x="4870746" y="1418196"/>
                  </a:lnTo>
                  <a:lnTo>
                    <a:pt x="4871804" y="1407340"/>
                  </a:lnTo>
                  <a:lnTo>
                    <a:pt x="4872862" y="1396524"/>
                  </a:lnTo>
                  <a:lnTo>
                    <a:pt x="4873920" y="1385860"/>
                  </a:lnTo>
                  <a:lnTo>
                    <a:pt x="4874978" y="1375362"/>
                  </a:lnTo>
                  <a:lnTo>
                    <a:pt x="4876035" y="1365094"/>
                  </a:lnTo>
                  <a:lnTo>
                    <a:pt x="4877093" y="1355065"/>
                  </a:lnTo>
                  <a:lnTo>
                    <a:pt x="4878151" y="1345262"/>
                  </a:lnTo>
                  <a:lnTo>
                    <a:pt x="4879209" y="1335728"/>
                  </a:lnTo>
                  <a:lnTo>
                    <a:pt x="4880267" y="1326427"/>
                  </a:lnTo>
                  <a:lnTo>
                    <a:pt x="4881325" y="1317376"/>
                  </a:lnTo>
                  <a:lnTo>
                    <a:pt x="4882382" y="1308568"/>
                  </a:lnTo>
                  <a:lnTo>
                    <a:pt x="4883440" y="1300000"/>
                  </a:lnTo>
                  <a:lnTo>
                    <a:pt x="4884498" y="1291675"/>
                  </a:lnTo>
                  <a:lnTo>
                    <a:pt x="4885556" y="1283661"/>
                  </a:lnTo>
                  <a:lnTo>
                    <a:pt x="4886614" y="1276032"/>
                  </a:lnTo>
                  <a:lnTo>
                    <a:pt x="4887672" y="1268780"/>
                  </a:lnTo>
                  <a:lnTo>
                    <a:pt x="4888729" y="1261864"/>
                  </a:lnTo>
                  <a:lnTo>
                    <a:pt x="4889787" y="1255271"/>
                  </a:lnTo>
                  <a:lnTo>
                    <a:pt x="4890845" y="1249008"/>
                  </a:lnTo>
                  <a:lnTo>
                    <a:pt x="4891903" y="1243042"/>
                  </a:lnTo>
                  <a:lnTo>
                    <a:pt x="4892961" y="1237374"/>
                  </a:lnTo>
                  <a:lnTo>
                    <a:pt x="4894019" y="1231975"/>
                  </a:lnTo>
                  <a:lnTo>
                    <a:pt x="4895076" y="1226925"/>
                  </a:lnTo>
                  <a:lnTo>
                    <a:pt x="4896134" y="1222268"/>
                  </a:lnTo>
                  <a:lnTo>
                    <a:pt x="4897192" y="1217974"/>
                  </a:lnTo>
                  <a:lnTo>
                    <a:pt x="4898250" y="1214101"/>
                  </a:lnTo>
                  <a:lnTo>
                    <a:pt x="4899308" y="1210784"/>
                  </a:lnTo>
                  <a:lnTo>
                    <a:pt x="4900366" y="1208072"/>
                  </a:lnTo>
                  <a:lnTo>
                    <a:pt x="4901424" y="1205974"/>
                  </a:lnTo>
                  <a:lnTo>
                    <a:pt x="4902481" y="1204503"/>
                  </a:lnTo>
                  <a:lnTo>
                    <a:pt x="4903539" y="1203761"/>
                  </a:lnTo>
                  <a:lnTo>
                    <a:pt x="4904597" y="1203850"/>
                  </a:lnTo>
                  <a:lnTo>
                    <a:pt x="4905655" y="1204861"/>
                  </a:lnTo>
                  <a:lnTo>
                    <a:pt x="4906713" y="1206770"/>
                  </a:lnTo>
                  <a:lnTo>
                    <a:pt x="4907771" y="1209559"/>
                  </a:lnTo>
                  <a:lnTo>
                    <a:pt x="4908828" y="1213217"/>
                  </a:lnTo>
                  <a:lnTo>
                    <a:pt x="4909886" y="1217823"/>
                  </a:lnTo>
                  <a:lnTo>
                    <a:pt x="4910944" y="1223460"/>
                  </a:lnTo>
                  <a:lnTo>
                    <a:pt x="4912002" y="1230033"/>
                  </a:lnTo>
                  <a:lnTo>
                    <a:pt x="4913060" y="1237559"/>
                  </a:lnTo>
                  <a:lnTo>
                    <a:pt x="4914118" y="1245987"/>
                  </a:lnTo>
                  <a:lnTo>
                    <a:pt x="4915175" y="1255107"/>
                  </a:lnTo>
                  <a:lnTo>
                    <a:pt x="4916233" y="1264771"/>
                  </a:lnTo>
                  <a:lnTo>
                    <a:pt x="4917291" y="1274889"/>
                  </a:lnTo>
                  <a:lnTo>
                    <a:pt x="4918349" y="1285372"/>
                  </a:lnTo>
                  <a:lnTo>
                    <a:pt x="4919407" y="1296140"/>
                  </a:lnTo>
                  <a:lnTo>
                    <a:pt x="4920465" y="1307082"/>
                  </a:lnTo>
                  <a:lnTo>
                    <a:pt x="4921522" y="1318117"/>
                  </a:lnTo>
                  <a:lnTo>
                    <a:pt x="4922580" y="1329220"/>
                  </a:lnTo>
                  <a:lnTo>
                    <a:pt x="4923638" y="1340338"/>
                  </a:lnTo>
                  <a:lnTo>
                    <a:pt x="4924696" y="1351498"/>
                  </a:lnTo>
                  <a:lnTo>
                    <a:pt x="4925754" y="1362685"/>
                  </a:lnTo>
                  <a:lnTo>
                    <a:pt x="4926812" y="1373842"/>
                  </a:lnTo>
                  <a:lnTo>
                    <a:pt x="4927870" y="1384942"/>
                  </a:lnTo>
                  <a:lnTo>
                    <a:pt x="4928927" y="1395913"/>
                  </a:lnTo>
                  <a:lnTo>
                    <a:pt x="4929985" y="1406684"/>
                  </a:lnTo>
                  <a:lnTo>
                    <a:pt x="4931043" y="1417319"/>
                  </a:lnTo>
                  <a:lnTo>
                    <a:pt x="4932101" y="1427855"/>
                  </a:lnTo>
                  <a:lnTo>
                    <a:pt x="4933159" y="1438367"/>
                  </a:lnTo>
                  <a:lnTo>
                    <a:pt x="4934217" y="1449009"/>
                  </a:lnTo>
                  <a:lnTo>
                    <a:pt x="4935274" y="1459860"/>
                  </a:lnTo>
                  <a:lnTo>
                    <a:pt x="4936332" y="1470951"/>
                  </a:lnTo>
                  <a:lnTo>
                    <a:pt x="4937390" y="1482319"/>
                  </a:lnTo>
                  <a:lnTo>
                    <a:pt x="4938448" y="1493944"/>
                  </a:lnTo>
                  <a:lnTo>
                    <a:pt x="4939506" y="1505724"/>
                  </a:lnTo>
                  <a:lnTo>
                    <a:pt x="4940564" y="1517560"/>
                  </a:lnTo>
                  <a:lnTo>
                    <a:pt x="4941621" y="1529351"/>
                  </a:lnTo>
                  <a:lnTo>
                    <a:pt x="4942679" y="1541030"/>
                  </a:lnTo>
                  <a:lnTo>
                    <a:pt x="4943737" y="1552554"/>
                  </a:lnTo>
                  <a:lnTo>
                    <a:pt x="4944795" y="1563891"/>
                  </a:lnTo>
                  <a:lnTo>
                    <a:pt x="4945853" y="1574961"/>
                  </a:lnTo>
                  <a:lnTo>
                    <a:pt x="4946911" y="1585732"/>
                  </a:lnTo>
                  <a:lnTo>
                    <a:pt x="4947968" y="1596196"/>
                  </a:lnTo>
                  <a:lnTo>
                    <a:pt x="4949026" y="1606187"/>
                  </a:lnTo>
                  <a:lnTo>
                    <a:pt x="4950084" y="1615575"/>
                  </a:lnTo>
                  <a:lnTo>
                    <a:pt x="4951142" y="1624294"/>
                  </a:lnTo>
                  <a:lnTo>
                    <a:pt x="4952200" y="1632212"/>
                  </a:lnTo>
                  <a:lnTo>
                    <a:pt x="4953258" y="1639160"/>
                  </a:lnTo>
                  <a:lnTo>
                    <a:pt x="4954316" y="1645156"/>
                  </a:lnTo>
                  <a:lnTo>
                    <a:pt x="4955373" y="1650181"/>
                  </a:lnTo>
                  <a:lnTo>
                    <a:pt x="4956431" y="1654215"/>
                  </a:lnTo>
                  <a:lnTo>
                    <a:pt x="4957489" y="1657135"/>
                  </a:lnTo>
                  <a:lnTo>
                    <a:pt x="4958547" y="1658816"/>
                  </a:lnTo>
                  <a:lnTo>
                    <a:pt x="4959605" y="1659209"/>
                  </a:lnTo>
                  <a:lnTo>
                    <a:pt x="4960663" y="1658343"/>
                  </a:lnTo>
                  <a:lnTo>
                    <a:pt x="4961720" y="1656266"/>
                  </a:lnTo>
                  <a:lnTo>
                    <a:pt x="4962778" y="1652975"/>
                  </a:lnTo>
                  <a:lnTo>
                    <a:pt x="4963836" y="1648424"/>
                  </a:lnTo>
                  <a:lnTo>
                    <a:pt x="4964894" y="1642710"/>
                  </a:lnTo>
                  <a:lnTo>
                    <a:pt x="4965952" y="1635893"/>
                  </a:lnTo>
                  <a:lnTo>
                    <a:pt x="4967010" y="1627998"/>
                  </a:lnTo>
                  <a:lnTo>
                    <a:pt x="4968067" y="1619066"/>
                  </a:lnTo>
                  <a:lnTo>
                    <a:pt x="4969125" y="1609266"/>
                  </a:lnTo>
                  <a:lnTo>
                    <a:pt x="4970183" y="1598680"/>
                  </a:lnTo>
                  <a:lnTo>
                    <a:pt x="4971241" y="1587409"/>
                  </a:lnTo>
                  <a:lnTo>
                    <a:pt x="4972299" y="1575538"/>
                  </a:lnTo>
                  <a:lnTo>
                    <a:pt x="4973357" y="1563144"/>
                  </a:lnTo>
                  <a:lnTo>
                    <a:pt x="4974414" y="1550285"/>
                  </a:lnTo>
                  <a:lnTo>
                    <a:pt x="4975472" y="1537024"/>
                  </a:lnTo>
                  <a:lnTo>
                    <a:pt x="4976530" y="1523420"/>
                  </a:lnTo>
                  <a:lnTo>
                    <a:pt x="4977588" y="1509495"/>
                  </a:lnTo>
                  <a:lnTo>
                    <a:pt x="4978646" y="1495254"/>
                  </a:lnTo>
                  <a:lnTo>
                    <a:pt x="4979704" y="1480681"/>
                  </a:lnTo>
                  <a:lnTo>
                    <a:pt x="4980762" y="1465745"/>
                  </a:lnTo>
                  <a:lnTo>
                    <a:pt x="4981819" y="1450471"/>
                  </a:lnTo>
                  <a:lnTo>
                    <a:pt x="4982877" y="1434902"/>
                  </a:lnTo>
                  <a:lnTo>
                    <a:pt x="4983935" y="1418965"/>
                  </a:lnTo>
                  <a:lnTo>
                    <a:pt x="4984993" y="1402521"/>
                  </a:lnTo>
                  <a:lnTo>
                    <a:pt x="4986051" y="1385494"/>
                  </a:lnTo>
                  <a:lnTo>
                    <a:pt x="4987109" y="1367764"/>
                  </a:lnTo>
                  <a:lnTo>
                    <a:pt x="4988166" y="1349238"/>
                  </a:lnTo>
                  <a:lnTo>
                    <a:pt x="4989224" y="1329897"/>
                  </a:lnTo>
                  <a:lnTo>
                    <a:pt x="4990282" y="1309711"/>
                  </a:lnTo>
                  <a:lnTo>
                    <a:pt x="4991340" y="1288715"/>
                  </a:lnTo>
                  <a:lnTo>
                    <a:pt x="4992398" y="1266995"/>
                  </a:lnTo>
                  <a:lnTo>
                    <a:pt x="4993456" y="1244651"/>
                  </a:lnTo>
                  <a:lnTo>
                    <a:pt x="4994513" y="1221802"/>
                  </a:lnTo>
                  <a:lnTo>
                    <a:pt x="4995571" y="1198542"/>
                  </a:lnTo>
                  <a:lnTo>
                    <a:pt x="4996629" y="1174895"/>
                  </a:lnTo>
                  <a:lnTo>
                    <a:pt x="4997687" y="1150885"/>
                  </a:lnTo>
                  <a:lnTo>
                    <a:pt x="4998745" y="1126582"/>
                  </a:lnTo>
                  <a:lnTo>
                    <a:pt x="4999803" y="1102174"/>
                  </a:lnTo>
                  <a:lnTo>
                    <a:pt x="5000860" y="1077678"/>
                  </a:lnTo>
                  <a:lnTo>
                    <a:pt x="5001918" y="1053150"/>
                  </a:lnTo>
                  <a:lnTo>
                    <a:pt x="5002976" y="1028751"/>
                  </a:lnTo>
                  <a:lnTo>
                    <a:pt x="5004034" y="1004597"/>
                  </a:lnTo>
                  <a:lnTo>
                    <a:pt x="5005092" y="980784"/>
                  </a:lnTo>
                  <a:lnTo>
                    <a:pt x="5006150" y="957470"/>
                  </a:lnTo>
                  <a:lnTo>
                    <a:pt x="5007208" y="934646"/>
                  </a:lnTo>
                  <a:lnTo>
                    <a:pt x="5008265" y="912262"/>
                  </a:lnTo>
                  <a:lnTo>
                    <a:pt x="5009323" y="890334"/>
                  </a:lnTo>
                  <a:lnTo>
                    <a:pt x="5010381" y="868872"/>
                  </a:lnTo>
                  <a:lnTo>
                    <a:pt x="5011439" y="848028"/>
                  </a:lnTo>
                  <a:lnTo>
                    <a:pt x="5012497" y="827958"/>
                  </a:lnTo>
                  <a:lnTo>
                    <a:pt x="5013555" y="808748"/>
                  </a:lnTo>
                  <a:lnTo>
                    <a:pt x="5014612" y="790372"/>
                  </a:lnTo>
                  <a:lnTo>
                    <a:pt x="5015670" y="772840"/>
                  </a:lnTo>
                  <a:lnTo>
                    <a:pt x="5016728" y="756219"/>
                  </a:lnTo>
                  <a:lnTo>
                    <a:pt x="5017786" y="740493"/>
                  </a:lnTo>
                  <a:lnTo>
                    <a:pt x="5018844" y="725551"/>
                  </a:lnTo>
                  <a:lnTo>
                    <a:pt x="5019902" y="711360"/>
                  </a:lnTo>
                  <a:lnTo>
                    <a:pt x="5020959" y="697841"/>
                  </a:lnTo>
                  <a:lnTo>
                    <a:pt x="5022017" y="684967"/>
                  </a:lnTo>
                  <a:lnTo>
                    <a:pt x="5023075" y="672703"/>
                  </a:lnTo>
                  <a:lnTo>
                    <a:pt x="5024133" y="661024"/>
                  </a:lnTo>
                  <a:lnTo>
                    <a:pt x="5025191" y="649932"/>
                  </a:lnTo>
                  <a:lnTo>
                    <a:pt x="5026249" y="639443"/>
                  </a:lnTo>
                  <a:lnTo>
                    <a:pt x="5027306" y="629550"/>
                  </a:lnTo>
                  <a:lnTo>
                    <a:pt x="5028364" y="620191"/>
                  </a:lnTo>
                  <a:lnTo>
                    <a:pt x="5029422" y="611239"/>
                  </a:lnTo>
                  <a:lnTo>
                    <a:pt x="5030480" y="602606"/>
                  </a:lnTo>
                  <a:lnTo>
                    <a:pt x="5031538" y="594213"/>
                  </a:lnTo>
                  <a:lnTo>
                    <a:pt x="5032596" y="586018"/>
                  </a:lnTo>
                  <a:lnTo>
                    <a:pt x="5033654" y="578070"/>
                  </a:lnTo>
                  <a:lnTo>
                    <a:pt x="5034711" y="570396"/>
                  </a:lnTo>
                  <a:lnTo>
                    <a:pt x="5035769" y="562961"/>
                  </a:lnTo>
                  <a:lnTo>
                    <a:pt x="5036827" y="555759"/>
                  </a:lnTo>
                  <a:lnTo>
                    <a:pt x="5037885" y="548850"/>
                  </a:lnTo>
                  <a:lnTo>
                    <a:pt x="5038943" y="542329"/>
                  </a:lnTo>
                  <a:lnTo>
                    <a:pt x="5040001" y="536194"/>
                  </a:lnTo>
                  <a:lnTo>
                    <a:pt x="5041058" y="530425"/>
                  </a:lnTo>
                  <a:lnTo>
                    <a:pt x="5042116" y="524958"/>
                  </a:lnTo>
                  <a:lnTo>
                    <a:pt x="5043174" y="519713"/>
                  </a:lnTo>
                  <a:lnTo>
                    <a:pt x="5044232" y="514684"/>
                  </a:lnTo>
                  <a:lnTo>
                    <a:pt x="5045290" y="509923"/>
                  </a:lnTo>
                  <a:lnTo>
                    <a:pt x="5046348" y="505376"/>
                  </a:lnTo>
                  <a:lnTo>
                    <a:pt x="5047405" y="501071"/>
                  </a:lnTo>
                  <a:lnTo>
                    <a:pt x="5048463" y="496965"/>
                  </a:lnTo>
                  <a:lnTo>
                    <a:pt x="5049521" y="493085"/>
                  </a:lnTo>
                  <a:lnTo>
                    <a:pt x="5050579" y="489489"/>
                  </a:lnTo>
                  <a:lnTo>
                    <a:pt x="5051637" y="486236"/>
                  </a:lnTo>
                  <a:lnTo>
                    <a:pt x="5052695" y="483280"/>
                  </a:lnTo>
                  <a:lnTo>
                    <a:pt x="5053752" y="480545"/>
                  </a:lnTo>
                  <a:lnTo>
                    <a:pt x="5054810" y="478008"/>
                  </a:lnTo>
                  <a:lnTo>
                    <a:pt x="5055868" y="475659"/>
                  </a:lnTo>
                  <a:lnTo>
                    <a:pt x="5056926" y="473437"/>
                  </a:lnTo>
                  <a:lnTo>
                    <a:pt x="5057984" y="471345"/>
                  </a:lnTo>
                  <a:lnTo>
                    <a:pt x="5059042" y="469398"/>
                  </a:lnTo>
                  <a:lnTo>
                    <a:pt x="5060100" y="467604"/>
                  </a:lnTo>
                  <a:lnTo>
                    <a:pt x="5061157" y="466005"/>
                  </a:lnTo>
                  <a:lnTo>
                    <a:pt x="5062215" y="464650"/>
                  </a:lnTo>
                  <a:lnTo>
                    <a:pt x="5063273" y="463572"/>
                  </a:lnTo>
                  <a:lnTo>
                    <a:pt x="5064331" y="462774"/>
                  </a:lnTo>
                  <a:lnTo>
                    <a:pt x="5065389" y="462145"/>
                  </a:lnTo>
                  <a:lnTo>
                    <a:pt x="5066447" y="461553"/>
                  </a:lnTo>
                  <a:lnTo>
                    <a:pt x="5067504" y="460969"/>
                  </a:lnTo>
                  <a:lnTo>
                    <a:pt x="5068562" y="460431"/>
                  </a:lnTo>
                  <a:lnTo>
                    <a:pt x="5069620" y="459952"/>
                  </a:lnTo>
                  <a:lnTo>
                    <a:pt x="5070678" y="459495"/>
                  </a:lnTo>
                  <a:lnTo>
                    <a:pt x="5071736" y="459091"/>
                  </a:lnTo>
                  <a:lnTo>
                    <a:pt x="5072794" y="458744"/>
                  </a:lnTo>
                  <a:lnTo>
                    <a:pt x="5073851" y="458491"/>
                  </a:lnTo>
                  <a:lnTo>
                    <a:pt x="5074909" y="458358"/>
                  </a:lnTo>
                  <a:lnTo>
                    <a:pt x="5075967" y="458307"/>
                  </a:lnTo>
                  <a:lnTo>
                    <a:pt x="5077025" y="458350"/>
                  </a:lnTo>
                  <a:lnTo>
                    <a:pt x="5078083" y="458527"/>
                  </a:lnTo>
                  <a:lnTo>
                    <a:pt x="5079141" y="458781"/>
                  </a:lnTo>
                  <a:lnTo>
                    <a:pt x="5080198" y="459045"/>
                  </a:lnTo>
                  <a:lnTo>
                    <a:pt x="5081256" y="459349"/>
                  </a:lnTo>
                  <a:lnTo>
                    <a:pt x="5082314" y="459798"/>
                  </a:lnTo>
                  <a:lnTo>
                    <a:pt x="5083372" y="460487"/>
                  </a:lnTo>
                  <a:lnTo>
                    <a:pt x="5084430" y="461491"/>
                  </a:lnTo>
                  <a:lnTo>
                    <a:pt x="5085488" y="462853"/>
                  </a:lnTo>
                  <a:lnTo>
                    <a:pt x="5086546" y="464627"/>
                  </a:lnTo>
                  <a:lnTo>
                    <a:pt x="5087603" y="466873"/>
                  </a:lnTo>
                  <a:lnTo>
                    <a:pt x="5088661" y="469609"/>
                  </a:lnTo>
                  <a:lnTo>
                    <a:pt x="5089719" y="472860"/>
                  </a:lnTo>
                  <a:lnTo>
                    <a:pt x="5090777" y="476654"/>
                  </a:lnTo>
                  <a:lnTo>
                    <a:pt x="5091835" y="481008"/>
                  </a:lnTo>
                  <a:lnTo>
                    <a:pt x="5092893" y="485901"/>
                  </a:lnTo>
                  <a:lnTo>
                    <a:pt x="5093950" y="491326"/>
                  </a:lnTo>
                  <a:lnTo>
                    <a:pt x="5095008" y="497313"/>
                  </a:lnTo>
                  <a:lnTo>
                    <a:pt x="5096066" y="503988"/>
                  </a:lnTo>
                  <a:lnTo>
                    <a:pt x="5097124" y="511390"/>
                  </a:lnTo>
                  <a:lnTo>
                    <a:pt x="5098182" y="519452"/>
                  </a:lnTo>
                  <a:lnTo>
                    <a:pt x="5099240" y="528058"/>
                  </a:lnTo>
                  <a:lnTo>
                    <a:pt x="5100297" y="537107"/>
                  </a:lnTo>
                  <a:lnTo>
                    <a:pt x="5101355" y="546550"/>
                  </a:lnTo>
                  <a:lnTo>
                    <a:pt x="5102413" y="556338"/>
                  </a:lnTo>
                  <a:lnTo>
                    <a:pt x="5103471" y="566403"/>
                  </a:lnTo>
                  <a:lnTo>
                    <a:pt x="5104529" y="576746"/>
                  </a:lnTo>
                  <a:lnTo>
                    <a:pt x="5105587" y="587297"/>
                  </a:lnTo>
                  <a:lnTo>
                    <a:pt x="5106644" y="598026"/>
                  </a:lnTo>
                  <a:lnTo>
                    <a:pt x="5107702" y="608875"/>
                  </a:lnTo>
                  <a:lnTo>
                    <a:pt x="5108760" y="619769"/>
                  </a:lnTo>
                  <a:lnTo>
                    <a:pt x="5109818" y="630670"/>
                  </a:lnTo>
                  <a:lnTo>
                    <a:pt x="5110876" y="641559"/>
                  </a:lnTo>
                  <a:lnTo>
                    <a:pt x="5111934" y="652351"/>
                  </a:lnTo>
                  <a:lnTo>
                    <a:pt x="5112992" y="662990"/>
                  </a:lnTo>
                  <a:lnTo>
                    <a:pt x="5114049" y="673467"/>
                  </a:lnTo>
                  <a:lnTo>
                    <a:pt x="5115107" y="683783"/>
                  </a:lnTo>
                  <a:lnTo>
                    <a:pt x="5116165" y="693977"/>
                  </a:lnTo>
                  <a:lnTo>
                    <a:pt x="5117223" y="703986"/>
                  </a:lnTo>
                  <a:lnTo>
                    <a:pt x="5118281" y="713766"/>
                  </a:lnTo>
                  <a:lnTo>
                    <a:pt x="5119339" y="723403"/>
                  </a:lnTo>
                  <a:lnTo>
                    <a:pt x="5120396" y="732965"/>
                  </a:lnTo>
                  <a:lnTo>
                    <a:pt x="5121454" y="742410"/>
                  </a:lnTo>
                  <a:lnTo>
                    <a:pt x="5122512" y="751713"/>
                  </a:lnTo>
                  <a:lnTo>
                    <a:pt x="5123570" y="760952"/>
                  </a:lnTo>
                  <a:lnTo>
                    <a:pt x="5124628" y="770199"/>
                  </a:lnTo>
                  <a:lnTo>
                    <a:pt x="5125686" y="779444"/>
                  </a:lnTo>
                  <a:lnTo>
                    <a:pt x="5126743" y="788709"/>
                  </a:lnTo>
                  <a:lnTo>
                    <a:pt x="5127801" y="797849"/>
                  </a:lnTo>
                  <a:lnTo>
                    <a:pt x="5128859" y="806872"/>
                  </a:lnTo>
                  <a:lnTo>
                    <a:pt x="5129917" y="815784"/>
                  </a:lnTo>
                  <a:lnTo>
                    <a:pt x="5130975" y="824508"/>
                  </a:lnTo>
                  <a:lnTo>
                    <a:pt x="5132033" y="832967"/>
                  </a:lnTo>
                  <a:lnTo>
                    <a:pt x="5133090" y="841225"/>
                  </a:lnTo>
                  <a:lnTo>
                    <a:pt x="5134148" y="849320"/>
                  </a:lnTo>
                  <a:lnTo>
                    <a:pt x="5135206" y="857165"/>
                  </a:lnTo>
                  <a:lnTo>
                    <a:pt x="5136264" y="864611"/>
                  </a:lnTo>
                  <a:lnTo>
                    <a:pt x="5137322" y="871560"/>
                  </a:lnTo>
                  <a:lnTo>
                    <a:pt x="5138380" y="877988"/>
                  </a:lnTo>
                  <a:lnTo>
                    <a:pt x="5139438" y="883839"/>
                  </a:lnTo>
                  <a:lnTo>
                    <a:pt x="5140495" y="888968"/>
                  </a:lnTo>
                  <a:lnTo>
                    <a:pt x="5141553" y="893316"/>
                  </a:lnTo>
                  <a:lnTo>
                    <a:pt x="5142611" y="896874"/>
                  </a:lnTo>
                  <a:lnTo>
                    <a:pt x="5143669" y="899650"/>
                  </a:lnTo>
                  <a:lnTo>
                    <a:pt x="5144727" y="901544"/>
                  </a:lnTo>
                  <a:lnTo>
                    <a:pt x="5145785" y="902525"/>
                  </a:lnTo>
                  <a:lnTo>
                    <a:pt x="5146842" y="902661"/>
                  </a:lnTo>
                  <a:lnTo>
                    <a:pt x="5147900" y="902035"/>
                  </a:lnTo>
                  <a:lnTo>
                    <a:pt x="5148958" y="900606"/>
                  </a:lnTo>
                  <a:lnTo>
                    <a:pt x="5150016" y="898375"/>
                  </a:lnTo>
                  <a:lnTo>
                    <a:pt x="5151074" y="895405"/>
                  </a:lnTo>
                  <a:lnTo>
                    <a:pt x="5152132" y="891851"/>
                  </a:lnTo>
                  <a:lnTo>
                    <a:pt x="5153189" y="887790"/>
                  </a:lnTo>
                  <a:lnTo>
                    <a:pt x="5154247" y="883294"/>
                  </a:lnTo>
                  <a:lnTo>
                    <a:pt x="5155305" y="878385"/>
                  </a:lnTo>
                  <a:lnTo>
                    <a:pt x="5156363" y="873095"/>
                  </a:lnTo>
                  <a:lnTo>
                    <a:pt x="5157421" y="867366"/>
                  </a:lnTo>
                  <a:lnTo>
                    <a:pt x="5158479" y="861230"/>
                  </a:lnTo>
                  <a:lnTo>
                    <a:pt x="5159536" y="854792"/>
                  </a:lnTo>
                  <a:lnTo>
                    <a:pt x="5160594" y="848222"/>
                  </a:lnTo>
                  <a:lnTo>
                    <a:pt x="5161652" y="841659"/>
                  </a:lnTo>
                  <a:lnTo>
                    <a:pt x="5162710" y="835150"/>
                  </a:lnTo>
                  <a:lnTo>
                    <a:pt x="5163768" y="828693"/>
                  </a:lnTo>
                  <a:lnTo>
                    <a:pt x="5164826" y="822360"/>
                  </a:lnTo>
                  <a:lnTo>
                    <a:pt x="5165884" y="816115"/>
                  </a:lnTo>
                  <a:lnTo>
                    <a:pt x="5166941" y="809888"/>
                  </a:lnTo>
                  <a:lnTo>
                    <a:pt x="5167999" y="803580"/>
                  </a:lnTo>
                  <a:lnTo>
                    <a:pt x="5169057" y="797143"/>
                  </a:lnTo>
                  <a:lnTo>
                    <a:pt x="5170115" y="790537"/>
                  </a:lnTo>
                  <a:lnTo>
                    <a:pt x="5171173" y="783825"/>
                  </a:lnTo>
                  <a:lnTo>
                    <a:pt x="5172231" y="777043"/>
                  </a:lnTo>
                  <a:lnTo>
                    <a:pt x="5173288" y="770139"/>
                  </a:lnTo>
                  <a:lnTo>
                    <a:pt x="5174346" y="763074"/>
                  </a:lnTo>
                  <a:lnTo>
                    <a:pt x="5175404" y="755813"/>
                  </a:lnTo>
                  <a:lnTo>
                    <a:pt x="5176462" y="748293"/>
                  </a:lnTo>
                  <a:lnTo>
                    <a:pt x="5177520" y="740348"/>
                  </a:lnTo>
                  <a:lnTo>
                    <a:pt x="5178578" y="732020"/>
                  </a:lnTo>
                  <a:lnTo>
                    <a:pt x="5179635" y="723318"/>
                  </a:lnTo>
                  <a:lnTo>
                    <a:pt x="5180693" y="714373"/>
                  </a:lnTo>
                  <a:lnTo>
                    <a:pt x="5181751" y="705339"/>
                  </a:lnTo>
                  <a:lnTo>
                    <a:pt x="5182809" y="696260"/>
                  </a:lnTo>
                  <a:lnTo>
                    <a:pt x="5183867" y="687170"/>
                  </a:lnTo>
                  <a:lnTo>
                    <a:pt x="5184925" y="678157"/>
                  </a:lnTo>
                  <a:lnTo>
                    <a:pt x="5185982" y="669253"/>
                  </a:lnTo>
                  <a:lnTo>
                    <a:pt x="5187040" y="660435"/>
                  </a:lnTo>
                  <a:lnTo>
                    <a:pt x="5188098" y="651688"/>
                  </a:lnTo>
                  <a:lnTo>
                    <a:pt x="5189156" y="643149"/>
                  </a:lnTo>
                  <a:lnTo>
                    <a:pt x="5190214" y="634941"/>
                  </a:lnTo>
                  <a:lnTo>
                    <a:pt x="5191272" y="627151"/>
                  </a:lnTo>
                  <a:lnTo>
                    <a:pt x="5192330" y="619729"/>
                  </a:lnTo>
                  <a:lnTo>
                    <a:pt x="5193387" y="612712"/>
                  </a:lnTo>
                  <a:lnTo>
                    <a:pt x="5194445" y="606126"/>
                  </a:lnTo>
                  <a:lnTo>
                    <a:pt x="5195503" y="599930"/>
                  </a:lnTo>
                  <a:lnTo>
                    <a:pt x="5196561" y="594056"/>
                  </a:lnTo>
                  <a:lnTo>
                    <a:pt x="5197619" y="588504"/>
                  </a:lnTo>
                  <a:lnTo>
                    <a:pt x="5198677" y="583351"/>
                  </a:lnTo>
                  <a:lnTo>
                    <a:pt x="5199734" y="578582"/>
                  </a:lnTo>
                  <a:lnTo>
                    <a:pt x="5200792" y="574122"/>
                  </a:lnTo>
                  <a:lnTo>
                    <a:pt x="5201850" y="569969"/>
                  </a:lnTo>
                  <a:lnTo>
                    <a:pt x="5202908" y="566087"/>
                  </a:lnTo>
                  <a:lnTo>
                    <a:pt x="5203966" y="562382"/>
                  </a:lnTo>
                  <a:lnTo>
                    <a:pt x="5205024" y="558777"/>
                  </a:lnTo>
                  <a:lnTo>
                    <a:pt x="5206081" y="555217"/>
                  </a:lnTo>
                  <a:lnTo>
                    <a:pt x="5207139" y="551701"/>
                  </a:lnTo>
                  <a:lnTo>
                    <a:pt x="5208197" y="548304"/>
                  </a:lnTo>
                  <a:lnTo>
                    <a:pt x="5209255" y="545080"/>
                  </a:lnTo>
                  <a:lnTo>
                    <a:pt x="5210313" y="542077"/>
                  </a:lnTo>
                  <a:lnTo>
                    <a:pt x="5211371" y="539313"/>
                  </a:lnTo>
                  <a:lnTo>
                    <a:pt x="5212428" y="536740"/>
                  </a:lnTo>
                  <a:lnTo>
                    <a:pt x="5213486" y="534267"/>
                  </a:lnTo>
                  <a:lnTo>
                    <a:pt x="5214544" y="531820"/>
                  </a:lnTo>
                  <a:lnTo>
                    <a:pt x="5215602" y="529484"/>
                  </a:lnTo>
                  <a:lnTo>
                    <a:pt x="5216660" y="527400"/>
                  </a:lnTo>
                  <a:lnTo>
                    <a:pt x="5217718" y="525595"/>
                  </a:lnTo>
                  <a:lnTo>
                    <a:pt x="5218776" y="524163"/>
                  </a:lnTo>
                  <a:lnTo>
                    <a:pt x="5219833" y="523338"/>
                  </a:lnTo>
                  <a:lnTo>
                    <a:pt x="5220891" y="523262"/>
                  </a:lnTo>
                  <a:lnTo>
                    <a:pt x="5221949" y="523972"/>
                  </a:lnTo>
                  <a:lnTo>
                    <a:pt x="5223007" y="525515"/>
                  </a:lnTo>
                  <a:lnTo>
                    <a:pt x="5224065" y="527996"/>
                  </a:lnTo>
                  <a:lnTo>
                    <a:pt x="5225123" y="531319"/>
                  </a:lnTo>
                  <a:lnTo>
                    <a:pt x="5226180" y="535443"/>
                  </a:lnTo>
                  <a:lnTo>
                    <a:pt x="5227238" y="540400"/>
                  </a:lnTo>
                  <a:lnTo>
                    <a:pt x="5228296" y="546184"/>
                  </a:lnTo>
                  <a:lnTo>
                    <a:pt x="5229354" y="552785"/>
                  </a:lnTo>
                  <a:lnTo>
                    <a:pt x="5230412" y="560191"/>
                  </a:lnTo>
                  <a:lnTo>
                    <a:pt x="5231470" y="568364"/>
                  </a:lnTo>
                  <a:lnTo>
                    <a:pt x="5232527" y="577171"/>
                  </a:lnTo>
                  <a:lnTo>
                    <a:pt x="5233585" y="586545"/>
                  </a:lnTo>
                  <a:lnTo>
                    <a:pt x="5234643" y="596249"/>
                  </a:lnTo>
                  <a:lnTo>
                    <a:pt x="5235701" y="606183"/>
                  </a:lnTo>
                  <a:lnTo>
                    <a:pt x="5236759" y="616278"/>
                  </a:lnTo>
                  <a:lnTo>
                    <a:pt x="5237817" y="626500"/>
                  </a:lnTo>
                  <a:lnTo>
                    <a:pt x="5238874" y="636789"/>
                  </a:lnTo>
                  <a:lnTo>
                    <a:pt x="5239932" y="647032"/>
                  </a:lnTo>
                  <a:lnTo>
                    <a:pt x="5240990" y="657242"/>
                  </a:lnTo>
                  <a:lnTo>
                    <a:pt x="5242048" y="667394"/>
                  </a:lnTo>
                  <a:lnTo>
                    <a:pt x="5243106" y="677342"/>
                  </a:lnTo>
                  <a:lnTo>
                    <a:pt x="5244164" y="686979"/>
                  </a:lnTo>
                  <a:lnTo>
                    <a:pt x="5245222" y="696287"/>
                  </a:lnTo>
                  <a:lnTo>
                    <a:pt x="5246279" y="705355"/>
                  </a:lnTo>
                  <a:lnTo>
                    <a:pt x="5247337" y="714239"/>
                  </a:lnTo>
                  <a:lnTo>
                    <a:pt x="5248395" y="723045"/>
                  </a:lnTo>
                  <a:lnTo>
                    <a:pt x="5249453" y="731813"/>
                  </a:lnTo>
                  <a:lnTo>
                    <a:pt x="5250511" y="740619"/>
                  </a:lnTo>
                  <a:lnTo>
                    <a:pt x="5251569" y="749443"/>
                  </a:lnTo>
                  <a:lnTo>
                    <a:pt x="5252626" y="758274"/>
                  </a:lnTo>
                  <a:lnTo>
                    <a:pt x="5253684" y="767140"/>
                  </a:lnTo>
                  <a:lnTo>
                    <a:pt x="5254742" y="776029"/>
                  </a:lnTo>
                  <a:lnTo>
                    <a:pt x="5255800" y="784945"/>
                  </a:lnTo>
                  <a:lnTo>
                    <a:pt x="5256858" y="793971"/>
                  </a:lnTo>
                  <a:lnTo>
                    <a:pt x="5257916" y="803134"/>
                  </a:lnTo>
                  <a:lnTo>
                    <a:pt x="5258973" y="812499"/>
                  </a:lnTo>
                  <a:lnTo>
                    <a:pt x="5260031" y="822031"/>
                  </a:lnTo>
                  <a:lnTo>
                    <a:pt x="5261089" y="831710"/>
                  </a:lnTo>
                  <a:lnTo>
                    <a:pt x="5262147" y="841415"/>
                  </a:lnTo>
                  <a:lnTo>
                    <a:pt x="5263205" y="851058"/>
                  </a:lnTo>
                  <a:lnTo>
                    <a:pt x="5264263" y="860526"/>
                  </a:lnTo>
                  <a:lnTo>
                    <a:pt x="5265320" y="869787"/>
                  </a:lnTo>
                  <a:lnTo>
                    <a:pt x="5266378" y="878818"/>
                  </a:lnTo>
                  <a:lnTo>
                    <a:pt x="5267436" y="887595"/>
                  </a:lnTo>
                  <a:lnTo>
                    <a:pt x="5268494" y="895973"/>
                  </a:lnTo>
                  <a:lnTo>
                    <a:pt x="5269552" y="903735"/>
                  </a:lnTo>
                  <a:lnTo>
                    <a:pt x="5270610" y="910709"/>
                  </a:lnTo>
                  <a:lnTo>
                    <a:pt x="5271668" y="916789"/>
                  </a:lnTo>
                  <a:lnTo>
                    <a:pt x="5272725" y="921779"/>
                  </a:lnTo>
                  <a:lnTo>
                    <a:pt x="5273783" y="925514"/>
                  </a:lnTo>
                  <a:lnTo>
                    <a:pt x="5274841" y="927926"/>
                  </a:lnTo>
                  <a:lnTo>
                    <a:pt x="5275899" y="929004"/>
                  </a:lnTo>
                  <a:lnTo>
                    <a:pt x="5276957" y="928664"/>
                  </a:lnTo>
                  <a:lnTo>
                    <a:pt x="5278015" y="926877"/>
                  </a:lnTo>
                  <a:lnTo>
                    <a:pt x="5279072" y="923721"/>
                  </a:lnTo>
                  <a:lnTo>
                    <a:pt x="5280130" y="919258"/>
                  </a:lnTo>
                  <a:lnTo>
                    <a:pt x="5281188" y="913515"/>
                  </a:lnTo>
                  <a:lnTo>
                    <a:pt x="5282246" y="906546"/>
                  </a:lnTo>
                  <a:lnTo>
                    <a:pt x="5283304" y="898498"/>
                  </a:lnTo>
                  <a:lnTo>
                    <a:pt x="5284362" y="889506"/>
                  </a:lnTo>
                  <a:lnTo>
                    <a:pt x="5285419" y="879729"/>
                  </a:lnTo>
                  <a:lnTo>
                    <a:pt x="5286477" y="869256"/>
                  </a:lnTo>
                  <a:lnTo>
                    <a:pt x="5287535" y="858264"/>
                  </a:lnTo>
                  <a:lnTo>
                    <a:pt x="5288593" y="846893"/>
                  </a:lnTo>
                  <a:lnTo>
                    <a:pt x="5289651" y="835193"/>
                  </a:lnTo>
                  <a:lnTo>
                    <a:pt x="5290709" y="823188"/>
                  </a:lnTo>
                  <a:lnTo>
                    <a:pt x="5291766" y="810920"/>
                  </a:lnTo>
                  <a:lnTo>
                    <a:pt x="5292824" y="798482"/>
                  </a:lnTo>
                  <a:lnTo>
                    <a:pt x="5293882" y="785959"/>
                  </a:lnTo>
                  <a:lnTo>
                    <a:pt x="5294940" y="773381"/>
                  </a:lnTo>
                  <a:lnTo>
                    <a:pt x="5295998" y="760813"/>
                  </a:lnTo>
                  <a:lnTo>
                    <a:pt x="5297056" y="748358"/>
                  </a:lnTo>
                  <a:lnTo>
                    <a:pt x="5298114" y="736116"/>
                  </a:lnTo>
                  <a:lnTo>
                    <a:pt x="5299171" y="724083"/>
                  </a:lnTo>
                  <a:lnTo>
                    <a:pt x="5300229" y="712172"/>
                  </a:lnTo>
                  <a:lnTo>
                    <a:pt x="5301287" y="700347"/>
                  </a:lnTo>
                  <a:lnTo>
                    <a:pt x="5302345" y="688562"/>
                  </a:lnTo>
                  <a:lnTo>
                    <a:pt x="5303403" y="676777"/>
                  </a:lnTo>
                  <a:lnTo>
                    <a:pt x="5304461" y="664986"/>
                  </a:lnTo>
                  <a:lnTo>
                    <a:pt x="5305518" y="653210"/>
                  </a:lnTo>
                  <a:lnTo>
                    <a:pt x="5306576" y="641458"/>
                  </a:lnTo>
                  <a:lnTo>
                    <a:pt x="5307634" y="629739"/>
                  </a:lnTo>
                  <a:lnTo>
                    <a:pt x="5308692" y="618055"/>
                  </a:lnTo>
                  <a:lnTo>
                    <a:pt x="5309750" y="606346"/>
                  </a:lnTo>
                  <a:lnTo>
                    <a:pt x="5310808" y="594591"/>
                  </a:lnTo>
                  <a:lnTo>
                    <a:pt x="5311865" y="582748"/>
                  </a:lnTo>
                  <a:lnTo>
                    <a:pt x="5312923" y="570847"/>
                  </a:lnTo>
                  <a:lnTo>
                    <a:pt x="5313981" y="558887"/>
                  </a:lnTo>
                  <a:lnTo>
                    <a:pt x="5315039" y="546828"/>
                  </a:lnTo>
                  <a:lnTo>
                    <a:pt x="5316097" y="534790"/>
                  </a:lnTo>
                  <a:lnTo>
                    <a:pt x="5317155" y="522895"/>
                  </a:lnTo>
                  <a:lnTo>
                    <a:pt x="5318212" y="511284"/>
                  </a:lnTo>
                  <a:lnTo>
                    <a:pt x="5319270" y="500073"/>
                  </a:lnTo>
                  <a:lnTo>
                    <a:pt x="5320328" y="489306"/>
                  </a:lnTo>
                  <a:lnTo>
                    <a:pt x="5321386" y="479014"/>
                  </a:lnTo>
                  <a:lnTo>
                    <a:pt x="5322444" y="469344"/>
                  </a:lnTo>
                  <a:lnTo>
                    <a:pt x="5323502" y="460411"/>
                  </a:lnTo>
                  <a:lnTo>
                    <a:pt x="5324560" y="452315"/>
                  </a:lnTo>
                  <a:lnTo>
                    <a:pt x="5325617" y="445158"/>
                  </a:lnTo>
                  <a:lnTo>
                    <a:pt x="5326675" y="439018"/>
                  </a:lnTo>
                  <a:lnTo>
                    <a:pt x="5327733" y="434032"/>
                  </a:lnTo>
                  <a:lnTo>
                    <a:pt x="5328791" y="430216"/>
                  </a:lnTo>
                  <a:lnTo>
                    <a:pt x="5329849" y="427583"/>
                  </a:lnTo>
                  <a:lnTo>
                    <a:pt x="5330907" y="426279"/>
                  </a:lnTo>
                  <a:lnTo>
                    <a:pt x="5331964" y="426281"/>
                  </a:lnTo>
                  <a:lnTo>
                    <a:pt x="5333022" y="427537"/>
                  </a:lnTo>
                  <a:lnTo>
                    <a:pt x="5334080" y="429993"/>
                  </a:lnTo>
                  <a:lnTo>
                    <a:pt x="5335138" y="433605"/>
                  </a:lnTo>
                  <a:lnTo>
                    <a:pt x="5336196" y="438340"/>
                  </a:lnTo>
                  <a:lnTo>
                    <a:pt x="5337254" y="444079"/>
                  </a:lnTo>
                  <a:lnTo>
                    <a:pt x="5338311" y="450725"/>
                  </a:lnTo>
                  <a:lnTo>
                    <a:pt x="5339369" y="458205"/>
                  </a:lnTo>
                  <a:lnTo>
                    <a:pt x="5340427" y="466502"/>
                  </a:lnTo>
                  <a:lnTo>
                    <a:pt x="5341485" y="475520"/>
                  </a:lnTo>
                  <a:lnTo>
                    <a:pt x="5342543" y="485279"/>
                  </a:lnTo>
                  <a:lnTo>
                    <a:pt x="5343601" y="495814"/>
                  </a:lnTo>
                  <a:lnTo>
                    <a:pt x="5344658" y="507175"/>
                  </a:lnTo>
                  <a:lnTo>
                    <a:pt x="5345716" y="519359"/>
                  </a:lnTo>
                  <a:lnTo>
                    <a:pt x="5346774" y="532288"/>
                  </a:lnTo>
                  <a:lnTo>
                    <a:pt x="5347832" y="545990"/>
                  </a:lnTo>
                  <a:lnTo>
                    <a:pt x="5348890" y="560454"/>
                  </a:lnTo>
                  <a:lnTo>
                    <a:pt x="5349948" y="575710"/>
                  </a:lnTo>
                  <a:lnTo>
                    <a:pt x="5351006" y="591735"/>
                  </a:lnTo>
                  <a:lnTo>
                    <a:pt x="5352063" y="608485"/>
                  </a:lnTo>
                  <a:lnTo>
                    <a:pt x="5353121" y="626058"/>
                  </a:lnTo>
                  <a:lnTo>
                    <a:pt x="5354179" y="644463"/>
                  </a:lnTo>
                  <a:lnTo>
                    <a:pt x="5355237" y="663697"/>
                  </a:lnTo>
                  <a:lnTo>
                    <a:pt x="5356295" y="683792"/>
                  </a:lnTo>
                  <a:lnTo>
                    <a:pt x="5357353" y="704822"/>
                  </a:lnTo>
                  <a:lnTo>
                    <a:pt x="5358410" y="726796"/>
                  </a:lnTo>
                  <a:lnTo>
                    <a:pt x="5359468" y="749700"/>
                  </a:lnTo>
                  <a:lnTo>
                    <a:pt x="5360526" y="773517"/>
                  </a:lnTo>
                  <a:lnTo>
                    <a:pt x="5361584" y="798276"/>
                  </a:lnTo>
                  <a:lnTo>
                    <a:pt x="5362642" y="823978"/>
                  </a:lnTo>
                  <a:lnTo>
                    <a:pt x="5363700" y="850586"/>
                  </a:lnTo>
                  <a:lnTo>
                    <a:pt x="5364757" y="878091"/>
                  </a:lnTo>
                  <a:lnTo>
                    <a:pt x="5365815" y="906474"/>
                  </a:lnTo>
                  <a:lnTo>
                    <a:pt x="5366873" y="935646"/>
                  </a:lnTo>
                  <a:lnTo>
                    <a:pt x="5367931" y="965667"/>
                  </a:lnTo>
                  <a:lnTo>
                    <a:pt x="5368989" y="996517"/>
                  </a:lnTo>
                  <a:lnTo>
                    <a:pt x="5370047" y="1028143"/>
                  </a:lnTo>
                  <a:lnTo>
                    <a:pt x="5371104" y="1060432"/>
                  </a:lnTo>
                  <a:lnTo>
                    <a:pt x="5372162" y="1093275"/>
                  </a:lnTo>
                  <a:lnTo>
                    <a:pt x="5373220" y="1126572"/>
                  </a:lnTo>
                  <a:lnTo>
                    <a:pt x="5374278" y="1160246"/>
                  </a:lnTo>
                  <a:lnTo>
                    <a:pt x="5375336" y="1194191"/>
                  </a:lnTo>
                  <a:lnTo>
                    <a:pt x="5376394" y="1228345"/>
                  </a:lnTo>
                  <a:lnTo>
                    <a:pt x="5377452" y="1262666"/>
                  </a:lnTo>
                  <a:lnTo>
                    <a:pt x="5378509" y="1297098"/>
                  </a:lnTo>
                  <a:lnTo>
                    <a:pt x="5379567" y="1331651"/>
                  </a:lnTo>
                  <a:lnTo>
                    <a:pt x="5380625" y="1366229"/>
                  </a:lnTo>
                  <a:lnTo>
                    <a:pt x="5381683" y="1400709"/>
                  </a:lnTo>
                  <a:lnTo>
                    <a:pt x="5382741" y="1434984"/>
                  </a:lnTo>
                  <a:lnTo>
                    <a:pt x="5383799" y="1468975"/>
                  </a:lnTo>
                  <a:lnTo>
                    <a:pt x="5384856" y="1502606"/>
                  </a:lnTo>
                  <a:lnTo>
                    <a:pt x="5385914" y="1535862"/>
                  </a:lnTo>
                  <a:lnTo>
                    <a:pt x="5386972" y="1568834"/>
                  </a:lnTo>
                  <a:lnTo>
                    <a:pt x="5388030" y="1601560"/>
                  </a:lnTo>
                  <a:lnTo>
                    <a:pt x="5389088" y="1634041"/>
                  </a:lnTo>
                  <a:lnTo>
                    <a:pt x="5390146" y="1666321"/>
                  </a:lnTo>
                  <a:lnTo>
                    <a:pt x="5391203" y="1698493"/>
                  </a:lnTo>
                  <a:lnTo>
                    <a:pt x="5392261" y="1730516"/>
                  </a:lnTo>
                  <a:lnTo>
                    <a:pt x="5393319" y="1762284"/>
                  </a:lnTo>
                  <a:lnTo>
                    <a:pt x="5394377" y="1793766"/>
                  </a:lnTo>
                  <a:lnTo>
                    <a:pt x="5395435" y="1824896"/>
                  </a:lnTo>
                  <a:lnTo>
                    <a:pt x="5396493" y="1855568"/>
                  </a:lnTo>
                  <a:lnTo>
                    <a:pt x="5397550" y="1885704"/>
                  </a:lnTo>
                  <a:lnTo>
                    <a:pt x="5398608" y="1915317"/>
                  </a:lnTo>
                  <a:lnTo>
                    <a:pt x="5399666" y="1944391"/>
                  </a:lnTo>
                  <a:lnTo>
                    <a:pt x="5400724" y="1972883"/>
                  </a:lnTo>
                  <a:lnTo>
                    <a:pt x="5401782" y="2000773"/>
                  </a:lnTo>
                  <a:lnTo>
                    <a:pt x="5402840" y="2027987"/>
                  </a:lnTo>
                  <a:lnTo>
                    <a:pt x="5403898" y="2054450"/>
                  </a:lnTo>
                  <a:lnTo>
                    <a:pt x="5404955" y="2080145"/>
                  </a:lnTo>
                  <a:lnTo>
                    <a:pt x="5406013" y="2105017"/>
                  </a:lnTo>
                  <a:lnTo>
                    <a:pt x="5407071" y="2128975"/>
                  </a:lnTo>
                  <a:lnTo>
                    <a:pt x="5408129" y="2152132"/>
                  </a:lnTo>
                  <a:lnTo>
                    <a:pt x="5409187" y="2174583"/>
                  </a:lnTo>
                  <a:lnTo>
                    <a:pt x="5410245" y="2196223"/>
                  </a:lnTo>
                  <a:lnTo>
                    <a:pt x="5411302" y="2216952"/>
                  </a:lnTo>
                  <a:lnTo>
                    <a:pt x="5412360" y="2236785"/>
                  </a:lnTo>
                  <a:lnTo>
                    <a:pt x="5413418" y="2255714"/>
                  </a:lnTo>
                  <a:lnTo>
                    <a:pt x="5414476" y="2273551"/>
                  </a:lnTo>
                  <a:lnTo>
                    <a:pt x="5415534" y="2290248"/>
                  </a:lnTo>
                  <a:lnTo>
                    <a:pt x="5416592" y="2305852"/>
                  </a:lnTo>
                  <a:lnTo>
                    <a:pt x="5417649" y="2320345"/>
                  </a:lnTo>
                  <a:lnTo>
                    <a:pt x="5418707" y="2333727"/>
                  </a:lnTo>
                  <a:lnTo>
                    <a:pt x="5419765" y="2346050"/>
                  </a:lnTo>
                  <a:lnTo>
                    <a:pt x="5420823" y="2357337"/>
                  </a:lnTo>
                  <a:lnTo>
                    <a:pt x="5421881" y="2367557"/>
                  </a:lnTo>
                  <a:lnTo>
                    <a:pt x="5422939" y="2376714"/>
                  </a:lnTo>
                  <a:lnTo>
                    <a:pt x="5423996" y="2384759"/>
                  </a:lnTo>
                  <a:lnTo>
                    <a:pt x="5425054" y="2391662"/>
                  </a:lnTo>
                  <a:lnTo>
                    <a:pt x="5426112" y="2397473"/>
                  </a:lnTo>
                  <a:lnTo>
                    <a:pt x="5427170" y="2402239"/>
                  </a:lnTo>
                  <a:lnTo>
                    <a:pt x="5428228" y="2406056"/>
                  </a:lnTo>
                  <a:lnTo>
                    <a:pt x="5429286" y="2409004"/>
                  </a:lnTo>
                  <a:lnTo>
                    <a:pt x="5430344" y="2411195"/>
                  </a:lnTo>
                  <a:lnTo>
                    <a:pt x="5431401" y="2412689"/>
                  </a:lnTo>
                  <a:lnTo>
                    <a:pt x="5432459" y="2413504"/>
                  </a:lnTo>
                  <a:lnTo>
                    <a:pt x="5433517" y="2413666"/>
                  </a:lnTo>
                  <a:lnTo>
                    <a:pt x="5434575" y="2413174"/>
                  </a:lnTo>
                  <a:lnTo>
                    <a:pt x="5435633" y="2412031"/>
                  </a:lnTo>
                  <a:lnTo>
                    <a:pt x="5436691" y="2410159"/>
                  </a:lnTo>
                  <a:lnTo>
                    <a:pt x="5437748" y="2407539"/>
                  </a:lnTo>
                  <a:lnTo>
                    <a:pt x="5438806" y="2404113"/>
                  </a:lnTo>
                  <a:lnTo>
                    <a:pt x="5439864" y="2399805"/>
                  </a:lnTo>
                  <a:lnTo>
                    <a:pt x="5440922" y="2394555"/>
                  </a:lnTo>
                  <a:lnTo>
                    <a:pt x="5441980" y="2388312"/>
                  </a:lnTo>
                  <a:lnTo>
                    <a:pt x="5443038" y="2381032"/>
                  </a:lnTo>
                  <a:lnTo>
                    <a:pt x="5444095" y="2372599"/>
                  </a:lnTo>
                  <a:lnTo>
                    <a:pt x="5445153" y="2363017"/>
                  </a:lnTo>
                  <a:lnTo>
                    <a:pt x="5446211" y="2352396"/>
                  </a:lnTo>
                  <a:lnTo>
                    <a:pt x="5447269" y="2340812"/>
                  </a:lnTo>
                  <a:lnTo>
                    <a:pt x="5448327" y="2328203"/>
                  </a:lnTo>
                  <a:lnTo>
                    <a:pt x="5449385" y="2314585"/>
                  </a:lnTo>
                  <a:lnTo>
                    <a:pt x="5450442" y="2300022"/>
                  </a:lnTo>
                  <a:lnTo>
                    <a:pt x="5451500" y="2284511"/>
                  </a:lnTo>
                  <a:lnTo>
                    <a:pt x="5452558" y="2268024"/>
                  </a:lnTo>
                  <a:lnTo>
                    <a:pt x="5453616" y="2250562"/>
                  </a:lnTo>
                  <a:lnTo>
                    <a:pt x="5454674" y="2232160"/>
                  </a:lnTo>
                  <a:lnTo>
                    <a:pt x="5455732" y="2212806"/>
                  </a:lnTo>
                  <a:lnTo>
                    <a:pt x="5456790" y="2192526"/>
                  </a:lnTo>
                  <a:lnTo>
                    <a:pt x="5457847" y="2171329"/>
                  </a:lnTo>
                  <a:lnTo>
                    <a:pt x="5458905" y="2149215"/>
                  </a:lnTo>
                  <a:lnTo>
                    <a:pt x="5459963" y="2126237"/>
                  </a:lnTo>
                  <a:lnTo>
                    <a:pt x="5461021" y="2102276"/>
                  </a:lnTo>
                  <a:lnTo>
                    <a:pt x="5462079" y="2077151"/>
                  </a:lnTo>
                  <a:lnTo>
                    <a:pt x="5463137" y="2050791"/>
                  </a:lnTo>
                  <a:lnTo>
                    <a:pt x="5464194" y="2023329"/>
                  </a:lnTo>
                  <a:lnTo>
                    <a:pt x="5465252" y="1994849"/>
                  </a:lnTo>
                  <a:lnTo>
                    <a:pt x="5466310" y="1965322"/>
                  </a:lnTo>
                  <a:lnTo>
                    <a:pt x="5467368" y="1934909"/>
                  </a:lnTo>
                  <a:lnTo>
                    <a:pt x="5468426" y="1903836"/>
                  </a:lnTo>
                  <a:lnTo>
                    <a:pt x="5469484" y="1872144"/>
                  </a:lnTo>
                  <a:lnTo>
                    <a:pt x="5470541" y="1839921"/>
                  </a:lnTo>
                  <a:lnTo>
                    <a:pt x="5471599" y="1807259"/>
                  </a:lnTo>
                  <a:lnTo>
                    <a:pt x="5472657" y="1774183"/>
                  </a:lnTo>
                  <a:lnTo>
                    <a:pt x="5473715" y="1740697"/>
                  </a:lnTo>
                  <a:lnTo>
                    <a:pt x="5474773" y="1706816"/>
                  </a:lnTo>
                  <a:lnTo>
                    <a:pt x="5475831" y="1672567"/>
                  </a:lnTo>
                  <a:lnTo>
                    <a:pt x="5476888" y="1638089"/>
                  </a:lnTo>
                  <a:lnTo>
                    <a:pt x="5477946" y="1603503"/>
                  </a:lnTo>
                  <a:lnTo>
                    <a:pt x="5479004" y="1568890"/>
                  </a:lnTo>
                  <a:lnTo>
                    <a:pt x="5480062" y="1534277"/>
                  </a:lnTo>
                  <a:lnTo>
                    <a:pt x="5481120" y="1499690"/>
                  </a:lnTo>
                  <a:lnTo>
                    <a:pt x="5482178" y="1465125"/>
                  </a:lnTo>
                  <a:lnTo>
                    <a:pt x="5483236" y="1430500"/>
                  </a:lnTo>
                  <a:lnTo>
                    <a:pt x="5484293" y="1395676"/>
                  </a:lnTo>
                  <a:lnTo>
                    <a:pt x="5485351" y="1360562"/>
                  </a:lnTo>
                  <a:lnTo>
                    <a:pt x="5486409" y="1325112"/>
                  </a:lnTo>
                  <a:lnTo>
                    <a:pt x="5487467" y="1289402"/>
                  </a:lnTo>
                  <a:lnTo>
                    <a:pt x="5488525" y="1253686"/>
                  </a:lnTo>
                  <a:lnTo>
                    <a:pt x="5489583" y="1218187"/>
                  </a:lnTo>
                  <a:lnTo>
                    <a:pt x="5490640" y="1183197"/>
                  </a:lnTo>
                  <a:lnTo>
                    <a:pt x="5491698" y="1148860"/>
                  </a:lnTo>
                  <a:lnTo>
                    <a:pt x="5492756" y="1115248"/>
                  </a:lnTo>
                  <a:lnTo>
                    <a:pt x="5493814" y="1082371"/>
                  </a:lnTo>
                  <a:lnTo>
                    <a:pt x="5494872" y="1050268"/>
                  </a:lnTo>
                  <a:lnTo>
                    <a:pt x="5495930" y="1019043"/>
                  </a:lnTo>
                  <a:lnTo>
                    <a:pt x="5496987" y="988752"/>
                  </a:lnTo>
                  <a:lnTo>
                    <a:pt x="5498045" y="959482"/>
                  </a:lnTo>
                  <a:lnTo>
                    <a:pt x="5499103" y="931259"/>
                  </a:lnTo>
                  <a:lnTo>
                    <a:pt x="5500161" y="904087"/>
                  </a:lnTo>
                  <a:lnTo>
                    <a:pt x="5501219" y="878101"/>
                  </a:lnTo>
                  <a:lnTo>
                    <a:pt x="5502277" y="853449"/>
                  </a:lnTo>
                  <a:lnTo>
                    <a:pt x="5503334" y="830152"/>
                  </a:lnTo>
                  <a:lnTo>
                    <a:pt x="5504392" y="808189"/>
                  </a:lnTo>
                  <a:lnTo>
                    <a:pt x="5505450" y="787583"/>
                  </a:lnTo>
                  <a:lnTo>
                    <a:pt x="5506508" y="768244"/>
                  </a:lnTo>
                  <a:lnTo>
                    <a:pt x="5507566" y="750085"/>
                  </a:lnTo>
                  <a:lnTo>
                    <a:pt x="5508624" y="733118"/>
                  </a:lnTo>
                  <a:lnTo>
                    <a:pt x="5509682" y="717397"/>
                  </a:lnTo>
                  <a:lnTo>
                    <a:pt x="5510739" y="702903"/>
                  </a:lnTo>
                  <a:lnTo>
                    <a:pt x="5511797" y="689609"/>
                  </a:lnTo>
                  <a:lnTo>
                    <a:pt x="5512855" y="677540"/>
                  </a:lnTo>
                  <a:lnTo>
                    <a:pt x="5513913" y="666761"/>
                  </a:lnTo>
                  <a:lnTo>
                    <a:pt x="5514971" y="657371"/>
                  </a:lnTo>
                  <a:lnTo>
                    <a:pt x="5516029" y="649466"/>
                  </a:lnTo>
                  <a:lnTo>
                    <a:pt x="5517086" y="642948"/>
                  </a:lnTo>
                  <a:lnTo>
                    <a:pt x="5518144" y="637682"/>
                  </a:lnTo>
                  <a:lnTo>
                    <a:pt x="5519202" y="633629"/>
                  </a:lnTo>
                  <a:lnTo>
                    <a:pt x="5520260" y="630772"/>
                  </a:lnTo>
                  <a:lnTo>
                    <a:pt x="5521318" y="628974"/>
                  </a:lnTo>
                  <a:lnTo>
                    <a:pt x="5522376" y="628203"/>
                  </a:lnTo>
                  <a:lnTo>
                    <a:pt x="5523433" y="628478"/>
                  </a:lnTo>
                  <a:lnTo>
                    <a:pt x="5524491" y="629671"/>
                  </a:lnTo>
                  <a:lnTo>
                    <a:pt x="5525549" y="631735"/>
                  </a:lnTo>
                  <a:lnTo>
                    <a:pt x="5526607" y="634633"/>
                  </a:lnTo>
                  <a:lnTo>
                    <a:pt x="5527665" y="638323"/>
                  </a:lnTo>
                  <a:lnTo>
                    <a:pt x="5528723" y="642727"/>
                  </a:lnTo>
                  <a:lnTo>
                    <a:pt x="5529780" y="647649"/>
                  </a:lnTo>
                  <a:lnTo>
                    <a:pt x="5530838" y="652902"/>
                  </a:lnTo>
                  <a:lnTo>
                    <a:pt x="5531896" y="658357"/>
                  </a:lnTo>
                  <a:lnTo>
                    <a:pt x="5532954" y="664053"/>
                  </a:lnTo>
                  <a:lnTo>
                    <a:pt x="5534012" y="669937"/>
                  </a:lnTo>
                  <a:lnTo>
                    <a:pt x="5535070" y="675927"/>
                  </a:lnTo>
                  <a:lnTo>
                    <a:pt x="5536128" y="681944"/>
                  </a:lnTo>
                  <a:lnTo>
                    <a:pt x="5537185" y="688028"/>
                  </a:lnTo>
                  <a:lnTo>
                    <a:pt x="5538243" y="694209"/>
                  </a:lnTo>
                  <a:lnTo>
                    <a:pt x="5539301" y="700531"/>
                  </a:lnTo>
                  <a:lnTo>
                    <a:pt x="5540359" y="707012"/>
                  </a:lnTo>
                  <a:lnTo>
                    <a:pt x="5541417" y="713438"/>
                  </a:lnTo>
                  <a:lnTo>
                    <a:pt x="5542475" y="719605"/>
                  </a:lnTo>
                  <a:lnTo>
                    <a:pt x="5543532" y="725295"/>
                  </a:lnTo>
                  <a:lnTo>
                    <a:pt x="5544590" y="730383"/>
                  </a:lnTo>
                  <a:lnTo>
                    <a:pt x="5545648" y="734851"/>
                  </a:lnTo>
                  <a:lnTo>
                    <a:pt x="5546706" y="738724"/>
                  </a:lnTo>
                  <a:lnTo>
                    <a:pt x="5547764" y="742032"/>
                  </a:lnTo>
                  <a:lnTo>
                    <a:pt x="5548822" y="744663"/>
                  </a:lnTo>
                  <a:lnTo>
                    <a:pt x="5549879" y="746582"/>
                  </a:lnTo>
                  <a:lnTo>
                    <a:pt x="5550937" y="747751"/>
                  </a:lnTo>
                  <a:lnTo>
                    <a:pt x="5551995" y="748101"/>
                  </a:lnTo>
                  <a:lnTo>
                    <a:pt x="5553053" y="747515"/>
                  </a:lnTo>
                  <a:lnTo>
                    <a:pt x="5554111" y="745930"/>
                  </a:lnTo>
                  <a:lnTo>
                    <a:pt x="5555169" y="743233"/>
                  </a:lnTo>
                  <a:lnTo>
                    <a:pt x="5556226" y="739337"/>
                  </a:lnTo>
                  <a:lnTo>
                    <a:pt x="5557284" y="734240"/>
                  </a:lnTo>
                  <a:lnTo>
                    <a:pt x="5558342" y="727976"/>
                  </a:lnTo>
                  <a:lnTo>
                    <a:pt x="5559400" y="720649"/>
                  </a:lnTo>
                  <a:lnTo>
                    <a:pt x="5560458" y="712422"/>
                  </a:lnTo>
                  <a:lnTo>
                    <a:pt x="5561516" y="703366"/>
                  </a:lnTo>
                  <a:lnTo>
                    <a:pt x="5562574" y="693500"/>
                  </a:lnTo>
                  <a:lnTo>
                    <a:pt x="5563631" y="682838"/>
                  </a:lnTo>
                  <a:lnTo>
                    <a:pt x="5564689" y="671497"/>
                  </a:lnTo>
                  <a:lnTo>
                    <a:pt x="5565747" y="659426"/>
                  </a:lnTo>
                  <a:lnTo>
                    <a:pt x="5566805" y="646583"/>
                  </a:lnTo>
                  <a:lnTo>
                    <a:pt x="5567863" y="632962"/>
                  </a:lnTo>
                  <a:lnTo>
                    <a:pt x="5568921" y="618638"/>
                  </a:lnTo>
                  <a:lnTo>
                    <a:pt x="5569978" y="603685"/>
                  </a:lnTo>
                  <a:lnTo>
                    <a:pt x="5571036" y="588193"/>
                  </a:lnTo>
                  <a:lnTo>
                    <a:pt x="5572094" y="572295"/>
                  </a:lnTo>
                  <a:lnTo>
                    <a:pt x="5573152" y="556022"/>
                  </a:lnTo>
                  <a:lnTo>
                    <a:pt x="5574210" y="539377"/>
                  </a:lnTo>
                  <a:lnTo>
                    <a:pt x="5575268" y="522309"/>
                  </a:lnTo>
                  <a:lnTo>
                    <a:pt x="5576325" y="504728"/>
                  </a:lnTo>
                  <a:lnTo>
                    <a:pt x="5577383" y="486643"/>
                  </a:lnTo>
                  <a:lnTo>
                    <a:pt x="5578441" y="468107"/>
                  </a:lnTo>
                  <a:lnTo>
                    <a:pt x="5579499" y="449145"/>
                  </a:lnTo>
                  <a:lnTo>
                    <a:pt x="5580557" y="429769"/>
                  </a:lnTo>
                  <a:lnTo>
                    <a:pt x="5581615" y="410079"/>
                  </a:lnTo>
                  <a:lnTo>
                    <a:pt x="5582672" y="390225"/>
                  </a:lnTo>
                  <a:lnTo>
                    <a:pt x="5583730" y="370448"/>
                  </a:lnTo>
                  <a:lnTo>
                    <a:pt x="5584788" y="350837"/>
                  </a:lnTo>
                  <a:lnTo>
                    <a:pt x="5585846" y="331380"/>
                  </a:lnTo>
                  <a:lnTo>
                    <a:pt x="5586904" y="312038"/>
                  </a:lnTo>
                  <a:lnTo>
                    <a:pt x="5587962" y="292846"/>
                  </a:lnTo>
                  <a:lnTo>
                    <a:pt x="5589020" y="273928"/>
                  </a:lnTo>
                  <a:lnTo>
                    <a:pt x="5590077" y="255344"/>
                  </a:lnTo>
                  <a:lnTo>
                    <a:pt x="5591135" y="237194"/>
                  </a:lnTo>
                  <a:lnTo>
                    <a:pt x="5592193" y="219504"/>
                  </a:lnTo>
                  <a:lnTo>
                    <a:pt x="5593251" y="202286"/>
                  </a:lnTo>
                  <a:lnTo>
                    <a:pt x="5594309" y="185593"/>
                  </a:lnTo>
                  <a:lnTo>
                    <a:pt x="5595367" y="169506"/>
                  </a:lnTo>
                  <a:lnTo>
                    <a:pt x="5596424" y="154055"/>
                  </a:lnTo>
                  <a:lnTo>
                    <a:pt x="5597482" y="139265"/>
                  </a:lnTo>
                  <a:lnTo>
                    <a:pt x="5598540" y="125136"/>
                  </a:lnTo>
                  <a:lnTo>
                    <a:pt x="5599598" y="111660"/>
                  </a:lnTo>
                  <a:lnTo>
                    <a:pt x="5600656" y="98805"/>
                  </a:lnTo>
                  <a:lnTo>
                    <a:pt x="5601714" y="86606"/>
                  </a:lnTo>
                  <a:lnTo>
                    <a:pt x="5602771" y="75169"/>
                  </a:lnTo>
                  <a:lnTo>
                    <a:pt x="5603829" y="64472"/>
                  </a:lnTo>
                  <a:lnTo>
                    <a:pt x="5604887" y="54494"/>
                  </a:lnTo>
                  <a:lnTo>
                    <a:pt x="5605945" y="45322"/>
                  </a:lnTo>
                  <a:lnTo>
                    <a:pt x="5607003" y="36976"/>
                  </a:lnTo>
                  <a:lnTo>
                    <a:pt x="5608061" y="29490"/>
                  </a:lnTo>
                  <a:lnTo>
                    <a:pt x="5609118" y="22891"/>
                  </a:lnTo>
                  <a:lnTo>
                    <a:pt x="5610176" y="17159"/>
                  </a:lnTo>
                  <a:lnTo>
                    <a:pt x="5611234" y="12325"/>
                  </a:lnTo>
                  <a:lnTo>
                    <a:pt x="5612292" y="8372"/>
                  </a:lnTo>
                  <a:lnTo>
                    <a:pt x="5613350" y="5248"/>
                  </a:lnTo>
                  <a:lnTo>
                    <a:pt x="5614408" y="2882"/>
                  </a:lnTo>
                  <a:lnTo>
                    <a:pt x="5615466" y="1254"/>
                  </a:lnTo>
                  <a:lnTo>
                    <a:pt x="5616523" y="317"/>
                  </a:lnTo>
                  <a:lnTo>
                    <a:pt x="5617581" y="0"/>
                  </a:lnTo>
                  <a:lnTo>
                    <a:pt x="5618639" y="262"/>
                  </a:lnTo>
                  <a:lnTo>
                    <a:pt x="5619697" y="1268"/>
                  </a:lnTo>
                  <a:lnTo>
                    <a:pt x="5620755" y="3017"/>
                  </a:lnTo>
                  <a:lnTo>
                    <a:pt x="5621813" y="5451"/>
                  </a:lnTo>
                  <a:lnTo>
                    <a:pt x="5622870" y="8541"/>
                  </a:lnTo>
                  <a:lnTo>
                    <a:pt x="5623928" y="12221"/>
                  </a:lnTo>
                  <a:lnTo>
                    <a:pt x="5624986" y="16411"/>
                  </a:lnTo>
                  <a:lnTo>
                    <a:pt x="5626044" y="21028"/>
                  </a:lnTo>
                  <a:lnTo>
                    <a:pt x="5627102" y="26079"/>
                  </a:lnTo>
                  <a:lnTo>
                    <a:pt x="5628160" y="31564"/>
                  </a:lnTo>
                  <a:lnTo>
                    <a:pt x="5629217" y="37521"/>
                  </a:lnTo>
                  <a:lnTo>
                    <a:pt x="5630275" y="43986"/>
                  </a:lnTo>
                  <a:lnTo>
                    <a:pt x="5631333" y="50890"/>
                  </a:lnTo>
                  <a:lnTo>
                    <a:pt x="5632391" y="58277"/>
                  </a:lnTo>
                  <a:lnTo>
                    <a:pt x="5633449" y="66212"/>
                  </a:lnTo>
                  <a:lnTo>
                    <a:pt x="5634507" y="74681"/>
                  </a:lnTo>
                  <a:lnTo>
                    <a:pt x="5635564" y="83620"/>
                  </a:lnTo>
                  <a:lnTo>
                    <a:pt x="5636622" y="92905"/>
                  </a:lnTo>
                  <a:lnTo>
                    <a:pt x="5637680" y="102455"/>
                  </a:lnTo>
                  <a:lnTo>
                    <a:pt x="5638738" y="112241"/>
                  </a:lnTo>
                  <a:lnTo>
                    <a:pt x="5639796" y="122310"/>
                  </a:lnTo>
                  <a:lnTo>
                    <a:pt x="5640854" y="132670"/>
                  </a:lnTo>
                  <a:lnTo>
                    <a:pt x="5641912" y="143346"/>
                  </a:lnTo>
                  <a:lnTo>
                    <a:pt x="5642969" y="154322"/>
                  </a:lnTo>
                  <a:lnTo>
                    <a:pt x="5644027" y="165583"/>
                  </a:lnTo>
                  <a:lnTo>
                    <a:pt x="5645085" y="177088"/>
                  </a:lnTo>
                  <a:lnTo>
                    <a:pt x="5646143" y="188766"/>
                  </a:lnTo>
                  <a:lnTo>
                    <a:pt x="5647201" y="200586"/>
                  </a:lnTo>
                  <a:lnTo>
                    <a:pt x="5648259" y="212531"/>
                  </a:lnTo>
                  <a:lnTo>
                    <a:pt x="5649316" y="224592"/>
                  </a:lnTo>
                  <a:lnTo>
                    <a:pt x="5650374" y="236760"/>
                  </a:lnTo>
                  <a:lnTo>
                    <a:pt x="5651432" y="249020"/>
                  </a:lnTo>
                  <a:lnTo>
                    <a:pt x="5652490" y="261396"/>
                  </a:lnTo>
                  <a:lnTo>
                    <a:pt x="5653548" y="273899"/>
                  </a:lnTo>
                  <a:lnTo>
                    <a:pt x="5654606" y="286529"/>
                  </a:lnTo>
                  <a:lnTo>
                    <a:pt x="5655663" y="299228"/>
                  </a:lnTo>
                  <a:lnTo>
                    <a:pt x="5656721" y="312011"/>
                  </a:lnTo>
                  <a:lnTo>
                    <a:pt x="5657779" y="324961"/>
                  </a:lnTo>
                  <a:lnTo>
                    <a:pt x="5658837" y="338095"/>
                  </a:lnTo>
                  <a:lnTo>
                    <a:pt x="5659895" y="351397"/>
                  </a:lnTo>
                  <a:lnTo>
                    <a:pt x="5660953" y="364953"/>
                  </a:lnTo>
                  <a:lnTo>
                    <a:pt x="5662010" y="378798"/>
                  </a:lnTo>
                  <a:lnTo>
                    <a:pt x="5663068" y="392885"/>
                  </a:lnTo>
                  <a:lnTo>
                    <a:pt x="5664126" y="407237"/>
                  </a:lnTo>
                  <a:lnTo>
                    <a:pt x="5665184" y="421804"/>
                  </a:lnTo>
                  <a:lnTo>
                    <a:pt x="5666242" y="436553"/>
                  </a:lnTo>
                  <a:lnTo>
                    <a:pt x="5667300" y="451467"/>
                  </a:lnTo>
                  <a:lnTo>
                    <a:pt x="5668358" y="466574"/>
                  </a:lnTo>
                  <a:lnTo>
                    <a:pt x="5669415" y="481951"/>
                  </a:lnTo>
                  <a:lnTo>
                    <a:pt x="5670473" y="497729"/>
                  </a:lnTo>
                  <a:lnTo>
                    <a:pt x="5671531" y="514012"/>
                  </a:lnTo>
                  <a:lnTo>
                    <a:pt x="5672589" y="530643"/>
                  </a:lnTo>
                  <a:lnTo>
                    <a:pt x="5673647" y="547511"/>
                  </a:lnTo>
                  <a:lnTo>
                    <a:pt x="5674705" y="564589"/>
                  </a:lnTo>
                  <a:lnTo>
                    <a:pt x="5675762" y="581855"/>
                  </a:lnTo>
                  <a:lnTo>
                    <a:pt x="5676820" y="599258"/>
                  </a:lnTo>
                  <a:lnTo>
                    <a:pt x="5677878" y="616868"/>
                  </a:lnTo>
                  <a:lnTo>
                    <a:pt x="5678936" y="634929"/>
                  </a:lnTo>
                  <a:lnTo>
                    <a:pt x="5679994" y="653468"/>
                  </a:lnTo>
                  <a:lnTo>
                    <a:pt x="5681052" y="672530"/>
                  </a:lnTo>
                  <a:lnTo>
                    <a:pt x="5682109" y="692148"/>
                  </a:lnTo>
                  <a:lnTo>
                    <a:pt x="5683167" y="712352"/>
                  </a:lnTo>
                  <a:lnTo>
                    <a:pt x="5684225" y="733165"/>
                  </a:lnTo>
                  <a:lnTo>
                    <a:pt x="5685283" y="754497"/>
                  </a:lnTo>
                  <a:lnTo>
                    <a:pt x="5686341" y="776244"/>
                  </a:lnTo>
                  <a:lnTo>
                    <a:pt x="5687399" y="798324"/>
                  </a:lnTo>
                  <a:lnTo>
                    <a:pt x="5688456" y="820767"/>
                  </a:lnTo>
                  <a:lnTo>
                    <a:pt x="5689514" y="843603"/>
                  </a:lnTo>
                  <a:lnTo>
                    <a:pt x="5690572" y="866932"/>
                  </a:lnTo>
                  <a:lnTo>
                    <a:pt x="5691630" y="890787"/>
                  </a:lnTo>
                  <a:lnTo>
                    <a:pt x="5692688" y="915205"/>
                  </a:lnTo>
                  <a:lnTo>
                    <a:pt x="5693746" y="940169"/>
                  </a:lnTo>
                  <a:lnTo>
                    <a:pt x="5694804" y="965552"/>
                  </a:lnTo>
                  <a:lnTo>
                    <a:pt x="5695861" y="991259"/>
                  </a:lnTo>
                  <a:lnTo>
                    <a:pt x="5696919" y="1017167"/>
                  </a:lnTo>
                  <a:lnTo>
                    <a:pt x="5697977" y="1043227"/>
                  </a:lnTo>
                  <a:lnTo>
                    <a:pt x="5699035" y="1069461"/>
                  </a:lnTo>
                  <a:lnTo>
                    <a:pt x="5700093" y="1095929"/>
                  </a:lnTo>
                  <a:lnTo>
                    <a:pt x="5701151" y="1122706"/>
                  </a:lnTo>
                  <a:lnTo>
                    <a:pt x="5702208" y="1149799"/>
                  </a:lnTo>
                  <a:lnTo>
                    <a:pt x="5703266" y="1177216"/>
                  </a:lnTo>
                  <a:lnTo>
                    <a:pt x="5704324" y="1204925"/>
                  </a:lnTo>
                  <a:lnTo>
                    <a:pt x="5705382" y="1232900"/>
                  </a:lnTo>
                  <a:lnTo>
                    <a:pt x="5706440" y="1261108"/>
                  </a:lnTo>
                  <a:lnTo>
                    <a:pt x="5707498" y="1289526"/>
                  </a:lnTo>
                  <a:lnTo>
                    <a:pt x="5708555" y="1318165"/>
                  </a:lnTo>
                  <a:lnTo>
                    <a:pt x="5709613" y="1347071"/>
                  </a:lnTo>
                  <a:lnTo>
                    <a:pt x="5710671" y="1376177"/>
                  </a:lnTo>
                  <a:lnTo>
                    <a:pt x="5711729" y="1405419"/>
                  </a:lnTo>
                  <a:lnTo>
                    <a:pt x="5712787" y="1434855"/>
                  </a:lnTo>
                  <a:lnTo>
                    <a:pt x="5713845" y="1464386"/>
                  </a:lnTo>
                  <a:lnTo>
                    <a:pt x="5714902" y="1493912"/>
                  </a:lnTo>
                  <a:lnTo>
                    <a:pt x="5715960" y="1523479"/>
                  </a:lnTo>
                  <a:lnTo>
                    <a:pt x="5717018" y="1553094"/>
                  </a:lnTo>
                  <a:lnTo>
                    <a:pt x="5718076" y="1582738"/>
                  </a:lnTo>
                  <a:lnTo>
                    <a:pt x="5719134" y="1612412"/>
                  </a:lnTo>
                  <a:lnTo>
                    <a:pt x="5720192" y="1642174"/>
                  </a:lnTo>
                  <a:lnTo>
                    <a:pt x="5721250" y="1671926"/>
                  </a:lnTo>
                  <a:lnTo>
                    <a:pt x="5722307" y="1701573"/>
                  </a:lnTo>
                  <a:lnTo>
                    <a:pt x="5723365" y="1730946"/>
                  </a:lnTo>
                  <a:lnTo>
                    <a:pt x="5724423" y="1759781"/>
                  </a:lnTo>
                  <a:lnTo>
                    <a:pt x="5725481" y="1787913"/>
                  </a:lnTo>
                  <a:lnTo>
                    <a:pt x="5726539" y="1815429"/>
                  </a:lnTo>
                  <a:lnTo>
                    <a:pt x="5727597" y="1842285"/>
                  </a:lnTo>
                  <a:lnTo>
                    <a:pt x="5728654" y="1868441"/>
                  </a:lnTo>
                  <a:lnTo>
                    <a:pt x="5729712" y="1893927"/>
                  </a:lnTo>
                  <a:lnTo>
                    <a:pt x="5730770" y="1918696"/>
                  </a:lnTo>
                  <a:lnTo>
                    <a:pt x="5731828" y="1942523"/>
                  </a:lnTo>
                  <a:lnTo>
                    <a:pt x="5732886" y="1965189"/>
                  </a:lnTo>
                  <a:lnTo>
                    <a:pt x="5733944" y="1986626"/>
                  </a:lnTo>
                  <a:lnTo>
                    <a:pt x="5735001" y="2006782"/>
                  </a:lnTo>
                  <a:lnTo>
                    <a:pt x="5736059" y="2025667"/>
                  </a:lnTo>
                  <a:lnTo>
                    <a:pt x="5737117" y="2043246"/>
                  </a:lnTo>
                  <a:lnTo>
                    <a:pt x="5738175" y="2059585"/>
                  </a:lnTo>
                  <a:lnTo>
                    <a:pt x="5739233" y="2074792"/>
                  </a:lnTo>
                  <a:lnTo>
                    <a:pt x="5740291" y="2088922"/>
                  </a:lnTo>
                  <a:lnTo>
                    <a:pt x="5741348" y="2101996"/>
                  </a:lnTo>
                  <a:lnTo>
                    <a:pt x="5742406" y="2113977"/>
                  </a:lnTo>
                  <a:lnTo>
                    <a:pt x="5743464" y="2124732"/>
                  </a:lnTo>
                  <a:lnTo>
                    <a:pt x="5744522" y="2134171"/>
                  </a:lnTo>
                  <a:lnTo>
                    <a:pt x="5745580" y="2142225"/>
                  </a:lnTo>
                  <a:lnTo>
                    <a:pt x="5746638" y="2148878"/>
                  </a:lnTo>
                  <a:lnTo>
                    <a:pt x="5747696" y="2154151"/>
                  </a:lnTo>
                  <a:lnTo>
                    <a:pt x="5748753" y="2158171"/>
                  </a:lnTo>
                  <a:lnTo>
                    <a:pt x="5749811" y="2161059"/>
                  </a:lnTo>
                  <a:lnTo>
                    <a:pt x="5750869" y="2162851"/>
                  </a:lnTo>
                  <a:lnTo>
                    <a:pt x="5751927" y="2163522"/>
                  </a:lnTo>
                  <a:lnTo>
                    <a:pt x="5752985" y="2163021"/>
                  </a:lnTo>
                  <a:lnTo>
                    <a:pt x="5754043" y="2161257"/>
                  </a:lnTo>
                  <a:lnTo>
                    <a:pt x="5755100" y="2158123"/>
                  </a:lnTo>
                  <a:lnTo>
                    <a:pt x="5756158" y="2153583"/>
                  </a:lnTo>
                  <a:lnTo>
                    <a:pt x="5757216" y="2147708"/>
                  </a:lnTo>
                  <a:lnTo>
                    <a:pt x="5758274" y="2140569"/>
                  </a:lnTo>
                  <a:lnTo>
                    <a:pt x="5759332" y="2132291"/>
                  </a:lnTo>
                  <a:lnTo>
                    <a:pt x="5760390" y="2122950"/>
                  </a:lnTo>
                  <a:lnTo>
                    <a:pt x="5761447" y="2112591"/>
                  </a:lnTo>
                  <a:lnTo>
                    <a:pt x="5762505" y="2101175"/>
                  </a:lnTo>
                  <a:lnTo>
                    <a:pt x="5763563" y="2088632"/>
                  </a:lnTo>
                  <a:lnTo>
                    <a:pt x="5764621" y="2074984"/>
                  </a:lnTo>
                  <a:lnTo>
                    <a:pt x="5765679" y="2060142"/>
                  </a:lnTo>
                  <a:lnTo>
                    <a:pt x="5766737" y="2044008"/>
                  </a:lnTo>
                  <a:lnTo>
                    <a:pt x="5767794" y="2026676"/>
                  </a:lnTo>
                  <a:lnTo>
                    <a:pt x="5768852" y="2008112"/>
                  </a:lnTo>
                  <a:lnTo>
                    <a:pt x="5769910" y="1988243"/>
                  </a:lnTo>
                  <a:lnTo>
                    <a:pt x="5770968" y="1967149"/>
                  </a:lnTo>
                  <a:lnTo>
                    <a:pt x="5772026" y="1944874"/>
                  </a:lnTo>
                  <a:lnTo>
                    <a:pt x="5773084" y="1921402"/>
                  </a:lnTo>
                  <a:lnTo>
                    <a:pt x="5774142" y="1896734"/>
                  </a:lnTo>
                  <a:lnTo>
                    <a:pt x="5775199" y="1870949"/>
                  </a:lnTo>
                  <a:lnTo>
                    <a:pt x="5776257" y="1844074"/>
                  </a:lnTo>
                  <a:lnTo>
                    <a:pt x="5777315" y="1816301"/>
                  </a:lnTo>
                  <a:lnTo>
                    <a:pt x="5778373" y="1787940"/>
                  </a:lnTo>
                  <a:lnTo>
                    <a:pt x="5779431" y="1759126"/>
                  </a:lnTo>
                  <a:lnTo>
                    <a:pt x="5780489" y="1729930"/>
                  </a:lnTo>
                  <a:lnTo>
                    <a:pt x="5781546" y="1700525"/>
                  </a:lnTo>
                  <a:lnTo>
                    <a:pt x="5782604" y="1671080"/>
                  </a:lnTo>
                  <a:lnTo>
                    <a:pt x="5783662" y="1641576"/>
                  </a:lnTo>
                  <a:lnTo>
                    <a:pt x="5784720" y="1612102"/>
                  </a:lnTo>
                  <a:lnTo>
                    <a:pt x="5785778" y="1582801"/>
                  </a:lnTo>
                  <a:lnTo>
                    <a:pt x="5786836" y="1553678"/>
                  </a:lnTo>
                  <a:lnTo>
                    <a:pt x="5787893" y="1524790"/>
                  </a:lnTo>
                  <a:lnTo>
                    <a:pt x="5788951" y="1496097"/>
                  </a:lnTo>
                  <a:lnTo>
                    <a:pt x="5790009" y="1467602"/>
                  </a:lnTo>
                  <a:lnTo>
                    <a:pt x="5791067" y="1439303"/>
                  </a:lnTo>
                  <a:lnTo>
                    <a:pt x="5792125" y="1411132"/>
                  </a:lnTo>
                  <a:lnTo>
                    <a:pt x="5793183" y="1383095"/>
                  </a:lnTo>
                  <a:lnTo>
                    <a:pt x="5794240" y="1355148"/>
                  </a:lnTo>
                  <a:lnTo>
                    <a:pt x="5795298" y="1327280"/>
                  </a:lnTo>
                  <a:lnTo>
                    <a:pt x="5796356" y="1299580"/>
                  </a:lnTo>
                  <a:lnTo>
                    <a:pt x="5797414" y="1272198"/>
                  </a:lnTo>
                  <a:lnTo>
                    <a:pt x="5798472" y="1245111"/>
                  </a:lnTo>
                  <a:lnTo>
                    <a:pt x="5799530" y="1218419"/>
                  </a:lnTo>
                  <a:lnTo>
                    <a:pt x="5800588" y="1192172"/>
                  </a:lnTo>
                  <a:lnTo>
                    <a:pt x="5801645" y="1166406"/>
                  </a:lnTo>
                  <a:lnTo>
                    <a:pt x="5802703" y="1141103"/>
                  </a:lnTo>
                  <a:lnTo>
                    <a:pt x="5803761" y="1116174"/>
                  </a:lnTo>
                  <a:lnTo>
                    <a:pt x="5804819" y="1091720"/>
                  </a:lnTo>
                  <a:lnTo>
                    <a:pt x="5805877" y="1067846"/>
                  </a:lnTo>
                  <a:lnTo>
                    <a:pt x="5806935" y="1044580"/>
                  </a:lnTo>
                  <a:lnTo>
                    <a:pt x="5807992" y="1022095"/>
                  </a:lnTo>
                  <a:lnTo>
                    <a:pt x="5809050" y="1000500"/>
                  </a:lnTo>
                  <a:lnTo>
                    <a:pt x="5810108" y="979814"/>
                  </a:lnTo>
                  <a:lnTo>
                    <a:pt x="5811166" y="959922"/>
                  </a:lnTo>
                  <a:lnTo>
                    <a:pt x="5812224" y="940697"/>
                  </a:lnTo>
                  <a:lnTo>
                    <a:pt x="5813282" y="921976"/>
                  </a:lnTo>
                  <a:lnTo>
                    <a:pt x="5814339" y="903691"/>
                  </a:lnTo>
                  <a:lnTo>
                    <a:pt x="5815397" y="885781"/>
                  </a:lnTo>
                  <a:lnTo>
                    <a:pt x="5816455" y="868311"/>
                  </a:lnTo>
                  <a:lnTo>
                    <a:pt x="5817513" y="851311"/>
                  </a:lnTo>
                  <a:lnTo>
                    <a:pt x="5818571" y="834799"/>
                  </a:lnTo>
                  <a:lnTo>
                    <a:pt x="5819629" y="818982"/>
                  </a:lnTo>
                  <a:lnTo>
                    <a:pt x="5820686" y="803908"/>
                  </a:lnTo>
                  <a:lnTo>
                    <a:pt x="5821744" y="789637"/>
                  </a:lnTo>
                  <a:lnTo>
                    <a:pt x="5822802" y="776273"/>
                  </a:lnTo>
                  <a:lnTo>
                    <a:pt x="5823860" y="763755"/>
                  </a:lnTo>
                  <a:lnTo>
                    <a:pt x="5824918" y="751995"/>
                  </a:lnTo>
                  <a:lnTo>
                    <a:pt x="5825976" y="740996"/>
                  </a:lnTo>
                  <a:lnTo>
                    <a:pt x="5827034" y="730826"/>
                  </a:lnTo>
                  <a:lnTo>
                    <a:pt x="5828091" y="721482"/>
                  </a:lnTo>
                  <a:lnTo>
                    <a:pt x="5829149" y="712959"/>
                  </a:lnTo>
                  <a:lnTo>
                    <a:pt x="5830207" y="705314"/>
                  </a:lnTo>
                  <a:lnTo>
                    <a:pt x="5831265" y="698436"/>
                  </a:lnTo>
                  <a:lnTo>
                    <a:pt x="5832323" y="692171"/>
                  </a:lnTo>
                  <a:lnTo>
                    <a:pt x="5833381" y="686526"/>
                  </a:lnTo>
                  <a:lnTo>
                    <a:pt x="5834438" y="681467"/>
                  </a:lnTo>
                  <a:lnTo>
                    <a:pt x="5835496" y="676831"/>
                  </a:lnTo>
                  <a:lnTo>
                    <a:pt x="5836554" y="672573"/>
                  </a:lnTo>
                  <a:lnTo>
                    <a:pt x="5837612" y="668694"/>
                  </a:lnTo>
                  <a:lnTo>
                    <a:pt x="5838670" y="665202"/>
                  </a:lnTo>
                  <a:lnTo>
                    <a:pt x="5839728" y="662171"/>
                  </a:lnTo>
                  <a:lnTo>
                    <a:pt x="5840785" y="659607"/>
                  </a:lnTo>
                  <a:lnTo>
                    <a:pt x="5841843" y="657485"/>
                  </a:lnTo>
                  <a:lnTo>
                    <a:pt x="5842901" y="655804"/>
                  </a:lnTo>
                  <a:lnTo>
                    <a:pt x="5843959" y="654582"/>
                  </a:lnTo>
                  <a:lnTo>
                    <a:pt x="5845017" y="653862"/>
                  </a:lnTo>
                  <a:lnTo>
                    <a:pt x="5846075" y="653640"/>
                  </a:lnTo>
                  <a:lnTo>
                    <a:pt x="5847132" y="653925"/>
                  </a:lnTo>
                  <a:lnTo>
                    <a:pt x="5848190" y="654802"/>
                  </a:lnTo>
                  <a:lnTo>
                    <a:pt x="5849248" y="656346"/>
                  </a:lnTo>
                  <a:lnTo>
                    <a:pt x="5850306" y="658435"/>
                  </a:lnTo>
                  <a:lnTo>
                    <a:pt x="5851364" y="661108"/>
                  </a:lnTo>
                  <a:lnTo>
                    <a:pt x="5852422" y="664377"/>
                  </a:lnTo>
                  <a:lnTo>
                    <a:pt x="5853480" y="668189"/>
                  </a:lnTo>
                  <a:lnTo>
                    <a:pt x="5854537" y="672404"/>
                  </a:lnTo>
                  <a:lnTo>
                    <a:pt x="5855595" y="676946"/>
                  </a:lnTo>
                  <a:lnTo>
                    <a:pt x="5856653" y="681905"/>
                  </a:lnTo>
                  <a:lnTo>
                    <a:pt x="5857711" y="687272"/>
                  </a:lnTo>
                  <a:lnTo>
                    <a:pt x="5858769" y="692947"/>
                  </a:lnTo>
                  <a:lnTo>
                    <a:pt x="5859827" y="698876"/>
                  </a:lnTo>
                  <a:lnTo>
                    <a:pt x="5860884" y="705049"/>
                  </a:lnTo>
                  <a:lnTo>
                    <a:pt x="5861942" y="711336"/>
                  </a:lnTo>
                  <a:lnTo>
                    <a:pt x="5863000" y="717620"/>
                  </a:lnTo>
                  <a:lnTo>
                    <a:pt x="5864058" y="723954"/>
                  </a:lnTo>
                  <a:lnTo>
                    <a:pt x="5865116" y="730364"/>
                  </a:lnTo>
                  <a:lnTo>
                    <a:pt x="5866174" y="736938"/>
                  </a:lnTo>
                  <a:lnTo>
                    <a:pt x="5867231" y="743672"/>
                  </a:lnTo>
                  <a:lnTo>
                    <a:pt x="5868289" y="750550"/>
                  </a:lnTo>
                  <a:lnTo>
                    <a:pt x="5869347" y="757558"/>
                  </a:lnTo>
                  <a:lnTo>
                    <a:pt x="5870405" y="764700"/>
                  </a:lnTo>
                  <a:lnTo>
                    <a:pt x="5871463" y="772039"/>
                  </a:lnTo>
                  <a:lnTo>
                    <a:pt x="5872521" y="779444"/>
                  </a:lnTo>
                  <a:lnTo>
                    <a:pt x="5873578" y="786765"/>
                  </a:lnTo>
                  <a:lnTo>
                    <a:pt x="5874636" y="793963"/>
                  </a:lnTo>
                  <a:lnTo>
                    <a:pt x="5875694" y="800881"/>
                  </a:lnTo>
                  <a:lnTo>
                    <a:pt x="5876752" y="807475"/>
                  </a:lnTo>
                  <a:lnTo>
                    <a:pt x="5877810" y="813826"/>
                  </a:lnTo>
                  <a:lnTo>
                    <a:pt x="5878868" y="819971"/>
                  </a:lnTo>
                  <a:lnTo>
                    <a:pt x="5879926" y="825871"/>
                  </a:lnTo>
                  <a:lnTo>
                    <a:pt x="5880983" y="831444"/>
                  </a:lnTo>
                  <a:lnTo>
                    <a:pt x="5882041" y="836709"/>
                  </a:lnTo>
                  <a:lnTo>
                    <a:pt x="5883099" y="841695"/>
                  </a:lnTo>
                  <a:lnTo>
                    <a:pt x="5884157" y="846412"/>
                  </a:lnTo>
                  <a:lnTo>
                    <a:pt x="5885215" y="850905"/>
                  </a:lnTo>
                  <a:lnTo>
                    <a:pt x="5886273" y="855157"/>
                  </a:lnTo>
                  <a:lnTo>
                    <a:pt x="5887330" y="859039"/>
                  </a:lnTo>
                  <a:lnTo>
                    <a:pt x="5888388" y="862558"/>
                  </a:lnTo>
                  <a:lnTo>
                    <a:pt x="5889446" y="865804"/>
                  </a:lnTo>
                  <a:lnTo>
                    <a:pt x="5890504" y="868769"/>
                  </a:lnTo>
                  <a:lnTo>
                    <a:pt x="5891562" y="871521"/>
                  </a:lnTo>
                  <a:lnTo>
                    <a:pt x="5892620" y="874034"/>
                  </a:lnTo>
                  <a:lnTo>
                    <a:pt x="5893677" y="876293"/>
                  </a:lnTo>
                  <a:lnTo>
                    <a:pt x="5894735" y="878280"/>
                  </a:lnTo>
                  <a:lnTo>
                    <a:pt x="5895793" y="880033"/>
                  </a:lnTo>
                  <a:lnTo>
                    <a:pt x="5896851" y="881580"/>
                  </a:lnTo>
                  <a:lnTo>
                    <a:pt x="5897909" y="882873"/>
                  </a:lnTo>
                  <a:lnTo>
                    <a:pt x="5898967" y="883883"/>
                  </a:lnTo>
                  <a:lnTo>
                    <a:pt x="5900024" y="884661"/>
                  </a:lnTo>
                  <a:lnTo>
                    <a:pt x="5901082" y="885125"/>
                  </a:lnTo>
                  <a:lnTo>
                    <a:pt x="5902140" y="885135"/>
                  </a:lnTo>
                  <a:lnTo>
                    <a:pt x="5903198" y="884652"/>
                  </a:lnTo>
                  <a:lnTo>
                    <a:pt x="5904256" y="883651"/>
                  </a:lnTo>
                  <a:lnTo>
                    <a:pt x="5905314" y="881997"/>
                  </a:lnTo>
                  <a:lnTo>
                    <a:pt x="5906371" y="879679"/>
                  </a:lnTo>
                  <a:lnTo>
                    <a:pt x="5907429" y="876742"/>
                  </a:lnTo>
                  <a:lnTo>
                    <a:pt x="5908487" y="873303"/>
                  </a:lnTo>
                  <a:lnTo>
                    <a:pt x="5909545" y="869386"/>
                  </a:lnTo>
                  <a:lnTo>
                    <a:pt x="5910603" y="864928"/>
                  </a:lnTo>
                  <a:lnTo>
                    <a:pt x="5911661" y="859971"/>
                  </a:lnTo>
                  <a:lnTo>
                    <a:pt x="5912719" y="854586"/>
                  </a:lnTo>
                  <a:lnTo>
                    <a:pt x="5913776" y="848735"/>
                  </a:lnTo>
                  <a:lnTo>
                    <a:pt x="5914834" y="842418"/>
                  </a:lnTo>
                  <a:lnTo>
                    <a:pt x="5915892" y="835674"/>
                  </a:lnTo>
                  <a:lnTo>
                    <a:pt x="5916950" y="828566"/>
                  </a:lnTo>
                  <a:lnTo>
                    <a:pt x="5918008" y="821096"/>
                  </a:lnTo>
                  <a:lnTo>
                    <a:pt x="5919066" y="813335"/>
                  </a:lnTo>
                  <a:lnTo>
                    <a:pt x="5920123" y="805343"/>
                  </a:lnTo>
                  <a:lnTo>
                    <a:pt x="5921181" y="797262"/>
                  </a:lnTo>
                  <a:lnTo>
                    <a:pt x="5922239" y="789137"/>
                  </a:lnTo>
                  <a:lnTo>
                    <a:pt x="5923297" y="780945"/>
                  </a:lnTo>
                  <a:lnTo>
                    <a:pt x="5924355" y="772608"/>
                  </a:lnTo>
                  <a:lnTo>
                    <a:pt x="5925413" y="764125"/>
                  </a:lnTo>
                  <a:lnTo>
                    <a:pt x="5926470" y="755588"/>
                  </a:lnTo>
                  <a:lnTo>
                    <a:pt x="5927528" y="747008"/>
                  </a:lnTo>
                  <a:lnTo>
                    <a:pt x="5928586" y="738449"/>
                  </a:lnTo>
                  <a:lnTo>
                    <a:pt x="5929644" y="729985"/>
                  </a:lnTo>
                  <a:lnTo>
                    <a:pt x="5930702" y="721617"/>
                  </a:lnTo>
                  <a:lnTo>
                    <a:pt x="5931760" y="713320"/>
                  </a:lnTo>
                  <a:lnTo>
                    <a:pt x="5932817" y="705102"/>
                  </a:lnTo>
                  <a:lnTo>
                    <a:pt x="5933875" y="697057"/>
                  </a:lnTo>
                  <a:lnTo>
                    <a:pt x="5934933" y="689257"/>
                  </a:lnTo>
                  <a:lnTo>
                    <a:pt x="5935991" y="681643"/>
                  </a:lnTo>
                  <a:lnTo>
                    <a:pt x="5937049" y="674181"/>
                  </a:lnTo>
                  <a:lnTo>
                    <a:pt x="5938107" y="666804"/>
                  </a:lnTo>
                  <a:lnTo>
                    <a:pt x="5939165" y="659520"/>
                  </a:lnTo>
                  <a:lnTo>
                    <a:pt x="5940222" y="652425"/>
                  </a:lnTo>
                  <a:lnTo>
                    <a:pt x="5941280" y="645620"/>
                  </a:lnTo>
                  <a:lnTo>
                    <a:pt x="5942338" y="639087"/>
                  </a:lnTo>
                  <a:lnTo>
                    <a:pt x="5943396" y="632768"/>
                  </a:lnTo>
                  <a:lnTo>
                    <a:pt x="5944454" y="626642"/>
                  </a:lnTo>
                  <a:lnTo>
                    <a:pt x="5945512" y="620649"/>
                  </a:lnTo>
                  <a:lnTo>
                    <a:pt x="5946569" y="614725"/>
                  </a:lnTo>
                  <a:lnTo>
                    <a:pt x="5947627" y="608825"/>
                  </a:lnTo>
                  <a:lnTo>
                    <a:pt x="5948685" y="602999"/>
                  </a:lnTo>
                  <a:lnTo>
                    <a:pt x="5949743" y="597222"/>
                  </a:lnTo>
                  <a:lnTo>
                    <a:pt x="5950801" y="591436"/>
                  </a:lnTo>
                  <a:lnTo>
                    <a:pt x="5951859" y="585667"/>
                  </a:lnTo>
                  <a:lnTo>
                    <a:pt x="5952916" y="579881"/>
                  </a:lnTo>
                  <a:lnTo>
                    <a:pt x="5953974" y="574082"/>
                  </a:lnTo>
                  <a:lnTo>
                    <a:pt x="5955032" y="568312"/>
                  </a:lnTo>
                  <a:lnTo>
                    <a:pt x="5956090" y="562661"/>
                  </a:lnTo>
                  <a:lnTo>
                    <a:pt x="5957148" y="557144"/>
                  </a:lnTo>
                  <a:lnTo>
                    <a:pt x="5958206" y="551893"/>
                  </a:lnTo>
                  <a:lnTo>
                    <a:pt x="5959263" y="546999"/>
                  </a:lnTo>
                  <a:lnTo>
                    <a:pt x="5960321" y="542560"/>
                  </a:lnTo>
                  <a:lnTo>
                    <a:pt x="5961379" y="538581"/>
                  </a:lnTo>
                  <a:lnTo>
                    <a:pt x="5962437" y="535038"/>
                  </a:lnTo>
                  <a:lnTo>
                    <a:pt x="5963495" y="532050"/>
                  </a:lnTo>
                  <a:lnTo>
                    <a:pt x="5964553" y="529620"/>
                  </a:lnTo>
                  <a:lnTo>
                    <a:pt x="5965611" y="527751"/>
                  </a:lnTo>
                  <a:lnTo>
                    <a:pt x="5966668" y="526451"/>
                  </a:lnTo>
                  <a:lnTo>
                    <a:pt x="5967726" y="525780"/>
                  </a:lnTo>
                  <a:lnTo>
                    <a:pt x="5968784" y="525769"/>
                  </a:lnTo>
                  <a:lnTo>
                    <a:pt x="5969842" y="526409"/>
                  </a:lnTo>
                  <a:lnTo>
                    <a:pt x="5970900" y="527789"/>
                  </a:lnTo>
                  <a:lnTo>
                    <a:pt x="5971958" y="529871"/>
                  </a:lnTo>
                  <a:lnTo>
                    <a:pt x="5973015" y="532627"/>
                  </a:lnTo>
                  <a:lnTo>
                    <a:pt x="5974073" y="536045"/>
                  </a:lnTo>
                  <a:lnTo>
                    <a:pt x="5975131" y="540100"/>
                  </a:lnTo>
                  <a:lnTo>
                    <a:pt x="5976189" y="544750"/>
                  </a:lnTo>
                  <a:lnTo>
                    <a:pt x="5977247" y="550038"/>
                  </a:lnTo>
                  <a:lnTo>
                    <a:pt x="5978305" y="556027"/>
                  </a:lnTo>
                  <a:lnTo>
                    <a:pt x="5979362" y="562723"/>
                  </a:lnTo>
                  <a:lnTo>
                    <a:pt x="5980420" y="570157"/>
                  </a:lnTo>
                  <a:lnTo>
                    <a:pt x="5981478" y="578334"/>
                  </a:lnTo>
                  <a:lnTo>
                    <a:pt x="5982536" y="587266"/>
                  </a:lnTo>
                  <a:lnTo>
                    <a:pt x="5983594" y="596959"/>
                  </a:lnTo>
                  <a:lnTo>
                    <a:pt x="5984652" y="607425"/>
                  </a:lnTo>
                  <a:lnTo>
                    <a:pt x="5985709" y="618770"/>
                  </a:lnTo>
                  <a:lnTo>
                    <a:pt x="5986767" y="630962"/>
                  </a:lnTo>
                  <a:lnTo>
                    <a:pt x="5987825" y="643903"/>
                  </a:lnTo>
                  <a:lnTo>
                    <a:pt x="5988883" y="657529"/>
                  </a:lnTo>
                  <a:lnTo>
                    <a:pt x="5989941" y="671839"/>
                  </a:lnTo>
                  <a:lnTo>
                    <a:pt x="5990999" y="686769"/>
                  </a:lnTo>
                  <a:lnTo>
                    <a:pt x="5992057" y="702290"/>
                  </a:lnTo>
                  <a:lnTo>
                    <a:pt x="5993114" y="718296"/>
                  </a:lnTo>
                  <a:lnTo>
                    <a:pt x="5994172" y="734593"/>
                  </a:lnTo>
                  <a:lnTo>
                    <a:pt x="5995230" y="751087"/>
                  </a:lnTo>
                  <a:lnTo>
                    <a:pt x="5996288" y="767778"/>
                  </a:lnTo>
                  <a:lnTo>
                    <a:pt x="5997346" y="784653"/>
                  </a:lnTo>
                  <a:lnTo>
                    <a:pt x="5998404" y="801697"/>
                  </a:lnTo>
                  <a:lnTo>
                    <a:pt x="5999461" y="818933"/>
                  </a:lnTo>
                  <a:lnTo>
                    <a:pt x="6000519" y="836451"/>
                  </a:lnTo>
                  <a:lnTo>
                    <a:pt x="6001577" y="854163"/>
                  </a:lnTo>
                  <a:lnTo>
                    <a:pt x="6002635" y="872036"/>
                  </a:lnTo>
                  <a:lnTo>
                    <a:pt x="6003693" y="890141"/>
                  </a:lnTo>
                  <a:lnTo>
                    <a:pt x="6004751" y="908540"/>
                  </a:lnTo>
                  <a:lnTo>
                    <a:pt x="6005808" y="927196"/>
                  </a:lnTo>
                  <a:lnTo>
                    <a:pt x="6006866" y="946135"/>
                  </a:lnTo>
                  <a:lnTo>
                    <a:pt x="6007924" y="965364"/>
                  </a:lnTo>
                  <a:lnTo>
                    <a:pt x="6008982" y="984909"/>
                  </a:lnTo>
                  <a:lnTo>
                    <a:pt x="6010040" y="1004764"/>
                  </a:lnTo>
                  <a:lnTo>
                    <a:pt x="6011098" y="1024897"/>
                  </a:lnTo>
                  <a:lnTo>
                    <a:pt x="6012155" y="1045260"/>
                  </a:lnTo>
                  <a:lnTo>
                    <a:pt x="6013213" y="1065767"/>
                  </a:lnTo>
                  <a:lnTo>
                    <a:pt x="6014271" y="1086335"/>
                  </a:lnTo>
                  <a:lnTo>
                    <a:pt x="6015329" y="1106880"/>
                  </a:lnTo>
                  <a:lnTo>
                    <a:pt x="6016387" y="1127309"/>
                  </a:lnTo>
                  <a:lnTo>
                    <a:pt x="6017445" y="1147591"/>
                  </a:lnTo>
                  <a:lnTo>
                    <a:pt x="6018503" y="1167666"/>
                  </a:lnTo>
                  <a:lnTo>
                    <a:pt x="6019560" y="1187466"/>
                  </a:lnTo>
                  <a:lnTo>
                    <a:pt x="6020618" y="1206940"/>
                  </a:lnTo>
                  <a:lnTo>
                    <a:pt x="6021676" y="1226060"/>
                  </a:lnTo>
                  <a:lnTo>
                    <a:pt x="6022734" y="1244770"/>
                  </a:lnTo>
                  <a:lnTo>
                    <a:pt x="6023792" y="1262981"/>
                  </a:lnTo>
                  <a:lnTo>
                    <a:pt x="6024850" y="1280580"/>
                  </a:lnTo>
                  <a:lnTo>
                    <a:pt x="6025907" y="1297530"/>
                  </a:lnTo>
                  <a:lnTo>
                    <a:pt x="6026965" y="1313728"/>
                  </a:lnTo>
                  <a:lnTo>
                    <a:pt x="6028023" y="1329054"/>
                  </a:lnTo>
                  <a:lnTo>
                    <a:pt x="6029081" y="1343504"/>
                  </a:lnTo>
                  <a:lnTo>
                    <a:pt x="6030139" y="1357121"/>
                  </a:lnTo>
                  <a:lnTo>
                    <a:pt x="6031197" y="1369894"/>
                  </a:lnTo>
                  <a:lnTo>
                    <a:pt x="6032254" y="1381766"/>
                  </a:lnTo>
                  <a:lnTo>
                    <a:pt x="6033312" y="1392626"/>
                  </a:lnTo>
                  <a:lnTo>
                    <a:pt x="6034370" y="1402441"/>
                  </a:lnTo>
                  <a:lnTo>
                    <a:pt x="6035428" y="1411231"/>
                  </a:lnTo>
                  <a:lnTo>
                    <a:pt x="6036486" y="1418978"/>
                  </a:lnTo>
                  <a:lnTo>
                    <a:pt x="6037544" y="1425673"/>
                  </a:lnTo>
                  <a:lnTo>
                    <a:pt x="6038601" y="1431186"/>
                  </a:lnTo>
                  <a:lnTo>
                    <a:pt x="6039659" y="1435421"/>
                  </a:lnTo>
                  <a:lnTo>
                    <a:pt x="6040717" y="1438429"/>
                  </a:lnTo>
                  <a:lnTo>
                    <a:pt x="6041775" y="1440334"/>
                  </a:lnTo>
                  <a:lnTo>
                    <a:pt x="6042833" y="1441226"/>
                  </a:lnTo>
                  <a:lnTo>
                    <a:pt x="6043891" y="1441208"/>
                  </a:lnTo>
                  <a:lnTo>
                    <a:pt x="6044949" y="1440355"/>
                  </a:lnTo>
                  <a:lnTo>
                    <a:pt x="6046006" y="1438785"/>
                  </a:lnTo>
                  <a:lnTo>
                    <a:pt x="6047064" y="1436712"/>
                  </a:lnTo>
                  <a:lnTo>
                    <a:pt x="6048122" y="1434361"/>
                  </a:lnTo>
                  <a:lnTo>
                    <a:pt x="6049180" y="1431950"/>
                  </a:lnTo>
                  <a:lnTo>
                    <a:pt x="6050238" y="1429570"/>
                  </a:lnTo>
                  <a:lnTo>
                    <a:pt x="6051296" y="1427376"/>
                  </a:lnTo>
                  <a:lnTo>
                    <a:pt x="6052353" y="1425449"/>
                  </a:lnTo>
                  <a:lnTo>
                    <a:pt x="6053411" y="1423801"/>
                  </a:lnTo>
                  <a:lnTo>
                    <a:pt x="6054469" y="1422489"/>
                  </a:lnTo>
                  <a:lnTo>
                    <a:pt x="6055527" y="1421603"/>
                  </a:lnTo>
                  <a:lnTo>
                    <a:pt x="6056585" y="1421122"/>
                  </a:lnTo>
                  <a:lnTo>
                    <a:pt x="6057643" y="1420934"/>
                  </a:lnTo>
                  <a:lnTo>
                    <a:pt x="6058700" y="1421041"/>
                  </a:lnTo>
                  <a:lnTo>
                    <a:pt x="6059758" y="1421474"/>
                  </a:lnTo>
                  <a:lnTo>
                    <a:pt x="6060816" y="1422339"/>
                  </a:lnTo>
                  <a:lnTo>
                    <a:pt x="6061874" y="1423588"/>
                  </a:lnTo>
                  <a:lnTo>
                    <a:pt x="6062932" y="1425229"/>
                  </a:lnTo>
                  <a:lnTo>
                    <a:pt x="6063990" y="1427240"/>
                  </a:lnTo>
                  <a:lnTo>
                    <a:pt x="6065047" y="1429602"/>
                  </a:lnTo>
                  <a:lnTo>
                    <a:pt x="6066105" y="1432316"/>
                  </a:lnTo>
                  <a:lnTo>
                    <a:pt x="6067163" y="1435402"/>
                  </a:lnTo>
                  <a:lnTo>
                    <a:pt x="6068221" y="1438910"/>
                  </a:lnTo>
                  <a:lnTo>
                    <a:pt x="6069279" y="1442892"/>
                  </a:lnTo>
                  <a:lnTo>
                    <a:pt x="6070337" y="1447353"/>
                  </a:lnTo>
                  <a:lnTo>
                    <a:pt x="6071395" y="1452242"/>
                  </a:lnTo>
                  <a:lnTo>
                    <a:pt x="6072452" y="1457637"/>
                  </a:lnTo>
                  <a:lnTo>
                    <a:pt x="6073510" y="1463560"/>
                  </a:lnTo>
                  <a:lnTo>
                    <a:pt x="6074568" y="1470054"/>
                  </a:lnTo>
                  <a:lnTo>
                    <a:pt x="6075626" y="1477200"/>
                  </a:lnTo>
                  <a:lnTo>
                    <a:pt x="6076684" y="1484946"/>
                  </a:lnTo>
                  <a:lnTo>
                    <a:pt x="6077742" y="1493325"/>
                  </a:lnTo>
                  <a:lnTo>
                    <a:pt x="6078799" y="1502313"/>
                  </a:lnTo>
                  <a:lnTo>
                    <a:pt x="6079857" y="1511919"/>
                  </a:lnTo>
                  <a:lnTo>
                    <a:pt x="6080915" y="1522262"/>
                  </a:lnTo>
                  <a:lnTo>
                    <a:pt x="6081973" y="1533425"/>
                  </a:lnTo>
                  <a:lnTo>
                    <a:pt x="6083031" y="1545361"/>
                  </a:lnTo>
                  <a:lnTo>
                    <a:pt x="6084089" y="1557981"/>
                  </a:lnTo>
                  <a:lnTo>
                    <a:pt x="6085146" y="1571255"/>
                  </a:lnTo>
                  <a:lnTo>
                    <a:pt x="6086204" y="1585285"/>
                  </a:lnTo>
                  <a:lnTo>
                    <a:pt x="6087262" y="1600177"/>
                  </a:lnTo>
                  <a:lnTo>
                    <a:pt x="6088320" y="1615917"/>
                  </a:lnTo>
                  <a:lnTo>
                    <a:pt x="6089378" y="1632531"/>
                  </a:lnTo>
                  <a:lnTo>
                    <a:pt x="6090436" y="1649986"/>
                  </a:lnTo>
                  <a:lnTo>
                    <a:pt x="6091493" y="1668252"/>
                  </a:lnTo>
                  <a:lnTo>
                    <a:pt x="6092551" y="1687460"/>
                  </a:lnTo>
                  <a:lnTo>
                    <a:pt x="6093609" y="1707590"/>
                  </a:lnTo>
                  <a:lnTo>
                    <a:pt x="6094667" y="1728574"/>
                  </a:lnTo>
                  <a:lnTo>
                    <a:pt x="6095725" y="1750249"/>
                  </a:lnTo>
                  <a:lnTo>
                    <a:pt x="6096783" y="1772590"/>
                  </a:lnTo>
                  <a:lnTo>
                    <a:pt x="6097841" y="1795518"/>
                  </a:lnTo>
                  <a:lnTo>
                    <a:pt x="6098898" y="1819034"/>
                  </a:lnTo>
                  <a:lnTo>
                    <a:pt x="6099956" y="1843065"/>
                  </a:lnTo>
                  <a:lnTo>
                    <a:pt x="6101014" y="1867492"/>
                  </a:lnTo>
                  <a:lnTo>
                    <a:pt x="6102072" y="1892069"/>
                  </a:lnTo>
                  <a:lnTo>
                    <a:pt x="6103130" y="1916542"/>
                  </a:lnTo>
                  <a:lnTo>
                    <a:pt x="6104188" y="1940776"/>
                  </a:lnTo>
                  <a:lnTo>
                    <a:pt x="6105245" y="1964609"/>
                  </a:lnTo>
                  <a:lnTo>
                    <a:pt x="6106303" y="1987963"/>
                  </a:lnTo>
                  <a:lnTo>
                    <a:pt x="6107361" y="2010857"/>
                  </a:lnTo>
                  <a:lnTo>
                    <a:pt x="6108419" y="2033160"/>
                  </a:lnTo>
                  <a:lnTo>
                    <a:pt x="6109477" y="2054899"/>
                  </a:lnTo>
                  <a:lnTo>
                    <a:pt x="6110535" y="2076164"/>
                  </a:lnTo>
                  <a:lnTo>
                    <a:pt x="6111592" y="2097064"/>
                  </a:lnTo>
                  <a:lnTo>
                    <a:pt x="6112650" y="2117552"/>
                  </a:lnTo>
                  <a:lnTo>
                    <a:pt x="6113708" y="2137515"/>
                  </a:lnTo>
                  <a:lnTo>
                    <a:pt x="6114766" y="2156858"/>
                  </a:lnTo>
                  <a:lnTo>
                    <a:pt x="6115824" y="2175590"/>
                  </a:lnTo>
                  <a:lnTo>
                    <a:pt x="6116882" y="2193683"/>
                  </a:lnTo>
                  <a:lnTo>
                    <a:pt x="6117939" y="2211103"/>
                  </a:lnTo>
                  <a:lnTo>
                    <a:pt x="6118997" y="2227856"/>
                  </a:lnTo>
                  <a:lnTo>
                    <a:pt x="6120055" y="2243943"/>
                  </a:lnTo>
                  <a:lnTo>
                    <a:pt x="6121113" y="2259360"/>
                  </a:lnTo>
                  <a:lnTo>
                    <a:pt x="6122171" y="2273995"/>
                  </a:lnTo>
                  <a:lnTo>
                    <a:pt x="6123229" y="2287856"/>
                  </a:lnTo>
                  <a:lnTo>
                    <a:pt x="6124287" y="2301060"/>
                  </a:lnTo>
                  <a:lnTo>
                    <a:pt x="6125344" y="2313560"/>
                  </a:lnTo>
                  <a:lnTo>
                    <a:pt x="6126402" y="2325342"/>
                  </a:lnTo>
                  <a:lnTo>
                    <a:pt x="6127460" y="2336434"/>
                  </a:lnTo>
                  <a:lnTo>
                    <a:pt x="6128518" y="2346761"/>
                  </a:lnTo>
                  <a:lnTo>
                    <a:pt x="6129576" y="2356310"/>
                  </a:lnTo>
                  <a:lnTo>
                    <a:pt x="6130634" y="2365163"/>
                  </a:lnTo>
                  <a:lnTo>
                    <a:pt x="6131691" y="2373410"/>
                  </a:lnTo>
                  <a:lnTo>
                    <a:pt x="6132749" y="2381138"/>
                  </a:lnTo>
                  <a:lnTo>
                    <a:pt x="6133807" y="2388417"/>
                  </a:lnTo>
                  <a:lnTo>
                    <a:pt x="6134865" y="2395206"/>
                  </a:lnTo>
                  <a:lnTo>
                    <a:pt x="6135923" y="2401529"/>
                  </a:lnTo>
                  <a:lnTo>
                    <a:pt x="6136981" y="2407452"/>
                  </a:lnTo>
                  <a:lnTo>
                    <a:pt x="6138038" y="2413120"/>
                  </a:lnTo>
                  <a:lnTo>
                    <a:pt x="6139096" y="2418545"/>
                  </a:lnTo>
                  <a:lnTo>
                    <a:pt x="6140154" y="2423642"/>
                  </a:lnTo>
                  <a:lnTo>
                    <a:pt x="6141212" y="2428363"/>
                  </a:lnTo>
                  <a:lnTo>
                    <a:pt x="6142270" y="2432673"/>
                  </a:lnTo>
                  <a:lnTo>
                    <a:pt x="6143328" y="2436528"/>
                  </a:lnTo>
                  <a:lnTo>
                    <a:pt x="6144385" y="2439973"/>
                  </a:lnTo>
                  <a:lnTo>
                    <a:pt x="6145443" y="2442988"/>
                  </a:lnTo>
                  <a:lnTo>
                    <a:pt x="6146501" y="2445555"/>
                  </a:lnTo>
                  <a:lnTo>
                    <a:pt x="6147559" y="2447612"/>
                  </a:lnTo>
                  <a:lnTo>
                    <a:pt x="6148617" y="2449218"/>
                  </a:lnTo>
                  <a:lnTo>
                    <a:pt x="6149675" y="2450423"/>
                  </a:lnTo>
                  <a:lnTo>
                    <a:pt x="6150733" y="2451261"/>
                  </a:lnTo>
                  <a:lnTo>
                    <a:pt x="6151790" y="2451731"/>
                  </a:lnTo>
                  <a:lnTo>
                    <a:pt x="6152848" y="2451826"/>
                  </a:lnTo>
                  <a:lnTo>
                    <a:pt x="6153906" y="2451530"/>
                  </a:lnTo>
                  <a:lnTo>
                    <a:pt x="6154964" y="2450834"/>
                  </a:lnTo>
                  <a:lnTo>
                    <a:pt x="6156022" y="2449897"/>
                  </a:lnTo>
                  <a:lnTo>
                    <a:pt x="6157080" y="2448804"/>
                  </a:lnTo>
                  <a:lnTo>
                    <a:pt x="6158137" y="2447591"/>
                  </a:lnTo>
                  <a:lnTo>
                    <a:pt x="6159195" y="2446299"/>
                  </a:lnTo>
                  <a:lnTo>
                    <a:pt x="6160253" y="2444884"/>
                  </a:lnTo>
                  <a:lnTo>
                    <a:pt x="6161311" y="2443425"/>
                  </a:lnTo>
                  <a:lnTo>
                    <a:pt x="6162369" y="2441974"/>
                  </a:lnTo>
                  <a:lnTo>
                    <a:pt x="6163427" y="2440498"/>
                  </a:lnTo>
                  <a:lnTo>
                    <a:pt x="6164484" y="2438881"/>
                  </a:lnTo>
                  <a:lnTo>
                    <a:pt x="6165542" y="2437048"/>
                  </a:lnTo>
                  <a:lnTo>
                    <a:pt x="6166600" y="2434989"/>
                  </a:lnTo>
                  <a:lnTo>
                    <a:pt x="6167658" y="2432750"/>
                  </a:lnTo>
                  <a:lnTo>
                    <a:pt x="6168716" y="2430299"/>
                  </a:lnTo>
                  <a:lnTo>
                    <a:pt x="6169774" y="2427633"/>
                  </a:lnTo>
                  <a:lnTo>
                    <a:pt x="6170831" y="2424819"/>
                  </a:lnTo>
                  <a:lnTo>
                    <a:pt x="6171889" y="2421908"/>
                  </a:lnTo>
                  <a:lnTo>
                    <a:pt x="6172947" y="2418872"/>
                  </a:lnTo>
                  <a:lnTo>
                    <a:pt x="6174005" y="2415767"/>
                  </a:lnTo>
                  <a:lnTo>
                    <a:pt x="6175063" y="2412683"/>
                  </a:lnTo>
                  <a:lnTo>
                    <a:pt x="6176121" y="2409693"/>
                  </a:lnTo>
                  <a:lnTo>
                    <a:pt x="6177179" y="2406801"/>
                  </a:lnTo>
                  <a:lnTo>
                    <a:pt x="6178236" y="2403892"/>
                  </a:lnTo>
                  <a:lnTo>
                    <a:pt x="6179294" y="2400956"/>
                  </a:lnTo>
                  <a:lnTo>
                    <a:pt x="6180352" y="2397966"/>
                  </a:lnTo>
                  <a:lnTo>
                    <a:pt x="6181410" y="2394896"/>
                  </a:lnTo>
                  <a:lnTo>
                    <a:pt x="6182468" y="2391793"/>
                  </a:lnTo>
                  <a:lnTo>
                    <a:pt x="6183526" y="2388628"/>
                  </a:lnTo>
                  <a:lnTo>
                    <a:pt x="6184583" y="2385372"/>
                  </a:lnTo>
                  <a:lnTo>
                    <a:pt x="6185641" y="2381974"/>
                  </a:lnTo>
                  <a:lnTo>
                    <a:pt x="6186699" y="2378352"/>
                  </a:lnTo>
                  <a:lnTo>
                    <a:pt x="6187757" y="2374486"/>
                  </a:lnTo>
                  <a:lnTo>
                    <a:pt x="6188815" y="2370376"/>
                  </a:lnTo>
                  <a:lnTo>
                    <a:pt x="6189873" y="2365967"/>
                  </a:lnTo>
                  <a:lnTo>
                    <a:pt x="6190930" y="2361150"/>
                  </a:lnTo>
                  <a:lnTo>
                    <a:pt x="6191988" y="2355829"/>
                  </a:lnTo>
                  <a:lnTo>
                    <a:pt x="6193046" y="2349983"/>
                  </a:lnTo>
                  <a:lnTo>
                    <a:pt x="6194104" y="2343724"/>
                  </a:lnTo>
                  <a:lnTo>
                    <a:pt x="6195162" y="2337133"/>
                  </a:lnTo>
                  <a:lnTo>
                    <a:pt x="6196220" y="2330227"/>
                  </a:lnTo>
                  <a:lnTo>
                    <a:pt x="6197277" y="2323041"/>
                  </a:lnTo>
                  <a:lnTo>
                    <a:pt x="6198335" y="2315560"/>
                  </a:lnTo>
                  <a:lnTo>
                    <a:pt x="6199393" y="2307860"/>
                  </a:lnTo>
                  <a:lnTo>
                    <a:pt x="6200451" y="2300003"/>
                  </a:lnTo>
                  <a:lnTo>
                    <a:pt x="6201509" y="2292025"/>
                  </a:lnTo>
                  <a:lnTo>
                    <a:pt x="6202567" y="2283861"/>
                  </a:lnTo>
                  <a:lnTo>
                    <a:pt x="6203625" y="2275481"/>
                  </a:lnTo>
                  <a:lnTo>
                    <a:pt x="6204682" y="2266805"/>
                  </a:lnTo>
                  <a:lnTo>
                    <a:pt x="6205740" y="2257818"/>
                  </a:lnTo>
                  <a:lnTo>
                    <a:pt x="6206798" y="2248526"/>
                  </a:lnTo>
                  <a:lnTo>
                    <a:pt x="6207856" y="2238990"/>
                  </a:lnTo>
                  <a:lnTo>
                    <a:pt x="6208914" y="2229240"/>
                  </a:lnTo>
                  <a:lnTo>
                    <a:pt x="6209972" y="2219182"/>
                  </a:lnTo>
                  <a:lnTo>
                    <a:pt x="6211029" y="2208832"/>
                  </a:lnTo>
                  <a:lnTo>
                    <a:pt x="6212087" y="2198256"/>
                  </a:lnTo>
                  <a:lnTo>
                    <a:pt x="6213145" y="2187481"/>
                  </a:lnTo>
                  <a:lnTo>
                    <a:pt x="6214203" y="2176515"/>
                  </a:lnTo>
                  <a:lnTo>
                    <a:pt x="6215261" y="2165264"/>
                  </a:lnTo>
                  <a:lnTo>
                    <a:pt x="6216319" y="2153710"/>
                  </a:lnTo>
                  <a:lnTo>
                    <a:pt x="6217376" y="2141892"/>
                  </a:lnTo>
                  <a:lnTo>
                    <a:pt x="6218434" y="2129974"/>
                  </a:lnTo>
                  <a:lnTo>
                    <a:pt x="6219492" y="2118048"/>
                  </a:lnTo>
                  <a:lnTo>
                    <a:pt x="6220550" y="2106241"/>
                  </a:lnTo>
                  <a:lnTo>
                    <a:pt x="6221608" y="2094641"/>
                  </a:lnTo>
                  <a:lnTo>
                    <a:pt x="6222666" y="2083263"/>
                  </a:lnTo>
                  <a:lnTo>
                    <a:pt x="6223723" y="2072078"/>
                  </a:lnTo>
                  <a:lnTo>
                    <a:pt x="6224781" y="2061008"/>
                  </a:lnTo>
                  <a:lnTo>
                    <a:pt x="6225839" y="2050162"/>
                  </a:lnTo>
                  <a:lnTo>
                    <a:pt x="6226897" y="2039523"/>
                  </a:lnTo>
                  <a:lnTo>
                    <a:pt x="6227955" y="2029037"/>
                  </a:lnTo>
                  <a:lnTo>
                    <a:pt x="6229013" y="2018644"/>
                  </a:lnTo>
                  <a:lnTo>
                    <a:pt x="6230071" y="2008255"/>
                  </a:lnTo>
                  <a:lnTo>
                    <a:pt x="6231128" y="1997933"/>
                  </a:lnTo>
                  <a:lnTo>
                    <a:pt x="6232186" y="1987802"/>
                  </a:lnTo>
                  <a:lnTo>
                    <a:pt x="6233244" y="1977887"/>
                  </a:lnTo>
                  <a:lnTo>
                    <a:pt x="6234302" y="1968192"/>
                  </a:lnTo>
                  <a:lnTo>
                    <a:pt x="6235360" y="1958781"/>
                  </a:lnTo>
                  <a:lnTo>
                    <a:pt x="6236418" y="1949692"/>
                  </a:lnTo>
                  <a:lnTo>
                    <a:pt x="6237475" y="1940932"/>
                  </a:lnTo>
                  <a:lnTo>
                    <a:pt x="6238533" y="1932613"/>
                  </a:lnTo>
                  <a:lnTo>
                    <a:pt x="6239591" y="1924818"/>
                  </a:lnTo>
                  <a:lnTo>
                    <a:pt x="6240649" y="1917618"/>
                  </a:lnTo>
                  <a:lnTo>
                    <a:pt x="6241707" y="1910906"/>
                  </a:lnTo>
                  <a:lnTo>
                    <a:pt x="6242765" y="1904656"/>
                  </a:lnTo>
                  <a:lnTo>
                    <a:pt x="6243822" y="1898952"/>
                  </a:lnTo>
                  <a:lnTo>
                    <a:pt x="6244880" y="1893897"/>
                  </a:lnTo>
                  <a:lnTo>
                    <a:pt x="6245938" y="1889616"/>
                  </a:lnTo>
                  <a:lnTo>
                    <a:pt x="6246996" y="1886124"/>
                  </a:lnTo>
                  <a:lnTo>
                    <a:pt x="6248054" y="1883330"/>
                  </a:lnTo>
                  <a:lnTo>
                    <a:pt x="6249112" y="1881187"/>
                  </a:lnTo>
                  <a:lnTo>
                    <a:pt x="6250169" y="1879638"/>
                  </a:lnTo>
                  <a:lnTo>
                    <a:pt x="6251227" y="1878584"/>
                  </a:lnTo>
                  <a:lnTo>
                    <a:pt x="6252285" y="1877987"/>
                  </a:lnTo>
                  <a:lnTo>
                    <a:pt x="6253343" y="1877823"/>
                  </a:lnTo>
                  <a:lnTo>
                    <a:pt x="6254401" y="1878002"/>
                  </a:lnTo>
                  <a:lnTo>
                    <a:pt x="6255459" y="1878489"/>
                  </a:lnTo>
                  <a:lnTo>
                    <a:pt x="6256517" y="1879353"/>
                  </a:lnTo>
                  <a:lnTo>
                    <a:pt x="6257574" y="1880655"/>
                  </a:lnTo>
                  <a:lnTo>
                    <a:pt x="6258632" y="1882466"/>
                  </a:lnTo>
                  <a:lnTo>
                    <a:pt x="6259690" y="1884767"/>
                  </a:lnTo>
                  <a:lnTo>
                    <a:pt x="6260748" y="1887483"/>
                  </a:lnTo>
                  <a:lnTo>
                    <a:pt x="6261806" y="1890488"/>
                  </a:lnTo>
                  <a:lnTo>
                    <a:pt x="6262864" y="1893756"/>
                  </a:lnTo>
                  <a:lnTo>
                    <a:pt x="6263921" y="1897334"/>
                  </a:lnTo>
                  <a:lnTo>
                    <a:pt x="6264979" y="1901061"/>
                  </a:lnTo>
                  <a:lnTo>
                    <a:pt x="6266037" y="1904863"/>
                  </a:lnTo>
                  <a:lnTo>
                    <a:pt x="6267095" y="1908665"/>
                  </a:lnTo>
                  <a:lnTo>
                    <a:pt x="6268153" y="1912473"/>
                  </a:lnTo>
                  <a:lnTo>
                    <a:pt x="6269211" y="1916254"/>
                  </a:lnTo>
                  <a:lnTo>
                    <a:pt x="6270268" y="1920027"/>
                  </a:lnTo>
                  <a:lnTo>
                    <a:pt x="6271326" y="1923761"/>
                  </a:lnTo>
                  <a:lnTo>
                    <a:pt x="6272384" y="1927346"/>
                  </a:lnTo>
                  <a:lnTo>
                    <a:pt x="6273442" y="1930646"/>
                  </a:lnTo>
                  <a:lnTo>
                    <a:pt x="6274500" y="1933513"/>
                  </a:lnTo>
                  <a:lnTo>
                    <a:pt x="6275558" y="1935904"/>
                  </a:lnTo>
                  <a:lnTo>
                    <a:pt x="6276615" y="1937886"/>
                  </a:lnTo>
                  <a:lnTo>
                    <a:pt x="6277673" y="1939544"/>
                  </a:lnTo>
                  <a:lnTo>
                    <a:pt x="6278731" y="1940854"/>
                  </a:lnTo>
                  <a:lnTo>
                    <a:pt x="6279789" y="1941740"/>
                  </a:lnTo>
                  <a:lnTo>
                    <a:pt x="6280847" y="1942392"/>
                  </a:lnTo>
                  <a:lnTo>
                    <a:pt x="6281905" y="1942876"/>
                  </a:lnTo>
                  <a:lnTo>
                    <a:pt x="6282963" y="1943299"/>
                  </a:lnTo>
                  <a:lnTo>
                    <a:pt x="6284020" y="1943762"/>
                  </a:lnTo>
                  <a:lnTo>
                    <a:pt x="6285078" y="1944185"/>
                  </a:lnTo>
                  <a:lnTo>
                    <a:pt x="6286136" y="1944489"/>
                  </a:lnTo>
                  <a:lnTo>
                    <a:pt x="6287194" y="1944663"/>
                  </a:lnTo>
                  <a:lnTo>
                    <a:pt x="6288252" y="1944668"/>
                  </a:lnTo>
                  <a:lnTo>
                    <a:pt x="6289310" y="1944471"/>
                  </a:lnTo>
                  <a:lnTo>
                    <a:pt x="6290367" y="1944094"/>
                  </a:lnTo>
                  <a:lnTo>
                    <a:pt x="6291425" y="1943492"/>
                  </a:lnTo>
                  <a:lnTo>
                    <a:pt x="6292483" y="1942518"/>
                  </a:lnTo>
                  <a:lnTo>
                    <a:pt x="6293541" y="1941044"/>
                  </a:lnTo>
                  <a:lnTo>
                    <a:pt x="6294599" y="1939036"/>
                  </a:lnTo>
                  <a:lnTo>
                    <a:pt x="6295657" y="1936575"/>
                  </a:lnTo>
                  <a:lnTo>
                    <a:pt x="6296714" y="1933628"/>
                  </a:lnTo>
                  <a:lnTo>
                    <a:pt x="6297772" y="1930133"/>
                  </a:lnTo>
                  <a:lnTo>
                    <a:pt x="6298830" y="1926011"/>
                  </a:lnTo>
                  <a:lnTo>
                    <a:pt x="6299888" y="1921123"/>
                  </a:lnTo>
                  <a:lnTo>
                    <a:pt x="6300946" y="1915459"/>
                  </a:lnTo>
                  <a:lnTo>
                    <a:pt x="6302004" y="1909104"/>
                  </a:lnTo>
                  <a:lnTo>
                    <a:pt x="6303061" y="1902120"/>
                  </a:lnTo>
                  <a:lnTo>
                    <a:pt x="6304119" y="1894670"/>
                  </a:lnTo>
                  <a:lnTo>
                    <a:pt x="6305177" y="1886843"/>
                  </a:lnTo>
                  <a:lnTo>
                    <a:pt x="6306235" y="1878702"/>
                  </a:lnTo>
                  <a:lnTo>
                    <a:pt x="6307293" y="1870307"/>
                  </a:lnTo>
                  <a:lnTo>
                    <a:pt x="6308351" y="1861799"/>
                  </a:lnTo>
                  <a:lnTo>
                    <a:pt x="6309409" y="1853249"/>
                  </a:lnTo>
                  <a:lnTo>
                    <a:pt x="6310466" y="1844684"/>
                  </a:lnTo>
                  <a:lnTo>
                    <a:pt x="6311524" y="1836036"/>
                  </a:lnTo>
                  <a:lnTo>
                    <a:pt x="6312582" y="1827322"/>
                  </a:lnTo>
                  <a:lnTo>
                    <a:pt x="6313640" y="1818575"/>
                  </a:lnTo>
                  <a:lnTo>
                    <a:pt x="6314698" y="1809899"/>
                  </a:lnTo>
                  <a:lnTo>
                    <a:pt x="6315756" y="1801447"/>
                  </a:lnTo>
                  <a:lnTo>
                    <a:pt x="6316813" y="1793190"/>
                  </a:lnTo>
                  <a:lnTo>
                    <a:pt x="6317871" y="1785269"/>
                  </a:lnTo>
                  <a:lnTo>
                    <a:pt x="6318929" y="1777898"/>
                  </a:lnTo>
                  <a:lnTo>
                    <a:pt x="6319987" y="1771164"/>
                  </a:lnTo>
                  <a:lnTo>
                    <a:pt x="6321045" y="1765095"/>
                  </a:lnTo>
                  <a:lnTo>
                    <a:pt x="6322103" y="1759691"/>
                  </a:lnTo>
                  <a:lnTo>
                    <a:pt x="6323160" y="1754920"/>
                  </a:lnTo>
                  <a:lnTo>
                    <a:pt x="6324218" y="1750696"/>
                  </a:lnTo>
                  <a:lnTo>
                    <a:pt x="6325276" y="1746955"/>
                  </a:lnTo>
                  <a:lnTo>
                    <a:pt x="6326334" y="1743747"/>
                  </a:lnTo>
                  <a:lnTo>
                    <a:pt x="6327392" y="1741262"/>
                  </a:lnTo>
                  <a:lnTo>
                    <a:pt x="6328450" y="1739592"/>
                  </a:lnTo>
                  <a:lnTo>
                    <a:pt x="6329507" y="1738771"/>
                  </a:lnTo>
                  <a:lnTo>
                    <a:pt x="6330565" y="1738740"/>
                  </a:lnTo>
                  <a:lnTo>
                    <a:pt x="6331623" y="1739401"/>
                  </a:lnTo>
                  <a:lnTo>
                    <a:pt x="6332681" y="1740782"/>
                  </a:lnTo>
                  <a:lnTo>
                    <a:pt x="6333739" y="1742734"/>
                  </a:lnTo>
                  <a:lnTo>
                    <a:pt x="6334797" y="1745011"/>
                  </a:lnTo>
                  <a:lnTo>
                    <a:pt x="6335855" y="1747491"/>
                  </a:lnTo>
                  <a:lnTo>
                    <a:pt x="6336912" y="1750097"/>
                  </a:lnTo>
                  <a:lnTo>
                    <a:pt x="6337970" y="1752863"/>
                  </a:lnTo>
                  <a:lnTo>
                    <a:pt x="6339028" y="1755830"/>
                  </a:lnTo>
                  <a:lnTo>
                    <a:pt x="6340086" y="1759018"/>
                  </a:lnTo>
                  <a:lnTo>
                    <a:pt x="6341144" y="1762465"/>
                  </a:lnTo>
                  <a:lnTo>
                    <a:pt x="6342202" y="1766165"/>
                  </a:lnTo>
                  <a:lnTo>
                    <a:pt x="6343259" y="1770006"/>
                  </a:lnTo>
                  <a:lnTo>
                    <a:pt x="6344317" y="1773750"/>
                  </a:lnTo>
                  <a:lnTo>
                    <a:pt x="6345375" y="1777382"/>
                  </a:lnTo>
                  <a:lnTo>
                    <a:pt x="6346433" y="1780985"/>
                  </a:lnTo>
                  <a:lnTo>
                    <a:pt x="6347491" y="1784712"/>
                  </a:lnTo>
                  <a:lnTo>
                    <a:pt x="6348549" y="1788647"/>
                  </a:lnTo>
                  <a:lnTo>
                    <a:pt x="6349606" y="1792791"/>
                  </a:lnTo>
                  <a:lnTo>
                    <a:pt x="6350664" y="1797236"/>
                  </a:lnTo>
                  <a:lnTo>
                    <a:pt x="6351722" y="1801968"/>
                  </a:lnTo>
                  <a:lnTo>
                    <a:pt x="6352780" y="1806988"/>
                  </a:lnTo>
                  <a:lnTo>
                    <a:pt x="6353838" y="1812344"/>
                  </a:lnTo>
                  <a:lnTo>
                    <a:pt x="6354896" y="1818030"/>
                  </a:lnTo>
                  <a:lnTo>
                    <a:pt x="6355953" y="1824008"/>
                  </a:lnTo>
                  <a:lnTo>
                    <a:pt x="6357011" y="1830162"/>
                  </a:lnTo>
                  <a:lnTo>
                    <a:pt x="6358069" y="1836375"/>
                  </a:lnTo>
                  <a:lnTo>
                    <a:pt x="6359127" y="1842588"/>
                  </a:lnTo>
                  <a:lnTo>
                    <a:pt x="6360185" y="1848895"/>
                  </a:lnTo>
                  <a:lnTo>
                    <a:pt x="6361243" y="1855246"/>
                  </a:lnTo>
                  <a:lnTo>
                    <a:pt x="6362301" y="1861542"/>
                  </a:lnTo>
                  <a:lnTo>
                    <a:pt x="6363358" y="1867715"/>
                  </a:lnTo>
                  <a:lnTo>
                    <a:pt x="6364416" y="1873678"/>
                  </a:lnTo>
                  <a:lnTo>
                    <a:pt x="6365474" y="1879429"/>
                  </a:lnTo>
                  <a:lnTo>
                    <a:pt x="6366532" y="1884952"/>
                  </a:lnTo>
                  <a:lnTo>
                    <a:pt x="6367590" y="1890211"/>
                  </a:lnTo>
                  <a:lnTo>
                    <a:pt x="6368648" y="1895144"/>
                  </a:lnTo>
                  <a:lnTo>
                    <a:pt x="6369705" y="1899698"/>
                  </a:lnTo>
                  <a:lnTo>
                    <a:pt x="6370763" y="1903926"/>
                  </a:lnTo>
                  <a:lnTo>
                    <a:pt x="6371821" y="1907655"/>
                  </a:lnTo>
                  <a:lnTo>
                    <a:pt x="6372879" y="1910857"/>
                  </a:lnTo>
                  <a:lnTo>
                    <a:pt x="6373937" y="1913518"/>
                  </a:lnTo>
                  <a:lnTo>
                    <a:pt x="6374995" y="1915675"/>
                  </a:lnTo>
                  <a:lnTo>
                    <a:pt x="6376052" y="1917316"/>
                  </a:lnTo>
                  <a:lnTo>
                    <a:pt x="6377110" y="1918473"/>
                  </a:lnTo>
                  <a:lnTo>
                    <a:pt x="6378168" y="1919233"/>
                  </a:lnTo>
                  <a:lnTo>
                    <a:pt x="6379226" y="1919656"/>
                  </a:lnTo>
                  <a:lnTo>
                    <a:pt x="6380284" y="1919620"/>
                  </a:lnTo>
                  <a:lnTo>
                    <a:pt x="6381342" y="1919006"/>
                  </a:lnTo>
                  <a:lnTo>
                    <a:pt x="6382399" y="1917714"/>
                  </a:lnTo>
                  <a:lnTo>
                    <a:pt x="6383457" y="1915674"/>
                  </a:lnTo>
                  <a:lnTo>
                    <a:pt x="6384515" y="1912891"/>
                  </a:lnTo>
                  <a:lnTo>
                    <a:pt x="6385573" y="1909422"/>
                  </a:lnTo>
                  <a:lnTo>
                    <a:pt x="6386631" y="1905239"/>
                  </a:lnTo>
                  <a:lnTo>
                    <a:pt x="6387689" y="1900510"/>
                  </a:lnTo>
                  <a:lnTo>
                    <a:pt x="6388747" y="1895285"/>
                  </a:lnTo>
                  <a:lnTo>
                    <a:pt x="6389804" y="1889566"/>
                  </a:lnTo>
                  <a:lnTo>
                    <a:pt x="6390862" y="1883328"/>
                  </a:lnTo>
                  <a:lnTo>
                    <a:pt x="6391920" y="1876500"/>
                  </a:lnTo>
                  <a:lnTo>
                    <a:pt x="6392978" y="1869037"/>
                  </a:lnTo>
                  <a:lnTo>
                    <a:pt x="6394036" y="1860961"/>
                  </a:lnTo>
                  <a:lnTo>
                    <a:pt x="6395094" y="1852260"/>
                  </a:lnTo>
                  <a:lnTo>
                    <a:pt x="6396151" y="1843013"/>
                  </a:lnTo>
                  <a:lnTo>
                    <a:pt x="6397209" y="1833415"/>
                  </a:lnTo>
                  <a:lnTo>
                    <a:pt x="6398267" y="1823660"/>
                  </a:lnTo>
                  <a:lnTo>
                    <a:pt x="6399325" y="1813799"/>
                  </a:lnTo>
                  <a:lnTo>
                    <a:pt x="6400383" y="1803791"/>
                  </a:lnTo>
                  <a:lnTo>
                    <a:pt x="6401441" y="1793513"/>
                  </a:lnTo>
                  <a:lnTo>
                    <a:pt x="6402498" y="1782934"/>
                  </a:lnTo>
                  <a:lnTo>
                    <a:pt x="6403556" y="1771975"/>
                  </a:lnTo>
                  <a:lnTo>
                    <a:pt x="6404614" y="1760610"/>
                  </a:lnTo>
                  <a:lnTo>
                    <a:pt x="6405672" y="1748896"/>
                  </a:lnTo>
                  <a:lnTo>
                    <a:pt x="6406730" y="1736845"/>
                  </a:lnTo>
                  <a:lnTo>
                    <a:pt x="6407788" y="1724425"/>
                  </a:lnTo>
                  <a:lnTo>
                    <a:pt x="6408845" y="1711696"/>
                  </a:lnTo>
                  <a:lnTo>
                    <a:pt x="6409903" y="1698656"/>
                  </a:lnTo>
                  <a:lnTo>
                    <a:pt x="6410961" y="1685337"/>
                  </a:lnTo>
                  <a:lnTo>
                    <a:pt x="6412019" y="1671815"/>
                  </a:lnTo>
                  <a:lnTo>
                    <a:pt x="6413077" y="1658032"/>
                  </a:lnTo>
                  <a:lnTo>
                    <a:pt x="6414135" y="1643885"/>
                  </a:lnTo>
                  <a:lnTo>
                    <a:pt x="6415193" y="1629367"/>
                  </a:lnTo>
                  <a:lnTo>
                    <a:pt x="6416250" y="1614516"/>
                  </a:lnTo>
                  <a:lnTo>
                    <a:pt x="6417308" y="1599421"/>
                  </a:lnTo>
                  <a:lnTo>
                    <a:pt x="6418366" y="1584109"/>
                  </a:lnTo>
                  <a:lnTo>
                    <a:pt x="6419424" y="1568651"/>
                  </a:lnTo>
                  <a:lnTo>
                    <a:pt x="6420482" y="1553086"/>
                  </a:lnTo>
                  <a:lnTo>
                    <a:pt x="6421540" y="1537462"/>
                  </a:lnTo>
                  <a:lnTo>
                    <a:pt x="6422597" y="1521833"/>
                  </a:lnTo>
                  <a:lnTo>
                    <a:pt x="6423655" y="1506203"/>
                  </a:lnTo>
                  <a:lnTo>
                    <a:pt x="6424713" y="1490548"/>
                  </a:lnTo>
                  <a:lnTo>
                    <a:pt x="6425771" y="1474835"/>
                  </a:lnTo>
                  <a:lnTo>
                    <a:pt x="6426829" y="1458975"/>
                  </a:lnTo>
                  <a:lnTo>
                    <a:pt x="6427887" y="1442870"/>
                  </a:lnTo>
                  <a:lnTo>
                    <a:pt x="6428944" y="1426508"/>
                  </a:lnTo>
                  <a:lnTo>
                    <a:pt x="6430002" y="1409942"/>
                  </a:lnTo>
                  <a:lnTo>
                    <a:pt x="6431060" y="1393171"/>
                  </a:lnTo>
                  <a:lnTo>
                    <a:pt x="6432118" y="1376155"/>
                  </a:lnTo>
                  <a:lnTo>
                    <a:pt x="6433176" y="1358928"/>
                  </a:lnTo>
                  <a:lnTo>
                    <a:pt x="6434234" y="1341565"/>
                  </a:lnTo>
                  <a:lnTo>
                    <a:pt x="6435291" y="1324075"/>
                  </a:lnTo>
                  <a:lnTo>
                    <a:pt x="6436349" y="1306573"/>
                  </a:lnTo>
                  <a:lnTo>
                    <a:pt x="6437407" y="1289120"/>
                  </a:lnTo>
                  <a:lnTo>
                    <a:pt x="6438465" y="1271730"/>
                  </a:lnTo>
                  <a:lnTo>
                    <a:pt x="6439523" y="1254440"/>
                  </a:lnTo>
                  <a:lnTo>
                    <a:pt x="6440581" y="1237301"/>
                  </a:lnTo>
                  <a:lnTo>
                    <a:pt x="6441639" y="1220346"/>
                  </a:lnTo>
                  <a:lnTo>
                    <a:pt x="6442696" y="1203637"/>
                  </a:lnTo>
                  <a:lnTo>
                    <a:pt x="6443754" y="1187247"/>
                  </a:lnTo>
                  <a:lnTo>
                    <a:pt x="6444812" y="1171182"/>
                  </a:lnTo>
                  <a:lnTo>
                    <a:pt x="6445870" y="1155548"/>
                  </a:lnTo>
                  <a:lnTo>
                    <a:pt x="6446928" y="1140310"/>
                  </a:lnTo>
                  <a:lnTo>
                    <a:pt x="6447986" y="1125463"/>
                  </a:lnTo>
                  <a:lnTo>
                    <a:pt x="6449043" y="1110982"/>
                  </a:lnTo>
                  <a:lnTo>
                    <a:pt x="6450101" y="1096826"/>
                  </a:lnTo>
                  <a:lnTo>
                    <a:pt x="6451159" y="1082914"/>
                  </a:lnTo>
                  <a:lnTo>
                    <a:pt x="6452217" y="1069179"/>
                  </a:lnTo>
                  <a:lnTo>
                    <a:pt x="6453275" y="1055564"/>
                  </a:lnTo>
                  <a:lnTo>
                    <a:pt x="6454333" y="1042082"/>
                  </a:lnTo>
                  <a:lnTo>
                    <a:pt x="6455390" y="1028742"/>
                  </a:lnTo>
                  <a:lnTo>
                    <a:pt x="6456448" y="1015546"/>
                  </a:lnTo>
                  <a:lnTo>
                    <a:pt x="6457506" y="1002579"/>
                  </a:lnTo>
                  <a:lnTo>
                    <a:pt x="6458564" y="989832"/>
                  </a:lnTo>
                  <a:lnTo>
                    <a:pt x="6459622" y="977261"/>
                  </a:lnTo>
                  <a:lnTo>
                    <a:pt x="6460680" y="964922"/>
                  </a:lnTo>
                  <a:lnTo>
                    <a:pt x="6461737" y="952772"/>
                  </a:lnTo>
                  <a:lnTo>
                    <a:pt x="6462795" y="940830"/>
                  </a:lnTo>
                  <a:lnTo>
                    <a:pt x="6463853" y="929092"/>
                  </a:lnTo>
                  <a:lnTo>
                    <a:pt x="6464911" y="917568"/>
                  </a:lnTo>
                  <a:lnTo>
                    <a:pt x="6465969" y="906232"/>
                  </a:lnTo>
                  <a:lnTo>
                    <a:pt x="6467027" y="895150"/>
                  </a:lnTo>
                  <a:lnTo>
                    <a:pt x="6468085" y="884294"/>
                  </a:lnTo>
                  <a:lnTo>
                    <a:pt x="6469142" y="873632"/>
                  </a:lnTo>
                  <a:lnTo>
                    <a:pt x="6470200" y="863068"/>
                  </a:lnTo>
                  <a:lnTo>
                    <a:pt x="6471258" y="852556"/>
                  </a:lnTo>
                  <a:lnTo>
                    <a:pt x="6472316" y="842103"/>
                  </a:lnTo>
                  <a:lnTo>
                    <a:pt x="6473374" y="831674"/>
                  </a:lnTo>
                  <a:lnTo>
                    <a:pt x="6474432" y="821183"/>
                  </a:lnTo>
                  <a:lnTo>
                    <a:pt x="6475489" y="810621"/>
                  </a:lnTo>
                  <a:lnTo>
                    <a:pt x="6476547" y="799918"/>
                  </a:lnTo>
                  <a:lnTo>
                    <a:pt x="6477605" y="789062"/>
                  </a:lnTo>
                  <a:lnTo>
                    <a:pt x="6478663" y="778023"/>
                  </a:lnTo>
                  <a:lnTo>
                    <a:pt x="6479721" y="766926"/>
                  </a:lnTo>
                  <a:lnTo>
                    <a:pt x="6480779" y="755899"/>
                  </a:lnTo>
                  <a:lnTo>
                    <a:pt x="6481836" y="745060"/>
                  </a:lnTo>
                  <a:lnTo>
                    <a:pt x="6482894" y="734420"/>
                  </a:lnTo>
                  <a:lnTo>
                    <a:pt x="6483952" y="724051"/>
                  </a:lnTo>
                  <a:lnTo>
                    <a:pt x="6485010" y="713969"/>
                  </a:lnTo>
                  <a:lnTo>
                    <a:pt x="6486068" y="704219"/>
                  </a:lnTo>
                  <a:lnTo>
                    <a:pt x="6487126" y="694764"/>
                  </a:lnTo>
                  <a:lnTo>
                    <a:pt x="6488183" y="685627"/>
                  </a:lnTo>
                  <a:lnTo>
                    <a:pt x="6489241" y="676779"/>
                  </a:lnTo>
                  <a:lnTo>
                    <a:pt x="6490299" y="668155"/>
                  </a:lnTo>
                  <a:lnTo>
                    <a:pt x="6491357" y="659755"/>
                  </a:lnTo>
                  <a:lnTo>
                    <a:pt x="6492415" y="651554"/>
                  </a:lnTo>
                  <a:lnTo>
                    <a:pt x="6493473" y="643523"/>
                  </a:lnTo>
                  <a:lnTo>
                    <a:pt x="6494531" y="635621"/>
                  </a:lnTo>
                  <a:lnTo>
                    <a:pt x="6495588" y="627762"/>
                  </a:lnTo>
                  <a:lnTo>
                    <a:pt x="6496646" y="619887"/>
                  </a:lnTo>
                  <a:lnTo>
                    <a:pt x="6497704" y="611979"/>
                  </a:lnTo>
                  <a:lnTo>
                    <a:pt x="6498762" y="604012"/>
                  </a:lnTo>
                  <a:lnTo>
                    <a:pt x="6499820" y="595907"/>
                  </a:lnTo>
                  <a:lnTo>
                    <a:pt x="6500878" y="587710"/>
                  </a:lnTo>
                  <a:lnTo>
                    <a:pt x="6501935" y="579406"/>
                  </a:lnTo>
                  <a:lnTo>
                    <a:pt x="6502993" y="571063"/>
                  </a:lnTo>
                  <a:lnTo>
                    <a:pt x="6504051" y="562639"/>
                  </a:lnTo>
                  <a:lnTo>
                    <a:pt x="6505109" y="554138"/>
                  </a:lnTo>
                  <a:lnTo>
                    <a:pt x="6506167" y="545641"/>
                  </a:lnTo>
                  <a:lnTo>
                    <a:pt x="6507225" y="537238"/>
                  </a:lnTo>
                  <a:lnTo>
                    <a:pt x="6508282" y="528963"/>
                  </a:lnTo>
                  <a:lnTo>
                    <a:pt x="6509340" y="520826"/>
                  </a:lnTo>
                  <a:lnTo>
                    <a:pt x="6510398" y="512809"/>
                  </a:lnTo>
                  <a:lnTo>
                    <a:pt x="6511456" y="504906"/>
                  </a:lnTo>
                  <a:lnTo>
                    <a:pt x="6512514" y="497131"/>
                  </a:lnTo>
                  <a:lnTo>
                    <a:pt x="6513572" y="489472"/>
                  </a:lnTo>
                  <a:lnTo>
                    <a:pt x="6514629" y="481942"/>
                  </a:lnTo>
                  <a:lnTo>
                    <a:pt x="6515687" y="474592"/>
                  </a:lnTo>
                  <a:lnTo>
                    <a:pt x="6516745" y="467406"/>
                  </a:lnTo>
                  <a:lnTo>
                    <a:pt x="6517803" y="460327"/>
                  </a:lnTo>
                  <a:lnTo>
                    <a:pt x="6518861" y="453347"/>
                  </a:lnTo>
                  <a:lnTo>
                    <a:pt x="6519919" y="446532"/>
                  </a:lnTo>
                  <a:lnTo>
                    <a:pt x="6520977" y="439915"/>
                  </a:lnTo>
                  <a:lnTo>
                    <a:pt x="6522034" y="433546"/>
                  </a:lnTo>
                  <a:lnTo>
                    <a:pt x="6523092" y="427547"/>
                  </a:lnTo>
                  <a:lnTo>
                    <a:pt x="6524150" y="421975"/>
                  </a:lnTo>
                  <a:lnTo>
                    <a:pt x="6525208" y="416833"/>
                  </a:lnTo>
                  <a:lnTo>
                    <a:pt x="6526266" y="412105"/>
                  </a:lnTo>
                  <a:lnTo>
                    <a:pt x="6527324" y="407848"/>
                  </a:lnTo>
                  <a:lnTo>
                    <a:pt x="6528381" y="404140"/>
                  </a:lnTo>
                  <a:lnTo>
                    <a:pt x="6529439" y="400991"/>
                  </a:lnTo>
                  <a:lnTo>
                    <a:pt x="6530497" y="398498"/>
                  </a:lnTo>
                  <a:lnTo>
                    <a:pt x="6531555" y="396739"/>
                  </a:lnTo>
                  <a:lnTo>
                    <a:pt x="6532613" y="395792"/>
                  </a:lnTo>
                  <a:lnTo>
                    <a:pt x="6533671" y="395728"/>
                  </a:lnTo>
                  <a:lnTo>
                    <a:pt x="6534728" y="396524"/>
                  </a:lnTo>
                  <a:lnTo>
                    <a:pt x="6535786" y="398110"/>
                  </a:lnTo>
                  <a:lnTo>
                    <a:pt x="6536844" y="400426"/>
                  </a:lnTo>
                  <a:lnTo>
                    <a:pt x="6537902" y="403450"/>
                  </a:lnTo>
                  <a:lnTo>
                    <a:pt x="6538960" y="407125"/>
                  </a:lnTo>
                  <a:lnTo>
                    <a:pt x="6540018" y="411467"/>
                  </a:lnTo>
                  <a:lnTo>
                    <a:pt x="6541075" y="416531"/>
                  </a:lnTo>
                  <a:lnTo>
                    <a:pt x="6542133" y="422370"/>
                  </a:lnTo>
                  <a:lnTo>
                    <a:pt x="6543191" y="429052"/>
                  </a:lnTo>
                  <a:lnTo>
                    <a:pt x="6544249" y="436599"/>
                  </a:lnTo>
                  <a:lnTo>
                    <a:pt x="6545307" y="445025"/>
                  </a:lnTo>
                  <a:lnTo>
                    <a:pt x="6546365" y="454278"/>
                  </a:lnTo>
                  <a:lnTo>
                    <a:pt x="6547423" y="464307"/>
                  </a:lnTo>
                  <a:lnTo>
                    <a:pt x="6548480" y="475118"/>
                  </a:lnTo>
                  <a:lnTo>
                    <a:pt x="6549538" y="486697"/>
                  </a:lnTo>
                  <a:lnTo>
                    <a:pt x="6550596" y="499116"/>
                  </a:lnTo>
                  <a:lnTo>
                    <a:pt x="6551654" y="512445"/>
                  </a:lnTo>
                  <a:lnTo>
                    <a:pt x="6552712" y="526764"/>
                  </a:lnTo>
                  <a:lnTo>
                    <a:pt x="6553770" y="542110"/>
                  </a:lnTo>
                  <a:lnTo>
                    <a:pt x="6554827" y="558551"/>
                  </a:lnTo>
                  <a:lnTo>
                    <a:pt x="6555885" y="576088"/>
                  </a:lnTo>
                  <a:lnTo>
                    <a:pt x="6556943" y="594717"/>
                  </a:lnTo>
                  <a:lnTo>
                    <a:pt x="6558001" y="614490"/>
                  </a:lnTo>
                  <a:lnTo>
                    <a:pt x="6559059" y="635443"/>
                  </a:lnTo>
                  <a:lnTo>
                    <a:pt x="6560117" y="657502"/>
                  </a:lnTo>
                  <a:lnTo>
                    <a:pt x="6561174" y="680589"/>
                  </a:lnTo>
                  <a:lnTo>
                    <a:pt x="6562232" y="704734"/>
                  </a:lnTo>
                  <a:lnTo>
                    <a:pt x="6563290" y="729965"/>
                  </a:lnTo>
                  <a:lnTo>
                    <a:pt x="6564348" y="756346"/>
                  </a:lnTo>
                  <a:lnTo>
                    <a:pt x="6565406" y="783889"/>
                  </a:lnTo>
                  <a:lnTo>
                    <a:pt x="6566464" y="812569"/>
                  </a:lnTo>
                  <a:lnTo>
                    <a:pt x="6567521" y="842363"/>
                  </a:lnTo>
                  <a:lnTo>
                    <a:pt x="6568579" y="873204"/>
                  </a:lnTo>
                  <a:lnTo>
                    <a:pt x="6569637" y="905072"/>
                  </a:lnTo>
                  <a:lnTo>
                    <a:pt x="6570695" y="937944"/>
                  </a:lnTo>
                  <a:lnTo>
                    <a:pt x="6571753" y="971832"/>
                  </a:lnTo>
                  <a:lnTo>
                    <a:pt x="6572811" y="1006695"/>
                  </a:lnTo>
                  <a:lnTo>
                    <a:pt x="6573869" y="1042478"/>
                  </a:lnTo>
                  <a:lnTo>
                    <a:pt x="6574926" y="1079140"/>
                  </a:lnTo>
                  <a:lnTo>
                    <a:pt x="6575984" y="1116611"/>
                  </a:lnTo>
                  <a:lnTo>
                    <a:pt x="6577042" y="1154753"/>
                  </a:lnTo>
                  <a:lnTo>
                    <a:pt x="6578100" y="1193444"/>
                  </a:lnTo>
                  <a:lnTo>
                    <a:pt x="6579158" y="1232681"/>
                  </a:lnTo>
                  <a:lnTo>
                    <a:pt x="6580216" y="1272440"/>
                  </a:lnTo>
                  <a:lnTo>
                    <a:pt x="6581273" y="1312617"/>
                  </a:lnTo>
                  <a:lnTo>
                    <a:pt x="6582331" y="1353134"/>
                  </a:lnTo>
                  <a:lnTo>
                    <a:pt x="6583389" y="1393883"/>
                  </a:lnTo>
                  <a:lnTo>
                    <a:pt x="6584447" y="1434787"/>
                  </a:lnTo>
                  <a:lnTo>
                    <a:pt x="6585505" y="1475724"/>
                  </a:lnTo>
                  <a:lnTo>
                    <a:pt x="6586563" y="1516463"/>
                  </a:lnTo>
                  <a:lnTo>
                    <a:pt x="6587620" y="1556780"/>
                  </a:lnTo>
                  <a:lnTo>
                    <a:pt x="6588678" y="1596627"/>
                  </a:lnTo>
                  <a:lnTo>
                    <a:pt x="6589736" y="1636030"/>
                  </a:lnTo>
                  <a:lnTo>
                    <a:pt x="6590794" y="1675000"/>
                  </a:lnTo>
                  <a:lnTo>
                    <a:pt x="6591852" y="1713470"/>
                  </a:lnTo>
                  <a:lnTo>
                    <a:pt x="6592910" y="1751515"/>
                  </a:lnTo>
                  <a:lnTo>
                    <a:pt x="6593967" y="1789095"/>
                  </a:lnTo>
                  <a:lnTo>
                    <a:pt x="6595025" y="1826061"/>
                  </a:lnTo>
                  <a:lnTo>
                    <a:pt x="6596083" y="1862321"/>
                  </a:lnTo>
                  <a:lnTo>
                    <a:pt x="6597141" y="1897737"/>
                  </a:lnTo>
                  <a:lnTo>
                    <a:pt x="6598199" y="1932251"/>
                  </a:lnTo>
                  <a:lnTo>
                    <a:pt x="6599257" y="1965894"/>
                  </a:lnTo>
                  <a:lnTo>
                    <a:pt x="6600315" y="1998751"/>
                  </a:lnTo>
                  <a:lnTo>
                    <a:pt x="6601372" y="2030855"/>
                  </a:lnTo>
                  <a:lnTo>
                    <a:pt x="6602430" y="2062276"/>
                  </a:lnTo>
                  <a:lnTo>
                    <a:pt x="6603488" y="2093078"/>
                  </a:lnTo>
                  <a:lnTo>
                    <a:pt x="6604546" y="2123157"/>
                  </a:lnTo>
                  <a:lnTo>
                    <a:pt x="6605604" y="2152342"/>
                  </a:lnTo>
                  <a:lnTo>
                    <a:pt x="6606662" y="2180501"/>
                  </a:lnTo>
                  <a:lnTo>
                    <a:pt x="6607719" y="2207539"/>
                  </a:lnTo>
                  <a:lnTo>
                    <a:pt x="6608777" y="2233350"/>
                  </a:lnTo>
                  <a:lnTo>
                    <a:pt x="6609835" y="2257911"/>
                  </a:lnTo>
                  <a:lnTo>
                    <a:pt x="6610893" y="2281177"/>
                  </a:lnTo>
                  <a:lnTo>
                    <a:pt x="6611951" y="2303078"/>
                  </a:lnTo>
                  <a:lnTo>
                    <a:pt x="6613009" y="2323620"/>
                  </a:lnTo>
                  <a:lnTo>
                    <a:pt x="6614066" y="2342876"/>
                  </a:lnTo>
                  <a:lnTo>
                    <a:pt x="6615124" y="2360824"/>
                  </a:lnTo>
                  <a:lnTo>
                    <a:pt x="6616182" y="2377370"/>
                  </a:lnTo>
                  <a:lnTo>
                    <a:pt x="6617240" y="2392463"/>
                  </a:lnTo>
                  <a:lnTo>
                    <a:pt x="6618298" y="2406031"/>
                  </a:lnTo>
                  <a:lnTo>
                    <a:pt x="6619356" y="2418036"/>
                  </a:lnTo>
                  <a:lnTo>
                    <a:pt x="6620413" y="2428480"/>
                  </a:lnTo>
                  <a:lnTo>
                    <a:pt x="6621471" y="2437442"/>
                  </a:lnTo>
                  <a:lnTo>
                    <a:pt x="6622529" y="2444992"/>
                  </a:lnTo>
                  <a:lnTo>
                    <a:pt x="6623587" y="2451222"/>
                  </a:lnTo>
                  <a:lnTo>
                    <a:pt x="6624645" y="2456153"/>
                  </a:lnTo>
                  <a:lnTo>
                    <a:pt x="6625703" y="2459869"/>
                  </a:lnTo>
                  <a:lnTo>
                    <a:pt x="6626761" y="2462445"/>
                  </a:lnTo>
                  <a:lnTo>
                    <a:pt x="6627818" y="2463881"/>
                  </a:lnTo>
                  <a:lnTo>
                    <a:pt x="6628876" y="2464142"/>
                  </a:lnTo>
                  <a:lnTo>
                    <a:pt x="6629934" y="2463252"/>
                  </a:lnTo>
                  <a:lnTo>
                    <a:pt x="6630992" y="2461303"/>
                  </a:lnTo>
                  <a:lnTo>
                    <a:pt x="6632050" y="2458386"/>
                  </a:lnTo>
                  <a:lnTo>
                    <a:pt x="6633108" y="2454511"/>
                  </a:lnTo>
                  <a:lnTo>
                    <a:pt x="6634165" y="2449722"/>
                  </a:lnTo>
                  <a:lnTo>
                    <a:pt x="6635223" y="2444119"/>
                  </a:lnTo>
                  <a:lnTo>
                    <a:pt x="6636281" y="2437792"/>
                  </a:lnTo>
                  <a:lnTo>
                    <a:pt x="6637339" y="2430880"/>
                  </a:lnTo>
                  <a:lnTo>
                    <a:pt x="6638397" y="2423419"/>
                  </a:lnTo>
                  <a:lnTo>
                    <a:pt x="6639455" y="2415530"/>
                  </a:lnTo>
                  <a:lnTo>
                    <a:pt x="6640512" y="2407430"/>
                  </a:lnTo>
                  <a:lnTo>
                    <a:pt x="6641570" y="2399255"/>
                  </a:lnTo>
                  <a:lnTo>
                    <a:pt x="6642628" y="2391011"/>
                  </a:lnTo>
                  <a:lnTo>
                    <a:pt x="6643686" y="2382681"/>
                  </a:lnTo>
                  <a:lnTo>
                    <a:pt x="6644744" y="2374390"/>
                  </a:lnTo>
                  <a:lnTo>
                    <a:pt x="6645802" y="2366178"/>
                  </a:lnTo>
                  <a:lnTo>
                    <a:pt x="6646859" y="2358007"/>
                  </a:lnTo>
                  <a:lnTo>
                    <a:pt x="6647917" y="2349965"/>
                  </a:lnTo>
                  <a:lnTo>
                    <a:pt x="6648975" y="2342136"/>
                  </a:lnTo>
                  <a:lnTo>
                    <a:pt x="6650033" y="2334571"/>
                  </a:lnTo>
                  <a:lnTo>
                    <a:pt x="6651091" y="2327364"/>
                  </a:lnTo>
                  <a:lnTo>
                    <a:pt x="6652149" y="2320536"/>
                  </a:lnTo>
                  <a:lnTo>
                    <a:pt x="6653207" y="2314027"/>
                  </a:lnTo>
                  <a:lnTo>
                    <a:pt x="6654264" y="2307857"/>
                  </a:lnTo>
                  <a:lnTo>
                    <a:pt x="6655322" y="2301987"/>
                  </a:lnTo>
                  <a:lnTo>
                    <a:pt x="6656380" y="2296381"/>
                  </a:lnTo>
                  <a:lnTo>
                    <a:pt x="6657438" y="2291010"/>
                  </a:lnTo>
                  <a:lnTo>
                    <a:pt x="6658496" y="2285973"/>
                  </a:lnTo>
                  <a:lnTo>
                    <a:pt x="6659554" y="2281379"/>
                  </a:lnTo>
                  <a:lnTo>
                    <a:pt x="6660611" y="2277315"/>
                  </a:lnTo>
                  <a:lnTo>
                    <a:pt x="6661669" y="2273876"/>
                  </a:lnTo>
                  <a:lnTo>
                    <a:pt x="6662727" y="2271177"/>
                  </a:lnTo>
                  <a:lnTo>
                    <a:pt x="6663785" y="2269245"/>
                  </a:lnTo>
                  <a:lnTo>
                    <a:pt x="6664843" y="2268087"/>
                  </a:lnTo>
                  <a:lnTo>
                    <a:pt x="6665901" y="2267746"/>
                  </a:lnTo>
                  <a:lnTo>
                    <a:pt x="6666958" y="2268063"/>
                  </a:lnTo>
                  <a:lnTo>
                    <a:pt x="6668016" y="2268980"/>
                  </a:lnTo>
                  <a:lnTo>
                    <a:pt x="6669074" y="2270502"/>
                  </a:lnTo>
                  <a:lnTo>
                    <a:pt x="6670132" y="2272626"/>
                  </a:lnTo>
                  <a:lnTo>
                    <a:pt x="6671190" y="2275363"/>
                  </a:lnTo>
                  <a:lnTo>
                    <a:pt x="6672248" y="2278714"/>
                  </a:lnTo>
                  <a:lnTo>
                    <a:pt x="6673305" y="2282721"/>
                  </a:lnTo>
                  <a:lnTo>
                    <a:pt x="6674363" y="2287377"/>
                  </a:lnTo>
                  <a:lnTo>
                    <a:pt x="6675421" y="2292578"/>
                  </a:lnTo>
                  <a:lnTo>
                    <a:pt x="6676479" y="2298210"/>
                  </a:lnTo>
                  <a:lnTo>
                    <a:pt x="6677537" y="2304183"/>
                  </a:lnTo>
                  <a:lnTo>
                    <a:pt x="6678595" y="2310396"/>
                  </a:lnTo>
                  <a:lnTo>
                    <a:pt x="6679653" y="2316707"/>
                  </a:lnTo>
                  <a:lnTo>
                    <a:pt x="6680710" y="2323083"/>
                  </a:lnTo>
                  <a:lnTo>
                    <a:pt x="6681768" y="2329605"/>
                  </a:lnTo>
                  <a:lnTo>
                    <a:pt x="6682826" y="2336524"/>
                  </a:lnTo>
                  <a:lnTo>
                    <a:pt x="6683884" y="2343942"/>
                  </a:lnTo>
                  <a:lnTo>
                    <a:pt x="6684942" y="2351861"/>
                  </a:lnTo>
                  <a:lnTo>
                    <a:pt x="6686000" y="2360302"/>
                  </a:lnTo>
                  <a:lnTo>
                    <a:pt x="6687057" y="2369265"/>
                  </a:lnTo>
                  <a:lnTo>
                    <a:pt x="6688115" y="2378706"/>
                  </a:lnTo>
                  <a:lnTo>
                    <a:pt x="6689173" y="2388557"/>
                  </a:lnTo>
                  <a:lnTo>
                    <a:pt x="6690231" y="2398721"/>
                  </a:lnTo>
                  <a:lnTo>
                    <a:pt x="6691289" y="2409207"/>
                  </a:lnTo>
                  <a:lnTo>
                    <a:pt x="6692347" y="2420015"/>
                  </a:lnTo>
                  <a:lnTo>
                    <a:pt x="6693404" y="2431098"/>
                  </a:lnTo>
                  <a:lnTo>
                    <a:pt x="6694462" y="2442415"/>
                  </a:lnTo>
                  <a:lnTo>
                    <a:pt x="6695520" y="2453988"/>
                  </a:lnTo>
                  <a:lnTo>
                    <a:pt x="6696578" y="2465860"/>
                  </a:lnTo>
                  <a:lnTo>
                    <a:pt x="6697636" y="2477966"/>
                  </a:lnTo>
                  <a:lnTo>
                    <a:pt x="6698694" y="2490136"/>
                  </a:lnTo>
                  <a:lnTo>
                    <a:pt x="6699751" y="2502315"/>
                  </a:lnTo>
                  <a:lnTo>
                    <a:pt x="6700809" y="2514445"/>
                  </a:lnTo>
                  <a:lnTo>
                    <a:pt x="6701867" y="2526452"/>
                  </a:lnTo>
                  <a:lnTo>
                    <a:pt x="6702925" y="2538381"/>
                  </a:lnTo>
                  <a:lnTo>
                    <a:pt x="6703983" y="2550241"/>
                  </a:lnTo>
                  <a:lnTo>
                    <a:pt x="6705041" y="2562023"/>
                  </a:lnTo>
                  <a:lnTo>
                    <a:pt x="6706099" y="2573762"/>
                  </a:lnTo>
                  <a:lnTo>
                    <a:pt x="6707156" y="2585453"/>
                  </a:lnTo>
                  <a:lnTo>
                    <a:pt x="6708214" y="2597059"/>
                  </a:lnTo>
                  <a:lnTo>
                    <a:pt x="6709272" y="2608560"/>
                  </a:lnTo>
                  <a:lnTo>
                    <a:pt x="6710330" y="2619943"/>
                  </a:lnTo>
                  <a:lnTo>
                    <a:pt x="6711388" y="2631237"/>
                  </a:lnTo>
                  <a:lnTo>
                    <a:pt x="6712446" y="2642445"/>
                  </a:lnTo>
                  <a:lnTo>
                    <a:pt x="6713503" y="2653556"/>
                  </a:lnTo>
                  <a:lnTo>
                    <a:pt x="6714561" y="2664536"/>
                  </a:lnTo>
                  <a:lnTo>
                    <a:pt x="6715619" y="2675300"/>
                  </a:lnTo>
                  <a:lnTo>
                    <a:pt x="6716677" y="2685766"/>
                  </a:lnTo>
                  <a:lnTo>
                    <a:pt x="6717735" y="2695944"/>
                  </a:lnTo>
                  <a:lnTo>
                    <a:pt x="6718793" y="2705792"/>
                  </a:lnTo>
                  <a:lnTo>
                    <a:pt x="6719850" y="2715400"/>
                  </a:lnTo>
                  <a:lnTo>
                    <a:pt x="6720908" y="2724907"/>
                  </a:lnTo>
                  <a:lnTo>
                    <a:pt x="6721966" y="2734369"/>
                  </a:lnTo>
                  <a:lnTo>
                    <a:pt x="6723024" y="2743816"/>
                  </a:lnTo>
                  <a:lnTo>
                    <a:pt x="6724082" y="2753284"/>
                  </a:lnTo>
                  <a:lnTo>
                    <a:pt x="6725140" y="2762811"/>
                  </a:lnTo>
                  <a:lnTo>
                    <a:pt x="6726197" y="2772363"/>
                  </a:lnTo>
                  <a:lnTo>
                    <a:pt x="6727255" y="2781911"/>
                  </a:lnTo>
                  <a:lnTo>
                    <a:pt x="6728313" y="2791493"/>
                  </a:lnTo>
                  <a:lnTo>
                    <a:pt x="6729371" y="2801175"/>
                  </a:lnTo>
                  <a:lnTo>
                    <a:pt x="6730429" y="2811023"/>
                  </a:lnTo>
                  <a:lnTo>
                    <a:pt x="6731487" y="2820993"/>
                  </a:lnTo>
                  <a:lnTo>
                    <a:pt x="6732545" y="2831098"/>
                  </a:lnTo>
                  <a:lnTo>
                    <a:pt x="6733602" y="2841405"/>
                  </a:lnTo>
                  <a:lnTo>
                    <a:pt x="6734660" y="2851901"/>
                  </a:lnTo>
                  <a:lnTo>
                    <a:pt x="6735718" y="2862392"/>
                  </a:lnTo>
                  <a:lnTo>
                    <a:pt x="6736776" y="2872652"/>
                  </a:lnTo>
                  <a:lnTo>
                    <a:pt x="6737834" y="2882526"/>
                  </a:lnTo>
                  <a:lnTo>
                    <a:pt x="6738892" y="2891980"/>
                  </a:lnTo>
                  <a:lnTo>
                    <a:pt x="6739949" y="2900872"/>
                  </a:lnTo>
                  <a:lnTo>
                    <a:pt x="6741007" y="2909150"/>
                  </a:lnTo>
                  <a:lnTo>
                    <a:pt x="6742065" y="2916847"/>
                  </a:lnTo>
                  <a:lnTo>
                    <a:pt x="6743123" y="2923956"/>
                  </a:lnTo>
                  <a:lnTo>
                    <a:pt x="6744181" y="2930443"/>
                  </a:lnTo>
                  <a:lnTo>
                    <a:pt x="6745239" y="2936256"/>
                  </a:lnTo>
                  <a:lnTo>
                    <a:pt x="6746296" y="2941395"/>
                  </a:lnTo>
                  <a:lnTo>
                    <a:pt x="6747354" y="2945853"/>
                  </a:lnTo>
                  <a:lnTo>
                    <a:pt x="6748412" y="2949635"/>
                  </a:lnTo>
                  <a:lnTo>
                    <a:pt x="6749470" y="2952615"/>
                  </a:lnTo>
                  <a:lnTo>
                    <a:pt x="6750528" y="2954675"/>
                  </a:lnTo>
                  <a:lnTo>
                    <a:pt x="6751586" y="2955879"/>
                  </a:lnTo>
                  <a:lnTo>
                    <a:pt x="6752643" y="2956294"/>
                  </a:lnTo>
                  <a:lnTo>
                    <a:pt x="6753701" y="2956016"/>
                  </a:lnTo>
                  <a:lnTo>
                    <a:pt x="6754759" y="2955145"/>
                  </a:lnTo>
                  <a:lnTo>
                    <a:pt x="6755817" y="2953789"/>
                  </a:lnTo>
                  <a:lnTo>
                    <a:pt x="6756875" y="2951923"/>
                  </a:lnTo>
                  <a:lnTo>
                    <a:pt x="6757933" y="2949536"/>
                  </a:lnTo>
                  <a:lnTo>
                    <a:pt x="6758991" y="2946634"/>
                  </a:lnTo>
                  <a:lnTo>
                    <a:pt x="6760048" y="2943155"/>
                  </a:lnTo>
                  <a:lnTo>
                    <a:pt x="6761106" y="2939047"/>
                  </a:lnTo>
                  <a:lnTo>
                    <a:pt x="6762164" y="2934284"/>
                  </a:lnTo>
                  <a:lnTo>
                    <a:pt x="6763222" y="2928917"/>
                  </a:lnTo>
                  <a:lnTo>
                    <a:pt x="6764280" y="2922983"/>
                  </a:lnTo>
                  <a:lnTo>
                    <a:pt x="6765338" y="2916469"/>
                  </a:lnTo>
                  <a:lnTo>
                    <a:pt x="6766395" y="2909435"/>
                  </a:lnTo>
                  <a:lnTo>
                    <a:pt x="6767453" y="2901910"/>
                  </a:lnTo>
                  <a:lnTo>
                    <a:pt x="6768511" y="2893939"/>
                  </a:lnTo>
                  <a:lnTo>
                    <a:pt x="6769569" y="2885569"/>
                  </a:lnTo>
                  <a:lnTo>
                    <a:pt x="6770627" y="2876797"/>
                  </a:lnTo>
                  <a:lnTo>
                    <a:pt x="6771685" y="2867635"/>
                  </a:lnTo>
                  <a:lnTo>
                    <a:pt x="6772742" y="2858108"/>
                  </a:lnTo>
                  <a:lnTo>
                    <a:pt x="6773800" y="2848110"/>
                  </a:lnTo>
                  <a:lnTo>
                    <a:pt x="6774858" y="2837611"/>
                  </a:lnTo>
                  <a:lnTo>
                    <a:pt x="6775916" y="2826686"/>
                  </a:lnTo>
                  <a:lnTo>
                    <a:pt x="6776974" y="2815420"/>
                  </a:lnTo>
                  <a:lnTo>
                    <a:pt x="6778032" y="2803862"/>
                  </a:lnTo>
                  <a:lnTo>
                    <a:pt x="6779089" y="2791975"/>
                  </a:lnTo>
                  <a:lnTo>
                    <a:pt x="6780147" y="2779718"/>
                  </a:lnTo>
                  <a:lnTo>
                    <a:pt x="6781205" y="2767108"/>
                  </a:lnTo>
                  <a:lnTo>
                    <a:pt x="6782263" y="2754060"/>
                  </a:lnTo>
                  <a:lnTo>
                    <a:pt x="6783321" y="2740560"/>
                  </a:lnTo>
                  <a:lnTo>
                    <a:pt x="6784379" y="2726626"/>
                  </a:lnTo>
                  <a:lnTo>
                    <a:pt x="6785437" y="2712376"/>
                  </a:lnTo>
                  <a:lnTo>
                    <a:pt x="6786494" y="2697871"/>
                  </a:lnTo>
                  <a:lnTo>
                    <a:pt x="6787552" y="2683063"/>
                  </a:lnTo>
                  <a:lnTo>
                    <a:pt x="6788610" y="2668013"/>
                  </a:lnTo>
                  <a:lnTo>
                    <a:pt x="6789668" y="2652848"/>
                  </a:lnTo>
                  <a:lnTo>
                    <a:pt x="6790726" y="2637636"/>
                  </a:lnTo>
                  <a:lnTo>
                    <a:pt x="6791784" y="2622418"/>
                  </a:lnTo>
                  <a:lnTo>
                    <a:pt x="6792841" y="2607333"/>
                  </a:lnTo>
                  <a:lnTo>
                    <a:pt x="6793899" y="2592536"/>
                  </a:lnTo>
                  <a:lnTo>
                    <a:pt x="6794957" y="2578113"/>
                  </a:lnTo>
                  <a:lnTo>
                    <a:pt x="6796015" y="2564098"/>
                  </a:lnTo>
                  <a:lnTo>
                    <a:pt x="6797073" y="2550521"/>
                  </a:lnTo>
                  <a:lnTo>
                    <a:pt x="6798131" y="2537440"/>
                  </a:lnTo>
                  <a:lnTo>
                    <a:pt x="6799188" y="2524831"/>
                  </a:lnTo>
                  <a:lnTo>
                    <a:pt x="6800246" y="2512705"/>
                  </a:lnTo>
                  <a:lnTo>
                    <a:pt x="6801304" y="2501036"/>
                  </a:lnTo>
                  <a:lnTo>
                    <a:pt x="6802362" y="2489876"/>
                  </a:lnTo>
                  <a:lnTo>
                    <a:pt x="6803420" y="2479441"/>
                  </a:lnTo>
                  <a:lnTo>
                    <a:pt x="6804478" y="2469823"/>
                  </a:lnTo>
                  <a:lnTo>
                    <a:pt x="6805535" y="2461031"/>
                  </a:lnTo>
                  <a:lnTo>
                    <a:pt x="6806593" y="2453068"/>
                  </a:lnTo>
                  <a:lnTo>
                    <a:pt x="6807651" y="2445814"/>
                  </a:lnTo>
                  <a:lnTo>
                    <a:pt x="6808709" y="2439144"/>
                  </a:lnTo>
                  <a:lnTo>
                    <a:pt x="6809767" y="2432985"/>
                  </a:lnTo>
                  <a:lnTo>
                    <a:pt x="6810825" y="2427306"/>
                  </a:lnTo>
                  <a:lnTo>
                    <a:pt x="6811883" y="2422092"/>
                  </a:lnTo>
                  <a:lnTo>
                    <a:pt x="6812940" y="2417405"/>
                  </a:lnTo>
                  <a:lnTo>
                    <a:pt x="6813998" y="2413390"/>
                  </a:lnTo>
                  <a:lnTo>
                    <a:pt x="6815056" y="2410042"/>
                  </a:lnTo>
                  <a:lnTo>
                    <a:pt x="6816114" y="2407369"/>
                  </a:lnTo>
                  <a:lnTo>
                    <a:pt x="6817172" y="2405351"/>
                  </a:lnTo>
                  <a:lnTo>
                    <a:pt x="6818230" y="2403932"/>
                  </a:lnTo>
                  <a:lnTo>
                    <a:pt x="6819287" y="2402942"/>
                  </a:lnTo>
                  <a:lnTo>
                    <a:pt x="6820345" y="2402262"/>
                  </a:lnTo>
                  <a:lnTo>
                    <a:pt x="6821403" y="2401836"/>
                  </a:lnTo>
                  <a:lnTo>
                    <a:pt x="6822461" y="2401648"/>
                  </a:lnTo>
                  <a:lnTo>
                    <a:pt x="6823519" y="2401754"/>
                  </a:lnTo>
                  <a:lnTo>
                    <a:pt x="6824577" y="2402108"/>
                  </a:lnTo>
                  <a:lnTo>
                    <a:pt x="6825634" y="2402692"/>
                  </a:lnTo>
                  <a:lnTo>
                    <a:pt x="6826692" y="2403490"/>
                  </a:lnTo>
                  <a:lnTo>
                    <a:pt x="6827750" y="2404525"/>
                  </a:lnTo>
                  <a:lnTo>
                    <a:pt x="6828808" y="2405700"/>
                  </a:lnTo>
                  <a:lnTo>
                    <a:pt x="6829866" y="2406845"/>
                  </a:lnTo>
                  <a:lnTo>
                    <a:pt x="6830924" y="2407909"/>
                  </a:lnTo>
                  <a:lnTo>
                    <a:pt x="6831981" y="2408898"/>
                  </a:lnTo>
                  <a:lnTo>
                    <a:pt x="6833039" y="2409887"/>
                  </a:lnTo>
                  <a:lnTo>
                    <a:pt x="6834097" y="2410922"/>
                  </a:lnTo>
                  <a:lnTo>
                    <a:pt x="6835155" y="2412126"/>
                  </a:lnTo>
                  <a:lnTo>
                    <a:pt x="6836213" y="2413590"/>
                  </a:lnTo>
                  <a:lnTo>
                    <a:pt x="6837271" y="2415378"/>
                  </a:lnTo>
                  <a:lnTo>
                    <a:pt x="6838329" y="2417518"/>
                  </a:lnTo>
                  <a:lnTo>
                    <a:pt x="6839386" y="2419966"/>
                  </a:lnTo>
                  <a:lnTo>
                    <a:pt x="6840444" y="2422815"/>
                  </a:lnTo>
                  <a:lnTo>
                    <a:pt x="6841502" y="2426091"/>
                  </a:lnTo>
                  <a:lnTo>
                    <a:pt x="6842560" y="2429835"/>
                  </a:lnTo>
                  <a:lnTo>
                    <a:pt x="6843618" y="2434063"/>
                  </a:lnTo>
                  <a:lnTo>
                    <a:pt x="6844676" y="2438686"/>
                  </a:lnTo>
                  <a:lnTo>
                    <a:pt x="6845733" y="2443731"/>
                  </a:lnTo>
                  <a:lnTo>
                    <a:pt x="6846791" y="2449102"/>
                  </a:lnTo>
                  <a:lnTo>
                    <a:pt x="6847849" y="2454768"/>
                  </a:lnTo>
                  <a:lnTo>
                    <a:pt x="6848907" y="2460619"/>
                  </a:lnTo>
                  <a:lnTo>
                    <a:pt x="6849965" y="2466630"/>
                  </a:lnTo>
                  <a:lnTo>
                    <a:pt x="6851023" y="2472724"/>
                  </a:lnTo>
                  <a:lnTo>
                    <a:pt x="6852080" y="2478917"/>
                  </a:lnTo>
                  <a:lnTo>
                    <a:pt x="6853138" y="2485188"/>
                  </a:lnTo>
                  <a:lnTo>
                    <a:pt x="6854196" y="2491453"/>
                  </a:lnTo>
                  <a:lnTo>
                    <a:pt x="6855254" y="2497610"/>
                  </a:lnTo>
                  <a:lnTo>
                    <a:pt x="6856312" y="2503559"/>
                  </a:lnTo>
                  <a:lnTo>
                    <a:pt x="6857370" y="2509131"/>
                  </a:lnTo>
                  <a:lnTo>
                    <a:pt x="6858427" y="2514295"/>
                  </a:lnTo>
                  <a:lnTo>
                    <a:pt x="6859485" y="2518953"/>
                  </a:lnTo>
                  <a:lnTo>
                    <a:pt x="6860543" y="2523148"/>
                  </a:lnTo>
                  <a:lnTo>
                    <a:pt x="6861601" y="2526928"/>
                  </a:lnTo>
                  <a:lnTo>
                    <a:pt x="6862659" y="2530334"/>
                  </a:lnTo>
                  <a:lnTo>
                    <a:pt x="6863717" y="2533337"/>
                  </a:lnTo>
                  <a:lnTo>
                    <a:pt x="6864775" y="2535982"/>
                  </a:lnTo>
                  <a:lnTo>
                    <a:pt x="6865832" y="2538231"/>
                  </a:lnTo>
                  <a:lnTo>
                    <a:pt x="6866890" y="2540003"/>
                  </a:lnTo>
                  <a:lnTo>
                    <a:pt x="6867948" y="2541297"/>
                  </a:lnTo>
                  <a:lnTo>
                    <a:pt x="6869006" y="2542142"/>
                  </a:lnTo>
                  <a:lnTo>
                    <a:pt x="6870064" y="2542575"/>
                  </a:lnTo>
                  <a:lnTo>
                    <a:pt x="6871122" y="2542693"/>
                  </a:lnTo>
                  <a:lnTo>
                    <a:pt x="6872179" y="2542581"/>
                  </a:lnTo>
                  <a:lnTo>
                    <a:pt x="6873237" y="2542426"/>
                  </a:lnTo>
                  <a:lnTo>
                    <a:pt x="6874295" y="2542279"/>
                  </a:lnTo>
                  <a:lnTo>
                    <a:pt x="6875353" y="2542230"/>
                  </a:lnTo>
                  <a:lnTo>
                    <a:pt x="6876411" y="2542273"/>
                  </a:lnTo>
                  <a:lnTo>
                    <a:pt x="6877469" y="2542388"/>
                  </a:lnTo>
                  <a:lnTo>
                    <a:pt x="6878526" y="2542646"/>
                  </a:lnTo>
                  <a:lnTo>
                    <a:pt x="6879584" y="2543112"/>
                  </a:lnTo>
                  <a:lnTo>
                    <a:pt x="6880642" y="2543815"/>
                  </a:lnTo>
                  <a:lnTo>
                    <a:pt x="6881700" y="2544777"/>
                  </a:lnTo>
                  <a:lnTo>
                    <a:pt x="6882758" y="2546137"/>
                  </a:lnTo>
                  <a:lnTo>
                    <a:pt x="6883816" y="2547881"/>
                  </a:lnTo>
                  <a:lnTo>
                    <a:pt x="6884873" y="2550044"/>
                  </a:lnTo>
                  <a:lnTo>
                    <a:pt x="6885931" y="2552577"/>
                  </a:lnTo>
                  <a:lnTo>
                    <a:pt x="6886989" y="2555437"/>
                  </a:lnTo>
                  <a:lnTo>
                    <a:pt x="6888047" y="2558565"/>
                  </a:lnTo>
                  <a:lnTo>
                    <a:pt x="6889105" y="2561829"/>
                  </a:lnTo>
                  <a:lnTo>
                    <a:pt x="6890163" y="2565203"/>
                  </a:lnTo>
                  <a:lnTo>
                    <a:pt x="6891221" y="2568638"/>
                  </a:lnTo>
                  <a:lnTo>
                    <a:pt x="6892278" y="2572087"/>
                  </a:lnTo>
                  <a:lnTo>
                    <a:pt x="6893336" y="2575500"/>
                  </a:lnTo>
                  <a:lnTo>
                    <a:pt x="6894394" y="2578756"/>
                  </a:lnTo>
                  <a:lnTo>
                    <a:pt x="6895452" y="2581785"/>
                  </a:lnTo>
                  <a:lnTo>
                    <a:pt x="6896510" y="2584503"/>
                  </a:lnTo>
                  <a:lnTo>
                    <a:pt x="6897568" y="2586968"/>
                  </a:lnTo>
                  <a:lnTo>
                    <a:pt x="6898625" y="2589240"/>
                  </a:lnTo>
                  <a:lnTo>
                    <a:pt x="6899683" y="2591309"/>
                  </a:lnTo>
                  <a:lnTo>
                    <a:pt x="6900741" y="2593134"/>
                  </a:lnTo>
                  <a:lnTo>
                    <a:pt x="6901799" y="2594784"/>
                  </a:lnTo>
                  <a:lnTo>
                    <a:pt x="6902857" y="2596359"/>
                  </a:lnTo>
                  <a:lnTo>
                    <a:pt x="6903915" y="2597887"/>
                  </a:lnTo>
                  <a:lnTo>
                    <a:pt x="6904972" y="2599400"/>
                  </a:lnTo>
                  <a:lnTo>
                    <a:pt x="6906030" y="2600876"/>
                  </a:lnTo>
                  <a:lnTo>
                    <a:pt x="6907088" y="2602384"/>
                  </a:lnTo>
                  <a:lnTo>
                    <a:pt x="6908146" y="2604044"/>
                  </a:lnTo>
                  <a:lnTo>
                    <a:pt x="6909204" y="2605848"/>
                  </a:lnTo>
                  <a:lnTo>
                    <a:pt x="6910262" y="2607890"/>
                  </a:lnTo>
                  <a:lnTo>
                    <a:pt x="6911319" y="2610220"/>
                  </a:lnTo>
                  <a:lnTo>
                    <a:pt x="6912377" y="2612904"/>
                  </a:lnTo>
                  <a:lnTo>
                    <a:pt x="6913435" y="2616015"/>
                  </a:lnTo>
                  <a:lnTo>
                    <a:pt x="6914493" y="2619516"/>
                  </a:lnTo>
                  <a:lnTo>
                    <a:pt x="6915551" y="2623420"/>
                  </a:lnTo>
                  <a:lnTo>
                    <a:pt x="6916609" y="2627775"/>
                  </a:lnTo>
                  <a:lnTo>
                    <a:pt x="6917667" y="2632540"/>
                  </a:lnTo>
                  <a:lnTo>
                    <a:pt x="6918724" y="2637708"/>
                  </a:lnTo>
                  <a:lnTo>
                    <a:pt x="6919782" y="2643281"/>
                  </a:lnTo>
                  <a:lnTo>
                    <a:pt x="6920840" y="2649284"/>
                  </a:lnTo>
                  <a:lnTo>
                    <a:pt x="6921898" y="2655679"/>
                  </a:lnTo>
                  <a:lnTo>
                    <a:pt x="6922956" y="2662476"/>
                  </a:lnTo>
                  <a:lnTo>
                    <a:pt x="6924014" y="2669591"/>
                  </a:lnTo>
                  <a:lnTo>
                    <a:pt x="6925071" y="2677005"/>
                  </a:lnTo>
                  <a:lnTo>
                    <a:pt x="6926129" y="2684620"/>
                  </a:lnTo>
                  <a:lnTo>
                    <a:pt x="6927187" y="2692376"/>
                  </a:lnTo>
                  <a:lnTo>
                    <a:pt x="6928245" y="2700182"/>
                  </a:lnTo>
                  <a:lnTo>
                    <a:pt x="6929303" y="2707921"/>
                  </a:lnTo>
                  <a:lnTo>
                    <a:pt x="6930361" y="2715592"/>
                  </a:lnTo>
                  <a:lnTo>
                    <a:pt x="6931418" y="2723155"/>
                  </a:lnTo>
                  <a:lnTo>
                    <a:pt x="6932476" y="2730522"/>
                  </a:lnTo>
                  <a:lnTo>
                    <a:pt x="6933534" y="2737639"/>
                  </a:lnTo>
                  <a:lnTo>
                    <a:pt x="6934592" y="2744494"/>
                  </a:lnTo>
                  <a:lnTo>
                    <a:pt x="6935650" y="2751068"/>
                  </a:lnTo>
                  <a:lnTo>
                    <a:pt x="6936708" y="2757321"/>
                  </a:lnTo>
                  <a:lnTo>
                    <a:pt x="6937765" y="2763250"/>
                  </a:lnTo>
                  <a:lnTo>
                    <a:pt x="6938823" y="2768782"/>
                  </a:lnTo>
                  <a:lnTo>
                    <a:pt x="6939881" y="2773941"/>
                  </a:lnTo>
                  <a:lnTo>
                    <a:pt x="6940939" y="2778780"/>
                  </a:lnTo>
                  <a:lnTo>
                    <a:pt x="6941997" y="2783355"/>
                  </a:lnTo>
                  <a:lnTo>
                    <a:pt x="6943055" y="2787676"/>
                  </a:lnTo>
                  <a:lnTo>
                    <a:pt x="6944113" y="2791744"/>
                  </a:lnTo>
                  <a:lnTo>
                    <a:pt x="6945170" y="2795558"/>
                  </a:lnTo>
                  <a:lnTo>
                    <a:pt x="6946228" y="2799119"/>
                  </a:lnTo>
                  <a:lnTo>
                    <a:pt x="6947286" y="2802476"/>
                  </a:lnTo>
                  <a:lnTo>
                    <a:pt x="6948344" y="2805744"/>
                  </a:lnTo>
                  <a:lnTo>
                    <a:pt x="6949402" y="2809012"/>
                  </a:lnTo>
                  <a:lnTo>
                    <a:pt x="6950460" y="2812275"/>
                  </a:lnTo>
                  <a:lnTo>
                    <a:pt x="6951517" y="2815450"/>
                  </a:lnTo>
                  <a:lnTo>
                    <a:pt x="6952575" y="2818537"/>
                  </a:lnTo>
                  <a:lnTo>
                    <a:pt x="6953633" y="2821535"/>
                  </a:lnTo>
                  <a:lnTo>
                    <a:pt x="6954691" y="2824451"/>
                  </a:lnTo>
                  <a:lnTo>
                    <a:pt x="6955749" y="2827204"/>
                  </a:lnTo>
                  <a:lnTo>
                    <a:pt x="6956807" y="2829812"/>
                  </a:lnTo>
                  <a:lnTo>
                    <a:pt x="6957864" y="2832291"/>
                  </a:lnTo>
                  <a:lnTo>
                    <a:pt x="6958922" y="2834681"/>
                  </a:lnTo>
                  <a:lnTo>
                    <a:pt x="6959980" y="2836984"/>
                  </a:lnTo>
                  <a:lnTo>
                    <a:pt x="6961038" y="2839215"/>
                  </a:lnTo>
                  <a:lnTo>
                    <a:pt x="6962096" y="2841431"/>
                  </a:lnTo>
                  <a:lnTo>
                    <a:pt x="6963154" y="2843732"/>
                  </a:lnTo>
                  <a:lnTo>
                    <a:pt x="6964211" y="2846078"/>
                  </a:lnTo>
                  <a:lnTo>
                    <a:pt x="6965269" y="2848447"/>
                  </a:lnTo>
                  <a:lnTo>
                    <a:pt x="6966327" y="2850707"/>
                  </a:lnTo>
                  <a:lnTo>
                    <a:pt x="6967385" y="2852869"/>
                  </a:lnTo>
                  <a:lnTo>
                    <a:pt x="6968443" y="2854933"/>
                  </a:lnTo>
                  <a:lnTo>
                    <a:pt x="6969501" y="2856898"/>
                  </a:lnTo>
                  <a:lnTo>
                    <a:pt x="6970559" y="2858771"/>
                  </a:lnTo>
                  <a:lnTo>
                    <a:pt x="6971616" y="2860600"/>
                  </a:lnTo>
                  <a:lnTo>
                    <a:pt x="6972674" y="2862383"/>
                  </a:lnTo>
                  <a:lnTo>
                    <a:pt x="6973732" y="2864129"/>
                  </a:lnTo>
                  <a:lnTo>
                    <a:pt x="6974790" y="2865777"/>
                  </a:lnTo>
                  <a:lnTo>
                    <a:pt x="6975848" y="2867283"/>
                  </a:lnTo>
                  <a:lnTo>
                    <a:pt x="6976906" y="2868652"/>
                  </a:lnTo>
                  <a:lnTo>
                    <a:pt x="6977963" y="2869893"/>
                  </a:lnTo>
                  <a:lnTo>
                    <a:pt x="6979021" y="2870942"/>
                  </a:lnTo>
                  <a:lnTo>
                    <a:pt x="6980079" y="2871783"/>
                  </a:lnTo>
                  <a:lnTo>
                    <a:pt x="6981137" y="2872438"/>
                  </a:lnTo>
                  <a:lnTo>
                    <a:pt x="6982195" y="2873042"/>
                  </a:lnTo>
                  <a:lnTo>
                    <a:pt x="6983253" y="2873646"/>
                  </a:lnTo>
                  <a:lnTo>
                    <a:pt x="6984310" y="2874253"/>
                  </a:lnTo>
                  <a:lnTo>
                    <a:pt x="6985368" y="2874932"/>
                  </a:lnTo>
                  <a:lnTo>
                    <a:pt x="6986426" y="2875746"/>
                  </a:lnTo>
                  <a:lnTo>
                    <a:pt x="6987484" y="2876685"/>
                  </a:lnTo>
                  <a:lnTo>
                    <a:pt x="6988542" y="2877704"/>
                  </a:lnTo>
                  <a:lnTo>
                    <a:pt x="6989600" y="2878755"/>
                  </a:lnTo>
                  <a:lnTo>
                    <a:pt x="6990657" y="2879907"/>
                  </a:lnTo>
                  <a:lnTo>
                    <a:pt x="6991715" y="2881252"/>
                  </a:lnTo>
                  <a:lnTo>
                    <a:pt x="6992773" y="2882768"/>
                  </a:lnTo>
                  <a:lnTo>
                    <a:pt x="6993831" y="2884379"/>
                  </a:lnTo>
                  <a:lnTo>
                    <a:pt x="6994889" y="2886044"/>
                  </a:lnTo>
                  <a:lnTo>
                    <a:pt x="6995947" y="2887830"/>
                  </a:lnTo>
                  <a:lnTo>
                    <a:pt x="6997005" y="2889736"/>
                  </a:lnTo>
                  <a:lnTo>
                    <a:pt x="6998062" y="2891762"/>
                  </a:lnTo>
                  <a:lnTo>
                    <a:pt x="6999120" y="2893908"/>
                  </a:lnTo>
                  <a:lnTo>
                    <a:pt x="7000178" y="2896171"/>
                  </a:lnTo>
                  <a:lnTo>
                    <a:pt x="7001236" y="2898461"/>
                  </a:lnTo>
                  <a:lnTo>
                    <a:pt x="7002294" y="2900695"/>
                  </a:lnTo>
                  <a:lnTo>
                    <a:pt x="7003352" y="2902872"/>
                  </a:lnTo>
                  <a:lnTo>
                    <a:pt x="7004409" y="2904953"/>
                  </a:lnTo>
                  <a:lnTo>
                    <a:pt x="7005467" y="2906973"/>
                  </a:lnTo>
                  <a:lnTo>
                    <a:pt x="7006525" y="2908937"/>
                  </a:lnTo>
                  <a:lnTo>
                    <a:pt x="7007583" y="2910790"/>
                  </a:lnTo>
                  <a:lnTo>
                    <a:pt x="7008641" y="2912502"/>
                  </a:lnTo>
                  <a:lnTo>
                    <a:pt x="7009699" y="2914075"/>
                  </a:lnTo>
                  <a:lnTo>
                    <a:pt x="7010756" y="2915468"/>
                  </a:lnTo>
                  <a:lnTo>
                    <a:pt x="7011814" y="2916641"/>
                  </a:lnTo>
                  <a:lnTo>
                    <a:pt x="7012872" y="2917592"/>
                  </a:lnTo>
                  <a:lnTo>
                    <a:pt x="7013930" y="2918321"/>
                  </a:lnTo>
                  <a:lnTo>
                    <a:pt x="7014988" y="2918785"/>
                  </a:lnTo>
                  <a:lnTo>
                    <a:pt x="7016046" y="2918884"/>
                  </a:lnTo>
                  <a:lnTo>
                    <a:pt x="7017103" y="2918615"/>
                  </a:lnTo>
                  <a:lnTo>
                    <a:pt x="7018161" y="2917959"/>
                  </a:lnTo>
                  <a:lnTo>
                    <a:pt x="7019219" y="2917016"/>
                  </a:lnTo>
                  <a:lnTo>
                    <a:pt x="7020277" y="2915846"/>
                  </a:lnTo>
                  <a:lnTo>
                    <a:pt x="7021335" y="2914476"/>
                  </a:lnTo>
                  <a:lnTo>
                    <a:pt x="7022393" y="2912907"/>
                  </a:lnTo>
                  <a:lnTo>
                    <a:pt x="7023451" y="2911182"/>
                  </a:lnTo>
                  <a:lnTo>
                    <a:pt x="7024508" y="2909325"/>
                  </a:lnTo>
                  <a:lnTo>
                    <a:pt x="7025566" y="2907323"/>
                  </a:lnTo>
                  <a:lnTo>
                    <a:pt x="7026624" y="2905174"/>
                  </a:lnTo>
                  <a:lnTo>
                    <a:pt x="7027682" y="2902961"/>
                  </a:lnTo>
                  <a:lnTo>
                    <a:pt x="7028740" y="2900738"/>
                  </a:lnTo>
                  <a:lnTo>
                    <a:pt x="7029798" y="2898504"/>
                  </a:lnTo>
                  <a:lnTo>
                    <a:pt x="7030855" y="2896273"/>
                  </a:lnTo>
                  <a:lnTo>
                    <a:pt x="7031913" y="2894110"/>
                  </a:lnTo>
                  <a:lnTo>
                    <a:pt x="7032971" y="2892114"/>
                  </a:lnTo>
                  <a:lnTo>
                    <a:pt x="7034029" y="2890352"/>
                  </a:lnTo>
                  <a:lnTo>
                    <a:pt x="7035087" y="2888773"/>
                  </a:lnTo>
                  <a:lnTo>
                    <a:pt x="7036145" y="2887384"/>
                  </a:lnTo>
                  <a:lnTo>
                    <a:pt x="7037202" y="2886160"/>
                  </a:lnTo>
                  <a:lnTo>
                    <a:pt x="7038260" y="2885098"/>
                  </a:lnTo>
                  <a:lnTo>
                    <a:pt x="7039318" y="2884133"/>
                  </a:lnTo>
                  <a:lnTo>
                    <a:pt x="7040376" y="2883265"/>
                  </a:lnTo>
                  <a:lnTo>
                    <a:pt x="7041434" y="2882504"/>
                  </a:lnTo>
                  <a:lnTo>
                    <a:pt x="7042492" y="2881953"/>
                  </a:lnTo>
                  <a:lnTo>
                    <a:pt x="7043549" y="2881587"/>
                  </a:lnTo>
                  <a:lnTo>
                    <a:pt x="7044607" y="2881334"/>
                  </a:lnTo>
                  <a:lnTo>
                    <a:pt x="7045665" y="2881186"/>
                  </a:lnTo>
                  <a:lnTo>
                    <a:pt x="7046723" y="2881164"/>
                  </a:lnTo>
                  <a:lnTo>
                    <a:pt x="7047781" y="2881310"/>
                  </a:lnTo>
                  <a:lnTo>
                    <a:pt x="7048839" y="2881546"/>
                  </a:lnTo>
                  <a:lnTo>
                    <a:pt x="7049896" y="2881806"/>
                  </a:lnTo>
                  <a:lnTo>
                    <a:pt x="7050954" y="2882091"/>
                  </a:lnTo>
                  <a:lnTo>
                    <a:pt x="7052012" y="2882401"/>
                  </a:lnTo>
                  <a:lnTo>
                    <a:pt x="7053070" y="2882736"/>
                  </a:lnTo>
                  <a:lnTo>
                    <a:pt x="7054128" y="2883099"/>
                  </a:lnTo>
                  <a:lnTo>
                    <a:pt x="7055186" y="2883576"/>
                  </a:lnTo>
                  <a:lnTo>
                    <a:pt x="7056244" y="2884166"/>
                  </a:lnTo>
                  <a:lnTo>
                    <a:pt x="7057301" y="2884908"/>
                  </a:lnTo>
                  <a:lnTo>
                    <a:pt x="7058359" y="2885807"/>
                  </a:lnTo>
                  <a:lnTo>
                    <a:pt x="7059417" y="2886823"/>
                  </a:lnTo>
                  <a:lnTo>
                    <a:pt x="7060475" y="2888007"/>
                  </a:lnTo>
                  <a:lnTo>
                    <a:pt x="7061533" y="2889442"/>
                  </a:lnTo>
                  <a:lnTo>
                    <a:pt x="7062591" y="2891183"/>
                  </a:lnTo>
                  <a:lnTo>
                    <a:pt x="7063648" y="2893254"/>
                  </a:lnTo>
                  <a:lnTo>
                    <a:pt x="7064706" y="2895655"/>
                  </a:lnTo>
                  <a:lnTo>
                    <a:pt x="7065764" y="2898386"/>
                  </a:lnTo>
                  <a:lnTo>
                    <a:pt x="7066822" y="2901447"/>
                  </a:lnTo>
                  <a:lnTo>
                    <a:pt x="7067880" y="2904838"/>
                  </a:lnTo>
                  <a:lnTo>
                    <a:pt x="7068938" y="2908559"/>
                  </a:lnTo>
                  <a:lnTo>
                    <a:pt x="7069995" y="2912611"/>
                  </a:lnTo>
                  <a:lnTo>
                    <a:pt x="7071053" y="2917032"/>
                  </a:lnTo>
                  <a:lnTo>
                    <a:pt x="7072111" y="2921827"/>
                  </a:lnTo>
                  <a:lnTo>
                    <a:pt x="7073169" y="2926926"/>
                  </a:lnTo>
                  <a:lnTo>
                    <a:pt x="7074227" y="2932316"/>
                  </a:lnTo>
                  <a:lnTo>
                    <a:pt x="7075285" y="2937968"/>
                  </a:lnTo>
                  <a:lnTo>
                    <a:pt x="7076342" y="2943839"/>
                  </a:lnTo>
                  <a:lnTo>
                    <a:pt x="7077400" y="2949863"/>
                  </a:lnTo>
                  <a:lnTo>
                    <a:pt x="7078458" y="2955930"/>
                  </a:lnTo>
                  <a:lnTo>
                    <a:pt x="7079516" y="2962035"/>
                  </a:lnTo>
                  <a:lnTo>
                    <a:pt x="7080574" y="2968156"/>
                  </a:lnTo>
                  <a:lnTo>
                    <a:pt x="7081632" y="2974238"/>
                  </a:lnTo>
                  <a:lnTo>
                    <a:pt x="7082690" y="2980284"/>
                  </a:lnTo>
                  <a:lnTo>
                    <a:pt x="7083747" y="2986291"/>
                  </a:lnTo>
                  <a:lnTo>
                    <a:pt x="7084805" y="2992261"/>
                  </a:lnTo>
                  <a:lnTo>
                    <a:pt x="7085863" y="2998151"/>
                  </a:lnTo>
                  <a:lnTo>
                    <a:pt x="7086921" y="3003852"/>
                  </a:lnTo>
                  <a:lnTo>
                    <a:pt x="7087979" y="3009290"/>
                  </a:lnTo>
                  <a:lnTo>
                    <a:pt x="7089037" y="3014413"/>
                  </a:lnTo>
                  <a:lnTo>
                    <a:pt x="7090094" y="3019154"/>
                  </a:lnTo>
                  <a:lnTo>
                    <a:pt x="7091152" y="3023472"/>
                  </a:lnTo>
                  <a:lnTo>
                    <a:pt x="7092210" y="3027333"/>
                  </a:lnTo>
                  <a:lnTo>
                    <a:pt x="7093268" y="3030735"/>
                  </a:lnTo>
                  <a:lnTo>
                    <a:pt x="7094326" y="3033737"/>
                  </a:lnTo>
                  <a:lnTo>
                    <a:pt x="7095384" y="3036341"/>
                  </a:lnTo>
                  <a:lnTo>
                    <a:pt x="7096441" y="3038503"/>
                  </a:lnTo>
                  <a:lnTo>
                    <a:pt x="7097499" y="3040292"/>
                  </a:lnTo>
                  <a:lnTo>
                    <a:pt x="7098557" y="3041712"/>
                  </a:lnTo>
                  <a:lnTo>
                    <a:pt x="7099615" y="3042766"/>
                  </a:lnTo>
                  <a:lnTo>
                    <a:pt x="7100673" y="3043454"/>
                  </a:lnTo>
                  <a:lnTo>
                    <a:pt x="7101731" y="3043814"/>
                  </a:lnTo>
                  <a:lnTo>
                    <a:pt x="7102788" y="3043912"/>
                  </a:lnTo>
                  <a:lnTo>
                    <a:pt x="7103846" y="3043793"/>
                  </a:lnTo>
                  <a:lnTo>
                    <a:pt x="7104904" y="3043485"/>
                  </a:lnTo>
                  <a:lnTo>
                    <a:pt x="7105962" y="3043016"/>
                  </a:lnTo>
                  <a:lnTo>
                    <a:pt x="7107020" y="3042468"/>
                  </a:lnTo>
                  <a:lnTo>
                    <a:pt x="7108078" y="3041923"/>
                  </a:lnTo>
                  <a:lnTo>
                    <a:pt x="7109136" y="3041379"/>
                  </a:lnTo>
                  <a:lnTo>
                    <a:pt x="7110193" y="3040835"/>
                  </a:lnTo>
                  <a:lnTo>
                    <a:pt x="7111251" y="3040252"/>
                  </a:lnTo>
                  <a:lnTo>
                    <a:pt x="7112309" y="3039665"/>
                  </a:lnTo>
                  <a:lnTo>
                    <a:pt x="7113367" y="3039080"/>
                  </a:lnTo>
                  <a:lnTo>
                    <a:pt x="7114425" y="3038440"/>
                  </a:lnTo>
                  <a:lnTo>
                    <a:pt x="7115483" y="3037717"/>
                  </a:lnTo>
                  <a:lnTo>
                    <a:pt x="7116540" y="3036886"/>
                  </a:lnTo>
                  <a:lnTo>
                    <a:pt x="7117598" y="3035949"/>
                  </a:lnTo>
                  <a:lnTo>
                    <a:pt x="7118656" y="3034908"/>
                  </a:lnTo>
                  <a:lnTo>
                    <a:pt x="7119714" y="3033734"/>
                  </a:lnTo>
                  <a:lnTo>
                    <a:pt x="7120772" y="3032426"/>
                  </a:lnTo>
                  <a:lnTo>
                    <a:pt x="7121830" y="3030985"/>
                  </a:lnTo>
                  <a:lnTo>
                    <a:pt x="7122887" y="3029412"/>
                  </a:lnTo>
                  <a:lnTo>
                    <a:pt x="7123945" y="3027699"/>
                  </a:lnTo>
                  <a:lnTo>
                    <a:pt x="7125003" y="3025786"/>
                  </a:lnTo>
                  <a:lnTo>
                    <a:pt x="7126061" y="3023684"/>
                  </a:lnTo>
                  <a:lnTo>
                    <a:pt x="7127119" y="3021379"/>
                  </a:lnTo>
                  <a:lnTo>
                    <a:pt x="7128177" y="3018898"/>
                  </a:lnTo>
                  <a:lnTo>
                    <a:pt x="7129234" y="3016242"/>
                  </a:lnTo>
                  <a:lnTo>
                    <a:pt x="7130292" y="3013453"/>
                  </a:lnTo>
                  <a:lnTo>
                    <a:pt x="7131350" y="3010641"/>
                  </a:lnTo>
                  <a:lnTo>
                    <a:pt x="7132408" y="3007893"/>
                  </a:lnTo>
                  <a:lnTo>
                    <a:pt x="7133466" y="3005215"/>
                  </a:lnTo>
                  <a:lnTo>
                    <a:pt x="7134524" y="3002605"/>
                  </a:lnTo>
                  <a:lnTo>
                    <a:pt x="7135582" y="3000064"/>
                  </a:lnTo>
                  <a:lnTo>
                    <a:pt x="7136639" y="2997617"/>
                  </a:lnTo>
                  <a:lnTo>
                    <a:pt x="7137697" y="2995268"/>
                  </a:lnTo>
                  <a:lnTo>
                    <a:pt x="7138755" y="2993018"/>
                  </a:lnTo>
                  <a:lnTo>
                    <a:pt x="7139813" y="2990902"/>
                  </a:lnTo>
                  <a:lnTo>
                    <a:pt x="7140871" y="2988986"/>
                  </a:lnTo>
                  <a:lnTo>
                    <a:pt x="7141929" y="2987362"/>
                  </a:lnTo>
                  <a:lnTo>
                    <a:pt x="7142986" y="2986152"/>
                  </a:lnTo>
                  <a:lnTo>
                    <a:pt x="7144044" y="2985425"/>
                  </a:lnTo>
                  <a:lnTo>
                    <a:pt x="7145102" y="2985280"/>
                  </a:lnTo>
                  <a:lnTo>
                    <a:pt x="7146160" y="2985752"/>
                  </a:lnTo>
                  <a:lnTo>
                    <a:pt x="7147218" y="2986786"/>
                  </a:lnTo>
                  <a:lnTo>
                    <a:pt x="7148276" y="2988319"/>
                  </a:lnTo>
                  <a:lnTo>
                    <a:pt x="7149333" y="2990349"/>
                  </a:lnTo>
                  <a:lnTo>
                    <a:pt x="7150391" y="2992876"/>
                  </a:lnTo>
                  <a:lnTo>
                    <a:pt x="7151449" y="2995900"/>
                  </a:lnTo>
                  <a:lnTo>
                    <a:pt x="7152507" y="2999417"/>
                  </a:lnTo>
                  <a:lnTo>
                    <a:pt x="7153565" y="3003425"/>
                  </a:lnTo>
                  <a:lnTo>
                    <a:pt x="7154623" y="3007872"/>
                  </a:lnTo>
                  <a:lnTo>
                    <a:pt x="7155680" y="3012730"/>
                  </a:lnTo>
                  <a:lnTo>
                    <a:pt x="7156738" y="3017953"/>
                  </a:lnTo>
                  <a:lnTo>
                    <a:pt x="7157796" y="3023471"/>
                  </a:lnTo>
                  <a:lnTo>
                    <a:pt x="7158854" y="3029225"/>
                  </a:lnTo>
                  <a:lnTo>
                    <a:pt x="7159912" y="3035087"/>
                  </a:lnTo>
                  <a:lnTo>
                    <a:pt x="7160970" y="3040751"/>
                  </a:lnTo>
                  <a:lnTo>
                    <a:pt x="7162028" y="3046088"/>
                  </a:lnTo>
                  <a:lnTo>
                    <a:pt x="7163085" y="3051078"/>
                  </a:lnTo>
                  <a:lnTo>
                    <a:pt x="7164143" y="3055721"/>
                  </a:lnTo>
                  <a:lnTo>
                    <a:pt x="7165201" y="3060018"/>
                  </a:lnTo>
                  <a:lnTo>
                    <a:pt x="7166259" y="3063968"/>
                  </a:lnTo>
                  <a:lnTo>
                    <a:pt x="7167317" y="3067572"/>
                  </a:lnTo>
                  <a:lnTo>
                    <a:pt x="7168375" y="3070779"/>
                  </a:lnTo>
                  <a:lnTo>
                    <a:pt x="7169432" y="3073507"/>
                  </a:lnTo>
                  <a:lnTo>
                    <a:pt x="7170490" y="3075677"/>
                  </a:lnTo>
                  <a:lnTo>
                    <a:pt x="7171548" y="3077246"/>
                  </a:lnTo>
                  <a:lnTo>
                    <a:pt x="7172606" y="3078236"/>
                  </a:lnTo>
                  <a:lnTo>
                    <a:pt x="7173664" y="3078675"/>
                  </a:lnTo>
                  <a:lnTo>
                    <a:pt x="7174722" y="3078525"/>
                  </a:lnTo>
                  <a:lnTo>
                    <a:pt x="7175779" y="3077793"/>
                  </a:lnTo>
                  <a:lnTo>
                    <a:pt x="7176837" y="3076556"/>
                  </a:lnTo>
                  <a:lnTo>
                    <a:pt x="7177895" y="3074876"/>
                  </a:lnTo>
                  <a:lnTo>
                    <a:pt x="7178953" y="3072799"/>
                  </a:lnTo>
                  <a:lnTo>
                    <a:pt x="7180011" y="3070306"/>
                  </a:lnTo>
                  <a:lnTo>
                    <a:pt x="7181069" y="3067370"/>
                  </a:lnTo>
                  <a:lnTo>
                    <a:pt x="7182126" y="3063981"/>
                  </a:lnTo>
                  <a:lnTo>
                    <a:pt x="7183184" y="3060100"/>
                  </a:lnTo>
                  <a:lnTo>
                    <a:pt x="7184242" y="3055717"/>
                  </a:lnTo>
                  <a:lnTo>
                    <a:pt x="7185300" y="3050778"/>
                  </a:lnTo>
                  <a:lnTo>
                    <a:pt x="7186358" y="3045352"/>
                  </a:lnTo>
                  <a:lnTo>
                    <a:pt x="7187416" y="3039441"/>
                  </a:lnTo>
                  <a:lnTo>
                    <a:pt x="7188474" y="3033045"/>
                  </a:lnTo>
                  <a:lnTo>
                    <a:pt x="7189531" y="3026140"/>
                  </a:lnTo>
                  <a:lnTo>
                    <a:pt x="7190589" y="3018746"/>
                  </a:lnTo>
                  <a:lnTo>
                    <a:pt x="7191647" y="3010856"/>
                  </a:lnTo>
                  <a:lnTo>
                    <a:pt x="7192705" y="3002467"/>
                  </a:lnTo>
                  <a:lnTo>
                    <a:pt x="7193763" y="2993578"/>
                  </a:lnTo>
                  <a:lnTo>
                    <a:pt x="7194821" y="2984142"/>
                  </a:lnTo>
                  <a:lnTo>
                    <a:pt x="7195878" y="2974151"/>
                  </a:lnTo>
                  <a:lnTo>
                    <a:pt x="7196936" y="2963610"/>
                  </a:lnTo>
                  <a:lnTo>
                    <a:pt x="7197994" y="2952467"/>
                  </a:lnTo>
                  <a:lnTo>
                    <a:pt x="7199052" y="2940744"/>
                  </a:lnTo>
                  <a:lnTo>
                    <a:pt x="7200110" y="2928540"/>
                  </a:lnTo>
                  <a:lnTo>
                    <a:pt x="7201168" y="2915975"/>
                  </a:lnTo>
                  <a:lnTo>
                    <a:pt x="7202225" y="2903054"/>
                  </a:lnTo>
                  <a:lnTo>
                    <a:pt x="7203283" y="2889854"/>
                  </a:lnTo>
                  <a:lnTo>
                    <a:pt x="7204341" y="2876390"/>
                  </a:lnTo>
                  <a:lnTo>
                    <a:pt x="7205399" y="2862665"/>
                  </a:lnTo>
                  <a:lnTo>
                    <a:pt x="7206457" y="2848686"/>
                  </a:lnTo>
                  <a:lnTo>
                    <a:pt x="7207515" y="2834480"/>
                  </a:lnTo>
                  <a:lnTo>
                    <a:pt x="7208572" y="2820100"/>
                  </a:lnTo>
                  <a:lnTo>
                    <a:pt x="7209630" y="2805546"/>
                  </a:lnTo>
                  <a:lnTo>
                    <a:pt x="7210688" y="2790864"/>
                  </a:lnTo>
                  <a:lnTo>
                    <a:pt x="7211746" y="2776035"/>
                  </a:lnTo>
                  <a:lnTo>
                    <a:pt x="7212804" y="2761064"/>
                  </a:lnTo>
                  <a:lnTo>
                    <a:pt x="7213862" y="2746194"/>
                  </a:lnTo>
                  <a:lnTo>
                    <a:pt x="7214920" y="2731698"/>
                  </a:lnTo>
                  <a:lnTo>
                    <a:pt x="7215977" y="2717646"/>
                  </a:lnTo>
                  <a:lnTo>
                    <a:pt x="7217035" y="2704055"/>
                  </a:lnTo>
                  <a:lnTo>
                    <a:pt x="7218093" y="2690923"/>
                  </a:lnTo>
                  <a:lnTo>
                    <a:pt x="7219151" y="2678225"/>
                  </a:lnTo>
                  <a:lnTo>
                    <a:pt x="7220209" y="2665945"/>
                  </a:lnTo>
                  <a:lnTo>
                    <a:pt x="7221267" y="2654029"/>
                  </a:lnTo>
                  <a:lnTo>
                    <a:pt x="7222324" y="2642469"/>
                  </a:lnTo>
                  <a:lnTo>
                    <a:pt x="7223382" y="2631334"/>
                  </a:lnTo>
                  <a:lnTo>
                    <a:pt x="7224440" y="2620739"/>
                  </a:lnTo>
                  <a:lnTo>
                    <a:pt x="7225498" y="2610728"/>
                  </a:lnTo>
                  <a:lnTo>
                    <a:pt x="7226556" y="2601311"/>
                  </a:lnTo>
                  <a:lnTo>
                    <a:pt x="7227614" y="2592507"/>
                  </a:lnTo>
                  <a:lnTo>
                    <a:pt x="7228671" y="2584339"/>
                  </a:lnTo>
                  <a:lnTo>
                    <a:pt x="7229729" y="2576672"/>
                  </a:lnTo>
                  <a:lnTo>
                    <a:pt x="7230787" y="2569344"/>
                  </a:lnTo>
                  <a:lnTo>
                    <a:pt x="7231845" y="2562276"/>
                  </a:lnTo>
                  <a:lnTo>
                    <a:pt x="7232903" y="2555398"/>
                  </a:lnTo>
                  <a:lnTo>
                    <a:pt x="7233961" y="2548739"/>
                  </a:lnTo>
                  <a:lnTo>
                    <a:pt x="7235018" y="2542338"/>
                  </a:lnTo>
                  <a:lnTo>
                    <a:pt x="7236076" y="2536247"/>
                  </a:lnTo>
                  <a:lnTo>
                    <a:pt x="7237134" y="2530543"/>
                  </a:lnTo>
                  <a:lnTo>
                    <a:pt x="7238192" y="2525220"/>
                  </a:lnTo>
                  <a:lnTo>
                    <a:pt x="7239250" y="2520175"/>
                  </a:lnTo>
                  <a:lnTo>
                    <a:pt x="7240308" y="2515340"/>
                  </a:lnTo>
                  <a:lnTo>
                    <a:pt x="7241366" y="2510709"/>
                  </a:lnTo>
                  <a:lnTo>
                    <a:pt x="7242423" y="2506262"/>
                  </a:lnTo>
                  <a:lnTo>
                    <a:pt x="7243481" y="2501953"/>
                  </a:lnTo>
                  <a:lnTo>
                    <a:pt x="7244539" y="2497806"/>
                  </a:lnTo>
                  <a:lnTo>
                    <a:pt x="7245597" y="2493923"/>
                  </a:lnTo>
                  <a:lnTo>
                    <a:pt x="7246655" y="2490370"/>
                  </a:lnTo>
                  <a:lnTo>
                    <a:pt x="7247713" y="2487131"/>
                  </a:lnTo>
                  <a:lnTo>
                    <a:pt x="7248770" y="2484255"/>
                  </a:lnTo>
                  <a:lnTo>
                    <a:pt x="7249828" y="2481713"/>
                  </a:lnTo>
                  <a:lnTo>
                    <a:pt x="7250886" y="2479456"/>
                  </a:lnTo>
                  <a:lnTo>
                    <a:pt x="7251944" y="2477391"/>
                  </a:lnTo>
                  <a:lnTo>
                    <a:pt x="7253002" y="2475360"/>
                  </a:lnTo>
                  <a:lnTo>
                    <a:pt x="7254060" y="2473234"/>
                  </a:lnTo>
                  <a:lnTo>
                    <a:pt x="7255117" y="2471007"/>
                  </a:lnTo>
                  <a:lnTo>
                    <a:pt x="7256175" y="2468611"/>
                  </a:lnTo>
                  <a:lnTo>
                    <a:pt x="7257233" y="2465923"/>
                  </a:lnTo>
                  <a:lnTo>
                    <a:pt x="7258291" y="2462947"/>
                  </a:lnTo>
                  <a:lnTo>
                    <a:pt x="7259349" y="2459729"/>
                  </a:lnTo>
                  <a:lnTo>
                    <a:pt x="7260407" y="2456251"/>
                  </a:lnTo>
                  <a:lnTo>
                    <a:pt x="7261464" y="2452445"/>
                  </a:lnTo>
                  <a:lnTo>
                    <a:pt x="7262522" y="2448324"/>
                  </a:lnTo>
                  <a:lnTo>
                    <a:pt x="7263580" y="2443942"/>
                  </a:lnTo>
                  <a:lnTo>
                    <a:pt x="7264638" y="2439332"/>
                  </a:lnTo>
                  <a:lnTo>
                    <a:pt x="7265696" y="2434561"/>
                  </a:lnTo>
                  <a:lnTo>
                    <a:pt x="7266754" y="2429662"/>
                  </a:lnTo>
                  <a:lnTo>
                    <a:pt x="7267812" y="2424514"/>
                  </a:lnTo>
                  <a:lnTo>
                    <a:pt x="7268869" y="2419074"/>
                  </a:lnTo>
                  <a:lnTo>
                    <a:pt x="7269927" y="2413343"/>
                  </a:lnTo>
                  <a:lnTo>
                    <a:pt x="7270985" y="2407355"/>
                  </a:lnTo>
                  <a:lnTo>
                    <a:pt x="7272043" y="2401177"/>
                  </a:lnTo>
                  <a:lnTo>
                    <a:pt x="7273101" y="2394945"/>
                  </a:lnTo>
                  <a:lnTo>
                    <a:pt x="7274159" y="2388800"/>
                  </a:lnTo>
                  <a:lnTo>
                    <a:pt x="7275216" y="2382938"/>
                  </a:lnTo>
                  <a:lnTo>
                    <a:pt x="7276274" y="2377489"/>
                  </a:lnTo>
                  <a:lnTo>
                    <a:pt x="7277332" y="2372473"/>
                  </a:lnTo>
                  <a:lnTo>
                    <a:pt x="7278390" y="2367857"/>
                  </a:lnTo>
                  <a:lnTo>
                    <a:pt x="7279448" y="2363606"/>
                  </a:lnTo>
                  <a:lnTo>
                    <a:pt x="7280506" y="2359706"/>
                  </a:lnTo>
                  <a:lnTo>
                    <a:pt x="7281563" y="2356136"/>
                  </a:lnTo>
                  <a:lnTo>
                    <a:pt x="7282621" y="2352897"/>
                  </a:lnTo>
                  <a:lnTo>
                    <a:pt x="7283679" y="2350171"/>
                  </a:lnTo>
                  <a:lnTo>
                    <a:pt x="7284737" y="2348074"/>
                  </a:lnTo>
                  <a:lnTo>
                    <a:pt x="7285795" y="2346725"/>
                  </a:lnTo>
                  <a:lnTo>
                    <a:pt x="7286853" y="2346192"/>
                  </a:lnTo>
                  <a:lnTo>
                    <a:pt x="7287910" y="2346385"/>
                  </a:lnTo>
                  <a:lnTo>
                    <a:pt x="7288968" y="2347266"/>
                  </a:lnTo>
                  <a:lnTo>
                    <a:pt x="7290026" y="2348763"/>
                  </a:lnTo>
                  <a:lnTo>
                    <a:pt x="7291084" y="2350848"/>
                  </a:lnTo>
                  <a:lnTo>
                    <a:pt x="7292142" y="2353478"/>
                  </a:lnTo>
                  <a:lnTo>
                    <a:pt x="7293200" y="2356714"/>
                  </a:lnTo>
                  <a:lnTo>
                    <a:pt x="7294258" y="2360498"/>
                  </a:lnTo>
                  <a:lnTo>
                    <a:pt x="7295315" y="2364835"/>
                  </a:lnTo>
                  <a:lnTo>
                    <a:pt x="7296373" y="2369751"/>
                  </a:lnTo>
                  <a:lnTo>
                    <a:pt x="7297431" y="2375227"/>
                  </a:lnTo>
                  <a:lnTo>
                    <a:pt x="7298489" y="2381145"/>
                  </a:lnTo>
                  <a:lnTo>
                    <a:pt x="7299547" y="2387337"/>
                  </a:lnTo>
                  <a:lnTo>
                    <a:pt x="7300605" y="2393700"/>
                  </a:lnTo>
                  <a:lnTo>
                    <a:pt x="7301662" y="2400182"/>
                  </a:lnTo>
                  <a:lnTo>
                    <a:pt x="7302720" y="2406706"/>
                  </a:lnTo>
                  <a:lnTo>
                    <a:pt x="7303778" y="2413317"/>
                  </a:lnTo>
                  <a:lnTo>
                    <a:pt x="7304836" y="2420079"/>
                  </a:lnTo>
                  <a:lnTo>
                    <a:pt x="7305894" y="2427013"/>
                  </a:lnTo>
                  <a:lnTo>
                    <a:pt x="7306952" y="2434139"/>
                  </a:lnTo>
                  <a:lnTo>
                    <a:pt x="7308009" y="2441452"/>
                  </a:lnTo>
                  <a:lnTo>
                    <a:pt x="7309067" y="2448886"/>
                  </a:lnTo>
                  <a:lnTo>
                    <a:pt x="7310125" y="2456591"/>
                  </a:lnTo>
                  <a:lnTo>
                    <a:pt x="7311183" y="2464608"/>
                  </a:lnTo>
                  <a:lnTo>
                    <a:pt x="7312241" y="2472918"/>
                  </a:lnTo>
                  <a:lnTo>
                    <a:pt x="7313299" y="2481488"/>
                  </a:lnTo>
                  <a:lnTo>
                    <a:pt x="7314356" y="2490375"/>
                  </a:lnTo>
                  <a:lnTo>
                    <a:pt x="7315414" y="2499509"/>
                  </a:lnTo>
                  <a:lnTo>
                    <a:pt x="7316472" y="2508864"/>
                  </a:lnTo>
                  <a:lnTo>
                    <a:pt x="7317530" y="2518396"/>
                  </a:lnTo>
                  <a:lnTo>
                    <a:pt x="7318588" y="2528120"/>
                  </a:lnTo>
                  <a:lnTo>
                    <a:pt x="7319646" y="2538009"/>
                  </a:lnTo>
                  <a:lnTo>
                    <a:pt x="7320704" y="2548027"/>
                  </a:lnTo>
                  <a:lnTo>
                    <a:pt x="7321761" y="2558218"/>
                  </a:lnTo>
                  <a:lnTo>
                    <a:pt x="7322819" y="2568615"/>
                  </a:lnTo>
                  <a:lnTo>
                    <a:pt x="7323877" y="2579150"/>
                  </a:lnTo>
                  <a:lnTo>
                    <a:pt x="7324935" y="2589708"/>
                  </a:lnTo>
                  <a:lnTo>
                    <a:pt x="7325993" y="2600127"/>
                  </a:lnTo>
                  <a:lnTo>
                    <a:pt x="7327051" y="2610271"/>
                  </a:lnTo>
                  <a:lnTo>
                    <a:pt x="7328108" y="2619989"/>
                  </a:lnTo>
                  <a:lnTo>
                    <a:pt x="7329166" y="2629185"/>
                  </a:lnTo>
                  <a:lnTo>
                    <a:pt x="7330224" y="2637809"/>
                  </a:lnTo>
                  <a:lnTo>
                    <a:pt x="7331282" y="2645992"/>
                  </a:lnTo>
                  <a:lnTo>
                    <a:pt x="7332340" y="2653780"/>
                  </a:lnTo>
                  <a:lnTo>
                    <a:pt x="7333398" y="2661224"/>
                  </a:lnTo>
                  <a:lnTo>
                    <a:pt x="7334455" y="2668325"/>
                  </a:lnTo>
                  <a:lnTo>
                    <a:pt x="7335513" y="2675155"/>
                  </a:lnTo>
                  <a:lnTo>
                    <a:pt x="7336571" y="2681718"/>
                  </a:lnTo>
                  <a:lnTo>
                    <a:pt x="7337629" y="2687940"/>
                  </a:lnTo>
                  <a:lnTo>
                    <a:pt x="7338687" y="2693766"/>
                  </a:lnTo>
                  <a:lnTo>
                    <a:pt x="7339745" y="2699119"/>
                  </a:lnTo>
                  <a:lnTo>
                    <a:pt x="7340802" y="2704129"/>
                  </a:lnTo>
                  <a:lnTo>
                    <a:pt x="7341860" y="2708897"/>
                  </a:lnTo>
                  <a:lnTo>
                    <a:pt x="7342918" y="2713453"/>
                  </a:lnTo>
                  <a:lnTo>
                    <a:pt x="7343976" y="2717800"/>
                  </a:lnTo>
                  <a:lnTo>
                    <a:pt x="7345034" y="2721990"/>
                  </a:lnTo>
                  <a:lnTo>
                    <a:pt x="7346092" y="2726074"/>
                  </a:lnTo>
                  <a:lnTo>
                    <a:pt x="7347150" y="2730104"/>
                  </a:lnTo>
                  <a:lnTo>
                    <a:pt x="7348207" y="2734121"/>
                  </a:lnTo>
                  <a:lnTo>
                    <a:pt x="7349265" y="2738120"/>
                  </a:lnTo>
                  <a:lnTo>
                    <a:pt x="7350323" y="2742097"/>
                  </a:lnTo>
                  <a:lnTo>
                    <a:pt x="7351381" y="2746090"/>
                  </a:lnTo>
                  <a:lnTo>
                    <a:pt x="7352439" y="2750154"/>
                  </a:lnTo>
                  <a:lnTo>
                    <a:pt x="7353497" y="2754408"/>
                  </a:lnTo>
                  <a:lnTo>
                    <a:pt x="7354554" y="2758860"/>
                  </a:lnTo>
                  <a:lnTo>
                    <a:pt x="7355612" y="2763583"/>
                  </a:lnTo>
                  <a:lnTo>
                    <a:pt x="7356670" y="2768570"/>
                  </a:lnTo>
                  <a:lnTo>
                    <a:pt x="7357728" y="2773758"/>
                  </a:lnTo>
                  <a:lnTo>
                    <a:pt x="7358786" y="2779162"/>
                  </a:lnTo>
                  <a:lnTo>
                    <a:pt x="7359844" y="2784890"/>
                  </a:lnTo>
                  <a:lnTo>
                    <a:pt x="7360901" y="2790938"/>
                  </a:lnTo>
                  <a:lnTo>
                    <a:pt x="7361959" y="2797279"/>
                  </a:lnTo>
                  <a:lnTo>
                    <a:pt x="7363017" y="2803869"/>
                  </a:lnTo>
                  <a:lnTo>
                    <a:pt x="7364075" y="2810613"/>
                  </a:lnTo>
                  <a:lnTo>
                    <a:pt x="7365133" y="2817463"/>
                  </a:lnTo>
                  <a:lnTo>
                    <a:pt x="7366191" y="2824419"/>
                  </a:lnTo>
                  <a:lnTo>
                    <a:pt x="7367248" y="2831466"/>
                  </a:lnTo>
                  <a:lnTo>
                    <a:pt x="7368306" y="2838630"/>
                  </a:lnTo>
                  <a:lnTo>
                    <a:pt x="7369364" y="2845938"/>
                  </a:lnTo>
                  <a:lnTo>
                    <a:pt x="7370422" y="2853405"/>
                  </a:lnTo>
                  <a:lnTo>
                    <a:pt x="7371480" y="2860996"/>
                  </a:lnTo>
                  <a:lnTo>
                    <a:pt x="7372538" y="2868659"/>
                  </a:lnTo>
                  <a:lnTo>
                    <a:pt x="7373596" y="2876405"/>
                  </a:lnTo>
                  <a:lnTo>
                    <a:pt x="7374653" y="2884187"/>
                  </a:lnTo>
                  <a:lnTo>
                    <a:pt x="7375711" y="2891882"/>
                  </a:lnTo>
                  <a:lnTo>
                    <a:pt x="7376769" y="2899516"/>
                  </a:lnTo>
                  <a:lnTo>
                    <a:pt x="7377827" y="2907211"/>
                  </a:lnTo>
                  <a:lnTo>
                    <a:pt x="7378885" y="2915053"/>
                  </a:lnTo>
                  <a:lnTo>
                    <a:pt x="7379943" y="2923141"/>
                  </a:lnTo>
                  <a:lnTo>
                    <a:pt x="7381000" y="2931528"/>
                  </a:lnTo>
                  <a:lnTo>
                    <a:pt x="7382058" y="2940209"/>
                  </a:lnTo>
                  <a:lnTo>
                    <a:pt x="7383116" y="2949115"/>
                  </a:lnTo>
                  <a:lnTo>
                    <a:pt x="7384174" y="2958118"/>
                  </a:lnTo>
                  <a:lnTo>
                    <a:pt x="7385232" y="2967088"/>
                  </a:lnTo>
                  <a:lnTo>
                    <a:pt x="7386290" y="2975955"/>
                  </a:lnTo>
                  <a:lnTo>
                    <a:pt x="7387347" y="2984692"/>
                  </a:lnTo>
                  <a:lnTo>
                    <a:pt x="7388405" y="2993277"/>
                  </a:lnTo>
                  <a:lnTo>
                    <a:pt x="7389463" y="3001651"/>
                  </a:lnTo>
                  <a:lnTo>
                    <a:pt x="7390521" y="3009815"/>
                  </a:lnTo>
                  <a:lnTo>
                    <a:pt x="7391579" y="3017788"/>
                  </a:lnTo>
                  <a:lnTo>
                    <a:pt x="7392637" y="3025574"/>
                  </a:lnTo>
                  <a:lnTo>
                    <a:pt x="7393694" y="3033082"/>
                  </a:lnTo>
                  <a:lnTo>
                    <a:pt x="7394752" y="3040170"/>
                  </a:lnTo>
                  <a:lnTo>
                    <a:pt x="7395810" y="3046814"/>
                  </a:lnTo>
                  <a:lnTo>
                    <a:pt x="7396868" y="3053012"/>
                  </a:lnTo>
                  <a:lnTo>
                    <a:pt x="7397926" y="3058789"/>
                  </a:lnTo>
                  <a:lnTo>
                    <a:pt x="7398984" y="3064094"/>
                  </a:lnTo>
                  <a:lnTo>
                    <a:pt x="7400042" y="3068871"/>
                  </a:lnTo>
                  <a:lnTo>
                    <a:pt x="7401099" y="3073105"/>
                  </a:lnTo>
                  <a:lnTo>
                    <a:pt x="7402157" y="3076825"/>
                  </a:lnTo>
                  <a:lnTo>
                    <a:pt x="7403215" y="3080052"/>
                  </a:lnTo>
                  <a:lnTo>
                    <a:pt x="7404273" y="3082715"/>
                  </a:lnTo>
                  <a:lnTo>
                    <a:pt x="7405331" y="3084858"/>
                  </a:lnTo>
                  <a:lnTo>
                    <a:pt x="7406389" y="3086481"/>
                  </a:lnTo>
                  <a:lnTo>
                    <a:pt x="7407446" y="3087561"/>
                  </a:lnTo>
                  <a:lnTo>
                    <a:pt x="7408504" y="3088122"/>
                  </a:lnTo>
                  <a:lnTo>
                    <a:pt x="7409562" y="3088163"/>
                  </a:lnTo>
                  <a:lnTo>
                    <a:pt x="7410620" y="3087718"/>
                  </a:lnTo>
                  <a:lnTo>
                    <a:pt x="7411678" y="3086810"/>
                  </a:lnTo>
                  <a:lnTo>
                    <a:pt x="7412736" y="3085378"/>
                  </a:lnTo>
                  <a:lnTo>
                    <a:pt x="7413793" y="3083435"/>
                  </a:lnTo>
                  <a:lnTo>
                    <a:pt x="7414851" y="3081123"/>
                  </a:lnTo>
                  <a:lnTo>
                    <a:pt x="7415909" y="3078576"/>
                  </a:lnTo>
                  <a:lnTo>
                    <a:pt x="7416967" y="3075850"/>
                  </a:lnTo>
                  <a:lnTo>
                    <a:pt x="7418025" y="3072963"/>
                  </a:lnTo>
                  <a:lnTo>
                    <a:pt x="7419083" y="3069964"/>
                  </a:lnTo>
                  <a:lnTo>
                    <a:pt x="7420140" y="3066936"/>
                  </a:lnTo>
                  <a:lnTo>
                    <a:pt x="7421198" y="3063916"/>
                  </a:lnTo>
                  <a:lnTo>
                    <a:pt x="7422256" y="3060882"/>
                  </a:lnTo>
                  <a:lnTo>
                    <a:pt x="7423314" y="3057917"/>
                  </a:lnTo>
                  <a:lnTo>
                    <a:pt x="7424372" y="3055020"/>
                  </a:lnTo>
                  <a:lnTo>
                    <a:pt x="7425430" y="3052216"/>
                  </a:lnTo>
                  <a:lnTo>
                    <a:pt x="7426488" y="3049510"/>
                  </a:lnTo>
                  <a:lnTo>
                    <a:pt x="7427545" y="3046897"/>
                  </a:lnTo>
                  <a:lnTo>
                    <a:pt x="7428603" y="3044448"/>
                  </a:lnTo>
                  <a:lnTo>
                    <a:pt x="7429661" y="3042177"/>
                  </a:lnTo>
                  <a:lnTo>
                    <a:pt x="7430719" y="3039989"/>
                  </a:lnTo>
                  <a:lnTo>
                    <a:pt x="7431777" y="3037805"/>
                  </a:lnTo>
                  <a:lnTo>
                    <a:pt x="7432835" y="3035626"/>
                  </a:lnTo>
                  <a:lnTo>
                    <a:pt x="7433892" y="3033446"/>
                  </a:lnTo>
                  <a:lnTo>
                    <a:pt x="7434950" y="3031243"/>
                  </a:lnTo>
                  <a:lnTo>
                    <a:pt x="7436008" y="3029044"/>
                  </a:lnTo>
                  <a:lnTo>
                    <a:pt x="7437066" y="3026839"/>
                  </a:lnTo>
                  <a:lnTo>
                    <a:pt x="7438124" y="3024703"/>
                  </a:lnTo>
                  <a:lnTo>
                    <a:pt x="7439182" y="3022620"/>
                  </a:lnTo>
                  <a:lnTo>
                    <a:pt x="7440239" y="3020538"/>
                  </a:lnTo>
                  <a:lnTo>
                    <a:pt x="7441297" y="3018468"/>
                  </a:lnTo>
                  <a:lnTo>
                    <a:pt x="7442355" y="3016408"/>
                  </a:lnTo>
                  <a:lnTo>
                    <a:pt x="7443413" y="3014351"/>
                  </a:lnTo>
                  <a:lnTo>
                    <a:pt x="7444471" y="3012304"/>
                  </a:lnTo>
                  <a:lnTo>
                    <a:pt x="7445529" y="3010269"/>
                  </a:lnTo>
                  <a:lnTo>
                    <a:pt x="7446586" y="3008266"/>
                  </a:lnTo>
                  <a:lnTo>
                    <a:pt x="7447644" y="3006292"/>
                  </a:lnTo>
                  <a:lnTo>
                    <a:pt x="7448702" y="3004367"/>
                  </a:lnTo>
                  <a:lnTo>
                    <a:pt x="7449760" y="3002492"/>
                  </a:lnTo>
                  <a:lnTo>
                    <a:pt x="7450818" y="3000665"/>
                  </a:lnTo>
                  <a:lnTo>
                    <a:pt x="7451876" y="2998886"/>
                  </a:lnTo>
                  <a:lnTo>
                    <a:pt x="7452934" y="2997227"/>
                  </a:lnTo>
                  <a:lnTo>
                    <a:pt x="7453991" y="2995738"/>
                  </a:lnTo>
                  <a:lnTo>
                    <a:pt x="7455049" y="2994348"/>
                  </a:lnTo>
                  <a:lnTo>
                    <a:pt x="7456107" y="2993014"/>
                  </a:lnTo>
                  <a:lnTo>
                    <a:pt x="7457165" y="2991790"/>
                  </a:lnTo>
                  <a:lnTo>
                    <a:pt x="7458223" y="2990751"/>
                  </a:lnTo>
                  <a:lnTo>
                    <a:pt x="7459281" y="2989901"/>
                  </a:lnTo>
                  <a:lnTo>
                    <a:pt x="7460338" y="2989237"/>
                  </a:lnTo>
                  <a:lnTo>
                    <a:pt x="7461396" y="2988733"/>
                  </a:lnTo>
                  <a:lnTo>
                    <a:pt x="7462454" y="2988391"/>
                  </a:lnTo>
                  <a:lnTo>
                    <a:pt x="7463512" y="2988270"/>
                  </a:lnTo>
                  <a:lnTo>
                    <a:pt x="7464570" y="2988374"/>
                  </a:lnTo>
                  <a:lnTo>
                    <a:pt x="7465628" y="2988703"/>
                  </a:lnTo>
                  <a:lnTo>
                    <a:pt x="7466685" y="2989229"/>
                  </a:lnTo>
                  <a:lnTo>
                    <a:pt x="7467743" y="2989893"/>
                  </a:lnTo>
                  <a:lnTo>
                    <a:pt x="7468801" y="2990566"/>
                  </a:lnTo>
                  <a:lnTo>
                    <a:pt x="7469859" y="2991188"/>
                  </a:lnTo>
                  <a:lnTo>
                    <a:pt x="7470917" y="2991826"/>
                  </a:lnTo>
                  <a:lnTo>
                    <a:pt x="7471975" y="2992553"/>
                  </a:lnTo>
                  <a:lnTo>
                    <a:pt x="7473032" y="2993285"/>
                  </a:lnTo>
                  <a:lnTo>
                    <a:pt x="7474090" y="2993933"/>
                  </a:lnTo>
                  <a:lnTo>
                    <a:pt x="7475148" y="2994373"/>
                  </a:lnTo>
                  <a:lnTo>
                    <a:pt x="7476206" y="2994559"/>
                  </a:lnTo>
                  <a:lnTo>
                    <a:pt x="7477264" y="2994491"/>
                  </a:lnTo>
                  <a:lnTo>
                    <a:pt x="7478322" y="2994171"/>
                  </a:lnTo>
                  <a:lnTo>
                    <a:pt x="7479380" y="2993597"/>
                  </a:lnTo>
                  <a:lnTo>
                    <a:pt x="7480437" y="2992769"/>
                  </a:lnTo>
                  <a:lnTo>
                    <a:pt x="7481495" y="2991688"/>
                  </a:lnTo>
                  <a:lnTo>
                    <a:pt x="7482553" y="2990354"/>
                  </a:lnTo>
                  <a:lnTo>
                    <a:pt x="7483611" y="2988799"/>
                  </a:lnTo>
                  <a:lnTo>
                    <a:pt x="7484669" y="2986991"/>
                  </a:lnTo>
                  <a:lnTo>
                    <a:pt x="7485727" y="2984929"/>
                  </a:lnTo>
                  <a:lnTo>
                    <a:pt x="7486784" y="2982614"/>
                  </a:lnTo>
                  <a:lnTo>
                    <a:pt x="7487842" y="2980045"/>
                  </a:lnTo>
                  <a:lnTo>
                    <a:pt x="7488900" y="2977223"/>
                  </a:lnTo>
                  <a:lnTo>
                    <a:pt x="7489958" y="2974148"/>
                  </a:lnTo>
                  <a:lnTo>
                    <a:pt x="7491016" y="2970905"/>
                  </a:lnTo>
                  <a:lnTo>
                    <a:pt x="7492074" y="2967536"/>
                  </a:lnTo>
                  <a:lnTo>
                    <a:pt x="7493131" y="2964121"/>
                  </a:lnTo>
                  <a:lnTo>
                    <a:pt x="7494189" y="2960731"/>
                  </a:lnTo>
                  <a:lnTo>
                    <a:pt x="7495247" y="2957365"/>
                  </a:lnTo>
                  <a:lnTo>
                    <a:pt x="7496305" y="2954024"/>
                  </a:lnTo>
                  <a:lnTo>
                    <a:pt x="7497363" y="2950708"/>
                  </a:lnTo>
                  <a:lnTo>
                    <a:pt x="7498421" y="2947417"/>
                  </a:lnTo>
                  <a:lnTo>
                    <a:pt x="7499478" y="2944162"/>
                  </a:lnTo>
                  <a:lnTo>
                    <a:pt x="7500536" y="2941115"/>
                  </a:lnTo>
                  <a:lnTo>
                    <a:pt x="7501594" y="2938330"/>
                  </a:lnTo>
                  <a:lnTo>
                    <a:pt x="7502652" y="2935788"/>
                  </a:lnTo>
                  <a:lnTo>
                    <a:pt x="7503710" y="2933410"/>
                  </a:lnTo>
                  <a:lnTo>
                    <a:pt x="7504768" y="2931191"/>
                  </a:lnTo>
                  <a:lnTo>
                    <a:pt x="7505826" y="2929092"/>
                  </a:lnTo>
                  <a:lnTo>
                    <a:pt x="7506883" y="2927013"/>
                  </a:lnTo>
                  <a:lnTo>
                    <a:pt x="7507941" y="2924977"/>
                  </a:lnTo>
                  <a:lnTo>
                    <a:pt x="7508999" y="2922945"/>
                  </a:lnTo>
                  <a:lnTo>
                    <a:pt x="7510057" y="2920935"/>
                  </a:lnTo>
                  <a:lnTo>
                    <a:pt x="7511115" y="2918901"/>
                  </a:lnTo>
                  <a:lnTo>
                    <a:pt x="7512173" y="2916806"/>
                  </a:lnTo>
                  <a:lnTo>
                    <a:pt x="7513230" y="2914613"/>
                  </a:lnTo>
                  <a:lnTo>
                    <a:pt x="7514288" y="2912250"/>
                  </a:lnTo>
                  <a:lnTo>
                    <a:pt x="7515346" y="2909654"/>
                  </a:lnTo>
                  <a:lnTo>
                    <a:pt x="7516404" y="2906724"/>
                  </a:lnTo>
                  <a:lnTo>
                    <a:pt x="7517462" y="2903392"/>
                  </a:lnTo>
                  <a:lnTo>
                    <a:pt x="7518520" y="2899657"/>
                  </a:lnTo>
                  <a:lnTo>
                    <a:pt x="7519577" y="2895527"/>
                  </a:lnTo>
                  <a:lnTo>
                    <a:pt x="7520635" y="2890981"/>
                  </a:lnTo>
                  <a:lnTo>
                    <a:pt x="7521693" y="2886011"/>
                  </a:lnTo>
                  <a:lnTo>
                    <a:pt x="7522751" y="2880671"/>
                  </a:lnTo>
                  <a:lnTo>
                    <a:pt x="7523809" y="2874882"/>
                  </a:lnTo>
                  <a:lnTo>
                    <a:pt x="7524867" y="2868562"/>
                  </a:lnTo>
                  <a:lnTo>
                    <a:pt x="7525924" y="2861575"/>
                  </a:lnTo>
                  <a:lnTo>
                    <a:pt x="7526982" y="2853967"/>
                  </a:lnTo>
                  <a:lnTo>
                    <a:pt x="7528040" y="2845802"/>
                  </a:lnTo>
                  <a:lnTo>
                    <a:pt x="7529098" y="2837167"/>
                  </a:lnTo>
                  <a:lnTo>
                    <a:pt x="7530156" y="2828111"/>
                  </a:lnTo>
                  <a:lnTo>
                    <a:pt x="7531214" y="2818708"/>
                  </a:lnTo>
                  <a:lnTo>
                    <a:pt x="7532272" y="2808956"/>
                  </a:lnTo>
                  <a:lnTo>
                    <a:pt x="7533329" y="2798840"/>
                  </a:lnTo>
                  <a:lnTo>
                    <a:pt x="7534387" y="2788364"/>
                  </a:lnTo>
                  <a:lnTo>
                    <a:pt x="7535445" y="2777575"/>
                  </a:lnTo>
                  <a:lnTo>
                    <a:pt x="7536503" y="2766437"/>
                  </a:lnTo>
                  <a:lnTo>
                    <a:pt x="7537561" y="2755012"/>
                  </a:lnTo>
                  <a:lnTo>
                    <a:pt x="7538619" y="2743361"/>
                  </a:lnTo>
                  <a:lnTo>
                    <a:pt x="7539676" y="2731509"/>
                  </a:lnTo>
                  <a:lnTo>
                    <a:pt x="7540734" y="2719456"/>
                  </a:lnTo>
                  <a:lnTo>
                    <a:pt x="7541792" y="2707246"/>
                  </a:lnTo>
                  <a:lnTo>
                    <a:pt x="7542850" y="2694934"/>
                  </a:lnTo>
                  <a:lnTo>
                    <a:pt x="7543908" y="2682510"/>
                  </a:lnTo>
                  <a:lnTo>
                    <a:pt x="7544966" y="2669883"/>
                  </a:lnTo>
                  <a:lnTo>
                    <a:pt x="7546023" y="2657034"/>
                  </a:lnTo>
                  <a:lnTo>
                    <a:pt x="7547081" y="2643897"/>
                  </a:lnTo>
                  <a:lnTo>
                    <a:pt x="7548139" y="2630535"/>
                  </a:lnTo>
                  <a:lnTo>
                    <a:pt x="7549197" y="2616946"/>
                  </a:lnTo>
                  <a:lnTo>
                    <a:pt x="7550255" y="2603130"/>
                  </a:lnTo>
                  <a:lnTo>
                    <a:pt x="7551313" y="2589086"/>
                  </a:lnTo>
                  <a:lnTo>
                    <a:pt x="7552370" y="2574931"/>
                  </a:lnTo>
                  <a:lnTo>
                    <a:pt x="7553428" y="2560635"/>
                  </a:lnTo>
                  <a:lnTo>
                    <a:pt x="7554486" y="2546072"/>
                  </a:lnTo>
                  <a:lnTo>
                    <a:pt x="7555544" y="2531256"/>
                  </a:lnTo>
                  <a:lnTo>
                    <a:pt x="7556602" y="2516267"/>
                  </a:lnTo>
                  <a:lnTo>
                    <a:pt x="7557660" y="2501187"/>
                  </a:lnTo>
                  <a:lnTo>
                    <a:pt x="7558718" y="2486062"/>
                  </a:lnTo>
                  <a:lnTo>
                    <a:pt x="7559775" y="2470971"/>
                  </a:lnTo>
                  <a:lnTo>
                    <a:pt x="7560833" y="2456043"/>
                  </a:lnTo>
                  <a:lnTo>
                    <a:pt x="7561891" y="2441394"/>
                  </a:lnTo>
                  <a:lnTo>
                    <a:pt x="7562949" y="2427119"/>
                  </a:lnTo>
                  <a:lnTo>
                    <a:pt x="7564007" y="2413198"/>
                  </a:lnTo>
                  <a:lnTo>
                    <a:pt x="7565065" y="2399637"/>
                  </a:lnTo>
                  <a:lnTo>
                    <a:pt x="7566122" y="2386508"/>
                  </a:lnTo>
                  <a:lnTo>
                    <a:pt x="7567180" y="2373920"/>
                  </a:lnTo>
                  <a:lnTo>
                    <a:pt x="7568238" y="2362006"/>
                  </a:lnTo>
                  <a:lnTo>
                    <a:pt x="7569296" y="2350871"/>
                  </a:lnTo>
                  <a:lnTo>
                    <a:pt x="7570354" y="2340619"/>
                  </a:lnTo>
                  <a:lnTo>
                    <a:pt x="7571412" y="2331257"/>
                  </a:lnTo>
                  <a:lnTo>
                    <a:pt x="7572469" y="2322803"/>
                  </a:lnTo>
                  <a:lnTo>
                    <a:pt x="7573527" y="2315297"/>
                  </a:lnTo>
                  <a:lnTo>
                    <a:pt x="7574585" y="2308795"/>
                  </a:lnTo>
                  <a:lnTo>
                    <a:pt x="7575643" y="2303303"/>
                  </a:lnTo>
                  <a:lnTo>
                    <a:pt x="7576701" y="2298828"/>
                  </a:lnTo>
                  <a:lnTo>
                    <a:pt x="7577759" y="2295375"/>
                  </a:lnTo>
                  <a:lnTo>
                    <a:pt x="7578816" y="2293015"/>
                  </a:lnTo>
                  <a:lnTo>
                    <a:pt x="7579874" y="2291850"/>
                  </a:lnTo>
                  <a:lnTo>
                    <a:pt x="7580932" y="2291946"/>
                  </a:lnTo>
                  <a:lnTo>
                    <a:pt x="7581990" y="2293246"/>
                  </a:lnTo>
                  <a:lnTo>
                    <a:pt x="7583048" y="2295703"/>
                  </a:lnTo>
                  <a:lnTo>
                    <a:pt x="7584106" y="2299193"/>
                  </a:lnTo>
                  <a:lnTo>
                    <a:pt x="7585164" y="2303645"/>
                  </a:lnTo>
                  <a:lnTo>
                    <a:pt x="7586221" y="2309073"/>
                  </a:lnTo>
                  <a:lnTo>
                    <a:pt x="7587279" y="2315491"/>
                  </a:lnTo>
                  <a:lnTo>
                    <a:pt x="7588337" y="2322848"/>
                  </a:lnTo>
                  <a:lnTo>
                    <a:pt x="7589395" y="2331144"/>
                  </a:lnTo>
                  <a:lnTo>
                    <a:pt x="7590453" y="2340430"/>
                  </a:lnTo>
                  <a:lnTo>
                    <a:pt x="7591511" y="2350659"/>
                  </a:lnTo>
                  <a:lnTo>
                    <a:pt x="7592568" y="2361810"/>
                  </a:lnTo>
                  <a:lnTo>
                    <a:pt x="7593626" y="2373858"/>
                  </a:lnTo>
                  <a:lnTo>
                    <a:pt x="7594684" y="2386683"/>
                  </a:lnTo>
                  <a:lnTo>
                    <a:pt x="7595742" y="2400174"/>
                  </a:lnTo>
                  <a:lnTo>
                    <a:pt x="7596800" y="2414208"/>
                  </a:lnTo>
                  <a:lnTo>
                    <a:pt x="7597858" y="2428778"/>
                  </a:lnTo>
                  <a:lnTo>
                    <a:pt x="7598915" y="2443911"/>
                  </a:lnTo>
                  <a:lnTo>
                    <a:pt x="7599973" y="2459610"/>
                  </a:lnTo>
                  <a:lnTo>
                    <a:pt x="7601031" y="2475810"/>
                  </a:lnTo>
                  <a:lnTo>
                    <a:pt x="7602089" y="2492421"/>
                  </a:lnTo>
                  <a:lnTo>
                    <a:pt x="7603147" y="2509406"/>
                  </a:lnTo>
                  <a:lnTo>
                    <a:pt x="7604205" y="2526688"/>
                  </a:lnTo>
                  <a:lnTo>
                    <a:pt x="7605262" y="2544044"/>
                  </a:lnTo>
                  <a:lnTo>
                    <a:pt x="7606320" y="2561237"/>
                  </a:lnTo>
                  <a:lnTo>
                    <a:pt x="7607378" y="2578234"/>
                  </a:lnTo>
                  <a:lnTo>
                    <a:pt x="7608436" y="2594968"/>
                  </a:lnTo>
                  <a:lnTo>
                    <a:pt x="7609494" y="2611447"/>
                  </a:lnTo>
                  <a:lnTo>
                    <a:pt x="7610552" y="2627632"/>
                  </a:lnTo>
                  <a:lnTo>
                    <a:pt x="7611610" y="2643526"/>
                  </a:lnTo>
                  <a:lnTo>
                    <a:pt x="7612667" y="2659088"/>
                  </a:lnTo>
                  <a:lnTo>
                    <a:pt x="7613725" y="2674243"/>
                  </a:lnTo>
                  <a:lnTo>
                    <a:pt x="7614783" y="2688877"/>
                  </a:lnTo>
                  <a:lnTo>
                    <a:pt x="7615841" y="2702841"/>
                  </a:lnTo>
                  <a:lnTo>
                    <a:pt x="7616899" y="2716067"/>
                  </a:lnTo>
                  <a:lnTo>
                    <a:pt x="7617957" y="2728581"/>
                  </a:lnTo>
                  <a:lnTo>
                    <a:pt x="7619014" y="2740336"/>
                  </a:lnTo>
                  <a:lnTo>
                    <a:pt x="7620072" y="2751314"/>
                  </a:lnTo>
                  <a:lnTo>
                    <a:pt x="7621130" y="2761528"/>
                  </a:lnTo>
                  <a:lnTo>
                    <a:pt x="7622188" y="2770956"/>
                  </a:lnTo>
                  <a:lnTo>
                    <a:pt x="7623246" y="2779559"/>
                  </a:lnTo>
                  <a:lnTo>
                    <a:pt x="7624304" y="2787362"/>
                  </a:lnTo>
                  <a:lnTo>
                    <a:pt x="7625361" y="2794384"/>
                  </a:lnTo>
                  <a:lnTo>
                    <a:pt x="7626419" y="2800556"/>
                  </a:lnTo>
                  <a:lnTo>
                    <a:pt x="7627477" y="2805752"/>
                  </a:lnTo>
                  <a:lnTo>
                    <a:pt x="7628535" y="2809960"/>
                  </a:lnTo>
                  <a:lnTo>
                    <a:pt x="7629593" y="2813187"/>
                  </a:lnTo>
                  <a:lnTo>
                    <a:pt x="7630651" y="2815437"/>
                  </a:lnTo>
                  <a:lnTo>
                    <a:pt x="7631708" y="2816794"/>
                  </a:lnTo>
                  <a:lnTo>
                    <a:pt x="7632766" y="2817271"/>
                  </a:lnTo>
                  <a:lnTo>
                    <a:pt x="7633824" y="2816853"/>
                  </a:lnTo>
                  <a:lnTo>
                    <a:pt x="7634882" y="2815571"/>
                  </a:lnTo>
                  <a:lnTo>
                    <a:pt x="7635940" y="2813477"/>
                  </a:lnTo>
                  <a:lnTo>
                    <a:pt x="7636998" y="2810619"/>
                  </a:lnTo>
                  <a:lnTo>
                    <a:pt x="7638056" y="2807073"/>
                  </a:lnTo>
                  <a:lnTo>
                    <a:pt x="7639113" y="2802836"/>
                  </a:lnTo>
                  <a:lnTo>
                    <a:pt x="7640171" y="2797894"/>
                  </a:lnTo>
                  <a:lnTo>
                    <a:pt x="7641229" y="2792257"/>
                  </a:lnTo>
                  <a:lnTo>
                    <a:pt x="7642287" y="2786042"/>
                  </a:lnTo>
                  <a:lnTo>
                    <a:pt x="7643345" y="2779283"/>
                  </a:lnTo>
                  <a:lnTo>
                    <a:pt x="7644403" y="2771974"/>
                  </a:lnTo>
                  <a:lnTo>
                    <a:pt x="7645460" y="2764107"/>
                  </a:lnTo>
                  <a:lnTo>
                    <a:pt x="7646518" y="2755710"/>
                  </a:lnTo>
                  <a:lnTo>
                    <a:pt x="7647576" y="2746858"/>
                  </a:lnTo>
                  <a:lnTo>
                    <a:pt x="7648634" y="2737682"/>
                  </a:lnTo>
                  <a:lnTo>
                    <a:pt x="7649692" y="2728252"/>
                  </a:lnTo>
                  <a:lnTo>
                    <a:pt x="7650750" y="2718655"/>
                  </a:lnTo>
                  <a:lnTo>
                    <a:pt x="7651807" y="2708876"/>
                  </a:lnTo>
                  <a:lnTo>
                    <a:pt x="7652865" y="2698927"/>
                  </a:lnTo>
                  <a:lnTo>
                    <a:pt x="7653923" y="2688811"/>
                  </a:lnTo>
                  <a:lnTo>
                    <a:pt x="7654981" y="2678620"/>
                  </a:lnTo>
                  <a:lnTo>
                    <a:pt x="7656039" y="2668418"/>
                  </a:lnTo>
                  <a:lnTo>
                    <a:pt x="7657097" y="2658323"/>
                  </a:lnTo>
                  <a:lnTo>
                    <a:pt x="7658154" y="2648506"/>
                  </a:lnTo>
                  <a:lnTo>
                    <a:pt x="7659212" y="2639229"/>
                  </a:lnTo>
                  <a:lnTo>
                    <a:pt x="7660270" y="2630615"/>
                  </a:lnTo>
                  <a:lnTo>
                    <a:pt x="7661328" y="2622734"/>
                  </a:lnTo>
                  <a:lnTo>
                    <a:pt x="7662386" y="2615593"/>
                  </a:lnTo>
                  <a:lnTo>
                    <a:pt x="7663444" y="2609083"/>
                  </a:lnTo>
                  <a:lnTo>
                    <a:pt x="7664502" y="2603094"/>
                  </a:lnTo>
                  <a:lnTo>
                    <a:pt x="7665559" y="2597579"/>
                  </a:lnTo>
                  <a:lnTo>
                    <a:pt x="7666617" y="2592527"/>
                  </a:lnTo>
                  <a:lnTo>
                    <a:pt x="7667675" y="2588003"/>
                  </a:lnTo>
                  <a:lnTo>
                    <a:pt x="7668733" y="2584029"/>
                  </a:lnTo>
                  <a:lnTo>
                    <a:pt x="7669791" y="2580686"/>
                  </a:lnTo>
                  <a:lnTo>
                    <a:pt x="7670849" y="2578039"/>
                  </a:lnTo>
                  <a:lnTo>
                    <a:pt x="7671906" y="2576100"/>
                  </a:lnTo>
                  <a:lnTo>
                    <a:pt x="7672964" y="2574865"/>
                  </a:lnTo>
                  <a:lnTo>
                    <a:pt x="7674022" y="2574230"/>
                  </a:lnTo>
                  <a:lnTo>
                    <a:pt x="7675080" y="2574068"/>
                  </a:lnTo>
                  <a:lnTo>
                    <a:pt x="7676138" y="2574336"/>
                  </a:lnTo>
                  <a:lnTo>
                    <a:pt x="7677196" y="2575007"/>
                  </a:lnTo>
                  <a:lnTo>
                    <a:pt x="7678253" y="2576039"/>
                  </a:lnTo>
                  <a:lnTo>
                    <a:pt x="7679311" y="2577545"/>
                  </a:lnTo>
                  <a:lnTo>
                    <a:pt x="7680369" y="2579730"/>
                  </a:lnTo>
                  <a:lnTo>
                    <a:pt x="7681427" y="2582706"/>
                  </a:lnTo>
                  <a:lnTo>
                    <a:pt x="7682485" y="2586478"/>
                  </a:lnTo>
                  <a:lnTo>
                    <a:pt x="7683543" y="2591045"/>
                  </a:lnTo>
                  <a:lnTo>
                    <a:pt x="7684600" y="2596387"/>
                  </a:lnTo>
                  <a:lnTo>
                    <a:pt x="7685658" y="2602409"/>
                  </a:lnTo>
                  <a:lnTo>
                    <a:pt x="7686716" y="2609011"/>
                  </a:lnTo>
                  <a:lnTo>
                    <a:pt x="7687774" y="2616111"/>
                  </a:lnTo>
                  <a:lnTo>
                    <a:pt x="7688832" y="2623596"/>
                  </a:lnTo>
                  <a:lnTo>
                    <a:pt x="7689890" y="2631410"/>
                  </a:lnTo>
                  <a:lnTo>
                    <a:pt x="7690948" y="2639555"/>
                  </a:lnTo>
                  <a:lnTo>
                    <a:pt x="7692005" y="2648029"/>
                  </a:lnTo>
                  <a:lnTo>
                    <a:pt x="7693063" y="2656834"/>
                  </a:lnTo>
                  <a:lnTo>
                    <a:pt x="7694121" y="2665961"/>
                  </a:lnTo>
                  <a:lnTo>
                    <a:pt x="7695179" y="2675334"/>
                  </a:lnTo>
                  <a:lnTo>
                    <a:pt x="7696237" y="2684800"/>
                  </a:lnTo>
                  <a:lnTo>
                    <a:pt x="7697295" y="2694272"/>
                  </a:lnTo>
                  <a:lnTo>
                    <a:pt x="7698352" y="2703743"/>
                  </a:lnTo>
                  <a:lnTo>
                    <a:pt x="7699410" y="2713214"/>
                  </a:lnTo>
                  <a:lnTo>
                    <a:pt x="7700468" y="2722685"/>
                  </a:lnTo>
                  <a:lnTo>
                    <a:pt x="7701526" y="2732080"/>
                  </a:lnTo>
                  <a:lnTo>
                    <a:pt x="7702584" y="2741387"/>
                  </a:lnTo>
                  <a:lnTo>
                    <a:pt x="7703642" y="2750643"/>
                  </a:lnTo>
                  <a:lnTo>
                    <a:pt x="7704699" y="2759877"/>
                  </a:lnTo>
                  <a:lnTo>
                    <a:pt x="7705757" y="2769122"/>
                  </a:lnTo>
                  <a:lnTo>
                    <a:pt x="7706815" y="2778380"/>
                  </a:lnTo>
                  <a:lnTo>
                    <a:pt x="7707873" y="2787650"/>
                  </a:lnTo>
                  <a:lnTo>
                    <a:pt x="7708931" y="2796903"/>
                  </a:lnTo>
                  <a:lnTo>
                    <a:pt x="7709989" y="2806125"/>
                  </a:lnTo>
                  <a:lnTo>
                    <a:pt x="7711046" y="2815246"/>
                  </a:lnTo>
                  <a:lnTo>
                    <a:pt x="7712104" y="2824172"/>
                  </a:lnTo>
                  <a:lnTo>
                    <a:pt x="7713162" y="2832862"/>
                  </a:lnTo>
                  <a:lnTo>
                    <a:pt x="7714220" y="2841318"/>
                  </a:lnTo>
                  <a:lnTo>
                    <a:pt x="7715278" y="2849527"/>
                  </a:lnTo>
                  <a:lnTo>
                    <a:pt x="7716336" y="2857572"/>
                  </a:lnTo>
                  <a:lnTo>
                    <a:pt x="7717394" y="2865613"/>
                  </a:lnTo>
                  <a:lnTo>
                    <a:pt x="7718451" y="2873760"/>
                  </a:lnTo>
                  <a:lnTo>
                    <a:pt x="7719509" y="2882025"/>
                  </a:lnTo>
                  <a:lnTo>
                    <a:pt x="7720567" y="2890383"/>
                  </a:lnTo>
                  <a:lnTo>
                    <a:pt x="7721625" y="2898809"/>
                  </a:lnTo>
                  <a:lnTo>
                    <a:pt x="7722683" y="2907283"/>
                  </a:lnTo>
                  <a:lnTo>
                    <a:pt x="7723741" y="2915767"/>
                  </a:lnTo>
                  <a:lnTo>
                    <a:pt x="7724798" y="2924264"/>
                  </a:lnTo>
                  <a:lnTo>
                    <a:pt x="7725856" y="2932756"/>
                  </a:lnTo>
                  <a:lnTo>
                    <a:pt x="7726914" y="2941265"/>
                  </a:lnTo>
                  <a:lnTo>
                    <a:pt x="7727972" y="2949848"/>
                  </a:lnTo>
                  <a:lnTo>
                    <a:pt x="7729030" y="2958548"/>
                  </a:lnTo>
                  <a:lnTo>
                    <a:pt x="7730088" y="2967366"/>
                  </a:lnTo>
                  <a:lnTo>
                    <a:pt x="7731145" y="2976321"/>
                  </a:lnTo>
                  <a:lnTo>
                    <a:pt x="7732203" y="2985344"/>
                  </a:lnTo>
                  <a:lnTo>
                    <a:pt x="7733261" y="2994228"/>
                  </a:lnTo>
                  <a:lnTo>
                    <a:pt x="7734319" y="3002786"/>
                  </a:lnTo>
                  <a:lnTo>
                    <a:pt x="7735377" y="3010978"/>
                  </a:lnTo>
                  <a:lnTo>
                    <a:pt x="7736435" y="3018805"/>
                  </a:lnTo>
                  <a:lnTo>
                    <a:pt x="7737492" y="3026266"/>
                  </a:lnTo>
                  <a:lnTo>
                    <a:pt x="7738550" y="3033381"/>
                  </a:lnTo>
                  <a:lnTo>
                    <a:pt x="7739608" y="3040222"/>
                  </a:lnTo>
                  <a:lnTo>
                    <a:pt x="7740666" y="3046812"/>
                  </a:lnTo>
                  <a:lnTo>
                    <a:pt x="7741724" y="3053209"/>
                  </a:lnTo>
                  <a:lnTo>
                    <a:pt x="7742782" y="3059441"/>
                  </a:lnTo>
                  <a:lnTo>
                    <a:pt x="7743840" y="3065508"/>
                  </a:lnTo>
                  <a:lnTo>
                    <a:pt x="7744897" y="3071410"/>
                  </a:lnTo>
                  <a:lnTo>
                    <a:pt x="7745955" y="3077147"/>
                  </a:lnTo>
                  <a:lnTo>
                    <a:pt x="7747013" y="3082719"/>
                  </a:lnTo>
                  <a:lnTo>
                    <a:pt x="7748071" y="3088133"/>
                  </a:lnTo>
                  <a:lnTo>
                    <a:pt x="7749129" y="3093459"/>
                  </a:lnTo>
                  <a:lnTo>
                    <a:pt x="7750187" y="3098780"/>
                  </a:lnTo>
                  <a:lnTo>
                    <a:pt x="7751244" y="3104102"/>
                  </a:lnTo>
                  <a:lnTo>
                    <a:pt x="7752230" y="3109058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929846" y="2998007"/>
              <a:ext cx="93320" cy="264469"/>
            </a:xfrm>
            <a:custGeom>
              <a:avLst/>
              <a:pathLst>
                <a:path w="93320" h="264469">
                  <a:moveTo>
                    <a:pt x="0" y="264469"/>
                  </a:moveTo>
                  <a:lnTo>
                    <a:pt x="230" y="263162"/>
                  </a:lnTo>
                  <a:lnTo>
                    <a:pt x="1287" y="257154"/>
                  </a:lnTo>
                  <a:lnTo>
                    <a:pt x="2345" y="251145"/>
                  </a:lnTo>
                  <a:lnTo>
                    <a:pt x="3403" y="245136"/>
                  </a:lnTo>
                  <a:lnTo>
                    <a:pt x="4461" y="239127"/>
                  </a:lnTo>
                  <a:lnTo>
                    <a:pt x="5519" y="233119"/>
                  </a:lnTo>
                  <a:lnTo>
                    <a:pt x="6577" y="227110"/>
                  </a:lnTo>
                  <a:lnTo>
                    <a:pt x="7634" y="221101"/>
                  </a:lnTo>
                  <a:lnTo>
                    <a:pt x="8692" y="215092"/>
                  </a:lnTo>
                  <a:lnTo>
                    <a:pt x="9750" y="209084"/>
                  </a:lnTo>
                  <a:lnTo>
                    <a:pt x="10808" y="203075"/>
                  </a:lnTo>
                  <a:lnTo>
                    <a:pt x="11866" y="197066"/>
                  </a:lnTo>
                  <a:lnTo>
                    <a:pt x="12924" y="191058"/>
                  </a:lnTo>
                  <a:lnTo>
                    <a:pt x="13982" y="185073"/>
                  </a:lnTo>
                  <a:lnTo>
                    <a:pt x="15039" y="179121"/>
                  </a:lnTo>
                  <a:lnTo>
                    <a:pt x="16097" y="173243"/>
                  </a:lnTo>
                  <a:lnTo>
                    <a:pt x="17155" y="167526"/>
                  </a:lnTo>
                  <a:lnTo>
                    <a:pt x="18213" y="162017"/>
                  </a:lnTo>
                  <a:lnTo>
                    <a:pt x="19271" y="156718"/>
                  </a:lnTo>
                  <a:lnTo>
                    <a:pt x="20329" y="151626"/>
                  </a:lnTo>
                  <a:lnTo>
                    <a:pt x="21386" y="146744"/>
                  </a:lnTo>
                  <a:lnTo>
                    <a:pt x="22444" y="142070"/>
                  </a:lnTo>
                  <a:lnTo>
                    <a:pt x="23502" y="137605"/>
                  </a:lnTo>
                  <a:lnTo>
                    <a:pt x="24560" y="133260"/>
                  </a:lnTo>
                  <a:lnTo>
                    <a:pt x="25618" y="129035"/>
                  </a:lnTo>
                  <a:lnTo>
                    <a:pt x="26676" y="124935"/>
                  </a:lnTo>
                  <a:lnTo>
                    <a:pt x="27733" y="120998"/>
                  </a:lnTo>
                  <a:lnTo>
                    <a:pt x="28791" y="117285"/>
                  </a:lnTo>
                  <a:lnTo>
                    <a:pt x="29849" y="113744"/>
                  </a:lnTo>
                  <a:lnTo>
                    <a:pt x="30907" y="110433"/>
                  </a:lnTo>
                  <a:lnTo>
                    <a:pt x="31965" y="107298"/>
                  </a:lnTo>
                  <a:lnTo>
                    <a:pt x="33023" y="104263"/>
                  </a:lnTo>
                  <a:lnTo>
                    <a:pt x="34080" y="101271"/>
                  </a:lnTo>
                  <a:lnTo>
                    <a:pt x="35138" y="98325"/>
                  </a:lnTo>
                  <a:lnTo>
                    <a:pt x="36196" y="95450"/>
                  </a:lnTo>
                  <a:lnTo>
                    <a:pt x="37254" y="92688"/>
                  </a:lnTo>
                  <a:lnTo>
                    <a:pt x="38312" y="90096"/>
                  </a:lnTo>
                  <a:lnTo>
                    <a:pt x="39370" y="87696"/>
                  </a:lnTo>
                  <a:lnTo>
                    <a:pt x="40428" y="85508"/>
                  </a:lnTo>
                  <a:lnTo>
                    <a:pt x="41485" y="83508"/>
                  </a:lnTo>
                  <a:lnTo>
                    <a:pt x="42543" y="81611"/>
                  </a:lnTo>
                  <a:lnTo>
                    <a:pt x="43601" y="79731"/>
                  </a:lnTo>
                  <a:lnTo>
                    <a:pt x="44659" y="77812"/>
                  </a:lnTo>
                  <a:lnTo>
                    <a:pt x="45717" y="75875"/>
                  </a:lnTo>
                  <a:lnTo>
                    <a:pt x="46775" y="73822"/>
                  </a:lnTo>
                  <a:lnTo>
                    <a:pt x="47832" y="71596"/>
                  </a:lnTo>
                  <a:lnTo>
                    <a:pt x="48890" y="69193"/>
                  </a:lnTo>
                  <a:lnTo>
                    <a:pt x="49948" y="66651"/>
                  </a:lnTo>
                  <a:lnTo>
                    <a:pt x="51006" y="63956"/>
                  </a:lnTo>
                  <a:lnTo>
                    <a:pt x="52064" y="61091"/>
                  </a:lnTo>
                  <a:lnTo>
                    <a:pt x="53122" y="58005"/>
                  </a:lnTo>
                  <a:lnTo>
                    <a:pt x="54179" y="54620"/>
                  </a:lnTo>
                  <a:lnTo>
                    <a:pt x="55237" y="50918"/>
                  </a:lnTo>
                  <a:lnTo>
                    <a:pt x="56295" y="46901"/>
                  </a:lnTo>
                  <a:lnTo>
                    <a:pt x="57353" y="42607"/>
                  </a:lnTo>
                  <a:lnTo>
                    <a:pt x="58411" y="38134"/>
                  </a:lnTo>
                  <a:lnTo>
                    <a:pt x="59469" y="33572"/>
                  </a:lnTo>
                  <a:lnTo>
                    <a:pt x="60526" y="28922"/>
                  </a:lnTo>
                  <a:lnTo>
                    <a:pt x="61584" y="24184"/>
                  </a:lnTo>
                  <a:lnTo>
                    <a:pt x="62642" y="19357"/>
                  </a:lnTo>
                  <a:lnTo>
                    <a:pt x="63700" y="14512"/>
                  </a:lnTo>
                  <a:lnTo>
                    <a:pt x="64758" y="9666"/>
                  </a:lnTo>
                  <a:lnTo>
                    <a:pt x="65816" y="4821"/>
                  </a:lnTo>
                  <a:lnTo>
                    <a:pt x="66874" y="0"/>
                  </a:lnTo>
                  <a:lnTo>
                    <a:pt x="67931" y="0"/>
                  </a:lnTo>
                  <a:lnTo>
                    <a:pt x="68989" y="0"/>
                  </a:lnTo>
                  <a:lnTo>
                    <a:pt x="70047" y="0"/>
                  </a:lnTo>
                  <a:lnTo>
                    <a:pt x="71105" y="0"/>
                  </a:lnTo>
                  <a:lnTo>
                    <a:pt x="72163" y="0"/>
                  </a:lnTo>
                  <a:lnTo>
                    <a:pt x="73221" y="0"/>
                  </a:lnTo>
                  <a:lnTo>
                    <a:pt x="74278" y="0"/>
                  </a:lnTo>
                  <a:lnTo>
                    <a:pt x="75336" y="0"/>
                  </a:lnTo>
                  <a:lnTo>
                    <a:pt x="76394" y="0"/>
                  </a:lnTo>
                  <a:lnTo>
                    <a:pt x="77452" y="0"/>
                  </a:lnTo>
                  <a:lnTo>
                    <a:pt x="78510" y="0"/>
                  </a:lnTo>
                  <a:lnTo>
                    <a:pt x="79568" y="0"/>
                  </a:lnTo>
                  <a:lnTo>
                    <a:pt x="80625" y="0"/>
                  </a:lnTo>
                  <a:lnTo>
                    <a:pt x="81683" y="0"/>
                  </a:lnTo>
                  <a:lnTo>
                    <a:pt x="82741" y="0"/>
                  </a:lnTo>
                  <a:lnTo>
                    <a:pt x="83799" y="0"/>
                  </a:lnTo>
                  <a:lnTo>
                    <a:pt x="84857" y="0"/>
                  </a:lnTo>
                  <a:lnTo>
                    <a:pt x="85915" y="0"/>
                  </a:lnTo>
                  <a:lnTo>
                    <a:pt x="86972" y="0"/>
                  </a:lnTo>
                  <a:lnTo>
                    <a:pt x="88030" y="0"/>
                  </a:lnTo>
                  <a:lnTo>
                    <a:pt x="89088" y="0"/>
                  </a:lnTo>
                  <a:lnTo>
                    <a:pt x="90146" y="0"/>
                  </a:lnTo>
                  <a:lnTo>
                    <a:pt x="91204" y="0"/>
                  </a:lnTo>
                  <a:lnTo>
                    <a:pt x="92262" y="0"/>
                  </a:lnTo>
                  <a:lnTo>
                    <a:pt x="93320" y="0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490734" y="153419"/>
              <a:ext cx="8532431" cy="3109058"/>
            </a:xfrm>
            <a:custGeom>
              <a:avLst/>
              <a:pathLst>
                <a:path w="8532431" h="3109058">
                  <a:moveTo>
                    <a:pt x="0" y="3012759"/>
                  </a:moveTo>
                  <a:lnTo>
                    <a:pt x="952" y="3012759"/>
                  </a:lnTo>
                  <a:lnTo>
                    <a:pt x="2009" y="3012759"/>
                  </a:lnTo>
                  <a:lnTo>
                    <a:pt x="3067" y="3012759"/>
                  </a:lnTo>
                  <a:lnTo>
                    <a:pt x="4125" y="3012759"/>
                  </a:lnTo>
                  <a:lnTo>
                    <a:pt x="5183" y="3012759"/>
                  </a:lnTo>
                  <a:lnTo>
                    <a:pt x="6241" y="3012759"/>
                  </a:lnTo>
                  <a:lnTo>
                    <a:pt x="7299" y="3012759"/>
                  </a:lnTo>
                  <a:lnTo>
                    <a:pt x="8356" y="3012759"/>
                  </a:lnTo>
                  <a:lnTo>
                    <a:pt x="9414" y="3012759"/>
                  </a:lnTo>
                  <a:lnTo>
                    <a:pt x="10472" y="3012759"/>
                  </a:lnTo>
                  <a:lnTo>
                    <a:pt x="11530" y="3012759"/>
                  </a:lnTo>
                  <a:lnTo>
                    <a:pt x="12588" y="3012759"/>
                  </a:lnTo>
                  <a:lnTo>
                    <a:pt x="13646" y="3012759"/>
                  </a:lnTo>
                  <a:lnTo>
                    <a:pt x="14703" y="3012759"/>
                  </a:lnTo>
                  <a:lnTo>
                    <a:pt x="15761" y="3012759"/>
                  </a:lnTo>
                  <a:lnTo>
                    <a:pt x="16819" y="3012759"/>
                  </a:lnTo>
                  <a:lnTo>
                    <a:pt x="17877" y="3012759"/>
                  </a:lnTo>
                  <a:lnTo>
                    <a:pt x="18935" y="3012759"/>
                  </a:lnTo>
                  <a:lnTo>
                    <a:pt x="19993" y="3012759"/>
                  </a:lnTo>
                  <a:lnTo>
                    <a:pt x="21051" y="3012759"/>
                  </a:lnTo>
                  <a:lnTo>
                    <a:pt x="22108" y="3012759"/>
                  </a:lnTo>
                  <a:lnTo>
                    <a:pt x="23166" y="3012759"/>
                  </a:lnTo>
                  <a:lnTo>
                    <a:pt x="24224" y="3012759"/>
                  </a:lnTo>
                  <a:lnTo>
                    <a:pt x="25282" y="3012759"/>
                  </a:lnTo>
                  <a:lnTo>
                    <a:pt x="26340" y="3010310"/>
                  </a:lnTo>
                  <a:lnTo>
                    <a:pt x="27398" y="3007903"/>
                  </a:lnTo>
                  <a:lnTo>
                    <a:pt x="28455" y="3005540"/>
                  </a:lnTo>
                  <a:lnTo>
                    <a:pt x="29513" y="3003271"/>
                  </a:lnTo>
                  <a:lnTo>
                    <a:pt x="30571" y="3001106"/>
                  </a:lnTo>
                  <a:lnTo>
                    <a:pt x="31629" y="2998989"/>
                  </a:lnTo>
                  <a:lnTo>
                    <a:pt x="32687" y="2996831"/>
                  </a:lnTo>
                  <a:lnTo>
                    <a:pt x="33745" y="2994669"/>
                  </a:lnTo>
                  <a:lnTo>
                    <a:pt x="34802" y="2992500"/>
                  </a:lnTo>
                  <a:lnTo>
                    <a:pt x="35860" y="2990311"/>
                  </a:lnTo>
                  <a:lnTo>
                    <a:pt x="36918" y="2988103"/>
                  </a:lnTo>
                  <a:lnTo>
                    <a:pt x="37976" y="2985838"/>
                  </a:lnTo>
                  <a:lnTo>
                    <a:pt x="39034" y="2983492"/>
                  </a:lnTo>
                  <a:lnTo>
                    <a:pt x="40092" y="2981035"/>
                  </a:lnTo>
                  <a:lnTo>
                    <a:pt x="41149" y="2978551"/>
                  </a:lnTo>
                  <a:lnTo>
                    <a:pt x="42207" y="2976109"/>
                  </a:lnTo>
                  <a:lnTo>
                    <a:pt x="43265" y="2973717"/>
                  </a:lnTo>
                  <a:lnTo>
                    <a:pt x="44323" y="2971351"/>
                  </a:lnTo>
                  <a:lnTo>
                    <a:pt x="45381" y="2969009"/>
                  </a:lnTo>
                  <a:lnTo>
                    <a:pt x="46439" y="2966692"/>
                  </a:lnTo>
                  <a:lnTo>
                    <a:pt x="47497" y="2964371"/>
                  </a:lnTo>
                  <a:lnTo>
                    <a:pt x="48554" y="2961996"/>
                  </a:lnTo>
                  <a:lnTo>
                    <a:pt x="49612" y="2959541"/>
                  </a:lnTo>
                  <a:lnTo>
                    <a:pt x="50670" y="2957010"/>
                  </a:lnTo>
                  <a:lnTo>
                    <a:pt x="51728" y="2954415"/>
                  </a:lnTo>
                  <a:lnTo>
                    <a:pt x="52786" y="2951833"/>
                  </a:lnTo>
                  <a:lnTo>
                    <a:pt x="53844" y="2949331"/>
                  </a:lnTo>
                  <a:lnTo>
                    <a:pt x="54901" y="2946906"/>
                  </a:lnTo>
                  <a:lnTo>
                    <a:pt x="55959" y="2944583"/>
                  </a:lnTo>
                  <a:lnTo>
                    <a:pt x="57017" y="2942406"/>
                  </a:lnTo>
                  <a:lnTo>
                    <a:pt x="58075" y="2940327"/>
                  </a:lnTo>
                  <a:lnTo>
                    <a:pt x="59133" y="2938311"/>
                  </a:lnTo>
                  <a:lnTo>
                    <a:pt x="60191" y="2936358"/>
                  </a:lnTo>
                  <a:lnTo>
                    <a:pt x="61248" y="2934530"/>
                  </a:lnTo>
                  <a:lnTo>
                    <a:pt x="62306" y="2932826"/>
                  </a:lnTo>
                  <a:lnTo>
                    <a:pt x="63364" y="2931252"/>
                  </a:lnTo>
                  <a:lnTo>
                    <a:pt x="64422" y="2929834"/>
                  </a:lnTo>
                  <a:lnTo>
                    <a:pt x="65480" y="2928605"/>
                  </a:lnTo>
                  <a:lnTo>
                    <a:pt x="66538" y="2927649"/>
                  </a:lnTo>
                  <a:lnTo>
                    <a:pt x="67595" y="2927053"/>
                  </a:lnTo>
                  <a:lnTo>
                    <a:pt x="68653" y="2926761"/>
                  </a:lnTo>
                  <a:lnTo>
                    <a:pt x="69711" y="2926659"/>
                  </a:lnTo>
                  <a:lnTo>
                    <a:pt x="70769" y="2926789"/>
                  </a:lnTo>
                  <a:lnTo>
                    <a:pt x="71827" y="2927195"/>
                  </a:lnTo>
                  <a:lnTo>
                    <a:pt x="72885" y="2927845"/>
                  </a:lnTo>
                  <a:lnTo>
                    <a:pt x="73943" y="2928703"/>
                  </a:lnTo>
                  <a:lnTo>
                    <a:pt x="75000" y="2929717"/>
                  </a:lnTo>
                  <a:lnTo>
                    <a:pt x="76058" y="2930850"/>
                  </a:lnTo>
                  <a:lnTo>
                    <a:pt x="77116" y="2932057"/>
                  </a:lnTo>
                  <a:lnTo>
                    <a:pt x="78174" y="2933420"/>
                  </a:lnTo>
                  <a:lnTo>
                    <a:pt x="79232" y="2935025"/>
                  </a:lnTo>
                  <a:lnTo>
                    <a:pt x="80290" y="2936887"/>
                  </a:lnTo>
                  <a:lnTo>
                    <a:pt x="81347" y="2938991"/>
                  </a:lnTo>
                  <a:lnTo>
                    <a:pt x="82405" y="2941287"/>
                  </a:lnTo>
                  <a:lnTo>
                    <a:pt x="83463" y="2943713"/>
                  </a:lnTo>
                  <a:lnTo>
                    <a:pt x="84521" y="2946236"/>
                  </a:lnTo>
                  <a:lnTo>
                    <a:pt x="85579" y="2948849"/>
                  </a:lnTo>
                  <a:lnTo>
                    <a:pt x="86637" y="2951515"/>
                  </a:lnTo>
                  <a:lnTo>
                    <a:pt x="87694" y="2954192"/>
                  </a:lnTo>
                  <a:lnTo>
                    <a:pt x="88752" y="2956898"/>
                  </a:lnTo>
                  <a:lnTo>
                    <a:pt x="89810" y="2959652"/>
                  </a:lnTo>
                  <a:lnTo>
                    <a:pt x="90868" y="2962485"/>
                  </a:lnTo>
                  <a:lnTo>
                    <a:pt x="91926" y="2965456"/>
                  </a:lnTo>
                  <a:lnTo>
                    <a:pt x="92984" y="2968587"/>
                  </a:lnTo>
                  <a:lnTo>
                    <a:pt x="94041" y="2971765"/>
                  </a:lnTo>
                  <a:lnTo>
                    <a:pt x="95099" y="2974894"/>
                  </a:lnTo>
                  <a:lnTo>
                    <a:pt x="96157" y="2977953"/>
                  </a:lnTo>
                  <a:lnTo>
                    <a:pt x="97215" y="2980998"/>
                  </a:lnTo>
                  <a:lnTo>
                    <a:pt x="98273" y="2984056"/>
                  </a:lnTo>
                  <a:lnTo>
                    <a:pt x="99331" y="2987126"/>
                  </a:lnTo>
                  <a:lnTo>
                    <a:pt x="100389" y="2990226"/>
                  </a:lnTo>
                  <a:lnTo>
                    <a:pt x="101446" y="2993444"/>
                  </a:lnTo>
                  <a:lnTo>
                    <a:pt x="102504" y="2996803"/>
                  </a:lnTo>
                  <a:lnTo>
                    <a:pt x="103562" y="3000302"/>
                  </a:lnTo>
                  <a:lnTo>
                    <a:pt x="104620" y="3003942"/>
                  </a:lnTo>
                  <a:lnTo>
                    <a:pt x="105678" y="3007685"/>
                  </a:lnTo>
                  <a:lnTo>
                    <a:pt x="106736" y="3011465"/>
                  </a:lnTo>
                  <a:lnTo>
                    <a:pt x="107793" y="3015274"/>
                  </a:lnTo>
                  <a:lnTo>
                    <a:pt x="108851" y="3019090"/>
                  </a:lnTo>
                  <a:lnTo>
                    <a:pt x="109909" y="3022915"/>
                  </a:lnTo>
                  <a:lnTo>
                    <a:pt x="110967" y="3026701"/>
                  </a:lnTo>
                  <a:lnTo>
                    <a:pt x="112025" y="3030456"/>
                  </a:lnTo>
                  <a:lnTo>
                    <a:pt x="113083" y="3034179"/>
                  </a:lnTo>
                  <a:lnTo>
                    <a:pt x="114140" y="3037871"/>
                  </a:lnTo>
                  <a:lnTo>
                    <a:pt x="115198" y="3041469"/>
                  </a:lnTo>
                  <a:lnTo>
                    <a:pt x="116256" y="3044960"/>
                  </a:lnTo>
                  <a:lnTo>
                    <a:pt x="117314" y="3048342"/>
                  </a:lnTo>
                  <a:lnTo>
                    <a:pt x="118372" y="3051586"/>
                  </a:lnTo>
                  <a:lnTo>
                    <a:pt x="119430" y="3054692"/>
                  </a:lnTo>
                  <a:lnTo>
                    <a:pt x="120487" y="3057575"/>
                  </a:lnTo>
                  <a:lnTo>
                    <a:pt x="121545" y="3060231"/>
                  </a:lnTo>
                  <a:lnTo>
                    <a:pt x="122603" y="3062723"/>
                  </a:lnTo>
                  <a:lnTo>
                    <a:pt x="123661" y="3065049"/>
                  </a:lnTo>
                  <a:lnTo>
                    <a:pt x="124719" y="3067143"/>
                  </a:lnTo>
                  <a:lnTo>
                    <a:pt x="125777" y="3069030"/>
                  </a:lnTo>
                  <a:lnTo>
                    <a:pt x="126835" y="3070715"/>
                  </a:lnTo>
                  <a:lnTo>
                    <a:pt x="127892" y="3072228"/>
                  </a:lnTo>
                  <a:lnTo>
                    <a:pt x="128950" y="3073592"/>
                  </a:lnTo>
                  <a:lnTo>
                    <a:pt x="130008" y="3074821"/>
                  </a:lnTo>
                  <a:lnTo>
                    <a:pt x="131066" y="3075945"/>
                  </a:lnTo>
                  <a:lnTo>
                    <a:pt x="132124" y="3076919"/>
                  </a:lnTo>
                  <a:lnTo>
                    <a:pt x="133182" y="3077713"/>
                  </a:lnTo>
                  <a:lnTo>
                    <a:pt x="134239" y="3078341"/>
                  </a:lnTo>
                  <a:lnTo>
                    <a:pt x="135297" y="3078804"/>
                  </a:lnTo>
                  <a:lnTo>
                    <a:pt x="136355" y="3079153"/>
                  </a:lnTo>
                  <a:lnTo>
                    <a:pt x="137413" y="3079420"/>
                  </a:lnTo>
                  <a:lnTo>
                    <a:pt x="138471" y="3079695"/>
                  </a:lnTo>
                  <a:lnTo>
                    <a:pt x="139529" y="3080041"/>
                  </a:lnTo>
                  <a:lnTo>
                    <a:pt x="140586" y="3080528"/>
                  </a:lnTo>
                  <a:lnTo>
                    <a:pt x="141644" y="3081058"/>
                  </a:lnTo>
                  <a:lnTo>
                    <a:pt x="142702" y="3081550"/>
                  </a:lnTo>
                  <a:lnTo>
                    <a:pt x="143760" y="3081993"/>
                  </a:lnTo>
                  <a:lnTo>
                    <a:pt x="144818" y="3082328"/>
                  </a:lnTo>
                  <a:lnTo>
                    <a:pt x="145876" y="3082558"/>
                  </a:lnTo>
                  <a:lnTo>
                    <a:pt x="146933" y="3082777"/>
                  </a:lnTo>
                  <a:lnTo>
                    <a:pt x="147991" y="3083050"/>
                  </a:lnTo>
                  <a:lnTo>
                    <a:pt x="149049" y="3083367"/>
                  </a:lnTo>
                  <a:lnTo>
                    <a:pt x="150107" y="3083658"/>
                  </a:lnTo>
                  <a:lnTo>
                    <a:pt x="151165" y="3083895"/>
                  </a:lnTo>
                  <a:lnTo>
                    <a:pt x="152223" y="3084081"/>
                  </a:lnTo>
                  <a:lnTo>
                    <a:pt x="153281" y="3084195"/>
                  </a:lnTo>
                  <a:lnTo>
                    <a:pt x="154338" y="3084162"/>
                  </a:lnTo>
                  <a:lnTo>
                    <a:pt x="155396" y="3083923"/>
                  </a:lnTo>
                  <a:lnTo>
                    <a:pt x="156454" y="3083479"/>
                  </a:lnTo>
                  <a:lnTo>
                    <a:pt x="157512" y="3082862"/>
                  </a:lnTo>
                  <a:lnTo>
                    <a:pt x="158570" y="3082146"/>
                  </a:lnTo>
                  <a:lnTo>
                    <a:pt x="159628" y="3081388"/>
                  </a:lnTo>
                  <a:lnTo>
                    <a:pt x="160685" y="3080576"/>
                  </a:lnTo>
                  <a:lnTo>
                    <a:pt x="161743" y="3079719"/>
                  </a:lnTo>
                  <a:lnTo>
                    <a:pt x="162801" y="3078756"/>
                  </a:lnTo>
                  <a:lnTo>
                    <a:pt x="163859" y="3077717"/>
                  </a:lnTo>
                  <a:lnTo>
                    <a:pt x="164917" y="3076647"/>
                  </a:lnTo>
                  <a:lnTo>
                    <a:pt x="165975" y="3075608"/>
                  </a:lnTo>
                  <a:lnTo>
                    <a:pt x="167032" y="3074601"/>
                  </a:lnTo>
                  <a:lnTo>
                    <a:pt x="168090" y="3073626"/>
                  </a:lnTo>
                  <a:lnTo>
                    <a:pt x="169148" y="3072683"/>
                  </a:lnTo>
                  <a:lnTo>
                    <a:pt x="170206" y="3071772"/>
                  </a:lnTo>
                  <a:lnTo>
                    <a:pt x="171264" y="3070892"/>
                  </a:lnTo>
                  <a:lnTo>
                    <a:pt x="172322" y="3070044"/>
                  </a:lnTo>
                  <a:lnTo>
                    <a:pt x="173379" y="3069229"/>
                  </a:lnTo>
                  <a:lnTo>
                    <a:pt x="174437" y="3068445"/>
                  </a:lnTo>
                  <a:lnTo>
                    <a:pt x="175495" y="3067693"/>
                  </a:lnTo>
                  <a:lnTo>
                    <a:pt x="176553" y="3066973"/>
                  </a:lnTo>
                  <a:lnTo>
                    <a:pt x="177611" y="3066285"/>
                  </a:lnTo>
                  <a:lnTo>
                    <a:pt x="178669" y="3065624"/>
                  </a:lnTo>
                  <a:lnTo>
                    <a:pt x="179727" y="3064989"/>
                  </a:lnTo>
                  <a:lnTo>
                    <a:pt x="180784" y="3064353"/>
                  </a:lnTo>
                  <a:lnTo>
                    <a:pt x="181842" y="3063718"/>
                  </a:lnTo>
                  <a:lnTo>
                    <a:pt x="182900" y="3063082"/>
                  </a:lnTo>
                  <a:lnTo>
                    <a:pt x="183958" y="3062446"/>
                  </a:lnTo>
                  <a:lnTo>
                    <a:pt x="185016" y="3061811"/>
                  </a:lnTo>
                  <a:lnTo>
                    <a:pt x="186074" y="3061175"/>
                  </a:lnTo>
                  <a:lnTo>
                    <a:pt x="187131" y="3060540"/>
                  </a:lnTo>
                  <a:lnTo>
                    <a:pt x="188189" y="3059904"/>
                  </a:lnTo>
                  <a:lnTo>
                    <a:pt x="189247" y="3059268"/>
                  </a:lnTo>
                  <a:lnTo>
                    <a:pt x="190305" y="3058633"/>
                  </a:lnTo>
                  <a:lnTo>
                    <a:pt x="191363" y="3057974"/>
                  </a:lnTo>
                  <a:lnTo>
                    <a:pt x="192421" y="3057226"/>
                  </a:lnTo>
                  <a:lnTo>
                    <a:pt x="193478" y="3056365"/>
                  </a:lnTo>
                  <a:lnTo>
                    <a:pt x="194536" y="3055457"/>
                  </a:lnTo>
                  <a:lnTo>
                    <a:pt x="195594" y="3054637"/>
                  </a:lnTo>
                  <a:lnTo>
                    <a:pt x="196652" y="3053973"/>
                  </a:lnTo>
                  <a:lnTo>
                    <a:pt x="197710" y="3053470"/>
                  </a:lnTo>
                  <a:lnTo>
                    <a:pt x="198768" y="3053130"/>
                  </a:lnTo>
                  <a:lnTo>
                    <a:pt x="199825" y="3052911"/>
                  </a:lnTo>
                  <a:lnTo>
                    <a:pt x="200883" y="3052769"/>
                  </a:lnTo>
                  <a:lnTo>
                    <a:pt x="201941" y="3052777"/>
                  </a:lnTo>
                  <a:lnTo>
                    <a:pt x="202999" y="3052994"/>
                  </a:lnTo>
                  <a:lnTo>
                    <a:pt x="204057" y="3053464"/>
                  </a:lnTo>
                  <a:lnTo>
                    <a:pt x="205115" y="3054187"/>
                  </a:lnTo>
                  <a:lnTo>
                    <a:pt x="206173" y="3055161"/>
                  </a:lnTo>
                  <a:lnTo>
                    <a:pt x="207230" y="3056406"/>
                  </a:lnTo>
                  <a:lnTo>
                    <a:pt x="208288" y="3057979"/>
                  </a:lnTo>
                  <a:lnTo>
                    <a:pt x="209346" y="3059881"/>
                  </a:lnTo>
                  <a:lnTo>
                    <a:pt x="210404" y="3062076"/>
                  </a:lnTo>
                  <a:lnTo>
                    <a:pt x="211462" y="3064481"/>
                  </a:lnTo>
                  <a:lnTo>
                    <a:pt x="212520" y="3066992"/>
                  </a:lnTo>
                  <a:lnTo>
                    <a:pt x="213577" y="3069599"/>
                  </a:lnTo>
                  <a:lnTo>
                    <a:pt x="214635" y="3072335"/>
                  </a:lnTo>
                  <a:lnTo>
                    <a:pt x="215693" y="3075196"/>
                  </a:lnTo>
                  <a:lnTo>
                    <a:pt x="216751" y="3078210"/>
                  </a:lnTo>
                  <a:lnTo>
                    <a:pt x="217809" y="3081305"/>
                  </a:lnTo>
                  <a:lnTo>
                    <a:pt x="218867" y="3084399"/>
                  </a:lnTo>
                  <a:lnTo>
                    <a:pt x="219924" y="3087429"/>
                  </a:lnTo>
                  <a:lnTo>
                    <a:pt x="220982" y="3090396"/>
                  </a:lnTo>
                  <a:lnTo>
                    <a:pt x="222040" y="3093299"/>
                  </a:lnTo>
                  <a:lnTo>
                    <a:pt x="223098" y="3096139"/>
                  </a:lnTo>
                  <a:lnTo>
                    <a:pt x="224156" y="3098915"/>
                  </a:lnTo>
                  <a:lnTo>
                    <a:pt x="225214" y="3101627"/>
                  </a:lnTo>
                  <a:lnTo>
                    <a:pt x="226271" y="3104275"/>
                  </a:lnTo>
                  <a:lnTo>
                    <a:pt x="227329" y="3106860"/>
                  </a:lnTo>
                  <a:lnTo>
                    <a:pt x="228252" y="3109058"/>
                  </a:lnTo>
                  <a:lnTo>
                    <a:pt x="300773" y="3109058"/>
                  </a:lnTo>
                  <a:lnTo>
                    <a:pt x="301378" y="3107735"/>
                  </a:lnTo>
                  <a:lnTo>
                    <a:pt x="302436" y="3105454"/>
                  </a:lnTo>
                  <a:lnTo>
                    <a:pt x="303494" y="3103204"/>
                  </a:lnTo>
                  <a:lnTo>
                    <a:pt x="304552" y="3100986"/>
                  </a:lnTo>
                  <a:lnTo>
                    <a:pt x="305609" y="3098800"/>
                  </a:lnTo>
                  <a:lnTo>
                    <a:pt x="306667" y="3096646"/>
                  </a:lnTo>
                  <a:lnTo>
                    <a:pt x="307725" y="3094524"/>
                  </a:lnTo>
                  <a:lnTo>
                    <a:pt x="308783" y="3092434"/>
                  </a:lnTo>
                  <a:lnTo>
                    <a:pt x="309841" y="3090376"/>
                  </a:lnTo>
                  <a:lnTo>
                    <a:pt x="310899" y="3088345"/>
                  </a:lnTo>
                  <a:lnTo>
                    <a:pt x="311957" y="3086315"/>
                  </a:lnTo>
                  <a:lnTo>
                    <a:pt x="313014" y="3084285"/>
                  </a:lnTo>
                  <a:lnTo>
                    <a:pt x="314072" y="3082254"/>
                  </a:lnTo>
                  <a:lnTo>
                    <a:pt x="315130" y="3080224"/>
                  </a:lnTo>
                  <a:lnTo>
                    <a:pt x="316188" y="3078194"/>
                  </a:lnTo>
                  <a:lnTo>
                    <a:pt x="317246" y="3076163"/>
                  </a:lnTo>
                  <a:lnTo>
                    <a:pt x="318304" y="3074133"/>
                  </a:lnTo>
                  <a:lnTo>
                    <a:pt x="319361" y="3072191"/>
                  </a:lnTo>
                  <a:lnTo>
                    <a:pt x="320419" y="3070426"/>
                  </a:lnTo>
                  <a:lnTo>
                    <a:pt x="321477" y="3068838"/>
                  </a:lnTo>
                  <a:lnTo>
                    <a:pt x="322535" y="3067426"/>
                  </a:lnTo>
                  <a:lnTo>
                    <a:pt x="323593" y="3066191"/>
                  </a:lnTo>
                  <a:lnTo>
                    <a:pt x="324651" y="3065133"/>
                  </a:lnTo>
                  <a:lnTo>
                    <a:pt x="325708" y="3064252"/>
                  </a:lnTo>
                  <a:lnTo>
                    <a:pt x="326766" y="3063624"/>
                  </a:lnTo>
                  <a:lnTo>
                    <a:pt x="327824" y="3063327"/>
                  </a:lnTo>
                  <a:lnTo>
                    <a:pt x="328882" y="3063359"/>
                  </a:lnTo>
                  <a:lnTo>
                    <a:pt x="329940" y="3063721"/>
                  </a:lnTo>
                  <a:lnTo>
                    <a:pt x="330998" y="3064413"/>
                  </a:lnTo>
                  <a:lnTo>
                    <a:pt x="332055" y="3065435"/>
                  </a:lnTo>
                  <a:lnTo>
                    <a:pt x="333113" y="3066787"/>
                  </a:lnTo>
                  <a:lnTo>
                    <a:pt x="334171" y="3068469"/>
                  </a:lnTo>
                  <a:lnTo>
                    <a:pt x="335229" y="3070404"/>
                  </a:lnTo>
                  <a:lnTo>
                    <a:pt x="336287" y="3072516"/>
                  </a:lnTo>
                  <a:lnTo>
                    <a:pt x="337345" y="3074805"/>
                  </a:lnTo>
                  <a:lnTo>
                    <a:pt x="338403" y="3077271"/>
                  </a:lnTo>
                  <a:lnTo>
                    <a:pt x="339460" y="3079913"/>
                  </a:lnTo>
                  <a:lnTo>
                    <a:pt x="340518" y="3082732"/>
                  </a:lnTo>
                  <a:lnTo>
                    <a:pt x="341576" y="3085729"/>
                  </a:lnTo>
                  <a:lnTo>
                    <a:pt x="342634" y="3088813"/>
                  </a:lnTo>
                  <a:lnTo>
                    <a:pt x="343692" y="3091897"/>
                  </a:lnTo>
                  <a:lnTo>
                    <a:pt x="344750" y="3094982"/>
                  </a:lnTo>
                  <a:lnTo>
                    <a:pt x="345807" y="3098092"/>
                  </a:lnTo>
                  <a:lnTo>
                    <a:pt x="346865" y="3101157"/>
                  </a:lnTo>
                  <a:lnTo>
                    <a:pt x="347923" y="3104138"/>
                  </a:lnTo>
                  <a:lnTo>
                    <a:pt x="348981" y="3107028"/>
                  </a:lnTo>
                  <a:lnTo>
                    <a:pt x="349764" y="3109058"/>
                  </a:lnTo>
                  <a:lnTo>
                    <a:pt x="390336" y="3109058"/>
                  </a:lnTo>
                  <a:lnTo>
                    <a:pt x="391295" y="3106678"/>
                  </a:lnTo>
                  <a:lnTo>
                    <a:pt x="392352" y="3103933"/>
                  </a:lnTo>
                  <a:lnTo>
                    <a:pt x="393410" y="3101068"/>
                  </a:lnTo>
                  <a:lnTo>
                    <a:pt x="394468" y="3098075"/>
                  </a:lnTo>
                  <a:lnTo>
                    <a:pt x="395526" y="3094936"/>
                  </a:lnTo>
                  <a:lnTo>
                    <a:pt x="396584" y="3091741"/>
                  </a:lnTo>
                  <a:lnTo>
                    <a:pt x="397642" y="3088485"/>
                  </a:lnTo>
                  <a:lnTo>
                    <a:pt x="398699" y="3085115"/>
                  </a:lnTo>
                  <a:lnTo>
                    <a:pt x="399757" y="3081651"/>
                  </a:lnTo>
                  <a:lnTo>
                    <a:pt x="400815" y="3078176"/>
                  </a:lnTo>
                  <a:lnTo>
                    <a:pt x="401873" y="3074702"/>
                  </a:lnTo>
                  <a:lnTo>
                    <a:pt x="402931" y="3071288"/>
                  </a:lnTo>
                  <a:lnTo>
                    <a:pt x="403989" y="3068006"/>
                  </a:lnTo>
                  <a:lnTo>
                    <a:pt x="405046" y="3064859"/>
                  </a:lnTo>
                  <a:lnTo>
                    <a:pt x="406104" y="3061837"/>
                  </a:lnTo>
                  <a:lnTo>
                    <a:pt x="407162" y="3058990"/>
                  </a:lnTo>
                  <a:lnTo>
                    <a:pt x="408220" y="3056360"/>
                  </a:lnTo>
                  <a:lnTo>
                    <a:pt x="409278" y="3053947"/>
                  </a:lnTo>
                  <a:lnTo>
                    <a:pt x="410336" y="3051794"/>
                  </a:lnTo>
                  <a:lnTo>
                    <a:pt x="411393" y="3049946"/>
                  </a:lnTo>
                  <a:lnTo>
                    <a:pt x="412451" y="3048404"/>
                  </a:lnTo>
                  <a:lnTo>
                    <a:pt x="413509" y="3047167"/>
                  </a:lnTo>
                  <a:lnTo>
                    <a:pt x="414567" y="3046236"/>
                  </a:lnTo>
                  <a:lnTo>
                    <a:pt x="415625" y="3045585"/>
                  </a:lnTo>
                  <a:lnTo>
                    <a:pt x="416683" y="3045182"/>
                  </a:lnTo>
                  <a:lnTo>
                    <a:pt x="417741" y="3045016"/>
                  </a:lnTo>
                  <a:lnTo>
                    <a:pt x="418798" y="3045008"/>
                  </a:lnTo>
                  <a:lnTo>
                    <a:pt x="419856" y="3045056"/>
                  </a:lnTo>
                  <a:lnTo>
                    <a:pt x="420914" y="3045164"/>
                  </a:lnTo>
                  <a:lnTo>
                    <a:pt x="421972" y="3045393"/>
                  </a:lnTo>
                  <a:lnTo>
                    <a:pt x="423030" y="3045684"/>
                  </a:lnTo>
                  <a:lnTo>
                    <a:pt x="424088" y="3045976"/>
                  </a:lnTo>
                  <a:lnTo>
                    <a:pt x="425145" y="3046267"/>
                  </a:lnTo>
                  <a:lnTo>
                    <a:pt x="426203" y="3046559"/>
                  </a:lnTo>
                  <a:lnTo>
                    <a:pt x="427261" y="3046850"/>
                  </a:lnTo>
                  <a:lnTo>
                    <a:pt x="428319" y="3047142"/>
                  </a:lnTo>
                  <a:lnTo>
                    <a:pt x="429377" y="3047433"/>
                  </a:lnTo>
                  <a:lnTo>
                    <a:pt x="430435" y="3047725"/>
                  </a:lnTo>
                  <a:lnTo>
                    <a:pt x="431492" y="3048026"/>
                  </a:lnTo>
                  <a:lnTo>
                    <a:pt x="432550" y="3048392"/>
                  </a:lnTo>
                  <a:lnTo>
                    <a:pt x="433608" y="3048872"/>
                  </a:lnTo>
                  <a:lnTo>
                    <a:pt x="434666" y="3049436"/>
                  </a:lnTo>
                  <a:lnTo>
                    <a:pt x="435724" y="3050060"/>
                  </a:lnTo>
                  <a:lnTo>
                    <a:pt x="436782" y="3050747"/>
                  </a:lnTo>
                  <a:lnTo>
                    <a:pt x="437839" y="3051497"/>
                  </a:lnTo>
                  <a:lnTo>
                    <a:pt x="438897" y="3052309"/>
                  </a:lnTo>
                  <a:lnTo>
                    <a:pt x="439955" y="3053184"/>
                  </a:lnTo>
                  <a:lnTo>
                    <a:pt x="441013" y="3054122"/>
                  </a:lnTo>
                  <a:lnTo>
                    <a:pt x="442071" y="3055122"/>
                  </a:lnTo>
                  <a:lnTo>
                    <a:pt x="443129" y="3056185"/>
                  </a:lnTo>
                  <a:lnTo>
                    <a:pt x="444187" y="3057310"/>
                  </a:lnTo>
                  <a:lnTo>
                    <a:pt x="445244" y="3058448"/>
                  </a:lnTo>
                  <a:lnTo>
                    <a:pt x="446302" y="3059560"/>
                  </a:lnTo>
                  <a:lnTo>
                    <a:pt x="447360" y="3060655"/>
                  </a:lnTo>
                  <a:lnTo>
                    <a:pt x="448418" y="3061759"/>
                  </a:lnTo>
                  <a:lnTo>
                    <a:pt x="449476" y="3062888"/>
                  </a:lnTo>
                  <a:lnTo>
                    <a:pt x="450534" y="3064045"/>
                  </a:lnTo>
                  <a:lnTo>
                    <a:pt x="451591" y="3065263"/>
                  </a:lnTo>
                  <a:lnTo>
                    <a:pt x="452649" y="3066595"/>
                  </a:lnTo>
                  <a:lnTo>
                    <a:pt x="453707" y="3067995"/>
                  </a:lnTo>
                  <a:lnTo>
                    <a:pt x="454765" y="3069481"/>
                  </a:lnTo>
                  <a:lnTo>
                    <a:pt x="455823" y="3071051"/>
                  </a:lnTo>
                  <a:lnTo>
                    <a:pt x="456881" y="3072657"/>
                  </a:lnTo>
                  <a:lnTo>
                    <a:pt x="457938" y="3074216"/>
                  </a:lnTo>
                  <a:lnTo>
                    <a:pt x="458996" y="3075733"/>
                  </a:lnTo>
                  <a:lnTo>
                    <a:pt x="460054" y="3077199"/>
                  </a:lnTo>
                  <a:lnTo>
                    <a:pt x="461112" y="3078612"/>
                  </a:lnTo>
                  <a:lnTo>
                    <a:pt x="462170" y="3080009"/>
                  </a:lnTo>
                  <a:lnTo>
                    <a:pt x="463228" y="3081346"/>
                  </a:lnTo>
                  <a:lnTo>
                    <a:pt x="464285" y="3082536"/>
                  </a:lnTo>
                  <a:lnTo>
                    <a:pt x="465343" y="3083533"/>
                  </a:lnTo>
                  <a:lnTo>
                    <a:pt x="466401" y="3084336"/>
                  </a:lnTo>
                  <a:lnTo>
                    <a:pt x="467459" y="3084946"/>
                  </a:lnTo>
                  <a:lnTo>
                    <a:pt x="468517" y="3085362"/>
                  </a:lnTo>
                  <a:lnTo>
                    <a:pt x="469575" y="3085611"/>
                  </a:lnTo>
                  <a:lnTo>
                    <a:pt x="470632" y="3085694"/>
                  </a:lnTo>
                  <a:lnTo>
                    <a:pt x="471690" y="3085611"/>
                  </a:lnTo>
                  <a:lnTo>
                    <a:pt x="472748" y="3085386"/>
                  </a:lnTo>
                  <a:lnTo>
                    <a:pt x="473806" y="3085138"/>
                  </a:lnTo>
                  <a:lnTo>
                    <a:pt x="474864" y="3084834"/>
                  </a:lnTo>
                  <a:lnTo>
                    <a:pt x="475922" y="3084467"/>
                  </a:lnTo>
                  <a:lnTo>
                    <a:pt x="476980" y="3084100"/>
                  </a:lnTo>
                  <a:lnTo>
                    <a:pt x="478037" y="3083733"/>
                  </a:lnTo>
                  <a:lnTo>
                    <a:pt x="479095" y="3083366"/>
                  </a:lnTo>
                  <a:lnTo>
                    <a:pt x="480153" y="3082998"/>
                  </a:lnTo>
                  <a:lnTo>
                    <a:pt x="481211" y="3082631"/>
                  </a:lnTo>
                  <a:lnTo>
                    <a:pt x="482269" y="3082264"/>
                  </a:lnTo>
                  <a:lnTo>
                    <a:pt x="483327" y="3081897"/>
                  </a:lnTo>
                  <a:lnTo>
                    <a:pt x="484384" y="3081529"/>
                  </a:lnTo>
                  <a:lnTo>
                    <a:pt x="485442" y="3081153"/>
                  </a:lnTo>
                  <a:lnTo>
                    <a:pt x="486500" y="3080720"/>
                  </a:lnTo>
                  <a:lnTo>
                    <a:pt x="487558" y="3080230"/>
                  </a:lnTo>
                  <a:lnTo>
                    <a:pt x="488616" y="3079712"/>
                  </a:lnTo>
                  <a:lnTo>
                    <a:pt x="489674" y="3079163"/>
                  </a:lnTo>
                  <a:lnTo>
                    <a:pt x="490731" y="3078583"/>
                  </a:lnTo>
                  <a:lnTo>
                    <a:pt x="491789" y="3077971"/>
                  </a:lnTo>
                  <a:lnTo>
                    <a:pt x="492847" y="3077327"/>
                  </a:lnTo>
                  <a:lnTo>
                    <a:pt x="493905" y="3076653"/>
                  </a:lnTo>
                  <a:lnTo>
                    <a:pt x="494963" y="3075947"/>
                  </a:lnTo>
                  <a:lnTo>
                    <a:pt x="496021" y="3075210"/>
                  </a:lnTo>
                  <a:lnTo>
                    <a:pt x="497078" y="3074441"/>
                  </a:lnTo>
                  <a:lnTo>
                    <a:pt x="498136" y="3073692"/>
                  </a:lnTo>
                  <a:lnTo>
                    <a:pt x="499194" y="3073049"/>
                  </a:lnTo>
                  <a:lnTo>
                    <a:pt x="500252" y="3072553"/>
                  </a:lnTo>
                  <a:lnTo>
                    <a:pt x="501310" y="3072164"/>
                  </a:lnTo>
                  <a:lnTo>
                    <a:pt x="502368" y="3071808"/>
                  </a:lnTo>
                  <a:lnTo>
                    <a:pt x="503426" y="3071483"/>
                  </a:lnTo>
                  <a:lnTo>
                    <a:pt x="504483" y="3071178"/>
                  </a:lnTo>
                  <a:lnTo>
                    <a:pt x="505541" y="3070797"/>
                  </a:lnTo>
                  <a:lnTo>
                    <a:pt x="506599" y="3070339"/>
                  </a:lnTo>
                  <a:lnTo>
                    <a:pt x="507657" y="3069802"/>
                  </a:lnTo>
                  <a:lnTo>
                    <a:pt x="508715" y="3069161"/>
                  </a:lnTo>
                  <a:lnTo>
                    <a:pt x="509773" y="3068416"/>
                  </a:lnTo>
                  <a:lnTo>
                    <a:pt x="510830" y="3067625"/>
                  </a:lnTo>
                  <a:lnTo>
                    <a:pt x="511888" y="3066863"/>
                  </a:lnTo>
                  <a:lnTo>
                    <a:pt x="512946" y="3066147"/>
                  </a:lnTo>
                  <a:lnTo>
                    <a:pt x="514004" y="3065434"/>
                  </a:lnTo>
                  <a:lnTo>
                    <a:pt x="515062" y="3064649"/>
                  </a:lnTo>
                  <a:lnTo>
                    <a:pt x="516120" y="3063755"/>
                  </a:lnTo>
                  <a:lnTo>
                    <a:pt x="517177" y="3062817"/>
                  </a:lnTo>
                  <a:lnTo>
                    <a:pt x="518235" y="3061936"/>
                  </a:lnTo>
                  <a:lnTo>
                    <a:pt x="519293" y="3061111"/>
                  </a:lnTo>
                  <a:lnTo>
                    <a:pt x="520351" y="3060352"/>
                  </a:lnTo>
                  <a:lnTo>
                    <a:pt x="521409" y="3059737"/>
                  </a:lnTo>
                  <a:lnTo>
                    <a:pt x="522467" y="3059295"/>
                  </a:lnTo>
                  <a:lnTo>
                    <a:pt x="523524" y="3059002"/>
                  </a:lnTo>
                  <a:lnTo>
                    <a:pt x="524582" y="3058864"/>
                  </a:lnTo>
                  <a:lnTo>
                    <a:pt x="525640" y="3058908"/>
                  </a:lnTo>
                  <a:lnTo>
                    <a:pt x="526698" y="3059092"/>
                  </a:lnTo>
                  <a:lnTo>
                    <a:pt x="527756" y="3059326"/>
                  </a:lnTo>
                  <a:lnTo>
                    <a:pt x="528814" y="3059592"/>
                  </a:lnTo>
                  <a:lnTo>
                    <a:pt x="529872" y="3059890"/>
                  </a:lnTo>
                  <a:lnTo>
                    <a:pt x="530929" y="3060220"/>
                  </a:lnTo>
                  <a:lnTo>
                    <a:pt x="531987" y="3060581"/>
                  </a:lnTo>
                  <a:lnTo>
                    <a:pt x="533045" y="3060975"/>
                  </a:lnTo>
                  <a:lnTo>
                    <a:pt x="534103" y="3061400"/>
                  </a:lnTo>
                  <a:lnTo>
                    <a:pt x="535161" y="3061858"/>
                  </a:lnTo>
                  <a:lnTo>
                    <a:pt x="536219" y="3062347"/>
                  </a:lnTo>
                  <a:lnTo>
                    <a:pt x="537276" y="3062867"/>
                  </a:lnTo>
                  <a:lnTo>
                    <a:pt x="538334" y="3063416"/>
                  </a:lnTo>
                  <a:lnTo>
                    <a:pt x="539392" y="3063993"/>
                  </a:lnTo>
                  <a:lnTo>
                    <a:pt x="540450" y="3064596"/>
                  </a:lnTo>
                  <a:lnTo>
                    <a:pt x="541508" y="3065198"/>
                  </a:lnTo>
                  <a:lnTo>
                    <a:pt x="542566" y="3065801"/>
                  </a:lnTo>
                  <a:lnTo>
                    <a:pt x="543623" y="3066403"/>
                  </a:lnTo>
                  <a:lnTo>
                    <a:pt x="544681" y="3067006"/>
                  </a:lnTo>
                  <a:lnTo>
                    <a:pt x="545739" y="3067609"/>
                  </a:lnTo>
                  <a:lnTo>
                    <a:pt x="546797" y="3068236"/>
                  </a:lnTo>
                  <a:lnTo>
                    <a:pt x="547855" y="3068892"/>
                  </a:lnTo>
                  <a:lnTo>
                    <a:pt x="548913" y="3069579"/>
                  </a:lnTo>
                  <a:lnTo>
                    <a:pt x="549970" y="3070327"/>
                  </a:lnTo>
                  <a:lnTo>
                    <a:pt x="551028" y="3071131"/>
                  </a:lnTo>
                  <a:lnTo>
                    <a:pt x="552086" y="3071867"/>
                  </a:lnTo>
                  <a:lnTo>
                    <a:pt x="553144" y="3072482"/>
                  </a:lnTo>
                  <a:lnTo>
                    <a:pt x="554202" y="3073006"/>
                  </a:lnTo>
                  <a:lnTo>
                    <a:pt x="555260" y="3073526"/>
                  </a:lnTo>
                  <a:lnTo>
                    <a:pt x="556318" y="3074131"/>
                  </a:lnTo>
                  <a:lnTo>
                    <a:pt x="557375" y="3074827"/>
                  </a:lnTo>
                  <a:lnTo>
                    <a:pt x="558433" y="3075692"/>
                  </a:lnTo>
                  <a:lnTo>
                    <a:pt x="559491" y="3076790"/>
                  </a:lnTo>
                  <a:lnTo>
                    <a:pt x="560549" y="3078113"/>
                  </a:lnTo>
                  <a:lnTo>
                    <a:pt x="561607" y="3079677"/>
                  </a:lnTo>
                  <a:lnTo>
                    <a:pt x="562665" y="3081404"/>
                  </a:lnTo>
                  <a:lnTo>
                    <a:pt x="563722" y="3083274"/>
                  </a:lnTo>
                  <a:lnTo>
                    <a:pt x="564780" y="3085225"/>
                  </a:lnTo>
                  <a:lnTo>
                    <a:pt x="565838" y="3087224"/>
                  </a:lnTo>
                  <a:lnTo>
                    <a:pt x="566896" y="3089275"/>
                  </a:lnTo>
                  <a:lnTo>
                    <a:pt x="567954" y="3091483"/>
                  </a:lnTo>
                  <a:lnTo>
                    <a:pt x="569012" y="3093897"/>
                  </a:lnTo>
                  <a:lnTo>
                    <a:pt x="570069" y="3096490"/>
                  </a:lnTo>
                  <a:lnTo>
                    <a:pt x="571127" y="3099186"/>
                  </a:lnTo>
                  <a:lnTo>
                    <a:pt x="572185" y="3101934"/>
                  </a:lnTo>
                  <a:lnTo>
                    <a:pt x="573243" y="3104726"/>
                  </a:lnTo>
                  <a:lnTo>
                    <a:pt x="574301" y="3107474"/>
                  </a:lnTo>
                  <a:lnTo>
                    <a:pt x="574953" y="3109058"/>
                  </a:lnTo>
                  <a:lnTo>
                    <a:pt x="636262" y="3109058"/>
                  </a:lnTo>
                  <a:lnTo>
                    <a:pt x="636713" y="3108248"/>
                  </a:lnTo>
                  <a:lnTo>
                    <a:pt x="637771" y="3106343"/>
                  </a:lnTo>
                  <a:lnTo>
                    <a:pt x="638829" y="3104385"/>
                  </a:lnTo>
                  <a:lnTo>
                    <a:pt x="639887" y="3102398"/>
                  </a:lnTo>
                  <a:lnTo>
                    <a:pt x="640945" y="3100382"/>
                  </a:lnTo>
                  <a:lnTo>
                    <a:pt x="642003" y="3098338"/>
                  </a:lnTo>
                  <a:lnTo>
                    <a:pt x="643060" y="3096265"/>
                  </a:lnTo>
                  <a:lnTo>
                    <a:pt x="644118" y="3094095"/>
                  </a:lnTo>
                  <a:lnTo>
                    <a:pt x="645176" y="3091789"/>
                  </a:lnTo>
                  <a:lnTo>
                    <a:pt x="646234" y="3089345"/>
                  </a:lnTo>
                  <a:lnTo>
                    <a:pt x="647292" y="3086763"/>
                  </a:lnTo>
                  <a:lnTo>
                    <a:pt x="648350" y="3084015"/>
                  </a:lnTo>
                  <a:lnTo>
                    <a:pt x="649407" y="3081102"/>
                  </a:lnTo>
                  <a:lnTo>
                    <a:pt x="650465" y="3078025"/>
                  </a:lnTo>
                  <a:lnTo>
                    <a:pt x="651523" y="3074782"/>
                  </a:lnTo>
                  <a:lnTo>
                    <a:pt x="652581" y="3071375"/>
                  </a:lnTo>
                  <a:lnTo>
                    <a:pt x="653639" y="3067838"/>
                  </a:lnTo>
                  <a:lnTo>
                    <a:pt x="654697" y="3064241"/>
                  </a:lnTo>
                  <a:lnTo>
                    <a:pt x="655754" y="3060588"/>
                  </a:lnTo>
                  <a:lnTo>
                    <a:pt x="656812" y="3056982"/>
                  </a:lnTo>
                  <a:lnTo>
                    <a:pt x="657870" y="3053509"/>
                  </a:lnTo>
                  <a:lnTo>
                    <a:pt x="658928" y="3050105"/>
                  </a:lnTo>
                  <a:lnTo>
                    <a:pt x="659986" y="3046833"/>
                  </a:lnTo>
                  <a:lnTo>
                    <a:pt x="661044" y="3043706"/>
                  </a:lnTo>
                  <a:lnTo>
                    <a:pt x="662102" y="3040769"/>
                  </a:lnTo>
                  <a:lnTo>
                    <a:pt x="663159" y="3038123"/>
                  </a:lnTo>
                  <a:lnTo>
                    <a:pt x="664217" y="3035803"/>
                  </a:lnTo>
                  <a:lnTo>
                    <a:pt x="665275" y="3033808"/>
                  </a:lnTo>
                  <a:lnTo>
                    <a:pt x="666333" y="3032135"/>
                  </a:lnTo>
                  <a:lnTo>
                    <a:pt x="667391" y="3030801"/>
                  </a:lnTo>
                  <a:lnTo>
                    <a:pt x="668449" y="3029797"/>
                  </a:lnTo>
                  <a:lnTo>
                    <a:pt x="669506" y="3029024"/>
                  </a:lnTo>
                  <a:lnTo>
                    <a:pt x="670564" y="3028459"/>
                  </a:lnTo>
                  <a:lnTo>
                    <a:pt x="671622" y="3028101"/>
                  </a:lnTo>
                  <a:lnTo>
                    <a:pt x="672680" y="3027868"/>
                  </a:lnTo>
                  <a:lnTo>
                    <a:pt x="673738" y="3027687"/>
                  </a:lnTo>
                  <a:lnTo>
                    <a:pt x="674796" y="3027638"/>
                  </a:lnTo>
                  <a:lnTo>
                    <a:pt x="675853" y="3027733"/>
                  </a:lnTo>
                  <a:lnTo>
                    <a:pt x="676911" y="3027974"/>
                  </a:lnTo>
                  <a:lnTo>
                    <a:pt x="677969" y="3028312"/>
                  </a:lnTo>
                  <a:lnTo>
                    <a:pt x="679027" y="3028663"/>
                  </a:lnTo>
                  <a:lnTo>
                    <a:pt x="680085" y="3028986"/>
                  </a:lnTo>
                  <a:lnTo>
                    <a:pt x="681143" y="3029280"/>
                  </a:lnTo>
                  <a:lnTo>
                    <a:pt x="682200" y="3029518"/>
                  </a:lnTo>
                  <a:lnTo>
                    <a:pt x="683258" y="3029667"/>
                  </a:lnTo>
                  <a:lnTo>
                    <a:pt x="684316" y="3029724"/>
                  </a:lnTo>
                  <a:lnTo>
                    <a:pt x="685374" y="3029752"/>
                  </a:lnTo>
                  <a:lnTo>
                    <a:pt x="686432" y="3029784"/>
                  </a:lnTo>
                  <a:lnTo>
                    <a:pt x="687490" y="3029821"/>
                  </a:lnTo>
                  <a:lnTo>
                    <a:pt x="688548" y="3029861"/>
                  </a:lnTo>
                  <a:lnTo>
                    <a:pt x="689605" y="3029905"/>
                  </a:lnTo>
                  <a:lnTo>
                    <a:pt x="690663" y="3029963"/>
                  </a:lnTo>
                  <a:lnTo>
                    <a:pt x="691721" y="3030122"/>
                  </a:lnTo>
                  <a:lnTo>
                    <a:pt x="692779" y="3030401"/>
                  </a:lnTo>
                  <a:lnTo>
                    <a:pt x="693837" y="3030801"/>
                  </a:lnTo>
                  <a:lnTo>
                    <a:pt x="694895" y="3031323"/>
                  </a:lnTo>
                  <a:lnTo>
                    <a:pt x="695952" y="3031965"/>
                  </a:lnTo>
                  <a:lnTo>
                    <a:pt x="697010" y="3032796"/>
                  </a:lnTo>
                  <a:lnTo>
                    <a:pt x="698068" y="3033947"/>
                  </a:lnTo>
                  <a:lnTo>
                    <a:pt x="699126" y="3035459"/>
                  </a:lnTo>
                  <a:lnTo>
                    <a:pt x="700184" y="3037253"/>
                  </a:lnTo>
                  <a:lnTo>
                    <a:pt x="701242" y="3039349"/>
                  </a:lnTo>
                  <a:lnTo>
                    <a:pt x="702299" y="3041743"/>
                  </a:lnTo>
                  <a:lnTo>
                    <a:pt x="703357" y="3044462"/>
                  </a:lnTo>
                  <a:lnTo>
                    <a:pt x="704415" y="3047521"/>
                  </a:lnTo>
                  <a:lnTo>
                    <a:pt x="705473" y="3050920"/>
                  </a:lnTo>
                  <a:lnTo>
                    <a:pt x="706531" y="3054637"/>
                  </a:lnTo>
                  <a:lnTo>
                    <a:pt x="707589" y="3058511"/>
                  </a:lnTo>
                  <a:lnTo>
                    <a:pt x="708646" y="3062475"/>
                  </a:lnTo>
                  <a:lnTo>
                    <a:pt x="709704" y="3066540"/>
                  </a:lnTo>
                  <a:lnTo>
                    <a:pt x="710762" y="3070630"/>
                  </a:lnTo>
                  <a:lnTo>
                    <a:pt x="711820" y="3074731"/>
                  </a:lnTo>
                  <a:lnTo>
                    <a:pt x="712878" y="3078758"/>
                  </a:lnTo>
                  <a:lnTo>
                    <a:pt x="713936" y="3082574"/>
                  </a:lnTo>
                  <a:lnTo>
                    <a:pt x="714994" y="3086154"/>
                  </a:lnTo>
                  <a:lnTo>
                    <a:pt x="716051" y="3089477"/>
                  </a:lnTo>
                  <a:lnTo>
                    <a:pt x="717109" y="3092489"/>
                  </a:lnTo>
                  <a:lnTo>
                    <a:pt x="718167" y="3095171"/>
                  </a:lnTo>
                  <a:lnTo>
                    <a:pt x="719225" y="3097522"/>
                  </a:lnTo>
                  <a:lnTo>
                    <a:pt x="720283" y="3099528"/>
                  </a:lnTo>
                  <a:lnTo>
                    <a:pt x="721341" y="3101174"/>
                  </a:lnTo>
                  <a:lnTo>
                    <a:pt x="722398" y="3102475"/>
                  </a:lnTo>
                  <a:lnTo>
                    <a:pt x="723456" y="3103529"/>
                  </a:lnTo>
                  <a:lnTo>
                    <a:pt x="724514" y="3104312"/>
                  </a:lnTo>
                  <a:lnTo>
                    <a:pt x="725572" y="3104820"/>
                  </a:lnTo>
                  <a:lnTo>
                    <a:pt x="726630" y="3105048"/>
                  </a:lnTo>
                  <a:lnTo>
                    <a:pt x="727688" y="3104956"/>
                  </a:lnTo>
                  <a:lnTo>
                    <a:pt x="728745" y="3104528"/>
                  </a:lnTo>
                  <a:lnTo>
                    <a:pt x="729803" y="3103814"/>
                  </a:lnTo>
                  <a:lnTo>
                    <a:pt x="730861" y="3102812"/>
                  </a:lnTo>
                  <a:lnTo>
                    <a:pt x="731919" y="3101607"/>
                  </a:lnTo>
                  <a:lnTo>
                    <a:pt x="732977" y="3100279"/>
                  </a:lnTo>
                  <a:lnTo>
                    <a:pt x="734035" y="3098826"/>
                  </a:lnTo>
                  <a:lnTo>
                    <a:pt x="735092" y="3097250"/>
                  </a:lnTo>
                  <a:lnTo>
                    <a:pt x="736150" y="3095553"/>
                  </a:lnTo>
                  <a:lnTo>
                    <a:pt x="737208" y="3093735"/>
                  </a:lnTo>
                  <a:lnTo>
                    <a:pt x="738266" y="3091798"/>
                  </a:lnTo>
                  <a:lnTo>
                    <a:pt x="739324" y="3089737"/>
                  </a:lnTo>
                  <a:lnTo>
                    <a:pt x="740382" y="3087551"/>
                  </a:lnTo>
                  <a:lnTo>
                    <a:pt x="741440" y="3085241"/>
                  </a:lnTo>
                  <a:lnTo>
                    <a:pt x="742497" y="3082859"/>
                  </a:lnTo>
                  <a:lnTo>
                    <a:pt x="743555" y="3080444"/>
                  </a:lnTo>
                  <a:lnTo>
                    <a:pt x="744613" y="3077987"/>
                  </a:lnTo>
                  <a:lnTo>
                    <a:pt x="745671" y="3075442"/>
                  </a:lnTo>
                  <a:lnTo>
                    <a:pt x="746729" y="3072837"/>
                  </a:lnTo>
                  <a:lnTo>
                    <a:pt x="747787" y="3070171"/>
                  </a:lnTo>
                  <a:lnTo>
                    <a:pt x="748844" y="3067444"/>
                  </a:lnTo>
                  <a:lnTo>
                    <a:pt x="749902" y="3064657"/>
                  </a:lnTo>
                  <a:lnTo>
                    <a:pt x="750960" y="3061716"/>
                  </a:lnTo>
                  <a:lnTo>
                    <a:pt x="752018" y="3058552"/>
                  </a:lnTo>
                  <a:lnTo>
                    <a:pt x="753076" y="3055239"/>
                  </a:lnTo>
                  <a:lnTo>
                    <a:pt x="754134" y="3051809"/>
                  </a:lnTo>
                  <a:lnTo>
                    <a:pt x="755191" y="3048186"/>
                  </a:lnTo>
                  <a:lnTo>
                    <a:pt x="756249" y="3044346"/>
                  </a:lnTo>
                  <a:lnTo>
                    <a:pt x="757307" y="3040247"/>
                  </a:lnTo>
                  <a:lnTo>
                    <a:pt x="758365" y="3035876"/>
                  </a:lnTo>
                  <a:lnTo>
                    <a:pt x="759423" y="3031224"/>
                  </a:lnTo>
                  <a:lnTo>
                    <a:pt x="760481" y="3026367"/>
                  </a:lnTo>
                  <a:lnTo>
                    <a:pt x="761538" y="3021461"/>
                  </a:lnTo>
                  <a:lnTo>
                    <a:pt x="762596" y="3016481"/>
                  </a:lnTo>
                  <a:lnTo>
                    <a:pt x="763654" y="3011365"/>
                  </a:lnTo>
                  <a:lnTo>
                    <a:pt x="764712" y="3006112"/>
                  </a:lnTo>
                  <a:lnTo>
                    <a:pt x="765770" y="3000736"/>
                  </a:lnTo>
                  <a:lnTo>
                    <a:pt x="766828" y="2995396"/>
                  </a:lnTo>
                  <a:lnTo>
                    <a:pt x="767886" y="2990165"/>
                  </a:lnTo>
                  <a:lnTo>
                    <a:pt x="768943" y="2985032"/>
                  </a:lnTo>
                  <a:lnTo>
                    <a:pt x="770001" y="2980015"/>
                  </a:lnTo>
                  <a:lnTo>
                    <a:pt x="771059" y="2975201"/>
                  </a:lnTo>
                  <a:lnTo>
                    <a:pt x="772117" y="2970610"/>
                  </a:lnTo>
                  <a:lnTo>
                    <a:pt x="773175" y="2966257"/>
                  </a:lnTo>
                  <a:lnTo>
                    <a:pt x="774233" y="2962106"/>
                  </a:lnTo>
                  <a:lnTo>
                    <a:pt x="775290" y="2958221"/>
                  </a:lnTo>
                  <a:lnTo>
                    <a:pt x="776348" y="2954541"/>
                  </a:lnTo>
                  <a:lnTo>
                    <a:pt x="777406" y="2950971"/>
                  </a:lnTo>
                  <a:lnTo>
                    <a:pt x="778464" y="2947554"/>
                  </a:lnTo>
                  <a:lnTo>
                    <a:pt x="779522" y="2944427"/>
                  </a:lnTo>
                  <a:lnTo>
                    <a:pt x="780580" y="2941646"/>
                  </a:lnTo>
                  <a:lnTo>
                    <a:pt x="781637" y="2939211"/>
                  </a:lnTo>
                  <a:lnTo>
                    <a:pt x="782695" y="2937053"/>
                  </a:lnTo>
                  <a:lnTo>
                    <a:pt x="783753" y="2935112"/>
                  </a:lnTo>
                  <a:lnTo>
                    <a:pt x="784811" y="2933260"/>
                  </a:lnTo>
                  <a:lnTo>
                    <a:pt x="785869" y="2931445"/>
                  </a:lnTo>
                  <a:lnTo>
                    <a:pt x="786927" y="2929634"/>
                  </a:lnTo>
                  <a:lnTo>
                    <a:pt x="787984" y="2927831"/>
                  </a:lnTo>
                  <a:lnTo>
                    <a:pt x="789042" y="2926064"/>
                  </a:lnTo>
                  <a:lnTo>
                    <a:pt x="790100" y="2924395"/>
                  </a:lnTo>
                  <a:lnTo>
                    <a:pt x="791158" y="2922852"/>
                  </a:lnTo>
                  <a:lnTo>
                    <a:pt x="792216" y="2921434"/>
                  </a:lnTo>
                  <a:lnTo>
                    <a:pt x="793274" y="2920140"/>
                  </a:lnTo>
                  <a:lnTo>
                    <a:pt x="794332" y="2918945"/>
                  </a:lnTo>
                  <a:lnTo>
                    <a:pt x="795389" y="2917756"/>
                  </a:lnTo>
                  <a:lnTo>
                    <a:pt x="796447" y="2916512"/>
                  </a:lnTo>
                  <a:lnTo>
                    <a:pt x="797505" y="2915212"/>
                  </a:lnTo>
                  <a:lnTo>
                    <a:pt x="798563" y="2913855"/>
                  </a:lnTo>
                  <a:lnTo>
                    <a:pt x="799621" y="2912418"/>
                  </a:lnTo>
                  <a:lnTo>
                    <a:pt x="800679" y="2910972"/>
                  </a:lnTo>
                  <a:lnTo>
                    <a:pt x="801736" y="2909505"/>
                  </a:lnTo>
                  <a:lnTo>
                    <a:pt x="802794" y="2907957"/>
                  </a:lnTo>
                  <a:lnTo>
                    <a:pt x="803852" y="2906302"/>
                  </a:lnTo>
                  <a:lnTo>
                    <a:pt x="804910" y="2904567"/>
                  </a:lnTo>
                  <a:lnTo>
                    <a:pt x="805968" y="2902731"/>
                  </a:lnTo>
                  <a:lnTo>
                    <a:pt x="807026" y="2900736"/>
                  </a:lnTo>
                  <a:lnTo>
                    <a:pt x="808083" y="2898664"/>
                  </a:lnTo>
                  <a:lnTo>
                    <a:pt x="809141" y="2896572"/>
                  </a:lnTo>
                  <a:lnTo>
                    <a:pt x="810199" y="2894513"/>
                  </a:lnTo>
                  <a:lnTo>
                    <a:pt x="811257" y="2892553"/>
                  </a:lnTo>
                  <a:lnTo>
                    <a:pt x="812315" y="2890708"/>
                  </a:lnTo>
                  <a:lnTo>
                    <a:pt x="813373" y="2889018"/>
                  </a:lnTo>
                  <a:lnTo>
                    <a:pt x="814430" y="2887424"/>
                  </a:lnTo>
                  <a:lnTo>
                    <a:pt x="815488" y="2885936"/>
                  </a:lnTo>
                  <a:lnTo>
                    <a:pt x="816546" y="2884632"/>
                  </a:lnTo>
                  <a:lnTo>
                    <a:pt x="817604" y="2883581"/>
                  </a:lnTo>
                  <a:lnTo>
                    <a:pt x="818662" y="2882854"/>
                  </a:lnTo>
                  <a:lnTo>
                    <a:pt x="819720" y="2882416"/>
                  </a:lnTo>
                  <a:lnTo>
                    <a:pt x="820778" y="2882190"/>
                  </a:lnTo>
                  <a:lnTo>
                    <a:pt x="821835" y="2882165"/>
                  </a:lnTo>
                  <a:lnTo>
                    <a:pt x="822893" y="2882347"/>
                  </a:lnTo>
                  <a:lnTo>
                    <a:pt x="823951" y="2882645"/>
                  </a:lnTo>
                  <a:lnTo>
                    <a:pt x="825009" y="2882995"/>
                  </a:lnTo>
                  <a:lnTo>
                    <a:pt x="826067" y="2883394"/>
                  </a:lnTo>
                  <a:lnTo>
                    <a:pt x="827125" y="2883894"/>
                  </a:lnTo>
                  <a:lnTo>
                    <a:pt x="828182" y="2884508"/>
                  </a:lnTo>
                  <a:lnTo>
                    <a:pt x="829240" y="2885160"/>
                  </a:lnTo>
                  <a:lnTo>
                    <a:pt x="830298" y="2885946"/>
                  </a:lnTo>
                  <a:lnTo>
                    <a:pt x="831356" y="2886850"/>
                  </a:lnTo>
                  <a:lnTo>
                    <a:pt x="832414" y="2887791"/>
                  </a:lnTo>
                  <a:lnTo>
                    <a:pt x="833472" y="2888673"/>
                  </a:lnTo>
                  <a:lnTo>
                    <a:pt x="834529" y="2889549"/>
                  </a:lnTo>
                  <a:lnTo>
                    <a:pt x="835587" y="2890475"/>
                  </a:lnTo>
                  <a:lnTo>
                    <a:pt x="836645" y="2891517"/>
                  </a:lnTo>
                  <a:lnTo>
                    <a:pt x="837703" y="2892770"/>
                  </a:lnTo>
                  <a:lnTo>
                    <a:pt x="838761" y="2894338"/>
                  </a:lnTo>
                  <a:lnTo>
                    <a:pt x="839819" y="2896230"/>
                  </a:lnTo>
                  <a:lnTo>
                    <a:pt x="840876" y="2898439"/>
                  </a:lnTo>
                  <a:lnTo>
                    <a:pt x="841934" y="2900933"/>
                  </a:lnTo>
                  <a:lnTo>
                    <a:pt x="842992" y="2903623"/>
                  </a:lnTo>
                  <a:lnTo>
                    <a:pt x="844050" y="2906416"/>
                  </a:lnTo>
                  <a:lnTo>
                    <a:pt x="845108" y="2909288"/>
                  </a:lnTo>
                  <a:lnTo>
                    <a:pt x="846166" y="2912240"/>
                  </a:lnTo>
                  <a:lnTo>
                    <a:pt x="847224" y="2915297"/>
                  </a:lnTo>
                  <a:lnTo>
                    <a:pt x="848281" y="2918527"/>
                  </a:lnTo>
                  <a:lnTo>
                    <a:pt x="849339" y="2921995"/>
                  </a:lnTo>
                  <a:lnTo>
                    <a:pt x="850397" y="2925670"/>
                  </a:lnTo>
                  <a:lnTo>
                    <a:pt x="851455" y="2929515"/>
                  </a:lnTo>
                  <a:lnTo>
                    <a:pt x="852513" y="2933525"/>
                  </a:lnTo>
                  <a:lnTo>
                    <a:pt x="853571" y="2937624"/>
                  </a:lnTo>
                  <a:lnTo>
                    <a:pt x="854628" y="2941752"/>
                  </a:lnTo>
                  <a:lnTo>
                    <a:pt x="855686" y="2945982"/>
                  </a:lnTo>
                  <a:lnTo>
                    <a:pt x="856744" y="2950401"/>
                  </a:lnTo>
                  <a:lnTo>
                    <a:pt x="857802" y="2955032"/>
                  </a:lnTo>
                  <a:lnTo>
                    <a:pt x="858860" y="2959903"/>
                  </a:lnTo>
                  <a:lnTo>
                    <a:pt x="859918" y="2965045"/>
                  </a:lnTo>
                  <a:lnTo>
                    <a:pt x="860975" y="2970463"/>
                  </a:lnTo>
                  <a:lnTo>
                    <a:pt x="862033" y="2976123"/>
                  </a:lnTo>
                  <a:lnTo>
                    <a:pt x="863091" y="2981999"/>
                  </a:lnTo>
                  <a:lnTo>
                    <a:pt x="864149" y="2988014"/>
                  </a:lnTo>
                  <a:lnTo>
                    <a:pt x="865207" y="2994117"/>
                  </a:lnTo>
                  <a:lnTo>
                    <a:pt x="866265" y="3000291"/>
                  </a:lnTo>
                  <a:lnTo>
                    <a:pt x="867322" y="3006504"/>
                  </a:lnTo>
                  <a:lnTo>
                    <a:pt x="868380" y="3012761"/>
                  </a:lnTo>
                  <a:lnTo>
                    <a:pt x="869438" y="3019048"/>
                  </a:lnTo>
                  <a:lnTo>
                    <a:pt x="870496" y="3025294"/>
                  </a:lnTo>
                  <a:lnTo>
                    <a:pt x="871554" y="3031411"/>
                  </a:lnTo>
                  <a:lnTo>
                    <a:pt x="872612" y="3037327"/>
                  </a:lnTo>
                  <a:lnTo>
                    <a:pt x="873670" y="3043067"/>
                  </a:lnTo>
                  <a:lnTo>
                    <a:pt x="874727" y="3048546"/>
                  </a:lnTo>
                  <a:lnTo>
                    <a:pt x="875785" y="3053761"/>
                  </a:lnTo>
                  <a:lnTo>
                    <a:pt x="876843" y="3058732"/>
                  </a:lnTo>
                  <a:lnTo>
                    <a:pt x="877901" y="3063506"/>
                  </a:lnTo>
                  <a:lnTo>
                    <a:pt x="878959" y="3068037"/>
                  </a:lnTo>
                  <a:lnTo>
                    <a:pt x="880017" y="3072296"/>
                  </a:lnTo>
                  <a:lnTo>
                    <a:pt x="881074" y="3076216"/>
                  </a:lnTo>
                  <a:lnTo>
                    <a:pt x="882132" y="3079817"/>
                  </a:lnTo>
                  <a:lnTo>
                    <a:pt x="883190" y="3083104"/>
                  </a:lnTo>
                  <a:lnTo>
                    <a:pt x="884248" y="3086053"/>
                  </a:lnTo>
                  <a:lnTo>
                    <a:pt x="885306" y="3088683"/>
                  </a:lnTo>
                  <a:lnTo>
                    <a:pt x="886364" y="3091056"/>
                  </a:lnTo>
                  <a:lnTo>
                    <a:pt x="887421" y="3093136"/>
                  </a:lnTo>
                  <a:lnTo>
                    <a:pt x="888479" y="3094882"/>
                  </a:lnTo>
                  <a:lnTo>
                    <a:pt x="889537" y="3096250"/>
                  </a:lnTo>
                  <a:lnTo>
                    <a:pt x="890595" y="3097274"/>
                  </a:lnTo>
                  <a:lnTo>
                    <a:pt x="891653" y="3097865"/>
                  </a:lnTo>
                  <a:lnTo>
                    <a:pt x="892711" y="3098045"/>
                  </a:lnTo>
                  <a:lnTo>
                    <a:pt x="893768" y="3097759"/>
                  </a:lnTo>
                  <a:lnTo>
                    <a:pt x="894826" y="3097046"/>
                  </a:lnTo>
                  <a:lnTo>
                    <a:pt x="895884" y="3095961"/>
                  </a:lnTo>
                  <a:lnTo>
                    <a:pt x="896942" y="3094563"/>
                  </a:lnTo>
                  <a:lnTo>
                    <a:pt x="898000" y="3092922"/>
                  </a:lnTo>
                  <a:lnTo>
                    <a:pt x="899058" y="3091022"/>
                  </a:lnTo>
                  <a:lnTo>
                    <a:pt x="900116" y="3088830"/>
                  </a:lnTo>
                  <a:lnTo>
                    <a:pt x="901173" y="3086256"/>
                  </a:lnTo>
                  <a:lnTo>
                    <a:pt x="902231" y="3083214"/>
                  </a:lnTo>
                  <a:lnTo>
                    <a:pt x="903289" y="3079734"/>
                  </a:lnTo>
                  <a:lnTo>
                    <a:pt x="904347" y="3075853"/>
                  </a:lnTo>
                  <a:lnTo>
                    <a:pt x="905405" y="3071607"/>
                  </a:lnTo>
                  <a:lnTo>
                    <a:pt x="906463" y="3067019"/>
                  </a:lnTo>
                  <a:lnTo>
                    <a:pt x="907520" y="3062162"/>
                  </a:lnTo>
                  <a:lnTo>
                    <a:pt x="908578" y="3057025"/>
                  </a:lnTo>
                  <a:lnTo>
                    <a:pt x="909636" y="3051607"/>
                  </a:lnTo>
                  <a:lnTo>
                    <a:pt x="910694" y="3045868"/>
                  </a:lnTo>
                  <a:lnTo>
                    <a:pt x="911752" y="3039762"/>
                  </a:lnTo>
                  <a:lnTo>
                    <a:pt x="912810" y="3033175"/>
                  </a:lnTo>
                  <a:lnTo>
                    <a:pt x="913867" y="3026083"/>
                  </a:lnTo>
                  <a:lnTo>
                    <a:pt x="914925" y="3018484"/>
                  </a:lnTo>
                  <a:lnTo>
                    <a:pt x="915983" y="3010332"/>
                  </a:lnTo>
                  <a:lnTo>
                    <a:pt x="917041" y="3001673"/>
                  </a:lnTo>
                  <a:lnTo>
                    <a:pt x="918099" y="2992531"/>
                  </a:lnTo>
                  <a:lnTo>
                    <a:pt x="919157" y="2982865"/>
                  </a:lnTo>
                  <a:lnTo>
                    <a:pt x="920214" y="2972640"/>
                  </a:lnTo>
                  <a:lnTo>
                    <a:pt x="921272" y="2961768"/>
                  </a:lnTo>
                  <a:lnTo>
                    <a:pt x="922330" y="2950243"/>
                  </a:lnTo>
                  <a:lnTo>
                    <a:pt x="923388" y="2938063"/>
                  </a:lnTo>
                  <a:lnTo>
                    <a:pt x="924446" y="2925242"/>
                  </a:lnTo>
                  <a:lnTo>
                    <a:pt x="925504" y="2911803"/>
                  </a:lnTo>
                  <a:lnTo>
                    <a:pt x="926562" y="2897742"/>
                  </a:lnTo>
                  <a:lnTo>
                    <a:pt x="927619" y="2883170"/>
                  </a:lnTo>
                  <a:lnTo>
                    <a:pt x="928677" y="2868233"/>
                  </a:lnTo>
                  <a:lnTo>
                    <a:pt x="929735" y="2852898"/>
                  </a:lnTo>
                  <a:lnTo>
                    <a:pt x="930793" y="2837120"/>
                  </a:lnTo>
                  <a:lnTo>
                    <a:pt x="931851" y="2820938"/>
                  </a:lnTo>
                  <a:lnTo>
                    <a:pt x="932909" y="2804404"/>
                  </a:lnTo>
                  <a:lnTo>
                    <a:pt x="933966" y="2787588"/>
                  </a:lnTo>
                  <a:lnTo>
                    <a:pt x="935024" y="2770533"/>
                  </a:lnTo>
                  <a:lnTo>
                    <a:pt x="936082" y="2753284"/>
                  </a:lnTo>
                  <a:lnTo>
                    <a:pt x="937140" y="2735919"/>
                  </a:lnTo>
                  <a:lnTo>
                    <a:pt x="938198" y="2718435"/>
                  </a:lnTo>
                  <a:lnTo>
                    <a:pt x="939256" y="2700774"/>
                  </a:lnTo>
                  <a:lnTo>
                    <a:pt x="940313" y="2682921"/>
                  </a:lnTo>
                  <a:lnTo>
                    <a:pt x="941371" y="2664903"/>
                  </a:lnTo>
                  <a:lnTo>
                    <a:pt x="942429" y="2646728"/>
                  </a:lnTo>
                  <a:lnTo>
                    <a:pt x="943487" y="2628376"/>
                  </a:lnTo>
                  <a:lnTo>
                    <a:pt x="944545" y="2609795"/>
                  </a:lnTo>
                  <a:lnTo>
                    <a:pt x="945603" y="2591030"/>
                  </a:lnTo>
                  <a:lnTo>
                    <a:pt x="946660" y="2572196"/>
                  </a:lnTo>
                  <a:lnTo>
                    <a:pt x="947718" y="2553380"/>
                  </a:lnTo>
                  <a:lnTo>
                    <a:pt x="948776" y="2534518"/>
                  </a:lnTo>
                  <a:lnTo>
                    <a:pt x="949834" y="2515531"/>
                  </a:lnTo>
                  <a:lnTo>
                    <a:pt x="950892" y="2496372"/>
                  </a:lnTo>
                  <a:lnTo>
                    <a:pt x="951950" y="2476987"/>
                  </a:lnTo>
                  <a:lnTo>
                    <a:pt x="953008" y="2457449"/>
                  </a:lnTo>
                  <a:lnTo>
                    <a:pt x="954065" y="2437865"/>
                  </a:lnTo>
                  <a:lnTo>
                    <a:pt x="955123" y="2418404"/>
                  </a:lnTo>
                  <a:lnTo>
                    <a:pt x="956181" y="2399130"/>
                  </a:lnTo>
                  <a:lnTo>
                    <a:pt x="957239" y="2380079"/>
                  </a:lnTo>
                  <a:lnTo>
                    <a:pt x="958297" y="2361276"/>
                  </a:lnTo>
                  <a:lnTo>
                    <a:pt x="959355" y="2342663"/>
                  </a:lnTo>
                  <a:lnTo>
                    <a:pt x="960412" y="2324224"/>
                  </a:lnTo>
                  <a:lnTo>
                    <a:pt x="961470" y="2305957"/>
                  </a:lnTo>
                  <a:lnTo>
                    <a:pt x="962528" y="2287801"/>
                  </a:lnTo>
                  <a:lnTo>
                    <a:pt x="963586" y="2269711"/>
                  </a:lnTo>
                  <a:lnTo>
                    <a:pt x="964644" y="2251818"/>
                  </a:lnTo>
                  <a:lnTo>
                    <a:pt x="965702" y="2234302"/>
                  </a:lnTo>
                  <a:lnTo>
                    <a:pt x="966759" y="2217253"/>
                  </a:lnTo>
                  <a:lnTo>
                    <a:pt x="967817" y="2200707"/>
                  </a:lnTo>
                  <a:lnTo>
                    <a:pt x="968875" y="2184687"/>
                  </a:lnTo>
                  <a:lnTo>
                    <a:pt x="969933" y="2169215"/>
                  </a:lnTo>
                  <a:lnTo>
                    <a:pt x="970991" y="2154240"/>
                  </a:lnTo>
                  <a:lnTo>
                    <a:pt x="972049" y="2139831"/>
                  </a:lnTo>
                  <a:lnTo>
                    <a:pt x="973106" y="2126062"/>
                  </a:lnTo>
                  <a:lnTo>
                    <a:pt x="974164" y="2113009"/>
                  </a:lnTo>
                  <a:lnTo>
                    <a:pt x="975222" y="2100770"/>
                  </a:lnTo>
                  <a:lnTo>
                    <a:pt x="976280" y="2089340"/>
                  </a:lnTo>
                  <a:lnTo>
                    <a:pt x="977338" y="2078652"/>
                  </a:lnTo>
                  <a:lnTo>
                    <a:pt x="978396" y="2068698"/>
                  </a:lnTo>
                  <a:lnTo>
                    <a:pt x="979454" y="2059530"/>
                  </a:lnTo>
                  <a:lnTo>
                    <a:pt x="980511" y="2051134"/>
                  </a:lnTo>
                  <a:lnTo>
                    <a:pt x="981569" y="2043334"/>
                  </a:lnTo>
                  <a:lnTo>
                    <a:pt x="982627" y="2036131"/>
                  </a:lnTo>
                  <a:lnTo>
                    <a:pt x="983685" y="2029573"/>
                  </a:lnTo>
                  <a:lnTo>
                    <a:pt x="984743" y="2023706"/>
                  </a:lnTo>
                  <a:lnTo>
                    <a:pt x="985801" y="2018503"/>
                  </a:lnTo>
                  <a:lnTo>
                    <a:pt x="986858" y="2013956"/>
                  </a:lnTo>
                  <a:lnTo>
                    <a:pt x="987916" y="2009979"/>
                  </a:lnTo>
                  <a:lnTo>
                    <a:pt x="988974" y="2006514"/>
                  </a:lnTo>
                  <a:lnTo>
                    <a:pt x="990032" y="2003449"/>
                  </a:lnTo>
                  <a:lnTo>
                    <a:pt x="991090" y="2000666"/>
                  </a:lnTo>
                  <a:lnTo>
                    <a:pt x="992148" y="1998184"/>
                  </a:lnTo>
                  <a:lnTo>
                    <a:pt x="993205" y="1996071"/>
                  </a:lnTo>
                  <a:lnTo>
                    <a:pt x="994263" y="1994322"/>
                  </a:lnTo>
                  <a:lnTo>
                    <a:pt x="995321" y="1992942"/>
                  </a:lnTo>
                  <a:lnTo>
                    <a:pt x="996379" y="1991947"/>
                  </a:lnTo>
                  <a:lnTo>
                    <a:pt x="997437" y="1991441"/>
                  </a:lnTo>
                  <a:lnTo>
                    <a:pt x="998495" y="1991342"/>
                  </a:lnTo>
                  <a:lnTo>
                    <a:pt x="999552" y="1991534"/>
                  </a:lnTo>
                  <a:lnTo>
                    <a:pt x="1000610" y="1991835"/>
                  </a:lnTo>
                  <a:lnTo>
                    <a:pt x="1001668" y="1992216"/>
                  </a:lnTo>
                  <a:lnTo>
                    <a:pt x="1002726" y="1992730"/>
                  </a:lnTo>
                  <a:lnTo>
                    <a:pt x="1003784" y="1993422"/>
                  </a:lnTo>
                  <a:lnTo>
                    <a:pt x="1004842" y="1994353"/>
                  </a:lnTo>
                  <a:lnTo>
                    <a:pt x="1005900" y="1995537"/>
                  </a:lnTo>
                  <a:lnTo>
                    <a:pt x="1006957" y="1996977"/>
                  </a:lnTo>
                  <a:lnTo>
                    <a:pt x="1008015" y="1998596"/>
                  </a:lnTo>
                  <a:lnTo>
                    <a:pt x="1009073" y="2000284"/>
                  </a:lnTo>
                  <a:lnTo>
                    <a:pt x="1010131" y="2001977"/>
                  </a:lnTo>
                  <a:lnTo>
                    <a:pt x="1011189" y="2003557"/>
                  </a:lnTo>
                  <a:lnTo>
                    <a:pt x="1012247" y="2004967"/>
                  </a:lnTo>
                  <a:lnTo>
                    <a:pt x="1013304" y="2006223"/>
                  </a:lnTo>
                  <a:lnTo>
                    <a:pt x="1014362" y="2007357"/>
                  </a:lnTo>
                  <a:lnTo>
                    <a:pt x="1015420" y="2008403"/>
                  </a:lnTo>
                  <a:lnTo>
                    <a:pt x="1016478" y="2009433"/>
                  </a:lnTo>
                  <a:lnTo>
                    <a:pt x="1017536" y="2010344"/>
                  </a:lnTo>
                  <a:lnTo>
                    <a:pt x="1018594" y="2010996"/>
                  </a:lnTo>
                  <a:lnTo>
                    <a:pt x="1019651" y="2011315"/>
                  </a:lnTo>
                  <a:lnTo>
                    <a:pt x="1020709" y="2011195"/>
                  </a:lnTo>
                  <a:lnTo>
                    <a:pt x="1021767" y="2010634"/>
                  </a:lnTo>
                  <a:lnTo>
                    <a:pt x="1022825" y="2009617"/>
                  </a:lnTo>
                  <a:lnTo>
                    <a:pt x="1023883" y="2008215"/>
                  </a:lnTo>
                  <a:lnTo>
                    <a:pt x="1024941" y="2006490"/>
                  </a:lnTo>
                  <a:lnTo>
                    <a:pt x="1025998" y="2004415"/>
                  </a:lnTo>
                  <a:lnTo>
                    <a:pt x="1027056" y="2001997"/>
                  </a:lnTo>
                  <a:lnTo>
                    <a:pt x="1028114" y="1999241"/>
                  </a:lnTo>
                  <a:lnTo>
                    <a:pt x="1029172" y="1996149"/>
                  </a:lnTo>
                  <a:lnTo>
                    <a:pt x="1030230" y="1992781"/>
                  </a:lnTo>
                  <a:lnTo>
                    <a:pt x="1031288" y="1989252"/>
                  </a:lnTo>
                  <a:lnTo>
                    <a:pt x="1032346" y="1985556"/>
                  </a:lnTo>
                  <a:lnTo>
                    <a:pt x="1033403" y="1981647"/>
                  </a:lnTo>
                  <a:lnTo>
                    <a:pt x="1034461" y="1977547"/>
                  </a:lnTo>
                  <a:lnTo>
                    <a:pt x="1035519" y="1973307"/>
                  </a:lnTo>
                  <a:lnTo>
                    <a:pt x="1036577" y="1968939"/>
                  </a:lnTo>
                  <a:lnTo>
                    <a:pt x="1037635" y="1964421"/>
                  </a:lnTo>
                  <a:lnTo>
                    <a:pt x="1038693" y="1959686"/>
                  </a:lnTo>
                  <a:lnTo>
                    <a:pt x="1039750" y="1954647"/>
                  </a:lnTo>
                  <a:lnTo>
                    <a:pt x="1040808" y="1949358"/>
                  </a:lnTo>
                  <a:lnTo>
                    <a:pt x="1041866" y="1943919"/>
                  </a:lnTo>
                  <a:lnTo>
                    <a:pt x="1042924" y="1938351"/>
                  </a:lnTo>
                  <a:lnTo>
                    <a:pt x="1043982" y="1932758"/>
                  </a:lnTo>
                  <a:lnTo>
                    <a:pt x="1045040" y="1927207"/>
                  </a:lnTo>
                  <a:lnTo>
                    <a:pt x="1046097" y="1921688"/>
                  </a:lnTo>
                  <a:lnTo>
                    <a:pt x="1047155" y="1916171"/>
                  </a:lnTo>
                  <a:lnTo>
                    <a:pt x="1048213" y="1910669"/>
                  </a:lnTo>
                  <a:lnTo>
                    <a:pt x="1049271" y="1905189"/>
                  </a:lnTo>
                  <a:lnTo>
                    <a:pt x="1050329" y="1899666"/>
                  </a:lnTo>
                  <a:lnTo>
                    <a:pt x="1051387" y="1894092"/>
                  </a:lnTo>
                  <a:lnTo>
                    <a:pt x="1052444" y="1888537"/>
                  </a:lnTo>
                  <a:lnTo>
                    <a:pt x="1053502" y="1883063"/>
                  </a:lnTo>
                  <a:lnTo>
                    <a:pt x="1054560" y="1877820"/>
                  </a:lnTo>
                  <a:lnTo>
                    <a:pt x="1055618" y="1872837"/>
                  </a:lnTo>
                  <a:lnTo>
                    <a:pt x="1056676" y="1868092"/>
                  </a:lnTo>
                  <a:lnTo>
                    <a:pt x="1057734" y="1863606"/>
                  </a:lnTo>
                  <a:lnTo>
                    <a:pt x="1058792" y="1859345"/>
                  </a:lnTo>
                  <a:lnTo>
                    <a:pt x="1059849" y="1855248"/>
                  </a:lnTo>
                  <a:lnTo>
                    <a:pt x="1060907" y="1851182"/>
                  </a:lnTo>
                  <a:lnTo>
                    <a:pt x="1061965" y="1847110"/>
                  </a:lnTo>
                  <a:lnTo>
                    <a:pt x="1063023" y="1843058"/>
                  </a:lnTo>
                  <a:lnTo>
                    <a:pt x="1064081" y="1839139"/>
                  </a:lnTo>
                  <a:lnTo>
                    <a:pt x="1065139" y="1835480"/>
                  </a:lnTo>
                  <a:lnTo>
                    <a:pt x="1066196" y="1832137"/>
                  </a:lnTo>
                  <a:lnTo>
                    <a:pt x="1067254" y="1829062"/>
                  </a:lnTo>
                  <a:lnTo>
                    <a:pt x="1068312" y="1826246"/>
                  </a:lnTo>
                  <a:lnTo>
                    <a:pt x="1069370" y="1823719"/>
                  </a:lnTo>
                  <a:lnTo>
                    <a:pt x="1070428" y="1821477"/>
                  </a:lnTo>
                  <a:lnTo>
                    <a:pt x="1071486" y="1819633"/>
                  </a:lnTo>
                  <a:lnTo>
                    <a:pt x="1072543" y="1818150"/>
                  </a:lnTo>
                  <a:lnTo>
                    <a:pt x="1073601" y="1816991"/>
                  </a:lnTo>
                  <a:lnTo>
                    <a:pt x="1074659" y="1816236"/>
                  </a:lnTo>
                  <a:lnTo>
                    <a:pt x="1075717" y="1815889"/>
                  </a:lnTo>
                  <a:lnTo>
                    <a:pt x="1076775" y="1816023"/>
                  </a:lnTo>
                  <a:lnTo>
                    <a:pt x="1077833" y="1816614"/>
                  </a:lnTo>
                  <a:lnTo>
                    <a:pt x="1078890" y="1817678"/>
                  </a:lnTo>
                  <a:lnTo>
                    <a:pt x="1079948" y="1819166"/>
                  </a:lnTo>
                  <a:lnTo>
                    <a:pt x="1081006" y="1820962"/>
                  </a:lnTo>
                  <a:lnTo>
                    <a:pt x="1082064" y="1822966"/>
                  </a:lnTo>
                  <a:lnTo>
                    <a:pt x="1083122" y="1825128"/>
                  </a:lnTo>
                  <a:lnTo>
                    <a:pt x="1084180" y="1827412"/>
                  </a:lnTo>
                  <a:lnTo>
                    <a:pt x="1085238" y="1829791"/>
                  </a:lnTo>
                  <a:lnTo>
                    <a:pt x="1086295" y="1832319"/>
                  </a:lnTo>
                  <a:lnTo>
                    <a:pt x="1087353" y="1835044"/>
                  </a:lnTo>
                  <a:lnTo>
                    <a:pt x="1088411" y="1837984"/>
                  </a:lnTo>
                  <a:lnTo>
                    <a:pt x="1089469" y="1841152"/>
                  </a:lnTo>
                  <a:lnTo>
                    <a:pt x="1090527" y="1844533"/>
                  </a:lnTo>
                  <a:lnTo>
                    <a:pt x="1091585" y="1848194"/>
                  </a:lnTo>
                  <a:lnTo>
                    <a:pt x="1092642" y="1852222"/>
                  </a:lnTo>
                  <a:lnTo>
                    <a:pt x="1093700" y="1856696"/>
                  </a:lnTo>
                  <a:lnTo>
                    <a:pt x="1094758" y="1861506"/>
                  </a:lnTo>
                  <a:lnTo>
                    <a:pt x="1095816" y="1866559"/>
                  </a:lnTo>
                  <a:lnTo>
                    <a:pt x="1096874" y="1871858"/>
                  </a:lnTo>
                  <a:lnTo>
                    <a:pt x="1097932" y="1877439"/>
                  </a:lnTo>
                  <a:lnTo>
                    <a:pt x="1098989" y="1883337"/>
                  </a:lnTo>
                  <a:lnTo>
                    <a:pt x="1100047" y="1889558"/>
                  </a:lnTo>
                  <a:lnTo>
                    <a:pt x="1101105" y="1896143"/>
                  </a:lnTo>
                  <a:lnTo>
                    <a:pt x="1102163" y="1903058"/>
                  </a:lnTo>
                  <a:lnTo>
                    <a:pt x="1103221" y="1910206"/>
                  </a:lnTo>
                  <a:lnTo>
                    <a:pt x="1104279" y="1917563"/>
                  </a:lnTo>
                  <a:lnTo>
                    <a:pt x="1105336" y="1925083"/>
                  </a:lnTo>
                  <a:lnTo>
                    <a:pt x="1106394" y="1932773"/>
                  </a:lnTo>
                  <a:lnTo>
                    <a:pt x="1107452" y="1940569"/>
                  </a:lnTo>
                  <a:lnTo>
                    <a:pt x="1108510" y="1948415"/>
                  </a:lnTo>
                  <a:lnTo>
                    <a:pt x="1109568" y="1956262"/>
                  </a:lnTo>
                  <a:lnTo>
                    <a:pt x="1110626" y="1964111"/>
                  </a:lnTo>
                  <a:lnTo>
                    <a:pt x="1111684" y="1971877"/>
                  </a:lnTo>
                  <a:lnTo>
                    <a:pt x="1112741" y="1979515"/>
                  </a:lnTo>
                  <a:lnTo>
                    <a:pt x="1113799" y="1987134"/>
                  </a:lnTo>
                  <a:lnTo>
                    <a:pt x="1114857" y="1994829"/>
                  </a:lnTo>
                  <a:lnTo>
                    <a:pt x="1115915" y="2002627"/>
                  </a:lnTo>
                  <a:lnTo>
                    <a:pt x="1116973" y="2010462"/>
                  </a:lnTo>
                  <a:lnTo>
                    <a:pt x="1118031" y="2018253"/>
                  </a:lnTo>
                  <a:lnTo>
                    <a:pt x="1119088" y="2025954"/>
                  </a:lnTo>
                  <a:lnTo>
                    <a:pt x="1120146" y="2033614"/>
                  </a:lnTo>
                  <a:lnTo>
                    <a:pt x="1121204" y="2041232"/>
                  </a:lnTo>
                  <a:lnTo>
                    <a:pt x="1122262" y="2048729"/>
                  </a:lnTo>
                  <a:lnTo>
                    <a:pt x="1123320" y="2056031"/>
                  </a:lnTo>
                  <a:lnTo>
                    <a:pt x="1124378" y="2063081"/>
                  </a:lnTo>
                  <a:lnTo>
                    <a:pt x="1125435" y="2069840"/>
                  </a:lnTo>
                  <a:lnTo>
                    <a:pt x="1126493" y="2076410"/>
                  </a:lnTo>
                  <a:lnTo>
                    <a:pt x="1127551" y="2082899"/>
                  </a:lnTo>
                  <a:lnTo>
                    <a:pt x="1128609" y="2089415"/>
                  </a:lnTo>
                  <a:lnTo>
                    <a:pt x="1129667" y="2095794"/>
                  </a:lnTo>
                  <a:lnTo>
                    <a:pt x="1130725" y="2101873"/>
                  </a:lnTo>
                  <a:lnTo>
                    <a:pt x="1131782" y="2107532"/>
                  </a:lnTo>
                  <a:lnTo>
                    <a:pt x="1132840" y="2112706"/>
                  </a:lnTo>
                  <a:lnTo>
                    <a:pt x="1133898" y="2117450"/>
                  </a:lnTo>
                  <a:lnTo>
                    <a:pt x="1134956" y="2121865"/>
                  </a:lnTo>
                  <a:lnTo>
                    <a:pt x="1136014" y="2126075"/>
                  </a:lnTo>
                  <a:lnTo>
                    <a:pt x="1137072" y="2130142"/>
                  </a:lnTo>
                  <a:lnTo>
                    <a:pt x="1138130" y="2133988"/>
                  </a:lnTo>
                  <a:lnTo>
                    <a:pt x="1139187" y="2137619"/>
                  </a:lnTo>
                  <a:lnTo>
                    <a:pt x="1140245" y="2140997"/>
                  </a:lnTo>
                  <a:lnTo>
                    <a:pt x="1141303" y="2144117"/>
                  </a:lnTo>
                  <a:lnTo>
                    <a:pt x="1142361" y="2146948"/>
                  </a:lnTo>
                  <a:lnTo>
                    <a:pt x="1143419" y="2149424"/>
                  </a:lnTo>
                  <a:lnTo>
                    <a:pt x="1144477" y="2151476"/>
                  </a:lnTo>
                  <a:lnTo>
                    <a:pt x="1145534" y="2153078"/>
                  </a:lnTo>
                  <a:lnTo>
                    <a:pt x="1146592" y="2154163"/>
                  </a:lnTo>
                  <a:lnTo>
                    <a:pt x="1147650" y="2154748"/>
                  </a:lnTo>
                  <a:lnTo>
                    <a:pt x="1148708" y="2154929"/>
                  </a:lnTo>
                  <a:lnTo>
                    <a:pt x="1149766" y="2154768"/>
                  </a:lnTo>
                  <a:lnTo>
                    <a:pt x="1150824" y="2154266"/>
                  </a:lnTo>
                  <a:lnTo>
                    <a:pt x="1151881" y="2153331"/>
                  </a:lnTo>
                  <a:lnTo>
                    <a:pt x="1152939" y="2151935"/>
                  </a:lnTo>
                  <a:lnTo>
                    <a:pt x="1153997" y="2150128"/>
                  </a:lnTo>
                  <a:lnTo>
                    <a:pt x="1155055" y="2147899"/>
                  </a:lnTo>
                  <a:lnTo>
                    <a:pt x="1156113" y="2145354"/>
                  </a:lnTo>
                  <a:lnTo>
                    <a:pt x="1157171" y="2142562"/>
                  </a:lnTo>
                  <a:lnTo>
                    <a:pt x="1158228" y="2139609"/>
                  </a:lnTo>
                  <a:lnTo>
                    <a:pt x="1159286" y="2136562"/>
                  </a:lnTo>
                  <a:lnTo>
                    <a:pt x="1160344" y="2133468"/>
                  </a:lnTo>
                  <a:lnTo>
                    <a:pt x="1161402" y="2130384"/>
                  </a:lnTo>
                  <a:lnTo>
                    <a:pt x="1162460" y="2127339"/>
                  </a:lnTo>
                  <a:lnTo>
                    <a:pt x="1163518" y="2124386"/>
                  </a:lnTo>
                  <a:lnTo>
                    <a:pt x="1164576" y="2121667"/>
                  </a:lnTo>
                  <a:lnTo>
                    <a:pt x="1165633" y="2119291"/>
                  </a:lnTo>
                  <a:lnTo>
                    <a:pt x="1166691" y="2117291"/>
                  </a:lnTo>
                  <a:lnTo>
                    <a:pt x="1167749" y="2115580"/>
                  </a:lnTo>
                  <a:lnTo>
                    <a:pt x="1168807" y="2114113"/>
                  </a:lnTo>
                  <a:lnTo>
                    <a:pt x="1169865" y="2112897"/>
                  </a:lnTo>
                  <a:lnTo>
                    <a:pt x="1170923" y="2111985"/>
                  </a:lnTo>
                  <a:lnTo>
                    <a:pt x="1171980" y="2111364"/>
                  </a:lnTo>
                  <a:lnTo>
                    <a:pt x="1173038" y="2111072"/>
                  </a:lnTo>
                  <a:lnTo>
                    <a:pt x="1174096" y="2111070"/>
                  </a:lnTo>
                  <a:lnTo>
                    <a:pt x="1175154" y="2111392"/>
                  </a:lnTo>
                  <a:lnTo>
                    <a:pt x="1176212" y="2112115"/>
                  </a:lnTo>
                  <a:lnTo>
                    <a:pt x="1177270" y="2113248"/>
                  </a:lnTo>
                  <a:lnTo>
                    <a:pt x="1178327" y="2114874"/>
                  </a:lnTo>
                  <a:lnTo>
                    <a:pt x="1179385" y="2117001"/>
                  </a:lnTo>
                  <a:lnTo>
                    <a:pt x="1180443" y="2119499"/>
                  </a:lnTo>
                  <a:lnTo>
                    <a:pt x="1181501" y="2122089"/>
                  </a:lnTo>
                  <a:lnTo>
                    <a:pt x="1182559" y="2124718"/>
                  </a:lnTo>
                  <a:lnTo>
                    <a:pt x="1183617" y="2127577"/>
                  </a:lnTo>
                  <a:lnTo>
                    <a:pt x="1184674" y="2130791"/>
                  </a:lnTo>
                  <a:lnTo>
                    <a:pt x="1185732" y="2134518"/>
                  </a:lnTo>
                  <a:lnTo>
                    <a:pt x="1186790" y="2138779"/>
                  </a:lnTo>
                  <a:lnTo>
                    <a:pt x="1187848" y="2143582"/>
                  </a:lnTo>
                  <a:lnTo>
                    <a:pt x="1188906" y="2148863"/>
                  </a:lnTo>
                  <a:lnTo>
                    <a:pt x="1189964" y="2154482"/>
                  </a:lnTo>
                  <a:lnTo>
                    <a:pt x="1191022" y="2160478"/>
                  </a:lnTo>
                  <a:lnTo>
                    <a:pt x="1192079" y="2166892"/>
                  </a:lnTo>
                  <a:lnTo>
                    <a:pt x="1193137" y="2173702"/>
                  </a:lnTo>
                  <a:lnTo>
                    <a:pt x="1194195" y="2180871"/>
                  </a:lnTo>
                  <a:lnTo>
                    <a:pt x="1195253" y="2188368"/>
                  </a:lnTo>
                  <a:lnTo>
                    <a:pt x="1196311" y="2196229"/>
                  </a:lnTo>
                  <a:lnTo>
                    <a:pt x="1197369" y="2204607"/>
                  </a:lnTo>
                  <a:lnTo>
                    <a:pt x="1198426" y="2213520"/>
                  </a:lnTo>
                  <a:lnTo>
                    <a:pt x="1199484" y="2222945"/>
                  </a:lnTo>
                  <a:lnTo>
                    <a:pt x="1200542" y="2232924"/>
                  </a:lnTo>
                  <a:lnTo>
                    <a:pt x="1201600" y="2243458"/>
                  </a:lnTo>
                  <a:lnTo>
                    <a:pt x="1202658" y="2254520"/>
                  </a:lnTo>
                  <a:lnTo>
                    <a:pt x="1203716" y="2266054"/>
                  </a:lnTo>
                  <a:lnTo>
                    <a:pt x="1204773" y="2278075"/>
                  </a:lnTo>
                  <a:lnTo>
                    <a:pt x="1205831" y="2290620"/>
                  </a:lnTo>
                  <a:lnTo>
                    <a:pt x="1206889" y="2303572"/>
                  </a:lnTo>
                  <a:lnTo>
                    <a:pt x="1207947" y="2316862"/>
                  </a:lnTo>
                  <a:lnTo>
                    <a:pt x="1209005" y="2330476"/>
                  </a:lnTo>
                  <a:lnTo>
                    <a:pt x="1210063" y="2344419"/>
                  </a:lnTo>
                  <a:lnTo>
                    <a:pt x="1211120" y="2358712"/>
                  </a:lnTo>
                  <a:lnTo>
                    <a:pt x="1212178" y="2373303"/>
                  </a:lnTo>
                  <a:lnTo>
                    <a:pt x="1213236" y="2388066"/>
                  </a:lnTo>
                  <a:lnTo>
                    <a:pt x="1214294" y="2402923"/>
                  </a:lnTo>
                  <a:lnTo>
                    <a:pt x="1215352" y="2417873"/>
                  </a:lnTo>
                  <a:lnTo>
                    <a:pt x="1216410" y="2432828"/>
                  </a:lnTo>
                  <a:lnTo>
                    <a:pt x="1217468" y="2447673"/>
                  </a:lnTo>
                  <a:lnTo>
                    <a:pt x="1218525" y="2462286"/>
                  </a:lnTo>
                  <a:lnTo>
                    <a:pt x="1219583" y="2476624"/>
                  </a:lnTo>
                  <a:lnTo>
                    <a:pt x="1220641" y="2490761"/>
                  </a:lnTo>
                  <a:lnTo>
                    <a:pt x="1221699" y="2504809"/>
                  </a:lnTo>
                  <a:lnTo>
                    <a:pt x="1222757" y="2518811"/>
                  </a:lnTo>
                  <a:lnTo>
                    <a:pt x="1223815" y="2532740"/>
                  </a:lnTo>
                  <a:lnTo>
                    <a:pt x="1224872" y="2546597"/>
                  </a:lnTo>
                  <a:lnTo>
                    <a:pt x="1225930" y="2560311"/>
                  </a:lnTo>
                  <a:lnTo>
                    <a:pt x="1226988" y="2573789"/>
                  </a:lnTo>
                  <a:lnTo>
                    <a:pt x="1228046" y="2586939"/>
                  </a:lnTo>
                  <a:lnTo>
                    <a:pt x="1229104" y="2599820"/>
                  </a:lnTo>
                  <a:lnTo>
                    <a:pt x="1230162" y="2612449"/>
                  </a:lnTo>
                  <a:lnTo>
                    <a:pt x="1231219" y="2624826"/>
                  </a:lnTo>
                  <a:lnTo>
                    <a:pt x="1232277" y="2636920"/>
                  </a:lnTo>
                  <a:lnTo>
                    <a:pt x="1233335" y="2648700"/>
                  </a:lnTo>
                  <a:lnTo>
                    <a:pt x="1234393" y="2660272"/>
                  </a:lnTo>
                  <a:lnTo>
                    <a:pt x="1235451" y="2671803"/>
                  </a:lnTo>
                  <a:lnTo>
                    <a:pt x="1236509" y="2683215"/>
                  </a:lnTo>
                  <a:lnTo>
                    <a:pt x="1237566" y="2694431"/>
                  </a:lnTo>
                  <a:lnTo>
                    <a:pt x="1238624" y="2705382"/>
                  </a:lnTo>
                  <a:lnTo>
                    <a:pt x="1239682" y="2715951"/>
                  </a:lnTo>
                  <a:lnTo>
                    <a:pt x="1240740" y="2726115"/>
                  </a:lnTo>
                  <a:lnTo>
                    <a:pt x="1241798" y="2735811"/>
                  </a:lnTo>
                  <a:lnTo>
                    <a:pt x="1242856" y="2745139"/>
                  </a:lnTo>
                  <a:lnTo>
                    <a:pt x="1243914" y="2754218"/>
                  </a:lnTo>
                  <a:lnTo>
                    <a:pt x="1244971" y="2762986"/>
                  </a:lnTo>
                  <a:lnTo>
                    <a:pt x="1246029" y="2771465"/>
                  </a:lnTo>
                  <a:lnTo>
                    <a:pt x="1247087" y="2779655"/>
                  </a:lnTo>
                  <a:lnTo>
                    <a:pt x="1248145" y="2787591"/>
                  </a:lnTo>
                  <a:lnTo>
                    <a:pt x="1249203" y="2795305"/>
                  </a:lnTo>
                  <a:lnTo>
                    <a:pt x="1250261" y="2802717"/>
                  </a:lnTo>
                  <a:lnTo>
                    <a:pt x="1251318" y="2809720"/>
                  </a:lnTo>
                  <a:lnTo>
                    <a:pt x="1252376" y="2816210"/>
                  </a:lnTo>
                  <a:lnTo>
                    <a:pt x="1253434" y="2822175"/>
                  </a:lnTo>
                  <a:lnTo>
                    <a:pt x="1254492" y="2827619"/>
                  </a:lnTo>
                  <a:lnTo>
                    <a:pt x="1255550" y="2832568"/>
                  </a:lnTo>
                  <a:lnTo>
                    <a:pt x="1256608" y="2837028"/>
                  </a:lnTo>
                  <a:lnTo>
                    <a:pt x="1257665" y="2841057"/>
                  </a:lnTo>
                  <a:lnTo>
                    <a:pt x="1258723" y="2844576"/>
                  </a:lnTo>
                  <a:lnTo>
                    <a:pt x="1259781" y="2847587"/>
                  </a:lnTo>
                  <a:lnTo>
                    <a:pt x="1260839" y="2850185"/>
                  </a:lnTo>
                  <a:lnTo>
                    <a:pt x="1261897" y="2852380"/>
                  </a:lnTo>
                  <a:lnTo>
                    <a:pt x="1262955" y="2854172"/>
                  </a:lnTo>
                  <a:lnTo>
                    <a:pt x="1264012" y="2855489"/>
                  </a:lnTo>
                  <a:lnTo>
                    <a:pt x="1265070" y="2856304"/>
                  </a:lnTo>
                  <a:lnTo>
                    <a:pt x="1266128" y="2856680"/>
                  </a:lnTo>
                  <a:lnTo>
                    <a:pt x="1267186" y="2856746"/>
                  </a:lnTo>
                  <a:lnTo>
                    <a:pt x="1268244" y="2856670"/>
                  </a:lnTo>
                  <a:lnTo>
                    <a:pt x="1269302" y="2856442"/>
                  </a:lnTo>
                  <a:lnTo>
                    <a:pt x="1270360" y="2856099"/>
                  </a:lnTo>
                  <a:lnTo>
                    <a:pt x="1271417" y="2855718"/>
                  </a:lnTo>
                  <a:lnTo>
                    <a:pt x="1272475" y="2855282"/>
                  </a:lnTo>
                  <a:lnTo>
                    <a:pt x="1273533" y="2854792"/>
                  </a:lnTo>
                  <a:lnTo>
                    <a:pt x="1274591" y="2854218"/>
                  </a:lnTo>
                  <a:lnTo>
                    <a:pt x="1275649" y="2853494"/>
                  </a:lnTo>
                  <a:lnTo>
                    <a:pt x="1276707" y="2852628"/>
                  </a:lnTo>
                  <a:lnTo>
                    <a:pt x="1277764" y="2851646"/>
                  </a:lnTo>
                  <a:lnTo>
                    <a:pt x="1278822" y="2850547"/>
                  </a:lnTo>
                  <a:lnTo>
                    <a:pt x="1279880" y="2849443"/>
                  </a:lnTo>
                  <a:lnTo>
                    <a:pt x="1280938" y="2848447"/>
                  </a:lnTo>
                  <a:lnTo>
                    <a:pt x="1281996" y="2847578"/>
                  </a:lnTo>
                  <a:lnTo>
                    <a:pt x="1283054" y="2846762"/>
                  </a:lnTo>
                  <a:lnTo>
                    <a:pt x="1284111" y="2845957"/>
                  </a:lnTo>
                  <a:lnTo>
                    <a:pt x="1285169" y="2845164"/>
                  </a:lnTo>
                  <a:lnTo>
                    <a:pt x="1286227" y="2844383"/>
                  </a:lnTo>
                  <a:lnTo>
                    <a:pt x="1287285" y="2843646"/>
                  </a:lnTo>
                  <a:lnTo>
                    <a:pt x="1288343" y="2842940"/>
                  </a:lnTo>
                  <a:lnTo>
                    <a:pt x="1289401" y="2842246"/>
                  </a:lnTo>
                  <a:lnTo>
                    <a:pt x="1290458" y="2841608"/>
                  </a:lnTo>
                  <a:lnTo>
                    <a:pt x="1291516" y="2841059"/>
                  </a:lnTo>
                  <a:lnTo>
                    <a:pt x="1292574" y="2840656"/>
                  </a:lnTo>
                  <a:lnTo>
                    <a:pt x="1293632" y="2840477"/>
                  </a:lnTo>
                  <a:lnTo>
                    <a:pt x="1294690" y="2840603"/>
                  </a:lnTo>
                  <a:lnTo>
                    <a:pt x="1295748" y="2841055"/>
                  </a:lnTo>
                  <a:lnTo>
                    <a:pt x="1296806" y="2841724"/>
                  </a:lnTo>
                  <a:lnTo>
                    <a:pt x="1297863" y="2842557"/>
                  </a:lnTo>
                  <a:lnTo>
                    <a:pt x="1298921" y="2843555"/>
                  </a:lnTo>
                  <a:lnTo>
                    <a:pt x="1299979" y="2844718"/>
                  </a:lnTo>
                  <a:lnTo>
                    <a:pt x="1301037" y="2846047"/>
                  </a:lnTo>
                  <a:lnTo>
                    <a:pt x="1302095" y="2847540"/>
                  </a:lnTo>
                  <a:lnTo>
                    <a:pt x="1303153" y="2849139"/>
                  </a:lnTo>
                  <a:lnTo>
                    <a:pt x="1304210" y="2850865"/>
                  </a:lnTo>
                  <a:lnTo>
                    <a:pt x="1305268" y="2852812"/>
                  </a:lnTo>
                  <a:lnTo>
                    <a:pt x="1306326" y="2855033"/>
                  </a:lnTo>
                  <a:lnTo>
                    <a:pt x="1307384" y="2857523"/>
                  </a:lnTo>
                  <a:lnTo>
                    <a:pt x="1308442" y="2860236"/>
                  </a:lnTo>
                  <a:lnTo>
                    <a:pt x="1309500" y="2863114"/>
                  </a:lnTo>
                  <a:lnTo>
                    <a:pt x="1310557" y="2866075"/>
                  </a:lnTo>
                  <a:lnTo>
                    <a:pt x="1311615" y="2869061"/>
                  </a:lnTo>
                  <a:lnTo>
                    <a:pt x="1312673" y="2872094"/>
                  </a:lnTo>
                  <a:lnTo>
                    <a:pt x="1313731" y="2875175"/>
                  </a:lnTo>
                  <a:lnTo>
                    <a:pt x="1314789" y="2878308"/>
                  </a:lnTo>
                  <a:lnTo>
                    <a:pt x="1315847" y="2881493"/>
                  </a:lnTo>
                  <a:lnTo>
                    <a:pt x="1316904" y="2884729"/>
                  </a:lnTo>
                  <a:lnTo>
                    <a:pt x="1317962" y="2888018"/>
                  </a:lnTo>
                  <a:lnTo>
                    <a:pt x="1319020" y="2891397"/>
                  </a:lnTo>
                  <a:lnTo>
                    <a:pt x="1320078" y="2894731"/>
                  </a:lnTo>
                  <a:lnTo>
                    <a:pt x="1321136" y="2897771"/>
                  </a:lnTo>
                  <a:lnTo>
                    <a:pt x="1322194" y="2900385"/>
                  </a:lnTo>
                  <a:lnTo>
                    <a:pt x="1323252" y="2902600"/>
                  </a:lnTo>
                  <a:lnTo>
                    <a:pt x="1324309" y="2904395"/>
                  </a:lnTo>
                  <a:lnTo>
                    <a:pt x="1325367" y="2905749"/>
                  </a:lnTo>
                  <a:lnTo>
                    <a:pt x="1326425" y="2906639"/>
                  </a:lnTo>
                  <a:lnTo>
                    <a:pt x="1327483" y="2906994"/>
                  </a:lnTo>
                  <a:lnTo>
                    <a:pt x="1328541" y="2906792"/>
                  </a:lnTo>
                  <a:lnTo>
                    <a:pt x="1329599" y="2905994"/>
                  </a:lnTo>
                  <a:lnTo>
                    <a:pt x="1330656" y="2904550"/>
                  </a:lnTo>
                  <a:lnTo>
                    <a:pt x="1331714" y="2902410"/>
                  </a:lnTo>
                  <a:lnTo>
                    <a:pt x="1332772" y="2899532"/>
                  </a:lnTo>
                  <a:lnTo>
                    <a:pt x="1333830" y="2895888"/>
                  </a:lnTo>
                  <a:lnTo>
                    <a:pt x="1334888" y="2891400"/>
                  </a:lnTo>
                  <a:lnTo>
                    <a:pt x="1335946" y="2886130"/>
                  </a:lnTo>
                  <a:lnTo>
                    <a:pt x="1337003" y="2880154"/>
                  </a:lnTo>
                  <a:lnTo>
                    <a:pt x="1338061" y="2873512"/>
                  </a:lnTo>
                  <a:lnTo>
                    <a:pt x="1339119" y="2866179"/>
                  </a:lnTo>
                  <a:lnTo>
                    <a:pt x="1340177" y="2858167"/>
                  </a:lnTo>
                  <a:lnTo>
                    <a:pt x="1341235" y="2849473"/>
                  </a:lnTo>
                  <a:lnTo>
                    <a:pt x="1342293" y="2840056"/>
                  </a:lnTo>
                  <a:lnTo>
                    <a:pt x="1343350" y="2829852"/>
                  </a:lnTo>
                  <a:lnTo>
                    <a:pt x="1344408" y="2818842"/>
                  </a:lnTo>
                  <a:lnTo>
                    <a:pt x="1345466" y="2807034"/>
                  </a:lnTo>
                  <a:lnTo>
                    <a:pt x="1346524" y="2794406"/>
                  </a:lnTo>
                  <a:lnTo>
                    <a:pt x="1347582" y="2780989"/>
                  </a:lnTo>
                  <a:lnTo>
                    <a:pt x="1348640" y="2766738"/>
                  </a:lnTo>
                  <a:lnTo>
                    <a:pt x="1349698" y="2751635"/>
                  </a:lnTo>
                  <a:lnTo>
                    <a:pt x="1350755" y="2735725"/>
                  </a:lnTo>
                  <a:lnTo>
                    <a:pt x="1351813" y="2719002"/>
                  </a:lnTo>
                  <a:lnTo>
                    <a:pt x="1352871" y="2701484"/>
                  </a:lnTo>
                  <a:lnTo>
                    <a:pt x="1353929" y="2683162"/>
                  </a:lnTo>
                  <a:lnTo>
                    <a:pt x="1354987" y="2664015"/>
                  </a:lnTo>
                  <a:lnTo>
                    <a:pt x="1356045" y="2644102"/>
                  </a:lnTo>
                  <a:lnTo>
                    <a:pt x="1357102" y="2623459"/>
                  </a:lnTo>
                  <a:lnTo>
                    <a:pt x="1358160" y="2602098"/>
                  </a:lnTo>
                  <a:lnTo>
                    <a:pt x="1359218" y="2580014"/>
                  </a:lnTo>
                  <a:lnTo>
                    <a:pt x="1360276" y="2557247"/>
                  </a:lnTo>
                  <a:lnTo>
                    <a:pt x="1361334" y="2533806"/>
                  </a:lnTo>
                  <a:lnTo>
                    <a:pt x="1362392" y="2509737"/>
                  </a:lnTo>
                  <a:lnTo>
                    <a:pt x="1363449" y="2485054"/>
                  </a:lnTo>
                  <a:lnTo>
                    <a:pt x="1364507" y="2459891"/>
                  </a:lnTo>
                  <a:lnTo>
                    <a:pt x="1365565" y="2434362"/>
                  </a:lnTo>
                  <a:lnTo>
                    <a:pt x="1366623" y="2408501"/>
                  </a:lnTo>
                  <a:lnTo>
                    <a:pt x="1367681" y="2382293"/>
                  </a:lnTo>
                  <a:lnTo>
                    <a:pt x="1368739" y="2355646"/>
                  </a:lnTo>
                  <a:lnTo>
                    <a:pt x="1369796" y="2328557"/>
                  </a:lnTo>
                  <a:lnTo>
                    <a:pt x="1370854" y="2301056"/>
                  </a:lnTo>
                  <a:lnTo>
                    <a:pt x="1371912" y="2273080"/>
                  </a:lnTo>
                  <a:lnTo>
                    <a:pt x="1372970" y="2244688"/>
                  </a:lnTo>
                  <a:lnTo>
                    <a:pt x="1374028" y="2216082"/>
                  </a:lnTo>
                  <a:lnTo>
                    <a:pt x="1375086" y="2187539"/>
                  </a:lnTo>
                  <a:lnTo>
                    <a:pt x="1376144" y="2159101"/>
                  </a:lnTo>
                  <a:lnTo>
                    <a:pt x="1377201" y="2130772"/>
                  </a:lnTo>
                  <a:lnTo>
                    <a:pt x="1378259" y="2102579"/>
                  </a:lnTo>
                  <a:lnTo>
                    <a:pt x="1379317" y="2074527"/>
                  </a:lnTo>
                  <a:lnTo>
                    <a:pt x="1380375" y="2046621"/>
                  </a:lnTo>
                  <a:lnTo>
                    <a:pt x="1381433" y="2018887"/>
                  </a:lnTo>
                  <a:lnTo>
                    <a:pt x="1382491" y="1991324"/>
                  </a:lnTo>
                  <a:lnTo>
                    <a:pt x="1383548" y="1963951"/>
                  </a:lnTo>
                  <a:lnTo>
                    <a:pt x="1384606" y="1936866"/>
                  </a:lnTo>
                  <a:lnTo>
                    <a:pt x="1385664" y="1910150"/>
                  </a:lnTo>
                  <a:lnTo>
                    <a:pt x="1386722" y="1883795"/>
                  </a:lnTo>
                  <a:lnTo>
                    <a:pt x="1387780" y="1857815"/>
                  </a:lnTo>
                  <a:lnTo>
                    <a:pt x="1388838" y="1832195"/>
                  </a:lnTo>
                  <a:lnTo>
                    <a:pt x="1389895" y="1806861"/>
                  </a:lnTo>
                  <a:lnTo>
                    <a:pt x="1390953" y="1781764"/>
                  </a:lnTo>
                  <a:lnTo>
                    <a:pt x="1392011" y="1756887"/>
                  </a:lnTo>
                  <a:lnTo>
                    <a:pt x="1393069" y="1732247"/>
                  </a:lnTo>
                  <a:lnTo>
                    <a:pt x="1394127" y="1707780"/>
                  </a:lnTo>
                  <a:lnTo>
                    <a:pt x="1395185" y="1683535"/>
                  </a:lnTo>
                  <a:lnTo>
                    <a:pt x="1396242" y="1659635"/>
                  </a:lnTo>
                  <a:lnTo>
                    <a:pt x="1397300" y="1636173"/>
                  </a:lnTo>
                  <a:lnTo>
                    <a:pt x="1398358" y="1613159"/>
                  </a:lnTo>
                  <a:lnTo>
                    <a:pt x="1399416" y="1590593"/>
                  </a:lnTo>
                  <a:lnTo>
                    <a:pt x="1400474" y="1568379"/>
                  </a:lnTo>
                  <a:lnTo>
                    <a:pt x="1401532" y="1546405"/>
                  </a:lnTo>
                  <a:lnTo>
                    <a:pt x="1402590" y="1524730"/>
                  </a:lnTo>
                  <a:lnTo>
                    <a:pt x="1403647" y="1503464"/>
                  </a:lnTo>
                  <a:lnTo>
                    <a:pt x="1404705" y="1482640"/>
                  </a:lnTo>
                  <a:lnTo>
                    <a:pt x="1405763" y="1462264"/>
                  </a:lnTo>
                  <a:lnTo>
                    <a:pt x="1406821" y="1442367"/>
                  </a:lnTo>
                  <a:lnTo>
                    <a:pt x="1407879" y="1422982"/>
                  </a:lnTo>
                  <a:lnTo>
                    <a:pt x="1408937" y="1404221"/>
                  </a:lnTo>
                  <a:lnTo>
                    <a:pt x="1409994" y="1386150"/>
                  </a:lnTo>
                  <a:lnTo>
                    <a:pt x="1411052" y="1368865"/>
                  </a:lnTo>
                  <a:lnTo>
                    <a:pt x="1412110" y="1352361"/>
                  </a:lnTo>
                  <a:lnTo>
                    <a:pt x="1413168" y="1336569"/>
                  </a:lnTo>
                  <a:lnTo>
                    <a:pt x="1414226" y="1321511"/>
                  </a:lnTo>
                  <a:lnTo>
                    <a:pt x="1415284" y="1307201"/>
                  </a:lnTo>
                  <a:lnTo>
                    <a:pt x="1416341" y="1293693"/>
                  </a:lnTo>
                  <a:lnTo>
                    <a:pt x="1417399" y="1281011"/>
                  </a:lnTo>
                  <a:lnTo>
                    <a:pt x="1418457" y="1269076"/>
                  </a:lnTo>
                  <a:lnTo>
                    <a:pt x="1419515" y="1257775"/>
                  </a:lnTo>
                  <a:lnTo>
                    <a:pt x="1420573" y="1247156"/>
                  </a:lnTo>
                  <a:lnTo>
                    <a:pt x="1421631" y="1237349"/>
                  </a:lnTo>
                  <a:lnTo>
                    <a:pt x="1422688" y="1228460"/>
                  </a:lnTo>
                  <a:lnTo>
                    <a:pt x="1423746" y="1220487"/>
                  </a:lnTo>
                  <a:lnTo>
                    <a:pt x="1424804" y="1213347"/>
                  </a:lnTo>
                  <a:lnTo>
                    <a:pt x="1425862" y="1206991"/>
                  </a:lnTo>
                  <a:lnTo>
                    <a:pt x="1426920" y="1201244"/>
                  </a:lnTo>
                  <a:lnTo>
                    <a:pt x="1427978" y="1195965"/>
                  </a:lnTo>
                  <a:lnTo>
                    <a:pt x="1429036" y="1191018"/>
                  </a:lnTo>
                  <a:lnTo>
                    <a:pt x="1430093" y="1186381"/>
                  </a:lnTo>
                  <a:lnTo>
                    <a:pt x="1431151" y="1182101"/>
                  </a:lnTo>
                  <a:lnTo>
                    <a:pt x="1432209" y="1178209"/>
                  </a:lnTo>
                  <a:lnTo>
                    <a:pt x="1433267" y="1174698"/>
                  </a:lnTo>
                  <a:lnTo>
                    <a:pt x="1434325" y="1171565"/>
                  </a:lnTo>
                  <a:lnTo>
                    <a:pt x="1435383" y="1168909"/>
                  </a:lnTo>
                  <a:lnTo>
                    <a:pt x="1436440" y="1166772"/>
                  </a:lnTo>
                  <a:lnTo>
                    <a:pt x="1437498" y="1165154"/>
                  </a:lnTo>
                  <a:lnTo>
                    <a:pt x="1438556" y="1163938"/>
                  </a:lnTo>
                  <a:lnTo>
                    <a:pt x="1439614" y="1163125"/>
                  </a:lnTo>
                  <a:lnTo>
                    <a:pt x="1440672" y="1162769"/>
                  </a:lnTo>
                  <a:lnTo>
                    <a:pt x="1441730" y="1162867"/>
                  </a:lnTo>
                  <a:lnTo>
                    <a:pt x="1442787" y="1163475"/>
                  </a:lnTo>
                  <a:lnTo>
                    <a:pt x="1443845" y="1164601"/>
                  </a:lnTo>
                  <a:lnTo>
                    <a:pt x="1444903" y="1166265"/>
                  </a:lnTo>
                  <a:lnTo>
                    <a:pt x="1445961" y="1168388"/>
                  </a:lnTo>
                  <a:lnTo>
                    <a:pt x="1447019" y="1171052"/>
                  </a:lnTo>
                  <a:lnTo>
                    <a:pt x="1448077" y="1174290"/>
                  </a:lnTo>
                  <a:lnTo>
                    <a:pt x="1449134" y="1178065"/>
                  </a:lnTo>
                  <a:lnTo>
                    <a:pt x="1450192" y="1182275"/>
                  </a:lnTo>
                  <a:lnTo>
                    <a:pt x="1451250" y="1186922"/>
                  </a:lnTo>
                  <a:lnTo>
                    <a:pt x="1452308" y="1191957"/>
                  </a:lnTo>
                  <a:lnTo>
                    <a:pt x="1453366" y="1197362"/>
                  </a:lnTo>
                  <a:lnTo>
                    <a:pt x="1454424" y="1203198"/>
                  </a:lnTo>
                  <a:lnTo>
                    <a:pt x="1455482" y="1209471"/>
                  </a:lnTo>
                  <a:lnTo>
                    <a:pt x="1456539" y="1216025"/>
                  </a:lnTo>
                  <a:lnTo>
                    <a:pt x="1457597" y="1222794"/>
                  </a:lnTo>
                  <a:lnTo>
                    <a:pt x="1458655" y="1229753"/>
                  </a:lnTo>
                  <a:lnTo>
                    <a:pt x="1459713" y="1236853"/>
                  </a:lnTo>
                  <a:lnTo>
                    <a:pt x="1460771" y="1244079"/>
                  </a:lnTo>
                  <a:lnTo>
                    <a:pt x="1461829" y="1251360"/>
                  </a:lnTo>
                  <a:lnTo>
                    <a:pt x="1462886" y="1258563"/>
                  </a:lnTo>
                  <a:lnTo>
                    <a:pt x="1463944" y="1265482"/>
                  </a:lnTo>
                  <a:lnTo>
                    <a:pt x="1465002" y="1272012"/>
                  </a:lnTo>
                  <a:lnTo>
                    <a:pt x="1466060" y="1278218"/>
                  </a:lnTo>
                  <a:lnTo>
                    <a:pt x="1467118" y="1284046"/>
                  </a:lnTo>
                  <a:lnTo>
                    <a:pt x="1468176" y="1289467"/>
                  </a:lnTo>
                  <a:lnTo>
                    <a:pt x="1469233" y="1294393"/>
                  </a:lnTo>
                  <a:lnTo>
                    <a:pt x="1470291" y="1298811"/>
                  </a:lnTo>
                  <a:lnTo>
                    <a:pt x="1471349" y="1302716"/>
                  </a:lnTo>
                  <a:lnTo>
                    <a:pt x="1472407" y="1306224"/>
                  </a:lnTo>
                  <a:lnTo>
                    <a:pt x="1473465" y="1309353"/>
                  </a:lnTo>
                  <a:lnTo>
                    <a:pt x="1474523" y="1312033"/>
                  </a:lnTo>
                  <a:lnTo>
                    <a:pt x="1475580" y="1314144"/>
                  </a:lnTo>
                  <a:lnTo>
                    <a:pt x="1476638" y="1315638"/>
                  </a:lnTo>
                  <a:lnTo>
                    <a:pt x="1477696" y="1316562"/>
                  </a:lnTo>
                  <a:lnTo>
                    <a:pt x="1478754" y="1317111"/>
                  </a:lnTo>
                  <a:lnTo>
                    <a:pt x="1479812" y="1317580"/>
                  </a:lnTo>
                  <a:lnTo>
                    <a:pt x="1480870" y="1318084"/>
                  </a:lnTo>
                  <a:lnTo>
                    <a:pt x="1481928" y="1318736"/>
                  </a:lnTo>
                  <a:lnTo>
                    <a:pt x="1482985" y="1319617"/>
                  </a:lnTo>
                  <a:lnTo>
                    <a:pt x="1484043" y="1320664"/>
                  </a:lnTo>
                  <a:lnTo>
                    <a:pt x="1485101" y="1321882"/>
                  </a:lnTo>
                  <a:lnTo>
                    <a:pt x="1486159" y="1323280"/>
                  </a:lnTo>
                  <a:lnTo>
                    <a:pt x="1487217" y="1324963"/>
                  </a:lnTo>
                  <a:lnTo>
                    <a:pt x="1488275" y="1326988"/>
                  </a:lnTo>
                  <a:lnTo>
                    <a:pt x="1489332" y="1329309"/>
                  </a:lnTo>
                  <a:lnTo>
                    <a:pt x="1490390" y="1331883"/>
                  </a:lnTo>
                  <a:lnTo>
                    <a:pt x="1491448" y="1334776"/>
                  </a:lnTo>
                  <a:lnTo>
                    <a:pt x="1492506" y="1338088"/>
                  </a:lnTo>
                  <a:lnTo>
                    <a:pt x="1493564" y="1341893"/>
                  </a:lnTo>
                  <a:lnTo>
                    <a:pt x="1494622" y="1346194"/>
                  </a:lnTo>
                  <a:lnTo>
                    <a:pt x="1495679" y="1350980"/>
                  </a:lnTo>
                  <a:lnTo>
                    <a:pt x="1496737" y="1356285"/>
                  </a:lnTo>
                  <a:lnTo>
                    <a:pt x="1497795" y="1362153"/>
                  </a:lnTo>
                  <a:lnTo>
                    <a:pt x="1498853" y="1368573"/>
                  </a:lnTo>
                  <a:lnTo>
                    <a:pt x="1499911" y="1375581"/>
                  </a:lnTo>
                  <a:lnTo>
                    <a:pt x="1500969" y="1382998"/>
                  </a:lnTo>
                  <a:lnTo>
                    <a:pt x="1502026" y="1390816"/>
                  </a:lnTo>
                  <a:lnTo>
                    <a:pt x="1503084" y="1399033"/>
                  </a:lnTo>
                  <a:lnTo>
                    <a:pt x="1504142" y="1407575"/>
                  </a:lnTo>
                  <a:lnTo>
                    <a:pt x="1505200" y="1416357"/>
                  </a:lnTo>
                  <a:lnTo>
                    <a:pt x="1506258" y="1425369"/>
                  </a:lnTo>
                  <a:lnTo>
                    <a:pt x="1507316" y="1434572"/>
                  </a:lnTo>
                  <a:lnTo>
                    <a:pt x="1508374" y="1443921"/>
                  </a:lnTo>
                  <a:lnTo>
                    <a:pt x="1509431" y="1453444"/>
                  </a:lnTo>
                  <a:lnTo>
                    <a:pt x="1510489" y="1463112"/>
                  </a:lnTo>
                  <a:lnTo>
                    <a:pt x="1511547" y="1472856"/>
                  </a:lnTo>
                  <a:lnTo>
                    <a:pt x="1512605" y="1482656"/>
                  </a:lnTo>
                  <a:lnTo>
                    <a:pt x="1513663" y="1492496"/>
                  </a:lnTo>
                  <a:lnTo>
                    <a:pt x="1514721" y="1502298"/>
                  </a:lnTo>
                  <a:lnTo>
                    <a:pt x="1515778" y="1512065"/>
                  </a:lnTo>
                  <a:lnTo>
                    <a:pt x="1516836" y="1521876"/>
                  </a:lnTo>
                  <a:lnTo>
                    <a:pt x="1517894" y="1531771"/>
                  </a:lnTo>
                  <a:lnTo>
                    <a:pt x="1518952" y="1541668"/>
                  </a:lnTo>
                  <a:lnTo>
                    <a:pt x="1520010" y="1551592"/>
                  </a:lnTo>
                  <a:lnTo>
                    <a:pt x="1521068" y="1561572"/>
                  </a:lnTo>
                  <a:lnTo>
                    <a:pt x="1522125" y="1571661"/>
                  </a:lnTo>
                  <a:lnTo>
                    <a:pt x="1523183" y="1581868"/>
                  </a:lnTo>
                  <a:lnTo>
                    <a:pt x="1524241" y="1592127"/>
                  </a:lnTo>
                  <a:lnTo>
                    <a:pt x="1525299" y="1602324"/>
                  </a:lnTo>
                  <a:lnTo>
                    <a:pt x="1526357" y="1612314"/>
                  </a:lnTo>
                  <a:lnTo>
                    <a:pt x="1527415" y="1622140"/>
                  </a:lnTo>
                  <a:lnTo>
                    <a:pt x="1528472" y="1631836"/>
                  </a:lnTo>
                  <a:lnTo>
                    <a:pt x="1529530" y="1641402"/>
                  </a:lnTo>
                  <a:lnTo>
                    <a:pt x="1530588" y="1650930"/>
                  </a:lnTo>
                  <a:lnTo>
                    <a:pt x="1531646" y="1660336"/>
                  </a:lnTo>
                  <a:lnTo>
                    <a:pt x="1532704" y="1669395"/>
                  </a:lnTo>
                  <a:lnTo>
                    <a:pt x="1533762" y="1677914"/>
                  </a:lnTo>
                  <a:lnTo>
                    <a:pt x="1534820" y="1685849"/>
                  </a:lnTo>
                  <a:lnTo>
                    <a:pt x="1535877" y="1693094"/>
                  </a:lnTo>
                  <a:lnTo>
                    <a:pt x="1536935" y="1699665"/>
                  </a:lnTo>
                  <a:lnTo>
                    <a:pt x="1537993" y="1705581"/>
                  </a:lnTo>
                  <a:lnTo>
                    <a:pt x="1539051" y="1710804"/>
                  </a:lnTo>
                  <a:lnTo>
                    <a:pt x="1540109" y="1715280"/>
                  </a:lnTo>
                  <a:lnTo>
                    <a:pt x="1541167" y="1718924"/>
                  </a:lnTo>
                  <a:lnTo>
                    <a:pt x="1542224" y="1721778"/>
                  </a:lnTo>
                  <a:lnTo>
                    <a:pt x="1543282" y="1723829"/>
                  </a:lnTo>
                  <a:lnTo>
                    <a:pt x="1544340" y="1725118"/>
                  </a:lnTo>
                  <a:lnTo>
                    <a:pt x="1545398" y="1725633"/>
                  </a:lnTo>
                  <a:lnTo>
                    <a:pt x="1546456" y="1725250"/>
                  </a:lnTo>
                  <a:lnTo>
                    <a:pt x="1547514" y="1723871"/>
                  </a:lnTo>
                  <a:lnTo>
                    <a:pt x="1548571" y="1721483"/>
                  </a:lnTo>
                  <a:lnTo>
                    <a:pt x="1549629" y="1718030"/>
                  </a:lnTo>
                  <a:lnTo>
                    <a:pt x="1550687" y="1713486"/>
                  </a:lnTo>
                  <a:lnTo>
                    <a:pt x="1551745" y="1707925"/>
                  </a:lnTo>
                  <a:lnTo>
                    <a:pt x="1552803" y="1701299"/>
                  </a:lnTo>
                  <a:lnTo>
                    <a:pt x="1553861" y="1693768"/>
                  </a:lnTo>
                  <a:lnTo>
                    <a:pt x="1554918" y="1685389"/>
                  </a:lnTo>
                  <a:lnTo>
                    <a:pt x="1555976" y="1676197"/>
                  </a:lnTo>
                  <a:lnTo>
                    <a:pt x="1557034" y="1666250"/>
                  </a:lnTo>
                  <a:lnTo>
                    <a:pt x="1558092" y="1655665"/>
                  </a:lnTo>
                  <a:lnTo>
                    <a:pt x="1559150" y="1644549"/>
                  </a:lnTo>
                  <a:lnTo>
                    <a:pt x="1560208" y="1632932"/>
                  </a:lnTo>
                  <a:lnTo>
                    <a:pt x="1561266" y="1620895"/>
                  </a:lnTo>
                  <a:lnTo>
                    <a:pt x="1562323" y="1608451"/>
                  </a:lnTo>
                  <a:lnTo>
                    <a:pt x="1563381" y="1595624"/>
                  </a:lnTo>
                  <a:lnTo>
                    <a:pt x="1564439" y="1582540"/>
                  </a:lnTo>
                  <a:lnTo>
                    <a:pt x="1565497" y="1569256"/>
                  </a:lnTo>
                  <a:lnTo>
                    <a:pt x="1566555" y="1555811"/>
                  </a:lnTo>
                  <a:lnTo>
                    <a:pt x="1567613" y="1542282"/>
                  </a:lnTo>
                  <a:lnTo>
                    <a:pt x="1568670" y="1528714"/>
                  </a:lnTo>
                  <a:lnTo>
                    <a:pt x="1569728" y="1515165"/>
                  </a:lnTo>
                  <a:lnTo>
                    <a:pt x="1570786" y="1501701"/>
                  </a:lnTo>
                  <a:lnTo>
                    <a:pt x="1571844" y="1488413"/>
                  </a:lnTo>
                  <a:lnTo>
                    <a:pt x="1572902" y="1475372"/>
                  </a:lnTo>
                  <a:lnTo>
                    <a:pt x="1573960" y="1462534"/>
                  </a:lnTo>
                  <a:lnTo>
                    <a:pt x="1575017" y="1449875"/>
                  </a:lnTo>
                  <a:lnTo>
                    <a:pt x="1576075" y="1437433"/>
                  </a:lnTo>
                  <a:lnTo>
                    <a:pt x="1577133" y="1425246"/>
                  </a:lnTo>
                  <a:lnTo>
                    <a:pt x="1578191" y="1413360"/>
                  </a:lnTo>
                  <a:lnTo>
                    <a:pt x="1579249" y="1401877"/>
                  </a:lnTo>
                  <a:lnTo>
                    <a:pt x="1580307" y="1390802"/>
                  </a:lnTo>
                  <a:lnTo>
                    <a:pt x="1581364" y="1380114"/>
                  </a:lnTo>
                  <a:lnTo>
                    <a:pt x="1582422" y="1369781"/>
                  </a:lnTo>
                  <a:lnTo>
                    <a:pt x="1583480" y="1359785"/>
                  </a:lnTo>
                  <a:lnTo>
                    <a:pt x="1584538" y="1350047"/>
                  </a:lnTo>
                  <a:lnTo>
                    <a:pt x="1585596" y="1340598"/>
                  </a:lnTo>
                  <a:lnTo>
                    <a:pt x="1586654" y="1331473"/>
                  </a:lnTo>
                  <a:lnTo>
                    <a:pt x="1587712" y="1322650"/>
                  </a:lnTo>
                  <a:lnTo>
                    <a:pt x="1588769" y="1314155"/>
                  </a:lnTo>
                  <a:lnTo>
                    <a:pt x="1589827" y="1306026"/>
                  </a:lnTo>
                  <a:lnTo>
                    <a:pt x="1590885" y="1298211"/>
                  </a:lnTo>
                  <a:lnTo>
                    <a:pt x="1591943" y="1290722"/>
                  </a:lnTo>
                  <a:lnTo>
                    <a:pt x="1593001" y="1283532"/>
                  </a:lnTo>
                  <a:lnTo>
                    <a:pt x="1594059" y="1276644"/>
                  </a:lnTo>
                  <a:lnTo>
                    <a:pt x="1595116" y="1269996"/>
                  </a:lnTo>
                  <a:lnTo>
                    <a:pt x="1596174" y="1263555"/>
                  </a:lnTo>
                  <a:lnTo>
                    <a:pt x="1597232" y="1257329"/>
                  </a:lnTo>
                  <a:lnTo>
                    <a:pt x="1598290" y="1251248"/>
                  </a:lnTo>
                  <a:lnTo>
                    <a:pt x="1599348" y="1245256"/>
                  </a:lnTo>
                  <a:lnTo>
                    <a:pt x="1600406" y="1239419"/>
                  </a:lnTo>
                  <a:lnTo>
                    <a:pt x="1601463" y="1233720"/>
                  </a:lnTo>
                  <a:lnTo>
                    <a:pt x="1602521" y="1228185"/>
                  </a:lnTo>
                  <a:lnTo>
                    <a:pt x="1603579" y="1222856"/>
                  </a:lnTo>
                  <a:lnTo>
                    <a:pt x="1604637" y="1217685"/>
                  </a:lnTo>
                  <a:lnTo>
                    <a:pt x="1605695" y="1212670"/>
                  </a:lnTo>
                  <a:lnTo>
                    <a:pt x="1606753" y="1207867"/>
                  </a:lnTo>
                  <a:lnTo>
                    <a:pt x="1607810" y="1203236"/>
                  </a:lnTo>
                  <a:lnTo>
                    <a:pt x="1608868" y="1198779"/>
                  </a:lnTo>
                  <a:lnTo>
                    <a:pt x="1609926" y="1194479"/>
                  </a:lnTo>
                  <a:lnTo>
                    <a:pt x="1610984" y="1190284"/>
                  </a:lnTo>
                  <a:lnTo>
                    <a:pt x="1612042" y="1186200"/>
                  </a:lnTo>
                  <a:lnTo>
                    <a:pt x="1613100" y="1182308"/>
                  </a:lnTo>
                  <a:lnTo>
                    <a:pt x="1614158" y="1178638"/>
                  </a:lnTo>
                  <a:lnTo>
                    <a:pt x="1615215" y="1175266"/>
                  </a:lnTo>
                  <a:lnTo>
                    <a:pt x="1616273" y="1172280"/>
                  </a:lnTo>
                  <a:lnTo>
                    <a:pt x="1617331" y="1169700"/>
                  </a:lnTo>
                  <a:lnTo>
                    <a:pt x="1618389" y="1167530"/>
                  </a:lnTo>
                  <a:lnTo>
                    <a:pt x="1619447" y="1165768"/>
                  </a:lnTo>
                  <a:lnTo>
                    <a:pt x="1620505" y="1164370"/>
                  </a:lnTo>
                  <a:lnTo>
                    <a:pt x="1621562" y="1163334"/>
                  </a:lnTo>
                  <a:lnTo>
                    <a:pt x="1622620" y="1162660"/>
                  </a:lnTo>
                  <a:lnTo>
                    <a:pt x="1623678" y="1162304"/>
                  </a:lnTo>
                  <a:lnTo>
                    <a:pt x="1624736" y="1162192"/>
                  </a:lnTo>
                  <a:lnTo>
                    <a:pt x="1625794" y="1162353"/>
                  </a:lnTo>
                  <a:lnTo>
                    <a:pt x="1626852" y="1162904"/>
                  </a:lnTo>
                  <a:lnTo>
                    <a:pt x="1627909" y="1163841"/>
                  </a:lnTo>
                  <a:lnTo>
                    <a:pt x="1628967" y="1165085"/>
                  </a:lnTo>
                  <a:lnTo>
                    <a:pt x="1630025" y="1166562"/>
                  </a:lnTo>
                  <a:lnTo>
                    <a:pt x="1631083" y="1168289"/>
                  </a:lnTo>
                  <a:lnTo>
                    <a:pt x="1632141" y="1170297"/>
                  </a:lnTo>
                  <a:lnTo>
                    <a:pt x="1633199" y="1172586"/>
                  </a:lnTo>
                  <a:lnTo>
                    <a:pt x="1634256" y="1175122"/>
                  </a:lnTo>
                  <a:lnTo>
                    <a:pt x="1635314" y="1177920"/>
                  </a:lnTo>
                  <a:lnTo>
                    <a:pt x="1636372" y="1180968"/>
                  </a:lnTo>
                  <a:lnTo>
                    <a:pt x="1637430" y="1184290"/>
                  </a:lnTo>
                  <a:lnTo>
                    <a:pt x="1638488" y="1187844"/>
                  </a:lnTo>
                  <a:lnTo>
                    <a:pt x="1639546" y="1191641"/>
                  </a:lnTo>
                  <a:lnTo>
                    <a:pt x="1640603" y="1195738"/>
                  </a:lnTo>
                  <a:lnTo>
                    <a:pt x="1641661" y="1200140"/>
                  </a:lnTo>
                  <a:lnTo>
                    <a:pt x="1642719" y="1204797"/>
                  </a:lnTo>
                  <a:lnTo>
                    <a:pt x="1643777" y="1209735"/>
                  </a:lnTo>
                  <a:lnTo>
                    <a:pt x="1644835" y="1215035"/>
                  </a:lnTo>
                  <a:lnTo>
                    <a:pt x="1645893" y="1220763"/>
                  </a:lnTo>
                  <a:lnTo>
                    <a:pt x="1646951" y="1226917"/>
                  </a:lnTo>
                  <a:lnTo>
                    <a:pt x="1648008" y="1233491"/>
                  </a:lnTo>
                  <a:lnTo>
                    <a:pt x="1649066" y="1240555"/>
                  </a:lnTo>
                  <a:lnTo>
                    <a:pt x="1650124" y="1248112"/>
                  </a:lnTo>
                  <a:lnTo>
                    <a:pt x="1651182" y="1256179"/>
                  </a:lnTo>
                  <a:lnTo>
                    <a:pt x="1652240" y="1264895"/>
                  </a:lnTo>
                  <a:lnTo>
                    <a:pt x="1653298" y="1274324"/>
                  </a:lnTo>
                  <a:lnTo>
                    <a:pt x="1654355" y="1284546"/>
                  </a:lnTo>
                  <a:lnTo>
                    <a:pt x="1655413" y="1295630"/>
                  </a:lnTo>
                  <a:lnTo>
                    <a:pt x="1656471" y="1307558"/>
                  </a:lnTo>
                  <a:lnTo>
                    <a:pt x="1657529" y="1320262"/>
                  </a:lnTo>
                  <a:lnTo>
                    <a:pt x="1658587" y="1333689"/>
                  </a:lnTo>
                  <a:lnTo>
                    <a:pt x="1659645" y="1347717"/>
                  </a:lnTo>
                  <a:lnTo>
                    <a:pt x="1660702" y="1362142"/>
                  </a:lnTo>
                  <a:lnTo>
                    <a:pt x="1661760" y="1376887"/>
                  </a:lnTo>
                  <a:lnTo>
                    <a:pt x="1662818" y="1392032"/>
                  </a:lnTo>
                  <a:lnTo>
                    <a:pt x="1663876" y="1407609"/>
                  </a:lnTo>
                  <a:lnTo>
                    <a:pt x="1664934" y="1423551"/>
                  </a:lnTo>
                  <a:lnTo>
                    <a:pt x="1665992" y="1439755"/>
                  </a:lnTo>
                  <a:lnTo>
                    <a:pt x="1667049" y="1456110"/>
                  </a:lnTo>
                  <a:lnTo>
                    <a:pt x="1668107" y="1472559"/>
                  </a:lnTo>
                  <a:lnTo>
                    <a:pt x="1669165" y="1488998"/>
                  </a:lnTo>
                  <a:lnTo>
                    <a:pt x="1670223" y="1505368"/>
                  </a:lnTo>
                  <a:lnTo>
                    <a:pt x="1671281" y="1521612"/>
                  </a:lnTo>
                  <a:lnTo>
                    <a:pt x="1672339" y="1537676"/>
                  </a:lnTo>
                  <a:lnTo>
                    <a:pt x="1673397" y="1553587"/>
                  </a:lnTo>
                  <a:lnTo>
                    <a:pt x="1674454" y="1569361"/>
                  </a:lnTo>
                  <a:lnTo>
                    <a:pt x="1675512" y="1584891"/>
                  </a:lnTo>
                  <a:lnTo>
                    <a:pt x="1676570" y="1600193"/>
                  </a:lnTo>
                  <a:lnTo>
                    <a:pt x="1677628" y="1615306"/>
                  </a:lnTo>
                  <a:lnTo>
                    <a:pt x="1678686" y="1630136"/>
                  </a:lnTo>
                  <a:lnTo>
                    <a:pt x="1679744" y="1644507"/>
                  </a:lnTo>
                  <a:lnTo>
                    <a:pt x="1680801" y="1658360"/>
                  </a:lnTo>
                  <a:lnTo>
                    <a:pt x="1681859" y="1671723"/>
                  </a:lnTo>
                  <a:lnTo>
                    <a:pt x="1682917" y="1684599"/>
                  </a:lnTo>
                  <a:lnTo>
                    <a:pt x="1683975" y="1696966"/>
                  </a:lnTo>
                  <a:lnTo>
                    <a:pt x="1685033" y="1708783"/>
                  </a:lnTo>
                  <a:lnTo>
                    <a:pt x="1686091" y="1719963"/>
                  </a:lnTo>
                  <a:lnTo>
                    <a:pt x="1687148" y="1730476"/>
                  </a:lnTo>
                  <a:lnTo>
                    <a:pt x="1688206" y="1740411"/>
                  </a:lnTo>
                  <a:lnTo>
                    <a:pt x="1689264" y="1749763"/>
                  </a:lnTo>
                  <a:lnTo>
                    <a:pt x="1690322" y="1758574"/>
                  </a:lnTo>
                  <a:lnTo>
                    <a:pt x="1691380" y="1766891"/>
                  </a:lnTo>
                  <a:lnTo>
                    <a:pt x="1692438" y="1774783"/>
                  </a:lnTo>
                  <a:lnTo>
                    <a:pt x="1693495" y="1782214"/>
                  </a:lnTo>
                  <a:lnTo>
                    <a:pt x="1694553" y="1789124"/>
                  </a:lnTo>
                  <a:lnTo>
                    <a:pt x="1695611" y="1795520"/>
                  </a:lnTo>
                  <a:lnTo>
                    <a:pt x="1696669" y="1801391"/>
                  </a:lnTo>
                  <a:lnTo>
                    <a:pt x="1697727" y="1806620"/>
                  </a:lnTo>
                  <a:lnTo>
                    <a:pt x="1698785" y="1811106"/>
                  </a:lnTo>
                  <a:lnTo>
                    <a:pt x="1699843" y="1814749"/>
                  </a:lnTo>
                  <a:lnTo>
                    <a:pt x="1700900" y="1817540"/>
                  </a:lnTo>
                  <a:lnTo>
                    <a:pt x="1701958" y="1819443"/>
                  </a:lnTo>
                  <a:lnTo>
                    <a:pt x="1703016" y="1820396"/>
                  </a:lnTo>
                  <a:lnTo>
                    <a:pt x="1704074" y="1820266"/>
                  </a:lnTo>
                  <a:lnTo>
                    <a:pt x="1705132" y="1818917"/>
                  </a:lnTo>
                  <a:lnTo>
                    <a:pt x="1706190" y="1816176"/>
                  </a:lnTo>
                  <a:lnTo>
                    <a:pt x="1707247" y="1811877"/>
                  </a:lnTo>
                  <a:lnTo>
                    <a:pt x="1708305" y="1805887"/>
                  </a:lnTo>
                  <a:lnTo>
                    <a:pt x="1709363" y="1798132"/>
                  </a:lnTo>
                  <a:lnTo>
                    <a:pt x="1710421" y="1788697"/>
                  </a:lnTo>
                  <a:lnTo>
                    <a:pt x="1711479" y="1777720"/>
                  </a:lnTo>
                  <a:lnTo>
                    <a:pt x="1712537" y="1765290"/>
                  </a:lnTo>
                  <a:lnTo>
                    <a:pt x="1713594" y="1751597"/>
                  </a:lnTo>
                  <a:lnTo>
                    <a:pt x="1714652" y="1736903"/>
                  </a:lnTo>
                  <a:lnTo>
                    <a:pt x="1715710" y="1721188"/>
                  </a:lnTo>
                  <a:lnTo>
                    <a:pt x="1716768" y="1704406"/>
                  </a:lnTo>
                  <a:lnTo>
                    <a:pt x="1717826" y="1686630"/>
                  </a:lnTo>
                  <a:lnTo>
                    <a:pt x="1718884" y="1668002"/>
                  </a:lnTo>
                  <a:lnTo>
                    <a:pt x="1719941" y="1648659"/>
                  </a:lnTo>
                  <a:lnTo>
                    <a:pt x="1720999" y="1628606"/>
                  </a:lnTo>
                  <a:lnTo>
                    <a:pt x="1722057" y="1607984"/>
                  </a:lnTo>
                  <a:lnTo>
                    <a:pt x="1723115" y="1586914"/>
                  </a:lnTo>
                  <a:lnTo>
                    <a:pt x="1724173" y="1565494"/>
                  </a:lnTo>
                  <a:lnTo>
                    <a:pt x="1725231" y="1543857"/>
                  </a:lnTo>
                  <a:lnTo>
                    <a:pt x="1726289" y="1522100"/>
                  </a:lnTo>
                  <a:lnTo>
                    <a:pt x="1727346" y="1500275"/>
                  </a:lnTo>
                  <a:lnTo>
                    <a:pt x="1728404" y="1478554"/>
                  </a:lnTo>
                  <a:lnTo>
                    <a:pt x="1729462" y="1457030"/>
                  </a:lnTo>
                  <a:lnTo>
                    <a:pt x="1730520" y="1435720"/>
                  </a:lnTo>
                  <a:lnTo>
                    <a:pt x="1731578" y="1414545"/>
                  </a:lnTo>
                  <a:lnTo>
                    <a:pt x="1732636" y="1393576"/>
                  </a:lnTo>
                  <a:lnTo>
                    <a:pt x="1733693" y="1372882"/>
                  </a:lnTo>
                  <a:lnTo>
                    <a:pt x="1734751" y="1352431"/>
                  </a:lnTo>
                  <a:lnTo>
                    <a:pt x="1735809" y="1332272"/>
                  </a:lnTo>
                  <a:lnTo>
                    <a:pt x="1736867" y="1312514"/>
                  </a:lnTo>
                  <a:lnTo>
                    <a:pt x="1737925" y="1293204"/>
                  </a:lnTo>
                  <a:lnTo>
                    <a:pt x="1738983" y="1274350"/>
                  </a:lnTo>
                  <a:lnTo>
                    <a:pt x="1740040" y="1255989"/>
                  </a:lnTo>
                  <a:lnTo>
                    <a:pt x="1741098" y="1238093"/>
                  </a:lnTo>
                  <a:lnTo>
                    <a:pt x="1742156" y="1220634"/>
                  </a:lnTo>
                  <a:lnTo>
                    <a:pt x="1743214" y="1203598"/>
                  </a:lnTo>
                  <a:lnTo>
                    <a:pt x="1744272" y="1186922"/>
                  </a:lnTo>
                  <a:lnTo>
                    <a:pt x="1745330" y="1170520"/>
                  </a:lnTo>
                  <a:lnTo>
                    <a:pt x="1746387" y="1154387"/>
                  </a:lnTo>
                  <a:lnTo>
                    <a:pt x="1747445" y="1138597"/>
                  </a:lnTo>
                  <a:lnTo>
                    <a:pt x="1748503" y="1123188"/>
                  </a:lnTo>
                  <a:lnTo>
                    <a:pt x="1749561" y="1108156"/>
                  </a:lnTo>
                  <a:lnTo>
                    <a:pt x="1750619" y="1093523"/>
                  </a:lnTo>
                  <a:lnTo>
                    <a:pt x="1751677" y="1079354"/>
                  </a:lnTo>
                  <a:lnTo>
                    <a:pt x="1752735" y="1065707"/>
                  </a:lnTo>
                  <a:lnTo>
                    <a:pt x="1753792" y="1052616"/>
                  </a:lnTo>
                  <a:lnTo>
                    <a:pt x="1754850" y="1040119"/>
                  </a:lnTo>
                  <a:lnTo>
                    <a:pt x="1755908" y="1028246"/>
                  </a:lnTo>
                  <a:lnTo>
                    <a:pt x="1756966" y="1017099"/>
                  </a:lnTo>
                  <a:lnTo>
                    <a:pt x="1758024" y="1006735"/>
                  </a:lnTo>
                  <a:lnTo>
                    <a:pt x="1759082" y="997316"/>
                  </a:lnTo>
                  <a:lnTo>
                    <a:pt x="1760139" y="988993"/>
                  </a:lnTo>
                  <a:lnTo>
                    <a:pt x="1761197" y="981880"/>
                  </a:lnTo>
                  <a:lnTo>
                    <a:pt x="1762255" y="976026"/>
                  </a:lnTo>
                  <a:lnTo>
                    <a:pt x="1763313" y="971516"/>
                  </a:lnTo>
                  <a:lnTo>
                    <a:pt x="1764371" y="968302"/>
                  </a:lnTo>
                  <a:lnTo>
                    <a:pt x="1765429" y="966370"/>
                  </a:lnTo>
                  <a:lnTo>
                    <a:pt x="1766486" y="965789"/>
                  </a:lnTo>
                  <a:lnTo>
                    <a:pt x="1767544" y="966404"/>
                  </a:lnTo>
                  <a:lnTo>
                    <a:pt x="1768602" y="968102"/>
                  </a:lnTo>
                  <a:lnTo>
                    <a:pt x="1769660" y="970907"/>
                  </a:lnTo>
                  <a:lnTo>
                    <a:pt x="1770718" y="974826"/>
                  </a:lnTo>
                  <a:lnTo>
                    <a:pt x="1771776" y="979827"/>
                  </a:lnTo>
                  <a:lnTo>
                    <a:pt x="1772833" y="985824"/>
                  </a:lnTo>
                  <a:lnTo>
                    <a:pt x="1773891" y="992845"/>
                  </a:lnTo>
                  <a:lnTo>
                    <a:pt x="1774949" y="1000801"/>
                  </a:lnTo>
                  <a:lnTo>
                    <a:pt x="1776007" y="1009556"/>
                  </a:lnTo>
                  <a:lnTo>
                    <a:pt x="1777065" y="1019104"/>
                  </a:lnTo>
                  <a:lnTo>
                    <a:pt x="1778123" y="1029346"/>
                  </a:lnTo>
                  <a:lnTo>
                    <a:pt x="1779181" y="1040105"/>
                  </a:lnTo>
                  <a:lnTo>
                    <a:pt x="1780238" y="1051234"/>
                  </a:lnTo>
                  <a:lnTo>
                    <a:pt x="1781296" y="1062500"/>
                  </a:lnTo>
                  <a:lnTo>
                    <a:pt x="1782354" y="1073711"/>
                  </a:lnTo>
                  <a:lnTo>
                    <a:pt x="1783412" y="1084845"/>
                  </a:lnTo>
                  <a:lnTo>
                    <a:pt x="1784470" y="1096008"/>
                  </a:lnTo>
                  <a:lnTo>
                    <a:pt x="1785528" y="1107332"/>
                  </a:lnTo>
                  <a:lnTo>
                    <a:pt x="1786585" y="1118829"/>
                  </a:lnTo>
                  <a:lnTo>
                    <a:pt x="1787643" y="1130511"/>
                  </a:lnTo>
                  <a:lnTo>
                    <a:pt x="1788701" y="1142396"/>
                  </a:lnTo>
                  <a:lnTo>
                    <a:pt x="1789759" y="1154377"/>
                  </a:lnTo>
                  <a:lnTo>
                    <a:pt x="1790817" y="1166394"/>
                  </a:lnTo>
                  <a:lnTo>
                    <a:pt x="1791875" y="1178450"/>
                  </a:lnTo>
                  <a:lnTo>
                    <a:pt x="1792932" y="1190620"/>
                  </a:lnTo>
                  <a:lnTo>
                    <a:pt x="1793990" y="1202941"/>
                  </a:lnTo>
                  <a:lnTo>
                    <a:pt x="1795048" y="1215483"/>
                  </a:lnTo>
                  <a:lnTo>
                    <a:pt x="1796106" y="1228262"/>
                  </a:lnTo>
                  <a:lnTo>
                    <a:pt x="1797164" y="1241366"/>
                  </a:lnTo>
                  <a:lnTo>
                    <a:pt x="1798222" y="1254908"/>
                  </a:lnTo>
                  <a:lnTo>
                    <a:pt x="1799279" y="1268911"/>
                  </a:lnTo>
                  <a:lnTo>
                    <a:pt x="1800337" y="1283370"/>
                  </a:lnTo>
                  <a:lnTo>
                    <a:pt x="1801395" y="1298276"/>
                  </a:lnTo>
                  <a:lnTo>
                    <a:pt x="1802453" y="1313664"/>
                  </a:lnTo>
                  <a:lnTo>
                    <a:pt x="1803511" y="1329560"/>
                  </a:lnTo>
                  <a:lnTo>
                    <a:pt x="1804569" y="1345888"/>
                  </a:lnTo>
                  <a:lnTo>
                    <a:pt x="1805627" y="1362683"/>
                  </a:lnTo>
                  <a:lnTo>
                    <a:pt x="1806684" y="1379982"/>
                  </a:lnTo>
                  <a:lnTo>
                    <a:pt x="1807742" y="1397794"/>
                  </a:lnTo>
                  <a:lnTo>
                    <a:pt x="1808800" y="1416112"/>
                  </a:lnTo>
                  <a:lnTo>
                    <a:pt x="1809858" y="1434896"/>
                  </a:lnTo>
                  <a:lnTo>
                    <a:pt x="1810916" y="1454075"/>
                  </a:lnTo>
                  <a:lnTo>
                    <a:pt x="1811974" y="1473570"/>
                  </a:lnTo>
                  <a:lnTo>
                    <a:pt x="1813031" y="1493284"/>
                  </a:lnTo>
                  <a:lnTo>
                    <a:pt x="1814089" y="1513123"/>
                  </a:lnTo>
                  <a:lnTo>
                    <a:pt x="1815147" y="1533078"/>
                  </a:lnTo>
                  <a:lnTo>
                    <a:pt x="1816205" y="1553035"/>
                  </a:lnTo>
                  <a:lnTo>
                    <a:pt x="1817263" y="1572794"/>
                  </a:lnTo>
                  <a:lnTo>
                    <a:pt x="1818321" y="1592270"/>
                  </a:lnTo>
                  <a:lnTo>
                    <a:pt x="1819378" y="1611345"/>
                  </a:lnTo>
                  <a:lnTo>
                    <a:pt x="1820436" y="1629906"/>
                  </a:lnTo>
                  <a:lnTo>
                    <a:pt x="1821494" y="1647976"/>
                  </a:lnTo>
                  <a:lnTo>
                    <a:pt x="1822552" y="1665509"/>
                  </a:lnTo>
                  <a:lnTo>
                    <a:pt x="1823610" y="1682378"/>
                  </a:lnTo>
                  <a:lnTo>
                    <a:pt x="1824668" y="1698477"/>
                  </a:lnTo>
                  <a:lnTo>
                    <a:pt x="1825725" y="1713651"/>
                  </a:lnTo>
                  <a:lnTo>
                    <a:pt x="1826783" y="1727789"/>
                  </a:lnTo>
                  <a:lnTo>
                    <a:pt x="1827841" y="1740809"/>
                  </a:lnTo>
                  <a:lnTo>
                    <a:pt x="1828899" y="1752718"/>
                  </a:lnTo>
                  <a:lnTo>
                    <a:pt x="1829957" y="1763410"/>
                  </a:lnTo>
                  <a:lnTo>
                    <a:pt x="1831015" y="1772719"/>
                  </a:lnTo>
                  <a:lnTo>
                    <a:pt x="1832073" y="1780658"/>
                  </a:lnTo>
                  <a:lnTo>
                    <a:pt x="1833130" y="1787356"/>
                  </a:lnTo>
                  <a:lnTo>
                    <a:pt x="1834188" y="1792958"/>
                  </a:lnTo>
                  <a:lnTo>
                    <a:pt x="1835246" y="1797650"/>
                  </a:lnTo>
                  <a:lnTo>
                    <a:pt x="1836304" y="1801492"/>
                  </a:lnTo>
                  <a:lnTo>
                    <a:pt x="1837362" y="1804474"/>
                  </a:lnTo>
                  <a:lnTo>
                    <a:pt x="1838420" y="1806482"/>
                  </a:lnTo>
                  <a:lnTo>
                    <a:pt x="1839477" y="1807462"/>
                  </a:lnTo>
                  <a:lnTo>
                    <a:pt x="1840535" y="1807439"/>
                  </a:lnTo>
                  <a:lnTo>
                    <a:pt x="1841593" y="1806504"/>
                  </a:lnTo>
                  <a:lnTo>
                    <a:pt x="1842651" y="1804737"/>
                  </a:lnTo>
                  <a:lnTo>
                    <a:pt x="1843709" y="1802211"/>
                  </a:lnTo>
                  <a:lnTo>
                    <a:pt x="1844767" y="1799042"/>
                  </a:lnTo>
                  <a:lnTo>
                    <a:pt x="1845824" y="1795228"/>
                  </a:lnTo>
                  <a:lnTo>
                    <a:pt x="1846882" y="1790711"/>
                  </a:lnTo>
                  <a:lnTo>
                    <a:pt x="1847940" y="1785466"/>
                  </a:lnTo>
                  <a:lnTo>
                    <a:pt x="1848998" y="1779474"/>
                  </a:lnTo>
                  <a:lnTo>
                    <a:pt x="1850056" y="1772702"/>
                  </a:lnTo>
                  <a:lnTo>
                    <a:pt x="1851114" y="1765090"/>
                  </a:lnTo>
                  <a:lnTo>
                    <a:pt x="1852171" y="1756627"/>
                  </a:lnTo>
                  <a:lnTo>
                    <a:pt x="1853229" y="1747312"/>
                  </a:lnTo>
                  <a:lnTo>
                    <a:pt x="1854287" y="1737156"/>
                  </a:lnTo>
                  <a:lnTo>
                    <a:pt x="1855345" y="1726248"/>
                  </a:lnTo>
                  <a:lnTo>
                    <a:pt x="1856403" y="1714611"/>
                  </a:lnTo>
                  <a:lnTo>
                    <a:pt x="1857461" y="1702316"/>
                  </a:lnTo>
                  <a:lnTo>
                    <a:pt x="1858519" y="1689422"/>
                  </a:lnTo>
                  <a:lnTo>
                    <a:pt x="1859576" y="1675881"/>
                  </a:lnTo>
                  <a:lnTo>
                    <a:pt x="1860634" y="1661629"/>
                  </a:lnTo>
                  <a:lnTo>
                    <a:pt x="1861692" y="1646652"/>
                  </a:lnTo>
                  <a:lnTo>
                    <a:pt x="1862750" y="1631010"/>
                  </a:lnTo>
                  <a:lnTo>
                    <a:pt x="1863808" y="1614878"/>
                  </a:lnTo>
                  <a:lnTo>
                    <a:pt x="1864866" y="1598425"/>
                  </a:lnTo>
                  <a:lnTo>
                    <a:pt x="1865923" y="1581781"/>
                  </a:lnTo>
                  <a:lnTo>
                    <a:pt x="1866981" y="1565015"/>
                  </a:lnTo>
                  <a:lnTo>
                    <a:pt x="1868039" y="1548156"/>
                  </a:lnTo>
                  <a:lnTo>
                    <a:pt x="1869097" y="1531343"/>
                  </a:lnTo>
                  <a:lnTo>
                    <a:pt x="1870155" y="1514808"/>
                  </a:lnTo>
                  <a:lnTo>
                    <a:pt x="1871213" y="1498727"/>
                  </a:lnTo>
                  <a:lnTo>
                    <a:pt x="1872270" y="1483223"/>
                  </a:lnTo>
                  <a:lnTo>
                    <a:pt x="1873328" y="1468416"/>
                  </a:lnTo>
                  <a:lnTo>
                    <a:pt x="1874386" y="1454387"/>
                  </a:lnTo>
                  <a:lnTo>
                    <a:pt x="1875444" y="1441210"/>
                  </a:lnTo>
                  <a:lnTo>
                    <a:pt x="1876502" y="1429025"/>
                  </a:lnTo>
                  <a:lnTo>
                    <a:pt x="1877560" y="1417942"/>
                  </a:lnTo>
                  <a:lnTo>
                    <a:pt x="1878617" y="1408155"/>
                  </a:lnTo>
                  <a:lnTo>
                    <a:pt x="1879675" y="1399697"/>
                  </a:lnTo>
                  <a:lnTo>
                    <a:pt x="1880733" y="1392632"/>
                  </a:lnTo>
                  <a:lnTo>
                    <a:pt x="1881791" y="1386968"/>
                  </a:lnTo>
                  <a:lnTo>
                    <a:pt x="1882849" y="1382766"/>
                  </a:lnTo>
                  <a:lnTo>
                    <a:pt x="1883907" y="1380159"/>
                  </a:lnTo>
                  <a:lnTo>
                    <a:pt x="1884965" y="1379173"/>
                  </a:lnTo>
                  <a:lnTo>
                    <a:pt x="1886022" y="1379673"/>
                  </a:lnTo>
                  <a:lnTo>
                    <a:pt x="1887080" y="1381563"/>
                  </a:lnTo>
                  <a:lnTo>
                    <a:pt x="1888138" y="1384747"/>
                  </a:lnTo>
                  <a:lnTo>
                    <a:pt x="1889196" y="1389108"/>
                  </a:lnTo>
                  <a:lnTo>
                    <a:pt x="1890254" y="1394565"/>
                  </a:lnTo>
                  <a:lnTo>
                    <a:pt x="1891312" y="1401003"/>
                  </a:lnTo>
                  <a:lnTo>
                    <a:pt x="1892369" y="1408382"/>
                  </a:lnTo>
                  <a:lnTo>
                    <a:pt x="1893427" y="1416707"/>
                  </a:lnTo>
                  <a:lnTo>
                    <a:pt x="1894485" y="1425877"/>
                  </a:lnTo>
                  <a:lnTo>
                    <a:pt x="1895543" y="1435734"/>
                  </a:lnTo>
                  <a:lnTo>
                    <a:pt x="1896601" y="1446147"/>
                  </a:lnTo>
                  <a:lnTo>
                    <a:pt x="1897659" y="1457049"/>
                  </a:lnTo>
                  <a:lnTo>
                    <a:pt x="1898716" y="1468389"/>
                  </a:lnTo>
                  <a:lnTo>
                    <a:pt x="1899774" y="1480109"/>
                  </a:lnTo>
                  <a:lnTo>
                    <a:pt x="1900832" y="1492153"/>
                  </a:lnTo>
                  <a:lnTo>
                    <a:pt x="1901890" y="1504482"/>
                  </a:lnTo>
                  <a:lnTo>
                    <a:pt x="1902948" y="1517057"/>
                  </a:lnTo>
                  <a:lnTo>
                    <a:pt x="1904006" y="1529831"/>
                  </a:lnTo>
                  <a:lnTo>
                    <a:pt x="1905063" y="1542772"/>
                  </a:lnTo>
                  <a:lnTo>
                    <a:pt x="1906121" y="1555882"/>
                  </a:lnTo>
                  <a:lnTo>
                    <a:pt x="1907179" y="1569221"/>
                  </a:lnTo>
                  <a:lnTo>
                    <a:pt x="1908237" y="1582640"/>
                  </a:lnTo>
                  <a:lnTo>
                    <a:pt x="1909295" y="1596003"/>
                  </a:lnTo>
                  <a:lnTo>
                    <a:pt x="1910353" y="1609278"/>
                  </a:lnTo>
                  <a:lnTo>
                    <a:pt x="1911411" y="1622426"/>
                  </a:lnTo>
                  <a:lnTo>
                    <a:pt x="1912468" y="1635503"/>
                  </a:lnTo>
                  <a:lnTo>
                    <a:pt x="1913526" y="1648550"/>
                  </a:lnTo>
                  <a:lnTo>
                    <a:pt x="1914584" y="1661586"/>
                  </a:lnTo>
                  <a:lnTo>
                    <a:pt x="1915642" y="1674679"/>
                  </a:lnTo>
                  <a:lnTo>
                    <a:pt x="1916700" y="1687834"/>
                  </a:lnTo>
                  <a:lnTo>
                    <a:pt x="1917758" y="1700932"/>
                  </a:lnTo>
                  <a:lnTo>
                    <a:pt x="1918815" y="1713839"/>
                  </a:lnTo>
                  <a:lnTo>
                    <a:pt x="1919873" y="1726590"/>
                  </a:lnTo>
                  <a:lnTo>
                    <a:pt x="1920931" y="1739172"/>
                  </a:lnTo>
                  <a:lnTo>
                    <a:pt x="1921989" y="1751459"/>
                  </a:lnTo>
                  <a:lnTo>
                    <a:pt x="1923047" y="1763287"/>
                  </a:lnTo>
                  <a:lnTo>
                    <a:pt x="1924105" y="1774560"/>
                  </a:lnTo>
                  <a:lnTo>
                    <a:pt x="1925162" y="1785134"/>
                  </a:lnTo>
                  <a:lnTo>
                    <a:pt x="1926220" y="1794910"/>
                  </a:lnTo>
                  <a:lnTo>
                    <a:pt x="1927278" y="1803903"/>
                  </a:lnTo>
                  <a:lnTo>
                    <a:pt x="1928336" y="1812054"/>
                  </a:lnTo>
                  <a:lnTo>
                    <a:pt x="1929394" y="1819257"/>
                  </a:lnTo>
                  <a:lnTo>
                    <a:pt x="1930452" y="1825439"/>
                  </a:lnTo>
                  <a:lnTo>
                    <a:pt x="1931509" y="1830501"/>
                  </a:lnTo>
                  <a:lnTo>
                    <a:pt x="1932567" y="1834426"/>
                  </a:lnTo>
                  <a:lnTo>
                    <a:pt x="1933625" y="1837316"/>
                  </a:lnTo>
                  <a:lnTo>
                    <a:pt x="1934683" y="1839225"/>
                  </a:lnTo>
                  <a:lnTo>
                    <a:pt x="1935741" y="1840126"/>
                  </a:lnTo>
                  <a:lnTo>
                    <a:pt x="1936799" y="1840007"/>
                  </a:lnTo>
                  <a:lnTo>
                    <a:pt x="1937857" y="1838904"/>
                  </a:lnTo>
                  <a:lnTo>
                    <a:pt x="1938914" y="1836955"/>
                  </a:lnTo>
                  <a:lnTo>
                    <a:pt x="1939972" y="1834389"/>
                  </a:lnTo>
                  <a:lnTo>
                    <a:pt x="1941030" y="1831310"/>
                  </a:lnTo>
                  <a:lnTo>
                    <a:pt x="1942088" y="1827807"/>
                  </a:lnTo>
                  <a:lnTo>
                    <a:pt x="1943146" y="1823994"/>
                  </a:lnTo>
                  <a:lnTo>
                    <a:pt x="1944204" y="1820033"/>
                  </a:lnTo>
                  <a:lnTo>
                    <a:pt x="1945261" y="1816134"/>
                  </a:lnTo>
                  <a:lnTo>
                    <a:pt x="1946319" y="1812358"/>
                  </a:lnTo>
                  <a:lnTo>
                    <a:pt x="1947377" y="1808776"/>
                  </a:lnTo>
                  <a:lnTo>
                    <a:pt x="1948435" y="1805502"/>
                  </a:lnTo>
                  <a:lnTo>
                    <a:pt x="1949493" y="1802662"/>
                  </a:lnTo>
                  <a:lnTo>
                    <a:pt x="1950551" y="1800304"/>
                  </a:lnTo>
                  <a:lnTo>
                    <a:pt x="1951608" y="1798446"/>
                  </a:lnTo>
                  <a:lnTo>
                    <a:pt x="1952666" y="1797169"/>
                  </a:lnTo>
                  <a:lnTo>
                    <a:pt x="1953724" y="1796618"/>
                  </a:lnTo>
                  <a:lnTo>
                    <a:pt x="1954782" y="1796882"/>
                  </a:lnTo>
                  <a:lnTo>
                    <a:pt x="1955840" y="1797882"/>
                  </a:lnTo>
                  <a:lnTo>
                    <a:pt x="1956898" y="1799571"/>
                  </a:lnTo>
                  <a:lnTo>
                    <a:pt x="1957955" y="1801982"/>
                  </a:lnTo>
                  <a:lnTo>
                    <a:pt x="1959013" y="1805034"/>
                  </a:lnTo>
                  <a:lnTo>
                    <a:pt x="1960071" y="1808591"/>
                  </a:lnTo>
                  <a:lnTo>
                    <a:pt x="1961129" y="1812632"/>
                  </a:lnTo>
                  <a:lnTo>
                    <a:pt x="1962187" y="1817261"/>
                  </a:lnTo>
                  <a:lnTo>
                    <a:pt x="1963245" y="1822486"/>
                  </a:lnTo>
                  <a:lnTo>
                    <a:pt x="1964303" y="1828213"/>
                  </a:lnTo>
                  <a:lnTo>
                    <a:pt x="1965360" y="1834379"/>
                  </a:lnTo>
                  <a:lnTo>
                    <a:pt x="1966418" y="1840944"/>
                  </a:lnTo>
                  <a:lnTo>
                    <a:pt x="1967476" y="1847823"/>
                  </a:lnTo>
                  <a:lnTo>
                    <a:pt x="1968534" y="1854912"/>
                  </a:lnTo>
                  <a:lnTo>
                    <a:pt x="1969592" y="1862023"/>
                  </a:lnTo>
                  <a:lnTo>
                    <a:pt x="1970650" y="1869019"/>
                  </a:lnTo>
                  <a:lnTo>
                    <a:pt x="1971707" y="1875922"/>
                  </a:lnTo>
                  <a:lnTo>
                    <a:pt x="1972765" y="1882651"/>
                  </a:lnTo>
                  <a:lnTo>
                    <a:pt x="1973823" y="1889138"/>
                  </a:lnTo>
                  <a:lnTo>
                    <a:pt x="1974881" y="1895459"/>
                  </a:lnTo>
                  <a:lnTo>
                    <a:pt x="1975939" y="1901698"/>
                  </a:lnTo>
                  <a:lnTo>
                    <a:pt x="1976997" y="1907784"/>
                  </a:lnTo>
                  <a:lnTo>
                    <a:pt x="1978054" y="1913702"/>
                  </a:lnTo>
                  <a:lnTo>
                    <a:pt x="1979112" y="1919513"/>
                  </a:lnTo>
                  <a:lnTo>
                    <a:pt x="1980170" y="1925190"/>
                  </a:lnTo>
                  <a:lnTo>
                    <a:pt x="1981228" y="1930689"/>
                  </a:lnTo>
                  <a:lnTo>
                    <a:pt x="1982286" y="1936052"/>
                  </a:lnTo>
                  <a:lnTo>
                    <a:pt x="1983344" y="1941357"/>
                  </a:lnTo>
                  <a:lnTo>
                    <a:pt x="1984401" y="1946663"/>
                  </a:lnTo>
                  <a:lnTo>
                    <a:pt x="1985459" y="1952075"/>
                  </a:lnTo>
                  <a:lnTo>
                    <a:pt x="1986517" y="1957448"/>
                  </a:lnTo>
                  <a:lnTo>
                    <a:pt x="1987575" y="1962603"/>
                  </a:lnTo>
                  <a:lnTo>
                    <a:pt x="1988633" y="1967478"/>
                  </a:lnTo>
                  <a:lnTo>
                    <a:pt x="1989691" y="1972051"/>
                  </a:lnTo>
                  <a:lnTo>
                    <a:pt x="1990749" y="1976337"/>
                  </a:lnTo>
                  <a:lnTo>
                    <a:pt x="1991806" y="1980319"/>
                  </a:lnTo>
                  <a:lnTo>
                    <a:pt x="1992864" y="1983861"/>
                  </a:lnTo>
                  <a:lnTo>
                    <a:pt x="1993922" y="1986872"/>
                  </a:lnTo>
                  <a:lnTo>
                    <a:pt x="1994980" y="1989280"/>
                  </a:lnTo>
                  <a:lnTo>
                    <a:pt x="1996038" y="1990986"/>
                  </a:lnTo>
                  <a:lnTo>
                    <a:pt x="1997096" y="1991907"/>
                  </a:lnTo>
                  <a:lnTo>
                    <a:pt x="1998153" y="1991861"/>
                  </a:lnTo>
                  <a:lnTo>
                    <a:pt x="1999211" y="1990735"/>
                  </a:lnTo>
                  <a:lnTo>
                    <a:pt x="2000269" y="1988422"/>
                  </a:lnTo>
                  <a:lnTo>
                    <a:pt x="2001327" y="1984795"/>
                  </a:lnTo>
                  <a:lnTo>
                    <a:pt x="2002385" y="1979804"/>
                  </a:lnTo>
                  <a:lnTo>
                    <a:pt x="2003443" y="1973448"/>
                  </a:lnTo>
                  <a:lnTo>
                    <a:pt x="2004500" y="1965776"/>
                  </a:lnTo>
                  <a:lnTo>
                    <a:pt x="2005558" y="1956819"/>
                  </a:lnTo>
                  <a:lnTo>
                    <a:pt x="2006616" y="1946486"/>
                  </a:lnTo>
                  <a:lnTo>
                    <a:pt x="2007674" y="1934678"/>
                  </a:lnTo>
                  <a:lnTo>
                    <a:pt x="2008732" y="1921461"/>
                  </a:lnTo>
                  <a:lnTo>
                    <a:pt x="2009790" y="1907062"/>
                  </a:lnTo>
                  <a:lnTo>
                    <a:pt x="2010847" y="1891590"/>
                  </a:lnTo>
                  <a:lnTo>
                    <a:pt x="2011905" y="1875223"/>
                  </a:lnTo>
                  <a:lnTo>
                    <a:pt x="2012963" y="1858094"/>
                  </a:lnTo>
                  <a:lnTo>
                    <a:pt x="2014021" y="1840226"/>
                  </a:lnTo>
                  <a:lnTo>
                    <a:pt x="2015079" y="1821578"/>
                  </a:lnTo>
                  <a:lnTo>
                    <a:pt x="2016137" y="1802163"/>
                  </a:lnTo>
                  <a:lnTo>
                    <a:pt x="2017195" y="1782086"/>
                  </a:lnTo>
                  <a:lnTo>
                    <a:pt x="2018252" y="1761455"/>
                  </a:lnTo>
                  <a:lnTo>
                    <a:pt x="2019310" y="1740308"/>
                  </a:lnTo>
                  <a:lnTo>
                    <a:pt x="2020368" y="1718732"/>
                  </a:lnTo>
                  <a:lnTo>
                    <a:pt x="2021426" y="1696774"/>
                  </a:lnTo>
                  <a:lnTo>
                    <a:pt x="2022484" y="1674520"/>
                  </a:lnTo>
                  <a:lnTo>
                    <a:pt x="2023542" y="1652128"/>
                  </a:lnTo>
                  <a:lnTo>
                    <a:pt x="2024599" y="1629573"/>
                  </a:lnTo>
                  <a:lnTo>
                    <a:pt x="2025657" y="1606844"/>
                  </a:lnTo>
                  <a:lnTo>
                    <a:pt x="2026715" y="1583989"/>
                  </a:lnTo>
                  <a:lnTo>
                    <a:pt x="2027773" y="1560983"/>
                  </a:lnTo>
                  <a:lnTo>
                    <a:pt x="2028831" y="1537774"/>
                  </a:lnTo>
                  <a:lnTo>
                    <a:pt x="2029889" y="1514503"/>
                  </a:lnTo>
                  <a:lnTo>
                    <a:pt x="2030946" y="1491327"/>
                  </a:lnTo>
                  <a:lnTo>
                    <a:pt x="2032004" y="1468294"/>
                  </a:lnTo>
                  <a:lnTo>
                    <a:pt x="2033062" y="1445412"/>
                  </a:lnTo>
                  <a:lnTo>
                    <a:pt x="2034120" y="1422752"/>
                  </a:lnTo>
                  <a:lnTo>
                    <a:pt x="2035178" y="1400319"/>
                  </a:lnTo>
                  <a:lnTo>
                    <a:pt x="2036236" y="1378033"/>
                  </a:lnTo>
                  <a:lnTo>
                    <a:pt x="2037293" y="1355829"/>
                  </a:lnTo>
                  <a:lnTo>
                    <a:pt x="2038351" y="1333677"/>
                  </a:lnTo>
                  <a:lnTo>
                    <a:pt x="2039409" y="1311612"/>
                  </a:lnTo>
                  <a:lnTo>
                    <a:pt x="2040467" y="1289840"/>
                  </a:lnTo>
                  <a:lnTo>
                    <a:pt x="2041525" y="1268507"/>
                  </a:lnTo>
                  <a:lnTo>
                    <a:pt x="2042583" y="1247758"/>
                  </a:lnTo>
                  <a:lnTo>
                    <a:pt x="2043641" y="1227635"/>
                  </a:lnTo>
                  <a:lnTo>
                    <a:pt x="2044698" y="1208166"/>
                  </a:lnTo>
                  <a:lnTo>
                    <a:pt x="2045756" y="1189370"/>
                  </a:lnTo>
                  <a:lnTo>
                    <a:pt x="2046814" y="1171220"/>
                  </a:lnTo>
                  <a:lnTo>
                    <a:pt x="2047872" y="1153663"/>
                  </a:lnTo>
                  <a:lnTo>
                    <a:pt x="2048930" y="1136698"/>
                  </a:lnTo>
                  <a:lnTo>
                    <a:pt x="2049988" y="1120375"/>
                  </a:lnTo>
                  <a:lnTo>
                    <a:pt x="2051045" y="1104756"/>
                  </a:lnTo>
                  <a:lnTo>
                    <a:pt x="2052103" y="1089934"/>
                  </a:lnTo>
                  <a:lnTo>
                    <a:pt x="2053161" y="1076021"/>
                  </a:lnTo>
                  <a:lnTo>
                    <a:pt x="2054219" y="1063107"/>
                  </a:lnTo>
                  <a:lnTo>
                    <a:pt x="2055277" y="1051257"/>
                  </a:lnTo>
                  <a:lnTo>
                    <a:pt x="2056335" y="1040432"/>
                  </a:lnTo>
                  <a:lnTo>
                    <a:pt x="2057392" y="1030495"/>
                  </a:lnTo>
                  <a:lnTo>
                    <a:pt x="2058450" y="1021304"/>
                  </a:lnTo>
                  <a:lnTo>
                    <a:pt x="2059508" y="1012758"/>
                  </a:lnTo>
                  <a:lnTo>
                    <a:pt x="2060566" y="1004801"/>
                  </a:lnTo>
                  <a:lnTo>
                    <a:pt x="2061624" y="997391"/>
                  </a:lnTo>
                  <a:lnTo>
                    <a:pt x="2062682" y="990400"/>
                  </a:lnTo>
                  <a:lnTo>
                    <a:pt x="2063739" y="983689"/>
                  </a:lnTo>
                  <a:lnTo>
                    <a:pt x="2064797" y="977142"/>
                  </a:lnTo>
                  <a:lnTo>
                    <a:pt x="2065855" y="970606"/>
                  </a:lnTo>
                  <a:lnTo>
                    <a:pt x="2066913" y="964100"/>
                  </a:lnTo>
                  <a:lnTo>
                    <a:pt x="2067971" y="957748"/>
                  </a:lnTo>
                  <a:lnTo>
                    <a:pt x="2069029" y="951616"/>
                  </a:lnTo>
                  <a:lnTo>
                    <a:pt x="2070087" y="945711"/>
                  </a:lnTo>
                  <a:lnTo>
                    <a:pt x="2071144" y="939913"/>
                  </a:lnTo>
                  <a:lnTo>
                    <a:pt x="2072202" y="934200"/>
                  </a:lnTo>
                  <a:lnTo>
                    <a:pt x="2073260" y="928594"/>
                  </a:lnTo>
                  <a:lnTo>
                    <a:pt x="2074318" y="923058"/>
                  </a:lnTo>
                  <a:lnTo>
                    <a:pt x="2075376" y="917617"/>
                  </a:lnTo>
                  <a:lnTo>
                    <a:pt x="2076434" y="912250"/>
                  </a:lnTo>
                  <a:lnTo>
                    <a:pt x="2077491" y="907026"/>
                  </a:lnTo>
                  <a:lnTo>
                    <a:pt x="2078549" y="902065"/>
                  </a:lnTo>
                  <a:lnTo>
                    <a:pt x="2079607" y="897397"/>
                  </a:lnTo>
                  <a:lnTo>
                    <a:pt x="2080665" y="893067"/>
                  </a:lnTo>
                  <a:lnTo>
                    <a:pt x="2081723" y="889105"/>
                  </a:lnTo>
                  <a:lnTo>
                    <a:pt x="2082781" y="885421"/>
                  </a:lnTo>
                  <a:lnTo>
                    <a:pt x="2083838" y="881901"/>
                  </a:lnTo>
                  <a:lnTo>
                    <a:pt x="2084896" y="878446"/>
                  </a:lnTo>
                  <a:lnTo>
                    <a:pt x="2085954" y="874980"/>
                  </a:lnTo>
                  <a:lnTo>
                    <a:pt x="2087012" y="871534"/>
                  </a:lnTo>
                  <a:lnTo>
                    <a:pt x="2088070" y="868062"/>
                  </a:lnTo>
                  <a:lnTo>
                    <a:pt x="2089128" y="864586"/>
                  </a:lnTo>
                  <a:lnTo>
                    <a:pt x="2090185" y="861157"/>
                  </a:lnTo>
                  <a:lnTo>
                    <a:pt x="2091243" y="857801"/>
                  </a:lnTo>
                  <a:lnTo>
                    <a:pt x="2092301" y="854568"/>
                  </a:lnTo>
                  <a:lnTo>
                    <a:pt x="2093359" y="851372"/>
                  </a:lnTo>
                  <a:lnTo>
                    <a:pt x="2094417" y="848136"/>
                  </a:lnTo>
                  <a:lnTo>
                    <a:pt x="2095475" y="844826"/>
                  </a:lnTo>
                  <a:lnTo>
                    <a:pt x="2096533" y="841362"/>
                  </a:lnTo>
                  <a:lnTo>
                    <a:pt x="2097590" y="837722"/>
                  </a:lnTo>
                  <a:lnTo>
                    <a:pt x="2098648" y="833868"/>
                  </a:lnTo>
                  <a:lnTo>
                    <a:pt x="2099706" y="829800"/>
                  </a:lnTo>
                  <a:lnTo>
                    <a:pt x="2100764" y="825609"/>
                  </a:lnTo>
                  <a:lnTo>
                    <a:pt x="2101822" y="821430"/>
                  </a:lnTo>
                  <a:lnTo>
                    <a:pt x="2102880" y="817258"/>
                  </a:lnTo>
                  <a:lnTo>
                    <a:pt x="2103937" y="813093"/>
                  </a:lnTo>
                  <a:lnTo>
                    <a:pt x="2104995" y="808912"/>
                  </a:lnTo>
                  <a:lnTo>
                    <a:pt x="2106053" y="804630"/>
                  </a:lnTo>
                  <a:lnTo>
                    <a:pt x="2107111" y="800201"/>
                  </a:lnTo>
                  <a:lnTo>
                    <a:pt x="2108169" y="795563"/>
                  </a:lnTo>
                  <a:lnTo>
                    <a:pt x="2109227" y="790681"/>
                  </a:lnTo>
                  <a:lnTo>
                    <a:pt x="2110284" y="785608"/>
                  </a:lnTo>
                  <a:lnTo>
                    <a:pt x="2111342" y="780479"/>
                  </a:lnTo>
                  <a:lnTo>
                    <a:pt x="2112400" y="775417"/>
                  </a:lnTo>
                  <a:lnTo>
                    <a:pt x="2113458" y="770542"/>
                  </a:lnTo>
                  <a:lnTo>
                    <a:pt x="2114516" y="765969"/>
                  </a:lnTo>
                  <a:lnTo>
                    <a:pt x="2115574" y="761740"/>
                  </a:lnTo>
                  <a:lnTo>
                    <a:pt x="2116631" y="757907"/>
                  </a:lnTo>
                  <a:lnTo>
                    <a:pt x="2117689" y="754532"/>
                  </a:lnTo>
                  <a:lnTo>
                    <a:pt x="2118747" y="751719"/>
                  </a:lnTo>
                  <a:lnTo>
                    <a:pt x="2119805" y="749488"/>
                  </a:lnTo>
                  <a:lnTo>
                    <a:pt x="2120863" y="747778"/>
                  </a:lnTo>
                  <a:lnTo>
                    <a:pt x="2121921" y="746483"/>
                  </a:lnTo>
                  <a:lnTo>
                    <a:pt x="2122979" y="745540"/>
                  </a:lnTo>
                  <a:lnTo>
                    <a:pt x="2124036" y="745009"/>
                  </a:lnTo>
                  <a:lnTo>
                    <a:pt x="2125094" y="744910"/>
                  </a:lnTo>
                  <a:lnTo>
                    <a:pt x="2126152" y="745246"/>
                  </a:lnTo>
                  <a:lnTo>
                    <a:pt x="2127210" y="746034"/>
                  </a:lnTo>
                  <a:lnTo>
                    <a:pt x="2128268" y="747359"/>
                  </a:lnTo>
                  <a:lnTo>
                    <a:pt x="2129326" y="749239"/>
                  </a:lnTo>
                  <a:lnTo>
                    <a:pt x="2130383" y="751700"/>
                  </a:lnTo>
                  <a:lnTo>
                    <a:pt x="2131441" y="754630"/>
                  </a:lnTo>
                  <a:lnTo>
                    <a:pt x="2132499" y="757983"/>
                  </a:lnTo>
                  <a:lnTo>
                    <a:pt x="2133557" y="761582"/>
                  </a:lnTo>
                  <a:lnTo>
                    <a:pt x="2134615" y="765394"/>
                  </a:lnTo>
                  <a:lnTo>
                    <a:pt x="2135673" y="769404"/>
                  </a:lnTo>
                  <a:lnTo>
                    <a:pt x="2136730" y="773680"/>
                  </a:lnTo>
                  <a:lnTo>
                    <a:pt x="2137788" y="778274"/>
                  </a:lnTo>
                  <a:lnTo>
                    <a:pt x="2138846" y="783293"/>
                  </a:lnTo>
                  <a:lnTo>
                    <a:pt x="2139904" y="788717"/>
                  </a:lnTo>
                  <a:lnTo>
                    <a:pt x="2140962" y="794507"/>
                  </a:lnTo>
                  <a:lnTo>
                    <a:pt x="2142020" y="800639"/>
                  </a:lnTo>
                  <a:lnTo>
                    <a:pt x="2143077" y="807068"/>
                  </a:lnTo>
                  <a:lnTo>
                    <a:pt x="2144135" y="813756"/>
                  </a:lnTo>
                  <a:lnTo>
                    <a:pt x="2145193" y="820650"/>
                  </a:lnTo>
                  <a:lnTo>
                    <a:pt x="2146251" y="827702"/>
                  </a:lnTo>
                  <a:lnTo>
                    <a:pt x="2147309" y="834990"/>
                  </a:lnTo>
                  <a:lnTo>
                    <a:pt x="2148367" y="842483"/>
                  </a:lnTo>
                  <a:lnTo>
                    <a:pt x="2149425" y="850236"/>
                  </a:lnTo>
                  <a:lnTo>
                    <a:pt x="2150482" y="858174"/>
                  </a:lnTo>
                  <a:lnTo>
                    <a:pt x="2151540" y="866289"/>
                  </a:lnTo>
                  <a:lnTo>
                    <a:pt x="2152598" y="874563"/>
                  </a:lnTo>
                  <a:lnTo>
                    <a:pt x="2153656" y="882996"/>
                  </a:lnTo>
                  <a:lnTo>
                    <a:pt x="2154714" y="891488"/>
                  </a:lnTo>
                  <a:lnTo>
                    <a:pt x="2155772" y="899968"/>
                  </a:lnTo>
                  <a:lnTo>
                    <a:pt x="2156829" y="908537"/>
                  </a:lnTo>
                  <a:lnTo>
                    <a:pt x="2157887" y="917265"/>
                  </a:lnTo>
                  <a:lnTo>
                    <a:pt x="2158945" y="926117"/>
                  </a:lnTo>
                  <a:lnTo>
                    <a:pt x="2160003" y="935133"/>
                  </a:lnTo>
                  <a:lnTo>
                    <a:pt x="2161061" y="944299"/>
                  </a:lnTo>
                  <a:lnTo>
                    <a:pt x="2162119" y="953635"/>
                  </a:lnTo>
                  <a:lnTo>
                    <a:pt x="2163176" y="963195"/>
                  </a:lnTo>
                  <a:lnTo>
                    <a:pt x="2164234" y="972862"/>
                  </a:lnTo>
                  <a:lnTo>
                    <a:pt x="2165292" y="982570"/>
                  </a:lnTo>
                  <a:lnTo>
                    <a:pt x="2166350" y="992325"/>
                  </a:lnTo>
                  <a:lnTo>
                    <a:pt x="2167408" y="1002147"/>
                  </a:lnTo>
                  <a:lnTo>
                    <a:pt x="2168466" y="1012019"/>
                  </a:lnTo>
                  <a:lnTo>
                    <a:pt x="2169523" y="1021893"/>
                  </a:lnTo>
                  <a:lnTo>
                    <a:pt x="2170581" y="1031745"/>
                  </a:lnTo>
                  <a:lnTo>
                    <a:pt x="2171639" y="1041478"/>
                  </a:lnTo>
                  <a:lnTo>
                    <a:pt x="2172697" y="1051044"/>
                  </a:lnTo>
                  <a:lnTo>
                    <a:pt x="2173755" y="1060380"/>
                  </a:lnTo>
                  <a:lnTo>
                    <a:pt x="2174813" y="1069505"/>
                  </a:lnTo>
                  <a:lnTo>
                    <a:pt x="2175871" y="1078443"/>
                  </a:lnTo>
                  <a:lnTo>
                    <a:pt x="2176928" y="1087202"/>
                  </a:lnTo>
                  <a:lnTo>
                    <a:pt x="2177986" y="1095761"/>
                  </a:lnTo>
                  <a:lnTo>
                    <a:pt x="2179044" y="1104113"/>
                  </a:lnTo>
                  <a:lnTo>
                    <a:pt x="2180102" y="1112301"/>
                  </a:lnTo>
                  <a:lnTo>
                    <a:pt x="2181160" y="1120175"/>
                  </a:lnTo>
                  <a:lnTo>
                    <a:pt x="2182218" y="1127619"/>
                  </a:lnTo>
                  <a:lnTo>
                    <a:pt x="2183275" y="1134576"/>
                  </a:lnTo>
                  <a:lnTo>
                    <a:pt x="2184333" y="1141063"/>
                  </a:lnTo>
                  <a:lnTo>
                    <a:pt x="2185391" y="1147122"/>
                  </a:lnTo>
                  <a:lnTo>
                    <a:pt x="2186449" y="1152907"/>
                  </a:lnTo>
                  <a:lnTo>
                    <a:pt x="2187507" y="1158665"/>
                  </a:lnTo>
                  <a:lnTo>
                    <a:pt x="2188565" y="1164441"/>
                  </a:lnTo>
                  <a:lnTo>
                    <a:pt x="2189622" y="1170366"/>
                  </a:lnTo>
                  <a:lnTo>
                    <a:pt x="2190680" y="1176457"/>
                  </a:lnTo>
                  <a:lnTo>
                    <a:pt x="2191738" y="1182750"/>
                  </a:lnTo>
                  <a:lnTo>
                    <a:pt x="2192796" y="1189206"/>
                  </a:lnTo>
                  <a:lnTo>
                    <a:pt x="2193854" y="1195877"/>
                  </a:lnTo>
                  <a:lnTo>
                    <a:pt x="2194912" y="1202850"/>
                  </a:lnTo>
                  <a:lnTo>
                    <a:pt x="2195969" y="1210191"/>
                  </a:lnTo>
                  <a:lnTo>
                    <a:pt x="2197027" y="1217951"/>
                  </a:lnTo>
                  <a:lnTo>
                    <a:pt x="2198085" y="1226178"/>
                  </a:lnTo>
                  <a:lnTo>
                    <a:pt x="2199143" y="1234873"/>
                  </a:lnTo>
                  <a:lnTo>
                    <a:pt x="2200201" y="1243980"/>
                  </a:lnTo>
                  <a:lnTo>
                    <a:pt x="2201259" y="1253432"/>
                  </a:lnTo>
                  <a:lnTo>
                    <a:pt x="2202317" y="1263160"/>
                  </a:lnTo>
                  <a:lnTo>
                    <a:pt x="2203374" y="1273158"/>
                  </a:lnTo>
                  <a:lnTo>
                    <a:pt x="2204432" y="1283501"/>
                  </a:lnTo>
                  <a:lnTo>
                    <a:pt x="2205490" y="1294193"/>
                  </a:lnTo>
                  <a:lnTo>
                    <a:pt x="2206548" y="1305274"/>
                  </a:lnTo>
                  <a:lnTo>
                    <a:pt x="2207606" y="1316753"/>
                  </a:lnTo>
                  <a:lnTo>
                    <a:pt x="2208664" y="1328701"/>
                  </a:lnTo>
                  <a:lnTo>
                    <a:pt x="2209721" y="1341078"/>
                  </a:lnTo>
                  <a:lnTo>
                    <a:pt x="2210779" y="1353711"/>
                  </a:lnTo>
                  <a:lnTo>
                    <a:pt x="2211837" y="1366571"/>
                  </a:lnTo>
                  <a:lnTo>
                    <a:pt x="2212895" y="1379675"/>
                  </a:lnTo>
                  <a:lnTo>
                    <a:pt x="2213953" y="1393039"/>
                  </a:lnTo>
                  <a:lnTo>
                    <a:pt x="2215011" y="1406675"/>
                  </a:lnTo>
                  <a:lnTo>
                    <a:pt x="2216068" y="1420591"/>
                  </a:lnTo>
                  <a:lnTo>
                    <a:pt x="2217126" y="1434793"/>
                  </a:lnTo>
                  <a:lnTo>
                    <a:pt x="2218184" y="1449386"/>
                  </a:lnTo>
                  <a:lnTo>
                    <a:pt x="2219242" y="1464336"/>
                  </a:lnTo>
                  <a:lnTo>
                    <a:pt x="2220300" y="1479469"/>
                  </a:lnTo>
                  <a:lnTo>
                    <a:pt x="2221358" y="1494672"/>
                  </a:lnTo>
                  <a:lnTo>
                    <a:pt x="2222415" y="1509952"/>
                  </a:lnTo>
                  <a:lnTo>
                    <a:pt x="2223473" y="1525322"/>
                  </a:lnTo>
                  <a:lnTo>
                    <a:pt x="2224531" y="1540800"/>
                  </a:lnTo>
                  <a:lnTo>
                    <a:pt x="2225589" y="1556449"/>
                  </a:lnTo>
                  <a:lnTo>
                    <a:pt x="2226647" y="1572348"/>
                  </a:lnTo>
                  <a:lnTo>
                    <a:pt x="2227705" y="1588545"/>
                  </a:lnTo>
                  <a:lnTo>
                    <a:pt x="2228763" y="1605070"/>
                  </a:lnTo>
                  <a:lnTo>
                    <a:pt x="2229820" y="1621936"/>
                  </a:lnTo>
                  <a:lnTo>
                    <a:pt x="2230878" y="1639199"/>
                  </a:lnTo>
                  <a:lnTo>
                    <a:pt x="2231936" y="1656765"/>
                  </a:lnTo>
                  <a:lnTo>
                    <a:pt x="2232994" y="1674588"/>
                  </a:lnTo>
                  <a:lnTo>
                    <a:pt x="2234052" y="1692637"/>
                  </a:lnTo>
                  <a:lnTo>
                    <a:pt x="2235110" y="1710990"/>
                  </a:lnTo>
                  <a:lnTo>
                    <a:pt x="2236167" y="1729712"/>
                  </a:lnTo>
                  <a:lnTo>
                    <a:pt x="2237225" y="1748890"/>
                  </a:lnTo>
                  <a:lnTo>
                    <a:pt x="2238283" y="1768529"/>
                  </a:lnTo>
                  <a:lnTo>
                    <a:pt x="2239341" y="1788609"/>
                  </a:lnTo>
                  <a:lnTo>
                    <a:pt x="2240399" y="1808973"/>
                  </a:lnTo>
                  <a:lnTo>
                    <a:pt x="2241457" y="1829524"/>
                  </a:lnTo>
                  <a:lnTo>
                    <a:pt x="2242514" y="1850087"/>
                  </a:lnTo>
                  <a:lnTo>
                    <a:pt x="2243572" y="1870452"/>
                  </a:lnTo>
                  <a:lnTo>
                    <a:pt x="2244630" y="1890449"/>
                  </a:lnTo>
                  <a:lnTo>
                    <a:pt x="2245688" y="1909998"/>
                  </a:lnTo>
                  <a:lnTo>
                    <a:pt x="2246746" y="1929134"/>
                  </a:lnTo>
                  <a:lnTo>
                    <a:pt x="2247804" y="1947921"/>
                  </a:lnTo>
                  <a:lnTo>
                    <a:pt x="2248861" y="1966307"/>
                  </a:lnTo>
                  <a:lnTo>
                    <a:pt x="2249919" y="1984237"/>
                  </a:lnTo>
                  <a:lnTo>
                    <a:pt x="2250977" y="2001729"/>
                  </a:lnTo>
                  <a:lnTo>
                    <a:pt x="2252035" y="2018818"/>
                  </a:lnTo>
                  <a:lnTo>
                    <a:pt x="2253093" y="2035539"/>
                  </a:lnTo>
                  <a:lnTo>
                    <a:pt x="2254151" y="2051949"/>
                  </a:lnTo>
                  <a:lnTo>
                    <a:pt x="2255209" y="2068070"/>
                  </a:lnTo>
                  <a:lnTo>
                    <a:pt x="2256266" y="2083959"/>
                  </a:lnTo>
                  <a:lnTo>
                    <a:pt x="2257324" y="2099581"/>
                  </a:lnTo>
                  <a:lnTo>
                    <a:pt x="2258382" y="2114957"/>
                  </a:lnTo>
                  <a:lnTo>
                    <a:pt x="2259440" y="2130139"/>
                  </a:lnTo>
                  <a:lnTo>
                    <a:pt x="2260498" y="2145126"/>
                  </a:lnTo>
                  <a:lnTo>
                    <a:pt x="2261556" y="2159901"/>
                  </a:lnTo>
                  <a:lnTo>
                    <a:pt x="2262613" y="2174361"/>
                  </a:lnTo>
                  <a:lnTo>
                    <a:pt x="2263671" y="2188435"/>
                  </a:lnTo>
                  <a:lnTo>
                    <a:pt x="2264729" y="2202173"/>
                  </a:lnTo>
                  <a:lnTo>
                    <a:pt x="2265787" y="2215584"/>
                  </a:lnTo>
                  <a:lnTo>
                    <a:pt x="2266845" y="2228672"/>
                  </a:lnTo>
                  <a:lnTo>
                    <a:pt x="2267903" y="2241419"/>
                  </a:lnTo>
                  <a:lnTo>
                    <a:pt x="2268960" y="2253785"/>
                  </a:lnTo>
                  <a:lnTo>
                    <a:pt x="2270018" y="2265773"/>
                  </a:lnTo>
                  <a:lnTo>
                    <a:pt x="2271076" y="2277314"/>
                  </a:lnTo>
                  <a:lnTo>
                    <a:pt x="2272134" y="2288323"/>
                  </a:lnTo>
                  <a:lnTo>
                    <a:pt x="2273192" y="2298877"/>
                  </a:lnTo>
                  <a:lnTo>
                    <a:pt x="2274250" y="2309015"/>
                  </a:lnTo>
                  <a:lnTo>
                    <a:pt x="2275307" y="2318729"/>
                  </a:lnTo>
                  <a:lnTo>
                    <a:pt x="2276365" y="2327998"/>
                  </a:lnTo>
                  <a:lnTo>
                    <a:pt x="2277423" y="2336831"/>
                  </a:lnTo>
                  <a:lnTo>
                    <a:pt x="2278481" y="2345172"/>
                  </a:lnTo>
                  <a:lnTo>
                    <a:pt x="2279539" y="2352988"/>
                  </a:lnTo>
                  <a:lnTo>
                    <a:pt x="2280597" y="2360239"/>
                  </a:lnTo>
                  <a:lnTo>
                    <a:pt x="2281655" y="2366878"/>
                  </a:lnTo>
                  <a:lnTo>
                    <a:pt x="2282712" y="2372828"/>
                  </a:lnTo>
                  <a:lnTo>
                    <a:pt x="2283770" y="2378026"/>
                  </a:lnTo>
                  <a:lnTo>
                    <a:pt x="2284828" y="2382469"/>
                  </a:lnTo>
                  <a:lnTo>
                    <a:pt x="2285886" y="2386160"/>
                  </a:lnTo>
                  <a:lnTo>
                    <a:pt x="2286944" y="2389114"/>
                  </a:lnTo>
                  <a:lnTo>
                    <a:pt x="2288002" y="2391353"/>
                  </a:lnTo>
                  <a:lnTo>
                    <a:pt x="2289059" y="2392806"/>
                  </a:lnTo>
                  <a:lnTo>
                    <a:pt x="2290117" y="2393398"/>
                  </a:lnTo>
                  <a:lnTo>
                    <a:pt x="2291175" y="2393072"/>
                  </a:lnTo>
                  <a:lnTo>
                    <a:pt x="2292233" y="2391765"/>
                  </a:lnTo>
                  <a:lnTo>
                    <a:pt x="2293291" y="2389448"/>
                  </a:lnTo>
                  <a:lnTo>
                    <a:pt x="2294349" y="2386188"/>
                  </a:lnTo>
                  <a:lnTo>
                    <a:pt x="2295406" y="2382021"/>
                  </a:lnTo>
                  <a:lnTo>
                    <a:pt x="2296464" y="2377142"/>
                  </a:lnTo>
                  <a:lnTo>
                    <a:pt x="2297522" y="2371638"/>
                  </a:lnTo>
                  <a:lnTo>
                    <a:pt x="2298580" y="2365666"/>
                  </a:lnTo>
                  <a:lnTo>
                    <a:pt x="2299638" y="2359185"/>
                  </a:lnTo>
                  <a:lnTo>
                    <a:pt x="2300696" y="2352100"/>
                  </a:lnTo>
                  <a:lnTo>
                    <a:pt x="2301753" y="2344378"/>
                  </a:lnTo>
                  <a:lnTo>
                    <a:pt x="2302811" y="2336050"/>
                  </a:lnTo>
                  <a:lnTo>
                    <a:pt x="2303869" y="2327087"/>
                  </a:lnTo>
                  <a:lnTo>
                    <a:pt x="2304927" y="2317421"/>
                  </a:lnTo>
                  <a:lnTo>
                    <a:pt x="2305985" y="2306981"/>
                  </a:lnTo>
                  <a:lnTo>
                    <a:pt x="2307043" y="2295703"/>
                  </a:lnTo>
                  <a:lnTo>
                    <a:pt x="2308101" y="2283565"/>
                  </a:lnTo>
                  <a:lnTo>
                    <a:pt x="2309158" y="2270534"/>
                  </a:lnTo>
                  <a:lnTo>
                    <a:pt x="2310216" y="2256569"/>
                  </a:lnTo>
                  <a:lnTo>
                    <a:pt x="2311274" y="2241664"/>
                  </a:lnTo>
                  <a:lnTo>
                    <a:pt x="2312332" y="2225706"/>
                  </a:lnTo>
                  <a:lnTo>
                    <a:pt x="2313390" y="2208592"/>
                  </a:lnTo>
                  <a:lnTo>
                    <a:pt x="2314448" y="2190284"/>
                  </a:lnTo>
                  <a:lnTo>
                    <a:pt x="2315505" y="2170800"/>
                  </a:lnTo>
                  <a:lnTo>
                    <a:pt x="2316563" y="2150293"/>
                  </a:lnTo>
                  <a:lnTo>
                    <a:pt x="2317621" y="2128893"/>
                  </a:lnTo>
                  <a:lnTo>
                    <a:pt x="2318679" y="2106658"/>
                  </a:lnTo>
                  <a:lnTo>
                    <a:pt x="2319737" y="2083583"/>
                  </a:lnTo>
                  <a:lnTo>
                    <a:pt x="2320795" y="2059751"/>
                  </a:lnTo>
                  <a:lnTo>
                    <a:pt x="2321852" y="2035199"/>
                  </a:lnTo>
                  <a:lnTo>
                    <a:pt x="2322910" y="2009998"/>
                  </a:lnTo>
                  <a:lnTo>
                    <a:pt x="2323968" y="1984196"/>
                  </a:lnTo>
                  <a:lnTo>
                    <a:pt x="2325026" y="1957905"/>
                  </a:lnTo>
                  <a:lnTo>
                    <a:pt x="2326084" y="1931282"/>
                  </a:lnTo>
                  <a:lnTo>
                    <a:pt x="2327142" y="1904437"/>
                  </a:lnTo>
                  <a:lnTo>
                    <a:pt x="2328199" y="1877559"/>
                  </a:lnTo>
                  <a:lnTo>
                    <a:pt x="2329257" y="1850724"/>
                  </a:lnTo>
                  <a:lnTo>
                    <a:pt x="2330315" y="1824031"/>
                  </a:lnTo>
                  <a:lnTo>
                    <a:pt x="2331373" y="1797546"/>
                  </a:lnTo>
                  <a:lnTo>
                    <a:pt x="2332431" y="1771390"/>
                  </a:lnTo>
                  <a:lnTo>
                    <a:pt x="2333489" y="1745593"/>
                  </a:lnTo>
                  <a:lnTo>
                    <a:pt x="2334547" y="1720130"/>
                  </a:lnTo>
                  <a:lnTo>
                    <a:pt x="2335604" y="1695032"/>
                  </a:lnTo>
                  <a:lnTo>
                    <a:pt x="2336662" y="1670276"/>
                  </a:lnTo>
                  <a:lnTo>
                    <a:pt x="2337720" y="1645914"/>
                  </a:lnTo>
                  <a:lnTo>
                    <a:pt x="2338778" y="1621933"/>
                  </a:lnTo>
                  <a:lnTo>
                    <a:pt x="2339836" y="1598417"/>
                  </a:lnTo>
                  <a:lnTo>
                    <a:pt x="2340894" y="1575398"/>
                  </a:lnTo>
                  <a:lnTo>
                    <a:pt x="2341951" y="1552887"/>
                  </a:lnTo>
                  <a:lnTo>
                    <a:pt x="2343009" y="1530927"/>
                  </a:lnTo>
                  <a:lnTo>
                    <a:pt x="2344067" y="1509505"/>
                  </a:lnTo>
                  <a:lnTo>
                    <a:pt x="2345125" y="1488673"/>
                  </a:lnTo>
                  <a:lnTo>
                    <a:pt x="2346183" y="1468447"/>
                  </a:lnTo>
                  <a:lnTo>
                    <a:pt x="2347241" y="1448863"/>
                  </a:lnTo>
                  <a:lnTo>
                    <a:pt x="2348298" y="1429823"/>
                  </a:lnTo>
                  <a:lnTo>
                    <a:pt x="2349356" y="1411221"/>
                  </a:lnTo>
                  <a:lnTo>
                    <a:pt x="2350414" y="1393113"/>
                  </a:lnTo>
                  <a:lnTo>
                    <a:pt x="2351472" y="1375539"/>
                  </a:lnTo>
                  <a:lnTo>
                    <a:pt x="2352530" y="1358500"/>
                  </a:lnTo>
                  <a:lnTo>
                    <a:pt x="2353588" y="1342010"/>
                  </a:lnTo>
                  <a:lnTo>
                    <a:pt x="2354645" y="1326173"/>
                  </a:lnTo>
                  <a:lnTo>
                    <a:pt x="2355703" y="1310974"/>
                  </a:lnTo>
                  <a:lnTo>
                    <a:pt x="2356761" y="1296468"/>
                  </a:lnTo>
                  <a:lnTo>
                    <a:pt x="2357819" y="1282679"/>
                  </a:lnTo>
                  <a:lnTo>
                    <a:pt x="2358877" y="1269618"/>
                  </a:lnTo>
                  <a:lnTo>
                    <a:pt x="2359935" y="1257316"/>
                  </a:lnTo>
                  <a:lnTo>
                    <a:pt x="2360993" y="1245822"/>
                  </a:lnTo>
                  <a:lnTo>
                    <a:pt x="2362050" y="1235223"/>
                  </a:lnTo>
                  <a:lnTo>
                    <a:pt x="2363108" y="1225531"/>
                  </a:lnTo>
                  <a:lnTo>
                    <a:pt x="2364166" y="1216772"/>
                  </a:lnTo>
                  <a:lnTo>
                    <a:pt x="2365224" y="1209040"/>
                  </a:lnTo>
                  <a:lnTo>
                    <a:pt x="2366282" y="1202391"/>
                  </a:lnTo>
                  <a:lnTo>
                    <a:pt x="2367340" y="1196854"/>
                  </a:lnTo>
                  <a:lnTo>
                    <a:pt x="2368397" y="1192424"/>
                  </a:lnTo>
                  <a:lnTo>
                    <a:pt x="2369455" y="1189104"/>
                  </a:lnTo>
                  <a:lnTo>
                    <a:pt x="2370513" y="1186819"/>
                  </a:lnTo>
                  <a:lnTo>
                    <a:pt x="2371571" y="1185517"/>
                  </a:lnTo>
                  <a:lnTo>
                    <a:pt x="2372629" y="1185154"/>
                  </a:lnTo>
                  <a:lnTo>
                    <a:pt x="2373687" y="1185622"/>
                  </a:lnTo>
                  <a:lnTo>
                    <a:pt x="2374744" y="1186848"/>
                  </a:lnTo>
                  <a:lnTo>
                    <a:pt x="2375802" y="1188800"/>
                  </a:lnTo>
                  <a:lnTo>
                    <a:pt x="2376860" y="1191423"/>
                  </a:lnTo>
                  <a:lnTo>
                    <a:pt x="2377918" y="1194640"/>
                  </a:lnTo>
                  <a:lnTo>
                    <a:pt x="2378976" y="1198322"/>
                  </a:lnTo>
                  <a:lnTo>
                    <a:pt x="2380034" y="1202360"/>
                  </a:lnTo>
                  <a:lnTo>
                    <a:pt x="2381091" y="1206553"/>
                  </a:lnTo>
                  <a:lnTo>
                    <a:pt x="2382149" y="1210755"/>
                  </a:lnTo>
                  <a:lnTo>
                    <a:pt x="2383207" y="1214855"/>
                  </a:lnTo>
                  <a:lnTo>
                    <a:pt x="2384265" y="1218740"/>
                  </a:lnTo>
                  <a:lnTo>
                    <a:pt x="2385323" y="1222291"/>
                  </a:lnTo>
                  <a:lnTo>
                    <a:pt x="2386381" y="1225411"/>
                  </a:lnTo>
                  <a:lnTo>
                    <a:pt x="2387439" y="1228110"/>
                  </a:lnTo>
                  <a:lnTo>
                    <a:pt x="2388496" y="1230445"/>
                  </a:lnTo>
                  <a:lnTo>
                    <a:pt x="2389554" y="1232468"/>
                  </a:lnTo>
                  <a:lnTo>
                    <a:pt x="2390612" y="1234229"/>
                  </a:lnTo>
                  <a:lnTo>
                    <a:pt x="2391670" y="1235765"/>
                  </a:lnTo>
                  <a:lnTo>
                    <a:pt x="2392728" y="1237054"/>
                  </a:lnTo>
                  <a:lnTo>
                    <a:pt x="2393786" y="1238086"/>
                  </a:lnTo>
                  <a:lnTo>
                    <a:pt x="2394843" y="1238864"/>
                  </a:lnTo>
                  <a:lnTo>
                    <a:pt x="2395901" y="1239332"/>
                  </a:lnTo>
                  <a:lnTo>
                    <a:pt x="2396959" y="1239545"/>
                  </a:lnTo>
                  <a:lnTo>
                    <a:pt x="2398017" y="1239536"/>
                  </a:lnTo>
                  <a:lnTo>
                    <a:pt x="2399075" y="1239287"/>
                  </a:lnTo>
                  <a:lnTo>
                    <a:pt x="2400133" y="1238768"/>
                  </a:lnTo>
                  <a:lnTo>
                    <a:pt x="2401190" y="1238016"/>
                  </a:lnTo>
                  <a:lnTo>
                    <a:pt x="2402248" y="1237140"/>
                  </a:lnTo>
                  <a:lnTo>
                    <a:pt x="2403306" y="1236101"/>
                  </a:lnTo>
                  <a:lnTo>
                    <a:pt x="2404364" y="1234742"/>
                  </a:lnTo>
                  <a:lnTo>
                    <a:pt x="2405422" y="1233058"/>
                  </a:lnTo>
                  <a:lnTo>
                    <a:pt x="2406480" y="1231034"/>
                  </a:lnTo>
                  <a:lnTo>
                    <a:pt x="2407537" y="1228599"/>
                  </a:lnTo>
                  <a:lnTo>
                    <a:pt x="2408595" y="1225621"/>
                  </a:lnTo>
                  <a:lnTo>
                    <a:pt x="2409653" y="1222012"/>
                  </a:lnTo>
                  <a:lnTo>
                    <a:pt x="2410711" y="1217716"/>
                  </a:lnTo>
                  <a:lnTo>
                    <a:pt x="2411769" y="1212796"/>
                  </a:lnTo>
                  <a:lnTo>
                    <a:pt x="2412827" y="1207317"/>
                  </a:lnTo>
                  <a:lnTo>
                    <a:pt x="2413885" y="1201321"/>
                  </a:lnTo>
                  <a:lnTo>
                    <a:pt x="2414942" y="1194806"/>
                  </a:lnTo>
                  <a:lnTo>
                    <a:pt x="2416000" y="1187760"/>
                  </a:lnTo>
                  <a:lnTo>
                    <a:pt x="2417058" y="1180198"/>
                  </a:lnTo>
                  <a:lnTo>
                    <a:pt x="2418116" y="1172025"/>
                  </a:lnTo>
                  <a:lnTo>
                    <a:pt x="2419174" y="1163219"/>
                  </a:lnTo>
                  <a:lnTo>
                    <a:pt x="2420232" y="1153867"/>
                  </a:lnTo>
                  <a:lnTo>
                    <a:pt x="2421289" y="1144057"/>
                  </a:lnTo>
                  <a:lnTo>
                    <a:pt x="2422347" y="1133817"/>
                  </a:lnTo>
                  <a:lnTo>
                    <a:pt x="2423405" y="1123108"/>
                  </a:lnTo>
                  <a:lnTo>
                    <a:pt x="2424463" y="1111936"/>
                  </a:lnTo>
                  <a:lnTo>
                    <a:pt x="2425521" y="1100339"/>
                  </a:lnTo>
                  <a:lnTo>
                    <a:pt x="2426579" y="1088373"/>
                  </a:lnTo>
                  <a:lnTo>
                    <a:pt x="2427636" y="1076039"/>
                  </a:lnTo>
                  <a:lnTo>
                    <a:pt x="2428694" y="1063332"/>
                  </a:lnTo>
                  <a:lnTo>
                    <a:pt x="2429752" y="1050240"/>
                  </a:lnTo>
                  <a:lnTo>
                    <a:pt x="2430810" y="1036845"/>
                  </a:lnTo>
                  <a:lnTo>
                    <a:pt x="2431868" y="1023171"/>
                  </a:lnTo>
                  <a:lnTo>
                    <a:pt x="2432926" y="1009267"/>
                  </a:lnTo>
                  <a:lnTo>
                    <a:pt x="2433983" y="995233"/>
                  </a:lnTo>
                  <a:lnTo>
                    <a:pt x="2435041" y="981173"/>
                  </a:lnTo>
                  <a:lnTo>
                    <a:pt x="2436099" y="967159"/>
                  </a:lnTo>
                  <a:lnTo>
                    <a:pt x="2437157" y="953253"/>
                  </a:lnTo>
                  <a:lnTo>
                    <a:pt x="2438215" y="939478"/>
                  </a:lnTo>
                  <a:lnTo>
                    <a:pt x="2439273" y="925934"/>
                  </a:lnTo>
                  <a:lnTo>
                    <a:pt x="2440331" y="912646"/>
                  </a:lnTo>
                  <a:lnTo>
                    <a:pt x="2441388" y="899625"/>
                  </a:lnTo>
                  <a:lnTo>
                    <a:pt x="2442446" y="886846"/>
                  </a:lnTo>
                  <a:lnTo>
                    <a:pt x="2443504" y="874308"/>
                  </a:lnTo>
                  <a:lnTo>
                    <a:pt x="2444562" y="861974"/>
                  </a:lnTo>
                  <a:lnTo>
                    <a:pt x="2445620" y="849840"/>
                  </a:lnTo>
                  <a:lnTo>
                    <a:pt x="2446678" y="837863"/>
                  </a:lnTo>
                  <a:lnTo>
                    <a:pt x="2447735" y="826008"/>
                  </a:lnTo>
                  <a:lnTo>
                    <a:pt x="2448793" y="814311"/>
                  </a:lnTo>
                  <a:lnTo>
                    <a:pt x="2449851" y="802752"/>
                  </a:lnTo>
                  <a:lnTo>
                    <a:pt x="2450909" y="791281"/>
                  </a:lnTo>
                  <a:lnTo>
                    <a:pt x="2451967" y="779849"/>
                  </a:lnTo>
                  <a:lnTo>
                    <a:pt x="2453025" y="768413"/>
                  </a:lnTo>
                  <a:lnTo>
                    <a:pt x="2454082" y="756953"/>
                  </a:lnTo>
                  <a:lnTo>
                    <a:pt x="2455140" y="745406"/>
                  </a:lnTo>
                  <a:lnTo>
                    <a:pt x="2456198" y="733747"/>
                  </a:lnTo>
                  <a:lnTo>
                    <a:pt x="2457256" y="722046"/>
                  </a:lnTo>
                  <a:lnTo>
                    <a:pt x="2458314" y="710350"/>
                  </a:lnTo>
                  <a:lnTo>
                    <a:pt x="2459372" y="698636"/>
                  </a:lnTo>
                  <a:lnTo>
                    <a:pt x="2460429" y="686903"/>
                  </a:lnTo>
                  <a:lnTo>
                    <a:pt x="2461487" y="675258"/>
                  </a:lnTo>
                  <a:lnTo>
                    <a:pt x="2462545" y="663751"/>
                  </a:lnTo>
                  <a:lnTo>
                    <a:pt x="2463603" y="652468"/>
                  </a:lnTo>
                  <a:lnTo>
                    <a:pt x="2464661" y="641387"/>
                  </a:lnTo>
                  <a:lnTo>
                    <a:pt x="2465719" y="630487"/>
                  </a:lnTo>
                  <a:lnTo>
                    <a:pt x="2466777" y="619627"/>
                  </a:lnTo>
                  <a:lnTo>
                    <a:pt x="2467834" y="608726"/>
                  </a:lnTo>
                  <a:lnTo>
                    <a:pt x="2468892" y="597796"/>
                  </a:lnTo>
                  <a:lnTo>
                    <a:pt x="2469950" y="586814"/>
                  </a:lnTo>
                  <a:lnTo>
                    <a:pt x="2471008" y="575823"/>
                  </a:lnTo>
                  <a:lnTo>
                    <a:pt x="2472066" y="564935"/>
                  </a:lnTo>
                  <a:lnTo>
                    <a:pt x="2473124" y="554060"/>
                  </a:lnTo>
                  <a:lnTo>
                    <a:pt x="2474181" y="543144"/>
                  </a:lnTo>
                  <a:lnTo>
                    <a:pt x="2475239" y="532113"/>
                  </a:lnTo>
                  <a:lnTo>
                    <a:pt x="2476297" y="520988"/>
                  </a:lnTo>
                  <a:lnTo>
                    <a:pt x="2477355" y="509787"/>
                  </a:lnTo>
                  <a:lnTo>
                    <a:pt x="2478413" y="498502"/>
                  </a:lnTo>
                  <a:lnTo>
                    <a:pt x="2479471" y="487110"/>
                  </a:lnTo>
                  <a:lnTo>
                    <a:pt x="2480528" y="475670"/>
                  </a:lnTo>
                  <a:lnTo>
                    <a:pt x="2481586" y="464277"/>
                  </a:lnTo>
                  <a:lnTo>
                    <a:pt x="2482644" y="453020"/>
                  </a:lnTo>
                  <a:lnTo>
                    <a:pt x="2483702" y="441965"/>
                  </a:lnTo>
                  <a:lnTo>
                    <a:pt x="2484760" y="431093"/>
                  </a:lnTo>
                  <a:lnTo>
                    <a:pt x="2485818" y="420459"/>
                  </a:lnTo>
                  <a:lnTo>
                    <a:pt x="2486875" y="410036"/>
                  </a:lnTo>
                  <a:lnTo>
                    <a:pt x="2487933" y="399760"/>
                  </a:lnTo>
                  <a:lnTo>
                    <a:pt x="2488991" y="389563"/>
                  </a:lnTo>
                  <a:lnTo>
                    <a:pt x="2490049" y="379443"/>
                  </a:lnTo>
                  <a:lnTo>
                    <a:pt x="2491107" y="369457"/>
                  </a:lnTo>
                  <a:lnTo>
                    <a:pt x="2492165" y="359564"/>
                  </a:lnTo>
                  <a:lnTo>
                    <a:pt x="2493223" y="349787"/>
                  </a:lnTo>
                  <a:lnTo>
                    <a:pt x="2494280" y="340094"/>
                  </a:lnTo>
                  <a:lnTo>
                    <a:pt x="2495338" y="330433"/>
                  </a:lnTo>
                  <a:lnTo>
                    <a:pt x="2496396" y="320794"/>
                  </a:lnTo>
                  <a:lnTo>
                    <a:pt x="2497454" y="311159"/>
                  </a:lnTo>
                  <a:lnTo>
                    <a:pt x="2498512" y="301555"/>
                  </a:lnTo>
                  <a:lnTo>
                    <a:pt x="2499570" y="291967"/>
                  </a:lnTo>
                  <a:lnTo>
                    <a:pt x="2500627" y="282431"/>
                  </a:lnTo>
                  <a:lnTo>
                    <a:pt x="2501685" y="272935"/>
                  </a:lnTo>
                  <a:lnTo>
                    <a:pt x="2502743" y="263452"/>
                  </a:lnTo>
                  <a:lnTo>
                    <a:pt x="2503801" y="254019"/>
                  </a:lnTo>
                  <a:lnTo>
                    <a:pt x="2504859" y="244730"/>
                  </a:lnTo>
                  <a:lnTo>
                    <a:pt x="2505917" y="235642"/>
                  </a:lnTo>
                  <a:lnTo>
                    <a:pt x="2506974" y="226814"/>
                  </a:lnTo>
                  <a:lnTo>
                    <a:pt x="2508032" y="218360"/>
                  </a:lnTo>
                  <a:lnTo>
                    <a:pt x="2509090" y="210288"/>
                  </a:lnTo>
                  <a:lnTo>
                    <a:pt x="2510148" y="202616"/>
                  </a:lnTo>
                  <a:lnTo>
                    <a:pt x="2511206" y="195374"/>
                  </a:lnTo>
                  <a:lnTo>
                    <a:pt x="2512264" y="188583"/>
                  </a:lnTo>
                  <a:lnTo>
                    <a:pt x="2513321" y="182265"/>
                  </a:lnTo>
                  <a:lnTo>
                    <a:pt x="2514379" y="176436"/>
                  </a:lnTo>
                  <a:lnTo>
                    <a:pt x="2515437" y="171100"/>
                  </a:lnTo>
                  <a:lnTo>
                    <a:pt x="2516495" y="166307"/>
                  </a:lnTo>
                  <a:lnTo>
                    <a:pt x="2517553" y="162086"/>
                  </a:lnTo>
                  <a:lnTo>
                    <a:pt x="2518611" y="158403"/>
                  </a:lnTo>
                  <a:lnTo>
                    <a:pt x="2519669" y="155318"/>
                  </a:lnTo>
                  <a:lnTo>
                    <a:pt x="2520726" y="152910"/>
                  </a:lnTo>
                  <a:lnTo>
                    <a:pt x="2521784" y="151159"/>
                  </a:lnTo>
                  <a:lnTo>
                    <a:pt x="2522842" y="150001"/>
                  </a:lnTo>
                  <a:lnTo>
                    <a:pt x="2523900" y="149409"/>
                  </a:lnTo>
                  <a:lnTo>
                    <a:pt x="2524958" y="149374"/>
                  </a:lnTo>
                  <a:lnTo>
                    <a:pt x="2526016" y="149920"/>
                  </a:lnTo>
                  <a:lnTo>
                    <a:pt x="2527073" y="151059"/>
                  </a:lnTo>
                  <a:lnTo>
                    <a:pt x="2528131" y="152840"/>
                  </a:lnTo>
                  <a:lnTo>
                    <a:pt x="2529189" y="155317"/>
                  </a:lnTo>
                  <a:lnTo>
                    <a:pt x="2530247" y="158468"/>
                  </a:lnTo>
                  <a:lnTo>
                    <a:pt x="2531305" y="162322"/>
                  </a:lnTo>
                  <a:lnTo>
                    <a:pt x="2532363" y="166893"/>
                  </a:lnTo>
                  <a:lnTo>
                    <a:pt x="2533420" y="172187"/>
                  </a:lnTo>
                  <a:lnTo>
                    <a:pt x="2534478" y="178113"/>
                  </a:lnTo>
                  <a:lnTo>
                    <a:pt x="2535536" y="184600"/>
                  </a:lnTo>
                  <a:lnTo>
                    <a:pt x="2536594" y="191485"/>
                  </a:lnTo>
                  <a:lnTo>
                    <a:pt x="2537652" y="198712"/>
                  </a:lnTo>
                  <a:lnTo>
                    <a:pt x="2538710" y="206240"/>
                  </a:lnTo>
                  <a:lnTo>
                    <a:pt x="2539767" y="213990"/>
                  </a:lnTo>
                  <a:lnTo>
                    <a:pt x="2540825" y="221969"/>
                  </a:lnTo>
                  <a:lnTo>
                    <a:pt x="2541883" y="230186"/>
                  </a:lnTo>
                  <a:lnTo>
                    <a:pt x="2542941" y="238677"/>
                  </a:lnTo>
                  <a:lnTo>
                    <a:pt x="2543999" y="247429"/>
                  </a:lnTo>
                  <a:lnTo>
                    <a:pt x="2545057" y="256419"/>
                  </a:lnTo>
                  <a:lnTo>
                    <a:pt x="2546115" y="265640"/>
                  </a:lnTo>
                  <a:lnTo>
                    <a:pt x="2547172" y="274958"/>
                  </a:lnTo>
                  <a:lnTo>
                    <a:pt x="2548230" y="284390"/>
                  </a:lnTo>
                  <a:lnTo>
                    <a:pt x="2549288" y="293947"/>
                  </a:lnTo>
                  <a:lnTo>
                    <a:pt x="2550346" y="303689"/>
                  </a:lnTo>
                  <a:lnTo>
                    <a:pt x="2551404" y="313645"/>
                  </a:lnTo>
                  <a:lnTo>
                    <a:pt x="2552462" y="323891"/>
                  </a:lnTo>
                  <a:lnTo>
                    <a:pt x="2553519" y="334463"/>
                  </a:lnTo>
                  <a:lnTo>
                    <a:pt x="2554577" y="345361"/>
                  </a:lnTo>
                  <a:lnTo>
                    <a:pt x="2555635" y="356632"/>
                  </a:lnTo>
                  <a:lnTo>
                    <a:pt x="2556693" y="368224"/>
                  </a:lnTo>
                  <a:lnTo>
                    <a:pt x="2557751" y="380097"/>
                  </a:lnTo>
                  <a:lnTo>
                    <a:pt x="2558809" y="392195"/>
                  </a:lnTo>
                  <a:lnTo>
                    <a:pt x="2559866" y="404486"/>
                  </a:lnTo>
                  <a:lnTo>
                    <a:pt x="2560924" y="416905"/>
                  </a:lnTo>
                  <a:lnTo>
                    <a:pt x="2561982" y="429401"/>
                  </a:lnTo>
                  <a:lnTo>
                    <a:pt x="2563040" y="442039"/>
                  </a:lnTo>
                  <a:lnTo>
                    <a:pt x="2564098" y="454807"/>
                  </a:lnTo>
                  <a:lnTo>
                    <a:pt x="2565156" y="467640"/>
                  </a:lnTo>
                  <a:lnTo>
                    <a:pt x="2566213" y="480513"/>
                  </a:lnTo>
                  <a:lnTo>
                    <a:pt x="2567271" y="493351"/>
                  </a:lnTo>
                  <a:lnTo>
                    <a:pt x="2568329" y="506156"/>
                  </a:lnTo>
                  <a:lnTo>
                    <a:pt x="2569387" y="518880"/>
                  </a:lnTo>
                  <a:lnTo>
                    <a:pt x="2570445" y="531480"/>
                  </a:lnTo>
                  <a:lnTo>
                    <a:pt x="2571503" y="543989"/>
                  </a:lnTo>
                  <a:lnTo>
                    <a:pt x="2572561" y="556515"/>
                  </a:lnTo>
                  <a:lnTo>
                    <a:pt x="2573618" y="569101"/>
                  </a:lnTo>
                  <a:lnTo>
                    <a:pt x="2574676" y="581836"/>
                  </a:lnTo>
                  <a:lnTo>
                    <a:pt x="2575734" y="594835"/>
                  </a:lnTo>
                  <a:lnTo>
                    <a:pt x="2576792" y="608233"/>
                  </a:lnTo>
                  <a:lnTo>
                    <a:pt x="2577850" y="622047"/>
                  </a:lnTo>
                  <a:lnTo>
                    <a:pt x="2578908" y="636277"/>
                  </a:lnTo>
                  <a:lnTo>
                    <a:pt x="2579965" y="650917"/>
                  </a:lnTo>
                  <a:lnTo>
                    <a:pt x="2581023" y="666036"/>
                  </a:lnTo>
                  <a:lnTo>
                    <a:pt x="2582081" y="681635"/>
                  </a:lnTo>
                  <a:lnTo>
                    <a:pt x="2583139" y="697744"/>
                  </a:lnTo>
                  <a:lnTo>
                    <a:pt x="2584197" y="714334"/>
                  </a:lnTo>
                  <a:lnTo>
                    <a:pt x="2585255" y="731384"/>
                  </a:lnTo>
                  <a:lnTo>
                    <a:pt x="2586312" y="748877"/>
                  </a:lnTo>
                  <a:lnTo>
                    <a:pt x="2587370" y="766834"/>
                  </a:lnTo>
                  <a:lnTo>
                    <a:pt x="2588428" y="785330"/>
                  </a:lnTo>
                  <a:lnTo>
                    <a:pt x="2589486" y="804440"/>
                  </a:lnTo>
                  <a:lnTo>
                    <a:pt x="2590544" y="824241"/>
                  </a:lnTo>
                  <a:lnTo>
                    <a:pt x="2591602" y="844708"/>
                  </a:lnTo>
                  <a:lnTo>
                    <a:pt x="2592659" y="865783"/>
                  </a:lnTo>
                  <a:lnTo>
                    <a:pt x="2593717" y="887476"/>
                  </a:lnTo>
                  <a:lnTo>
                    <a:pt x="2594775" y="909793"/>
                  </a:lnTo>
                  <a:lnTo>
                    <a:pt x="2595833" y="932622"/>
                  </a:lnTo>
                  <a:lnTo>
                    <a:pt x="2596891" y="955865"/>
                  </a:lnTo>
                  <a:lnTo>
                    <a:pt x="2597949" y="979451"/>
                  </a:lnTo>
                  <a:lnTo>
                    <a:pt x="2599007" y="1003350"/>
                  </a:lnTo>
                  <a:lnTo>
                    <a:pt x="2600064" y="1027632"/>
                  </a:lnTo>
                  <a:lnTo>
                    <a:pt x="2601122" y="1052408"/>
                  </a:lnTo>
                  <a:lnTo>
                    <a:pt x="2602180" y="1077689"/>
                  </a:lnTo>
                  <a:lnTo>
                    <a:pt x="2603238" y="1103436"/>
                  </a:lnTo>
                  <a:lnTo>
                    <a:pt x="2604296" y="1129530"/>
                  </a:lnTo>
                  <a:lnTo>
                    <a:pt x="2605354" y="1155855"/>
                  </a:lnTo>
                  <a:lnTo>
                    <a:pt x="2606411" y="1182266"/>
                  </a:lnTo>
                  <a:lnTo>
                    <a:pt x="2607469" y="1208689"/>
                  </a:lnTo>
                  <a:lnTo>
                    <a:pt x="2608527" y="1235162"/>
                  </a:lnTo>
                  <a:lnTo>
                    <a:pt x="2609585" y="1261734"/>
                  </a:lnTo>
                  <a:lnTo>
                    <a:pt x="2610643" y="1288467"/>
                  </a:lnTo>
                  <a:lnTo>
                    <a:pt x="2611701" y="1315449"/>
                  </a:lnTo>
                  <a:lnTo>
                    <a:pt x="2612758" y="1342737"/>
                  </a:lnTo>
                  <a:lnTo>
                    <a:pt x="2613816" y="1370364"/>
                  </a:lnTo>
                  <a:lnTo>
                    <a:pt x="2614874" y="1398382"/>
                  </a:lnTo>
                  <a:lnTo>
                    <a:pt x="2615932" y="1426757"/>
                  </a:lnTo>
                  <a:lnTo>
                    <a:pt x="2616990" y="1455342"/>
                  </a:lnTo>
                  <a:lnTo>
                    <a:pt x="2618048" y="1484130"/>
                  </a:lnTo>
                  <a:lnTo>
                    <a:pt x="2619105" y="1513164"/>
                  </a:lnTo>
                  <a:lnTo>
                    <a:pt x="2620163" y="1542515"/>
                  </a:lnTo>
                  <a:lnTo>
                    <a:pt x="2621221" y="1572154"/>
                  </a:lnTo>
                  <a:lnTo>
                    <a:pt x="2622279" y="1602115"/>
                  </a:lnTo>
                  <a:lnTo>
                    <a:pt x="2623337" y="1632430"/>
                  </a:lnTo>
                  <a:lnTo>
                    <a:pt x="2624395" y="1662910"/>
                  </a:lnTo>
                  <a:lnTo>
                    <a:pt x="2625453" y="1693353"/>
                  </a:lnTo>
                  <a:lnTo>
                    <a:pt x="2626510" y="1723577"/>
                  </a:lnTo>
                  <a:lnTo>
                    <a:pt x="2627568" y="1753446"/>
                  </a:lnTo>
                  <a:lnTo>
                    <a:pt x="2628626" y="1782858"/>
                  </a:lnTo>
                  <a:lnTo>
                    <a:pt x="2629684" y="1811724"/>
                  </a:lnTo>
                  <a:lnTo>
                    <a:pt x="2630742" y="1839858"/>
                  </a:lnTo>
                  <a:lnTo>
                    <a:pt x="2631800" y="1867216"/>
                  </a:lnTo>
                  <a:lnTo>
                    <a:pt x="2632857" y="1893773"/>
                  </a:lnTo>
                  <a:lnTo>
                    <a:pt x="2633915" y="1919385"/>
                  </a:lnTo>
                  <a:lnTo>
                    <a:pt x="2634973" y="1943893"/>
                  </a:lnTo>
                  <a:lnTo>
                    <a:pt x="2636031" y="1967152"/>
                  </a:lnTo>
                  <a:lnTo>
                    <a:pt x="2637089" y="1989091"/>
                  </a:lnTo>
                  <a:lnTo>
                    <a:pt x="2638147" y="2009733"/>
                  </a:lnTo>
                  <a:lnTo>
                    <a:pt x="2639204" y="2029012"/>
                  </a:lnTo>
                  <a:lnTo>
                    <a:pt x="2640262" y="2047007"/>
                  </a:lnTo>
                  <a:lnTo>
                    <a:pt x="2641320" y="2063660"/>
                  </a:lnTo>
                  <a:lnTo>
                    <a:pt x="2642378" y="2078887"/>
                  </a:lnTo>
                  <a:lnTo>
                    <a:pt x="2643436" y="2092592"/>
                  </a:lnTo>
                  <a:lnTo>
                    <a:pt x="2644494" y="2104732"/>
                  </a:lnTo>
                  <a:lnTo>
                    <a:pt x="2645551" y="2115370"/>
                  </a:lnTo>
                  <a:lnTo>
                    <a:pt x="2646609" y="2124612"/>
                  </a:lnTo>
                  <a:lnTo>
                    <a:pt x="2647667" y="2132418"/>
                  </a:lnTo>
                  <a:lnTo>
                    <a:pt x="2648725" y="2138917"/>
                  </a:lnTo>
                  <a:lnTo>
                    <a:pt x="2649783" y="2144245"/>
                  </a:lnTo>
                  <a:lnTo>
                    <a:pt x="2650841" y="2148557"/>
                  </a:lnTo>
                  <a:lnTo>
                    <a:pt x="2651899" y="2151985"/>
                  </a:lnTo>
                  <a:lnTo>
                    <a:pt x="2652956" y="2154576"/>
                  </a:lnTo>
                  <a:lnTo>
                    <a:pt x="2654014" y="2156275"/>
                  </a:lnTo>
                  <a:lnTo>
                    <a:pt x="2655072" y="2157049"/>
                  </a:lnTo>
                  <a:lnTo>
                    <a:pt x="2656130" y="2156873"/>
                  </a:lnTo>
                  <a:lnTo>
                    <a:pt x="2657188" y="2155757"/>
                  </a:lnTo>
                  <a:lnTo>
                    <a:pt x="2658246" y="2153742"/>
                  </a:lnTo>
                  <a:lnTo>
                    <a:pt x="2659303" y="2150934"/>
                  </a:lnTo>
                  <a:lnTo>
                    <a:pt x="2660361" y="2147488"/>
                  </a:lnTo>
                  <a:lnTo>
                    <a:pt x="2661419" y="2143417"/>
                  </a:lnTo>
                  <a:lnTo>
                    <a:pt x="2662477" y="2138676"/>
                  </a:lnTo>
                  <a:lnTo>
                    <a:pt x="2663535" y="2133176"/>
                  </a:lnTo>
                  <a:lnTo>
                    <a:pt x="2664593" y="2126805"/>
                  </a:lnTo>
                  <a:lnTo>
                    <a:pt x="2665650" y="2119488"/>
                  </a:lnTo>
                  <a:lnTo>
                    <a:pt x="2666708" y="2111155"/>
                  </a:lnTo>
                  <a:lnTo>
                    <a:pt x="2667766" y="2101724"/>
                  </a:lnTo>
                  <a:lnTo>
                    <a:pt x="2668824" y="2091130"/>
                  </a:lnTo>
                  <a:lnTo>
                    <a:pt x="2669882" y="2079481"/>
                  </a:lnTo>
                  <a:lnTo>
                    <a:pt x="2670940" y="2066876"/>
                  </a:lnTo>
                  <a:lnTo>
                    <a:pt x="2671997" y="2053296"/>
                  </a:lnTo>
                  <a:lnTo>
                    <a:pt x="2673055" y="2038693"/>
                  </a:lnTo>
                  <a:lnTo>
                    <a:pt x="2674113" y="2023112"/>
                  </a:lnTo>
                  <a:lnTo>
                    <a:pt x="2675171" y="2006585"/>
                  </a:lnTo>
                  <a:lnTo>
                    <a:pt x="2676229" y="1989012"/>
                  </a:lnTo>
                  <a:lnTo>
                    <a:pt x="2677287" y="1970499"/>
                  </a:lnTo>
                  <a:lnTo>
                    <a:pt x="2678345" y="1951276"/>
                  </a:lnTo>
                  <a:lnTo>
                    <a:pt x="2679402" y="1931524"/>
                  </a:lnTo>
                  <a:lnTo>
                    <a:pt x="2680460" y="1911410"/>
                  </a:lnTo>
                  <a:lnTo>
                    <a:pt x="2681518" y="1890986"/>
                  </a:lnTo>
                  <a:lnTo>
                    <a:pt x="2682576" y="1870248"/>
                  </a:lnTo>
                  <a:lnTo>
                    <a:pt x="2683634" y="1849359"/>
                  </a:lnTo>
                  <a:lnTo>
                    <a:pt x="2684692" y="1828380"/>
                  </a:lnTo>
                  <a:lnTo>
                    <a:pt x="2685749" y="1807340"/>
                  </a:lnTo>
                  <a:lnTo>
                    <a:pt x="2686807" y="1786265"/>
                  </a:lnTo>
                  <a:lnTo>
                    <a:pt x="2687865" y="1765338"/>
                  </a:lnTo>
                  <a:lnTo>
                    <a:pt x="2688923" y="1744650"/>
                  </a:lnTo>
                  <a:lnTo>
                    <a:pt x="2689981" y="1724298"/>
                  </a:lnTo>
                  <a:lnTo>
                    <a:pt x="2691039" y="1704243"/>
                  </a:lnTo>
                  <a:lnTo>
                    <a:pt x="2692096" y="1684559"/>
                  </a:lnTo>
                  <a:lnTo>
                    <a:pt x="2693154" y="1665245"/>
                  </a:lnTo>
                  <a:lnTo>
                    <a:pt x="2694212" y="1646185"/>
                  </a:lnTo>
                  <a:lnTo>
                    <a:pt x="2695270" y="1627436"/>
                  </a:lnTo>
                  <a:lnTo>
                    <a:pt x="2696328" y="1608995"/>
                  </a:lnTo>
                  <a:lnTo>
                    <a:pt x="2697386" y="1590992"/>
                  </a:lnTo>
                  <a:lnTo>
                    <a:pt x="2698443" y="1573503"/>
                  </a:lnTo>
                  <a:lnTo>
                    <a:pt x="2699501" y="1556414"/>
                  </a:lnTo>
                  <a:lnTo>
                    <a:pt x="2700559" y="1539752"/>
                  </a:lnTo>
                  <a:lnTo>
                    <a:pt x="2701617" y="1523519"/>
                  </a:lnTo>
                  <a:lnTo>
                    <a:pt x="2702675" y="1507607"/>
                  </a:lnTo>
                  <a:lnTo>
                    <a:pt x="2703733" y="1492008"/>
                  </a:lnTo>
                  <a:lnTo>
                    <a:pt x="2704791" y="1476626"/>
                  </a:lnTo>
                  <a:lnTo>
                    <a:pt x="2705848" y="1461424"/>
                  </a:lnTo>
                  <a:lnTo>
                    <a:pt x="2706906" y="1446418"/>
                  </a:lnTo>
                  <a:lnTo>
                    <a:pt x="2707964" y="1431619"/>
                  </a:lnTo>
                  <a:lnTo>
                    <a:pt x="2709022" y="1417042"/>
                  </a:lnTo>
                  <a:lnTo>
                    <a:pt x="2710080" y="1402747"/>
                  </a:lnTo>
                  <a:lnTo>
                    <a:pt x="2711138" y="1388832"/>
                  </a:lnTo>
                  <a:lnTo>
                    <a:pt x="2712195" y="1375372"/>
                  </a:lnTo>
                  <a:lnTo>
                    <a:pt x="2713253" y="1362272"/>
                  </a:lnTo>
                  <a:lnTo>
                    <a:pt x="2714311" y="1349442"/>
                  </a:lnTo>
                  <a:lnTo>
                    <a:pt x="2715369" y="1336885"/>
                  </a:lnTo>
                  <a:lnTo>
                    <a:pt x="2716427" y="1324655"/>
                  </a:lnTo>
                  <a:lnTo>
                    <a:pt x="2717485" y="1312841"/>
                  </a:lnTo>
                  <a:lnTo>
                    <a:pt x="2718542" y="1301512"/>
                  </a:lnTo>
                  <a:lnTo>
                    <a:pt x="2719600" y="1290674"/>
                  </a:lnTo>
                  <a:lnTo>
                    <a:pt x="2720658" y="1280352"/>
                  </a:lnTo>
                  <a:lnTo>
                    <a:pt x="2721716" y="1270575"/>
                  </a:lnTo>
                  <a:lnTo>
                    <a:pt x="2722774" y="1261348"/>
                  </a:lnTo>
                  <a:lnTo>
                    <a:pt x="2723832" y="1252602"/>
                  </a:lnTo>
                  <a:lnTo>
                    <a:pt x="2724889" y="1244284"/>
                  </a:lnTo>
                  <a:lnTo>
                    <a:pt x="2725947" y="1236439"/>
                  </a:lnTo>
                  <a:lnTo>
                    <a:pt x="2727005" y="1229052"/>
                  </a:lnTo>
                  <a:lnTo>
                    <a:pt x="2728063" y="1221968"/>
                  </a:lnTo>
                  <a:lnTo>
                    <a:pt x="2729121" y="1215278"/>
                  </a:lnTo>
                  <a:lnTo>
                    <a:pt x="2730179" y="1209086"/>
                  </a:lnTo>
                  <a:lnTo>
                    <a:pt x="2731237" y="1203329"/>
                  </a:lnTo>
                  <a:lnTo>
                    <a:pt x="2732294" y="1197850"/>
                  </a:lnTo>
                  <a:lnTo>
                    <a:pt x="2733352" y="1192468"/>
                  </a:lnTo>
                  <a:lnTo>
                    <a:pt x="2734410" y="1187096"/>
                  </a:lnTo>
                  <a:lnTo>
                    <a:pt x="2735468" y="1181710"/>
                  </a:lnTo>
                  <a:lnTo>
                    <a:pt x="2736526" y="1176270"/>
                  </a:lnTo>
                  <a:lnTo>
                    <a:pt x="2737584" y="1170702"/>
                  </a:lnTo>
                  <a:lnTo>
                    <a:pt x="2738641" y="1165001"/>
                  </a:lnTo>
                  <a:lnTo>
                    <a:pt x="2739699" y="1159156"/>
                  </a:lnTo>
                  <a:lnTo>
                    <a:pt x="2740757" y="1153131"/>
                  </a:lnTo>
                  <a:lnTo>
                    <a:pt x="2741815" y="1146872"/>
                  </a:lnTo>
                  <a:lnTo>
                    <a:pt x="2742873" y="1140377"/>
                  </a:lnTo>
                  <a:lnTo>
                    <a:pt x="2743931" y="1133651"/>
                  </a:lnTo>
                  <a:lnTo>
                    <a:pt x="2744988" y="1126747"/>
                  </a:lnTo>
                  <a:lnTo>
                    <a:pt x="2746046" y="1119549"/>
                  </a:lnTo>
                  <a:lnTo>
                    <a:pt x="2747104" y="1112140"/>
                  </a:lnTo>
                  <a:lnTo>
                    <a:pt x="2748162" y="1104589"/>
                  </a:lnTo>
                  <a:lnTo>
                    <a:pt x="2749220" y="1096932"/>
                  </a:lnTo>
                  <a:lnTo>
                    <a:pt x="2750278" y="1089184"/>
                  </a:lnTo>
                  <a:lnTo>
                    <a:pt x="2751335" y="1081284"/>
                  </a:lnTo>
                  <a:lnTo>
                    <a:pt x="2752393" y="1073284"/>
                  </a:lnTo>
                  <a:lnTo>
                    <a:pt x="2753451" y="1065269"/>
                  </a:lnTo>
                  <a:lnTo>
                    <a:pt x="2754509" y="1057196"/>
                  </a:lnTo>
                  <a:lnTo>
                    <a:pt x="2755567" y="1049124"/>
                  </a:lnTo>
                  <a:lnTo>
                    <a:pt x="2756625" y="1041008"/>
                  </a:lnTo>
                  <a:lnTo>
                    <a:pt x="2757683" y="1032793"/>
                  </a:lnTo>
                  <a:lnTo>
                    <a:pt x="2758740" y="1024507"/>
                  </a:lnTo>
                  <a:lnTo>
                    <a:pt x="2759798" y="1016123"/>
                  </a:lnTo>
                  <a:lnTo>
                    <a:pt x="2760856" y="1007558"/>
                  </a:lnTo>
                  <a:lnTo>
                    <a:pt x="2761914" y="998810"/>
                  </a:lnTo>
                  <a:lnTo>
                    <a:pt x="2762972" y="989818"/>
                  </a:lnTo>
                  <a:lnTo>
                    <a:pt x="2764030" y="980503"/>
                  </a:lnTo>
                  <a:lnTo>
                    <a:pt x="2765087" y="970813"/>
                  </a:lnTo>
                  <a:lnTo>
                    <a:pt x="2766145" y="960720"/>
                  </a:lnTo>
                  <a:lnTo>
                    <a:pt x="2767203" y="950286"/>
                  </a:lnTo>
                  <a:lnTo>
                    <a:pt x="2768261" y="939533"/>
                  </a:lnTo>
                  <a:lnTo>
                    <a:pt x="2769319" y="928456"/>
                  </a:lnTo>
                  <a:lnTo>
                    <a:pt x="2770377" y="917037"/>
                  </a:lnTo>
                  <a:lnTo>
                    <a:pt x="2771434" y="905281"/>
                  </a:lnTo>
                  <a:lnTo>
                    <a:pt x="2772492" y="893240"/>
                  </a:lnTo>
                  <a:lnTo>
                    <a:pt x="2773550" y="880957"/>
                  </a:lnTo>
                  <a:lnTo>
                    <a:pt x="2774608" y="868461"/>
                  </a:lnTo>
                  <a:lnTo>
                    <a:pt x="2775666" y="855812"/>
                  </a:lnTo>
                  <a:lnTo>
                    <a:pt x="2776724" y="843068"/>
                  </a:lnTo>
                  <a:lnTo>
                    <a:pt x="2777781" y="830311"/>
                  </a:lnTo>
                  <a:lnTo>
                    <a:pt x="2778839" y="817629"/>
                  </a:lnTo>
                  <a:lnTo>
                    <a:pt x="2779897" y="804947"/>
                  </a:lnTo>
                  <a:lnTo>
                    <a:pt x="2780955" y="792380"/>
                  </a:lnTo>
                  <a:lnTo>
                    <a:pt x="2782013" y="779982"/>
                  </a:lnTo>
                  <a:lnTo>
                    <a:pt x="2783071" y="767684"/>
                  </a:lnTo>
                  <a:lnTo>
                    <a:pt x="2784128" y="755413"/>
                  </a:lnTo>
                  <a:lnTo>
                    <a:pt x="2785186" y="743231"/>
                  </a:lnTo>
                  <a:lnTo>
                    <a:pt x="2786244" y="731375"/>
                  </a:lnTo>
                  <a:lnTo>
                    <a:pt x="2787302" y="719968"/>
                  </a:lnTo>
                  <a:lnTo>
                    <a:pt x="2788360" y="709024"/>
                  </a:lnTo>
                  <a:lnTo>
                    <a:pt x="2789418" y="698562"/>
                  </a:lnTo>
                  <a:lnTo>
                    <a:pt x="2790476" y="688657"/>
                  </a:lnTo>
                  <a:lnTo>
                    <a:pt x="2791533" y="679312"/>
                  </a:lnTo>
                  <a:lnTo>
                    <a:pt x="2792591" y="670576"/>
                  </a:lnTo>
                  <a:lnTo>
                    <a:pt x="2793649" y="662403"/>
                  </a:lnTo>
                  <a:lnTo>
                    <a:pt x="2794707" y="654831"/>
                  </a:lnTo>
                  <a:lnTo>
                    <a:pt x="2795765" y="647890"/>
                  </a:lnTo>
                  <a:lnTo>
                    <a:pt x="2796823" y="641639"/>
                  </a:lnTo>
                  <a:lnTo>
                    <a:pt x="2797880" y="636057"/>
                  </a:lnTo>
                  <a:lnTo>
                    <a:pt x="2798938" y="631123"/>
                  </a:lnTo>
                  <a:lnTo>
                    <a:pt x="2799996" y="626886"/>
                  </a:lnTo>
                  <a:lnTo>
                    <a:pt x="2801054" y="623294"/>
                  </a:lnTo>
                  <a:lnTo>
                    <a:pt x="2802112" y="620332"/>
                  </a:lnTo>
                  <a:lnTo>
                    <a:pt x="2803170" y="617924"/>
                  </a:lnTo>
                  <a:lnTo>
                    <a:pt x="2804227" y="616088"/>
                  </a:lnTo>
                  <a:lnTo>
                    <a:pt x="2805285" y="614831"/>
                  </a:lnTo>
                  <a:lnTo>
                    <a:pt x="2806343" y="614071"/>
                  </a:lnTo>
                  <a:lnTo>
                    <a:pt x="2807401" y="613798"/>
                  </a:lnTo>
                  <a:lnTo>
                    <a:pt x="2808459" y="613955"/>
                  </a:lnTo>
                  <a:lnTo>
                    <a:pt x="2809517" y="614588"/>
                  </a:lnTo>
                  <a:lnTo>
                    <a:pt x="2810574" y="615715"/>
                  </a:lnTo>
                  <a:lnTo>
                    <a:pt x="2811632" y="617320"/>
                  </a:lnTo>
                  <a:lnTo>
                    <a:pt x="2812690" y="619391"/>
                  </a:lnTo>
                  <a:lnTo>
                    <a:pt x="2813748" y="621978"/>
                  </a:lnTo>
                  <a:lnTo>
                    <a:pt x="2814806" y="625205"/>
                  </a:lnTo>
                  <a:lnTo>
                    <a:pt x="2815864" y="629168"/>
                  </a:lnTo>
                  <a:lnTo>
                    <a:pt x="2816922" y="633957"/>
                  </a:lnTo>
                  <a:lnTo>
                    <a:pt x="2817979" y="639552"/>
                  </a:lnTo>
                  <a:lnTo>
                    <a:pt x="2819037" y="645970"/>
                  </a:lnTo>
                  <a:lnTo>
                    <a:pt x="2820095" y="653172"/>
                  </a:lnTo>
                  <a:lnTo>
                    <a:pt x="2821153" y="661121"/>
                  </a:lnTo>
                  <a:lnTo>
                    <a:pt x="2822211" y="669824"/>
                  </a:lnTo>
                  <a:lnTo>
                    <a:pt x="2823269" y="679246"/>
                  </a:lnTo>
                  <a:lnTo>
                    <a:pt x="2824326" y="689303"/>
                  </a:lnTo>
                  <a:lnTo>
                    <a:pt x="2825384" y="699896"/>
                  </a:lnTo>
                  <a:lnTo>
                    <a:pt x="2826442" y="711042"/>
                  </a:lnTo>
                  <a:lnTo>
                    <a:pt x="2827500" y="722787"/>
                  </a:lnTo>
                  <a:lnTo>
                    <a:pt x="2828558" y="735148"/>
                  </a:lnTo>
                  <a:lnTo>
                    <a:pt x="2829616" y="748075"/>
                  </a:lnTo>
                  <a:lnTo>
                    <a:pt x="2830673" y="761498"/>
                  </a:lnTo>
                  <a:lnTo>
                    <a:pt x="2831731" y="775274"/>
                  </a:lnTo>
                  <a:lnTo>
                    <a:pt x="2832789" y="789376"/>
                  </a:lnTo>
                  <a:lnTo>
                    <a:pt x="2833847" y="803844"/>
                  </a:lnTo>
                  <a:lnTo>
                    <a:pt x="2834905" y="818616"/>
                  </a:lnTo>
                  <a:lnTo>
                    <a:pt x="2835963" y="833717"/>
                  </a:lnTo>
                  <a:lnTo>
                    <a:pt x="2837020" y="849119"/>
                  </a:lnTo>
                  <a:lnTo>
                    <a:pt x="2838078" y="864749"/>
                  </a:lnTo>
                  <a:lnTo>
                    <a:pt x="2839136" y="880444"/>
                  </a:lnTo>
                  <a:lnTo>
                    <a:pt x="2840194" y="896086"/>
                  </a:lnTo>
                  <a:lnTo>
                    <a:pt x="2841252" y="911677"/>
                  </a:lnTo>
                  <a:lnTo>
                    <a:pt x="2842310" y="927203"/>
                  </a:lnTo>
                  <a:lnTo>
                    <a:pt x="2843368" y="942569"/>
                  </a:lnTo>
                  <a:lnTo>
                    <a:pt x="2844425" y="957651"/>
                  </a:lnTo>
                  <a:lnTo>
                    <a:pt x="2845483" y="972345"/>
                  </a:lnTo>
                  <a:lnTo>
                    <a:pt x="2846541" y="986625"/>
                  </a:lnTo>
                  <a:lnTo>
                    <a:pt x="2847599" y="1000479"/>
                  </a:lnTo>
                  <a:lnTo>
                    <a:pt x="2848657" y="1013858"/>
                  </a:lnTo>
                  <a:lnTo>
                    <a:pt x="2849715" y="1026736"/>
                  </a:lnTo>
                  <a:lnTo>
                    <a:pt x="2850772" y="1039092"/>
                  </a:lnTo>
                  <a:lnTo>
                    <a:pt x="2851830" y="1050948"/>
                  </a:lnTo>
                  <a:lnTo>
                    <a:pt x="2852888" y="1062325"/>
                  </a:lnTo>
                  <a:lnTo>
                    <a:pt x="2853946" y="1073244"/>
                  </a:lnTo>
                  <a:lnTo>
                    <a:pt x="2855004" y="1083768"/>
                  </a:lnTo>
                  <a:lnTo>
                    <a:pt x="2856062" y="1093842"/>
                  </a:lnTo>
                  <a:lnTo>
                    <a:pt x="2857119" y="1103497"/>
                  </a:lnTo>
                  <a:lnTo>
                    <a:pt x="2858177" y="1112686"/>
                  </a:lnTo>
                  <a:lnTo>
                    <a:pt x="2859235" y="1121400"/>
                  </a:lnTo>
                  <a:lnTo>
                    <a:pt x="2860293" y="1129708"/>
                  </a:lnTo>
                  <a:lnTo>
                    <a:pt x="2861351" y="1137650"/>
                  </a:lnTo>
                  <a:lnTo>
                    <a:pt x="2862409" y="1145233"/>
                  </a:lnTo>
                  <a:lnTo>
                    <a:pt x="2863466" y="1152442"/>
                  </a:lnTo>
                  <a:lnTo>
                    <a:pt x="2864524" y="1159262"/>
                  </a:lnTo>
                  <a:lnTo>
                    <a:pt x="2865582" y="1165723"/>
                  </a:lnTo>
                  <a:lnTo>
                    <a:pt x="2866640" y="1171807"/>
                  </a:lnTo>
                  <a:lnTo>
                    <a:pt x="2867698" y="1177418"/>
                  </a:lnTo>
                  <a:lnTo>
                    <a:pt x="2868756" y="1182447"/>
                  </a:lnTo>
                  <a:lnTo>
                    <a:pt x="2869814" y="1186765"/>
                  </a:lnTo>
                  <a:lnTo>
                    <a:pt x="2870871" y="1190370"/>
                  </a:lnTo>
                  <a:lnTo>
                    <a:pt x="2871929" y="1193327"/>
                  </a:lnTo>
                  <a:lnTo>
                    <a:pt x="2872987" y="1195643"/>
                  </a:lnTo>
                  <a:lnTo>
                    <a:pt x="2874045" y="1197295"/>
                  </a:lnTo>
                  <a:lnTo>
                    <a:pt x="2875103" y="1198244"/>
                  </a:lnTo>
                  <a:lnTo>
                    <a:pt x="2876161" y="1198453"/>
                  </a:lnTo>
                  <a:lnTo>
                    <a:pt x="2877218" y="1197986"/>
                  </a:lnTo>
                  <a:lnTo>
                    <a:pt x="2878276" y="1196884"/>
                  </a:lnTo>
                  <a:lnTo>
                    <a:pt x="2879334" y="1195188"/>
                  </a:lnTo>
                  <a:lnTo>
                    <a:pt x="2880392" y="1192836"/>
                  </a:lnTo>
                  <a:lnTo>
                    <a:pt x="2881450" y="1189719"/>
                  </a:lnTo>
                  <a:lnTo>
                    <a:pt x="2882508" y="1185815"/>
                  </a:lnTo>
                  <a:lnTo>
                    <a:pt x="2883565" y="1181134"/>
                  </a:lnTo>
                  <a:lnTo>
                    <a:pt x="2884623" y="1175766"/>
                  </a:lnTo>
                  <a:lnTo>
                    <a:pt x="2885681" y="1169807"/>
                  </a:lnTo>
                  <a:lnTo>
                    <a:pt x="2886739" y="1163199"/>
                  </a:lnTo>
                  <a:lnTo>
                    <a:pt x="2887797" y="1155890"/>
                  </a:lnTo>
                  <a:lnTo>
                    <a:pt x="2888855" y="1147883"/>
                  </a:lnTo>
                  <a:lnTo>
                    <a:pt x="2889912" y="1139183"/>
                  </a:lnTo>
                  <a:lnTo>
                    <a:pt x="2890970" y="1129889"/>
                  </a:lnTo>
                  <a:lnTo>
                    <a:pt x="2892028" y="1120096"/>
                  </a:lnTo>
                  <a:lnTo>
                    <a:pt x="2893086" y="1109849"/>
                  </a:lnTo>
                  <a:lnTo>
                    <a:pt x="2894144" y="1099106"/>
                  </a:lnTo>
                  <a:lnTo>
                    <a:pt x="2895202" y="1087856"/>
                  </a:lnTo>
                  <a:lnTo>
                    <a:pt x="2896260" y="1076162"/>
                  </a:lnTo>
                  <a:lnTo>
                    <a:pt x="2897317" y="1064107"/>
                  </a:lnTo>
                  <a:lnTo>
                    <a:pt x="2898375" y="1051854"/>
                  </a:lnTo>
                  <a:lnTo>
                    <a:pt x="2899433" y="1039490"/>
                  </a:lnTo>
                  <a:lnTo>
                    <a:pt x="2900491" y="1027051"/>
                  </a:lnTo>
                  <a:lnTo>
                    <a:pt x="2901549" y="1014595"/>
                  </a:lnTo>
                  <a:lnTo>
                    <a:pt x="2902607" y="1002107"/>
                  </a:lnTo>
                  <a:lnTo>
                    <a:pt x="2903664" y="989552"/>
                  </a:lnTo>
                  <a:lnTo>
                    <a:pt x="2904722" y="976924"/>
                  </a:lnTo>
                  <a:lnTo>
                    <a:pt x="2905780" y="964235"/>
                  </a:lnTo>
                  <a:lnTo>
                    <a:pt x="2906838" y="951505"/>
                  </a:lnTo>
                  <a:lnTo>
                    <a:pt x="2907896" y="938681"/>
                  </a:lnTo>
                  <a:lnTo>
                    <a:pt x="2908954" y="925776"/>
                  </a:lnTo>
                  <a:lnTo>
                    <a:pt x="2910011" y="912878"/>
                  </a:lnTo>
                  <a:lnTo>
                    <a:pt x="2911069" y="899970"/>
                  </a:lnTo>
                  <a:lnTo>
                    <a:pt x="2912127" y="887117"/>
                  </a:lnTo>
                  <a:lnTo>
                    <a:pt x="2913185" y="874380"/>
                  </a:lnTo>
                  <a:lnTo>
                    <a:pt x="2914243" y="861764"/>
                  </a:lnTo>
                  <a:lnTo>
                    <a:pt x="2915301" y="849226"/>
                  </a:lnTo>
                  <a:lnTo>
                    <a:pt x="2916358" y="836787"/>
                  </a:lnTo>
                  <a:lnTo>
                    <a:pt x="2917416" y="824406"/>
                  </a:lnTo>
                  <a:lnTo>
                    <a:pt x="2918474" y="812051"/>
                  </a:lnTo>
                  <a:lnTo>
                    <a:pt x="2919532" y="799748"/>
                  </a:lnTo>
                  <a:lnTo>
                    <a:pt x="2920590" y="787520"/>
                  </a:lnTo>
                  <a:lnTo>
                    <a:pt x="2921648" y="775381"/>
                  </a:lnTo>
                  <a:lnTo>
                    <a:pt x="2922706" y="763371"/>
                  </a:lnTo>
                  <a:lnTo>
                    <a:pt x="2923763" y="751560"/>
                  </a:lnTo>
                  <a:lnTo>
                    <a:pt x="2924821" y="739955"/>
                  </a:lnTo>
                  <a:lnTo>
                    <a:pt x="2925879" y="728539"/>
                  </a:lnTo>
                  <a:lnTo>
                    <a:pt x="2926937" y="717364"/>
                  </a:lnTo>
                  <a:lnTo>
                    <a:pt x="2927995" y="706500"/>
                  </a:lnTo>
                  <a:lnTo>
                    <a:pt x="2929053" y="696034"/>
                  </a:lnTo>
                  <a:lnTo>
                    <a:pt x="2930110" y="685953"/>
                  </a:lnTo>
                  <a:lnTo>
                    <a:pt x="2931168" y="676264"/>
                  </a:lnTo>
                  <a:lnTo>
                    <a:pt x="2932226" y="666951"/>
                  </a:lnTo>
                  <a:lnTo>
                    <a:pt x="2933284" y="658058"/>
                  </a:lnTo>
                  <a:lnTo>
                    <a:pt x="2934342" y="649660"/>
                  </a:lnTo>
                  <a:lnTo>
                    <a:pt x="2935400" y="641778"/>
                  </a:lnTo>
                  <a:lnTo>
                    <a:pt x="2936457" y="634416"/>
                  </a:lnTo>
                  <a:lnTo>
                    <a:pt x="2937515" y="627548"/>
                  </a:lnTo>
                  <a:lnTo>
                    <a:pt x="2938573" y="621141"/>
                  </a:lnTo>
                  <a:lnTo>
                    <a:pt x="2939631" y="615205"/>
                  </a:lnTo>
                  <a:lnTo>
                    <a:pt x="2940689" y="609830"/>
                  </a:lnTo>
                  <a:lnTo>
                    <a:pt x="2941747" y="605068"/>
                  </a:lnTo>
                  <a:lnTo>
                    <a:pt x="2942804" y="600914"/>
                  </a:lnTo>
                  <a:lnTo>
                    <a:pt x="2943862" y="597331"/>
                  </a:lnTo>
                  <a:lnTo>
                    <a:pt x="2944920" y="594334"/>
                  </a:lnTo>
                  <a:lnTo>
                    <a:pt x="2945978" y="591998"/>
                  </a:lnTo>
                  <a:lnTo>
                    <a:pt x="2947036" y="590376"/>
                  </a:lnTo>
                  <a:lnTo>
                    <a:pt x="2948094" y="589554"/>
                  </a:lnTo>
                  <a:lnTo>
                    <a:pt x="2949152" y="589522"/>
                  </a:lnTo>
                  <a:lnTo>
                    <a:pt x="2950209" y="590275"/>
                  </a:lnTo>
                  <a:lnTo>
                    <a:pt x="2951267" y="591840"/>
                  </a:lnTo>
                  <a:lnTo>
                    <a:pt x="2952325" y="594172"/>
                  </a:lnTo>
                  <a:lnTo>
                    <a:pt x="2953383" y="597328"/>
                  </a:lnTo>
                  <a:lnTo>
                    <a:pt x="2954441" y="601311"/>
                  </a:lnTo>
                  <a:lnTo>
                    <a:pt x="2955499" y="606144"/>
                  </a:lnTo>
                  <a:lnTo>
                    <a:pt x="2956556" y="611884"/>
                  </a:lnTo>
                  <a:lnTo>
                    <a:pt x="2957614" y="618587"/>
                  </a:lnTo>
                  <a:lnTo>
                    <a:pt x="2958672" y="626251"/>
                  </a:lnTo>
                  <a:lnTo>
                    <a:pt x="2959730" y="634845"/>
                  </a:lnTo>
                  <a:lnTo>
                    <a:pt x="2960788" y="644338"/>
                  </a:lnTo>
                  <a:lnTo>
                    <a:pt x="2961846" y="654762"/>
                  </a:lnTo>
                  <a:lnTo>
                    <a:pt x="2962903" y="666114"/>
                  </a:lnTo>
                  <a:lnTo>
                    <a:pt x="2963961" y="678457"/>
                  </a:lnTo>
                  <a:lnTo>
                    <a:pt x="2965019" y="691786"/>
                  </a:lnTo>
                  <a:lnTo>
                    <a:pt x="2966077" y="706084"/>
                  </a:lnTo>
                  <a:lnTo>
                    <a:pt x="2967135" y="721324"/>
                  </a:lnTo>
                  <a:lnTo>
                    <a:pt x="2968193" y="737469"/>
                  </a:lnTo>
                  <a:lnTo>
                    <a:pt x="2969250" y="754382"/>
                  </a:lnTo>
                  <a:lnTo>
                    <a:pt x="2970308" y="772011"/>
                  </a:lnTo>
                  <a:lnTo>
                    <a:pt x="2971366" y="790336"/>
                  </a:lnTo>
                  <a:lnTo>
                    <a:pt x="2972424" y="809380"/>
                  </a:lnTo>
                  <a:lnTo>
                    <a:pt x="2973482" y="829076"/>
                  </a:lnTo>
                  <a:lnTo>
                    <a:pt x="2974540" y="849463"/>
                  </a:lnTo>
                  <a:lnTo>
                    <a:pt x="2975598" y="870519"/>
                  </a:lnTo>
                  <a:lnTo>
                    <a:pt x="2976655" y="892168"/>
                  </a:lnTo>
                  <a:lnTo>
                    <a:pt x="2977713" y="914264"/>
                  </a:lnTo>
                  <a:lnTo>
                    <a:pt x="2978771" y="936725"/>
                  </a:lnTo>
                  <a:lnTo>
                    <a:pt x="2979829" y="959562"/>
                  </a:lnTo>
                  <a:lnTo>
                    <a:pt x="2980887" y="982660"/>
                  </a:lnTo>
                  <a:lnTo>
                    <a:pt x="2981945" y="1005963"/>
                  </a:lnTo>
                  <a:lnTo>
                    <a:pt x="2983002" y="1029474"/>
                  </a:lnTo>
                  <a:lnTo>
                    <a:pt x="2984060" y="1053234"/>
                  </a:lnTo>
                  <a:lnTo>
                    <a:pt x="2985118" y="1077207"/>
                  </a:lnTo>
                  <a:lnTo>
                    <a:pt x="2986176" y="1101352"/>
                  </a:lnTo>
                  <a:lnTo>
                    <a:pt x="2987234" y="1125545"/>
                  </a:lnTo>
                  <a:lnTo>
                    <a:pt x="2988292" y="1149739"/>
                  </a:lnTo>
                  <a:lnTo>
                    <a:pt x="2989349" y="1173932"/>
                  </a:lnTo>
                  <a:lnTo>
                    <a:pt x="2990407" y="1198106"/>
                  </a:lnTo>
                  <a:lnTo>
                    <a:pt x="2991465" y="1222325"/>
                  </a:lnTo>
                  <a:lnTo>
                    <a:pt x="2992523" y="1246550"/>
                  </a:lnTo>
                  <a:lnTo>
                    <a:pt x="2993581" y="1270758"/>
                  </a:lnTo>
                  <a:lnTo>
                    <a:pt x="2994639" y="1294891"/>
                  </a:lnTo>
                  <a:lnTo>
                    <a:pt x="2995696" y="1318947"/>
                  </a:lnTo>
                  <a:lnTo>
                    <a:pt x="2996754" y="1343032"/>
                  </a:lnTo>
                  <a:lnTo>
                    <a:pt x="2997812" y="1367137"/>
                  </a:lnTo>
                  <a:lnTo>
                    <a:pt x="2998870" y="1391150"/>
                  </a:lnTo>
                  <a:lnTo>
                    <a:pt x="2999928" y="1415009"/>
                  </a:lnTo>
                  <a:lnTo>
                    <a:pt x="3000986" y="1438641"/>
                  </a:lnTo>
                  <a:lnTo>
                    <a:pt x="3002044" y="1462045"/>
                  </a:lnTo>
                  <a:lnTo>
                    <a:pt x="3003101" y="1485336"/>
                  </a:lnTo>
                  <a:lnTo>
                    <a:pt x="3004159" y="1508454"/>
                  </a:lnTo>
                  <a:lnTo>
                    <a:pt x="3005217" y="1531418"/>
                  </a:lnTo>
                  <a:lnTo>
                    <a:pt x="3006275" y="1554164"/>
                  </a:lnTo>
                  <a:lnTo>
                    <a:pt x="3007333" y="1576588"/>
                  </a:lnTo>
                  <a:lnTo>
                    <a:pt x="3008391" y="1598739"/>
                  </a:lnTo>
                  <a:lnTo>
                    <a:pt x="3009448" y="1620599"/>
                  </a:lnTo>
                  <a:lnTo>
                    <a:pt x="3010506" y="1642173"/>
                  </a:lnTo>
                  <a:lnTo>
                    <a:pt x="3011564" y="1663320"/>
                  </a:lnTo>
                  <a:lnTo>
                    <a:pt x="3012622" y="1683972"/>
                  </a:lnTo>
                  <a:lnTo>
                    <a:pt x="3013680" y="1704144"/>
                  </a:lnTo>
                  <a:lnTo>
                    <a:pt x="3014738" y="1723843"/>
                  </a:lnTo>
                  <a:lnTo>
                    <a:pt x="3015795" y="1742979"/>
                  </a:lnTo>
                  <a:lnTo>
                    <a:pt x="3016853" y="1761471"/>
                  </a:lnTo>
                  <a:lnTo>
                    <a:pt x="3017911" y="1779240"/>
                  </a:lnTo>
                  <a:lnTo>
                    <a:pt x="3018969" y="1796145"/>
                  </a:lnTo>
                  <a:lnTo>
                    <a:pt x="3020027" y="1812071"/>
                  </a:lnTo>
                  <a:lnTo>
                    <a:pt x="3021085" y="1826948"/>
                  </a:lnTo>
                  <a:lnTo>
                    <a:pt x="3022142" y="1840902"/>
                  </a:lnTo>
                  <a:lnTo>
                    <a:pt x="3023200" y="1854187"/>
                  </a:lnTo>
                  <a:lnTo>
                    <a:pt x="3024258" y="1866941"/>
                  </a:lnTo>
                  <a:lnTo>
                    <a:pt x="3025316" y="1879242"/>
                  </a:lnTo>
                  <a:lnTo>
                    <a:pt x="3026374" y="1891173"/>
                  </a:lnTo>
                  <a:lnTo>
                    <a:pt x="3027432" y="1902862"/>
                  </a:lnTo>
                  <a:lnTo>
                    <a:pt x="3028490" y="1914356"/>
                  </a:lnTo>
                  <a:lnTo>
                    <a:pt x="3029547" y="1925729"/>
                  </a:lnTo>
                  <a:lnTo>
                    <a:pt x="3030605" y="1937085"/>
                  </a:lnTo>
                  <a:lnTo>
                    <a:pt x="3031663" y="1948586"/>
                  </a:lnTo>
                  <a:lnTo>
                    <a:pt x="3032721" y="1960268"/>
                  </a:lnTo>
                  <a:lnTo>
                    <a:pt x="3033779" y="1972208"/>
                  </a:lnTo>
                  <a:lnTo>
                    <a:pt x="3034837" y="1984568"/>
                  </a:lnTo>
                  <a:lnTo>
                    <a:pt x="3035894" y="1997201"/>
                  </a:lnTo>
                  <a:lnTo>
                    <a:pt x="3036952" y="2010095"/>
                  </a:lnTo>
                  <a:lnTo>
                    <a:pt x="3038010" y="2023185"/>
                  </a:lnTo>
                  <a:lnTo>
                    <a:pt x="3039068" y="2036399"/>
                  </a:lnTo>
                  <a:lnTo>
                    <a:pt x="3040126" y="2049786"/>
                  </a:lnTo>
                  <a:lnTo>
                    <a:pt x="3041184" y="2063359"/>
                  </a:lnTo>
                  <a:lnTo>
                    <a:pt x="3042241" y="2077068"/>
                  </a:lnTo>
                  <a:lnTo>
                    <a:pt x="3043299" y="2090845"/>
                  </a:lnTo>
                  <a:lnTo>
                    <a:pt x="3044357" y="2104606"/>
                  </a:lnTo>
                  <a:lnTo>
                    <a:pt x="3045415" y="2118299"/>
                  </a:lnTo>
                  <a:lnTo>
                    <a:pt x="3046473" y="2131893"/>
                  </a:lnTo>
                  <a:lnTo>
                    <a:pt x="3047531" y="2145359"/>
                  </a:lnTo>
                  <a:lnTo>
                    <a:pt x="3048588" y="2158673"/>
                  </a:lnTo>
                  <a:lnTo>
                    <a:pt x="3049646" y="2171692"/>
                  </a:lnTo>
                  <a:lnTo>
                    <a:pt x="3050704" y="2184245"/>
                  </a:lnTo>
                  <a:lnTo>
                    <a:pt x="3051762" y="2196331"/>
                  </a:lnTo>
                  <a:lnTo>
                    <a:pt x="3052820" y="2207890"/>
                  </a:lnTo>
                  <a:lnTo>
                    <a:pt x="3053878" y="2218882"/>
                  </a:lnTo>
                  <a:lnTo>
                    <a:pt x="3054936" y="2229350"/>
                  </a:lnTo>
                  <a:lnTo>
                    <a:pt x="3055993" y="2239174"/>
                  </a:lnTo>
                  <a:lnTo>
                    <a:pt x="3057051" y="2248264"/>
                  </a:lnTo>
                  <a:lnTo>
                    <a:pt x="3058109" y="2256602"/>
                  </a:lnTo>
                  <a:lnTo>
                    <a:pt x="3059167" y="2264178"/>
                  </a:lnTo>
                  <a:lnTo>
                    <a:pt x="3060225" y="2271036"/>
                  </a:lnTo>
                  <a:lnTo>
                    <a:pt x="3061283" y="2277092"/>
                  </a:lnTo>
                  <a:lnTo>
                    <a:pt x="3062340" y="2282198"/>
                  </a:lnTo>
                  <a:lnTo>
                    <a:pt x="3063398" y="2286296"/>
                  </a:lnTo>
                  <a:lnTo>
                    <a:pt x="3064456" y="2289424"/>
                  </a:lnTo>
                  <a:lnTo>
                    <a:pt x="3065514" y="2291734"/>
                  </a:lnTo>
                  <a:lnTo>
                    <a:pt x="3066572" y="2293303"/>
                  </a:lnTo>
                  <a:lnTo>
                    <a:pt x="3067630" y="2294179"/>
                  </a:lnTo>
                  <a:lnTo>
                    <a:pt x="3068687" y="2294478"/>
                  </a:lnTo>
                  <a:lnTo>
                    <a:pt x="3069745" y="2294256"/>
                  </a:lnTo>
                  <a:lnTo>
                    <a:pt x="3070803" y="2293422"/>
                  </a:lnTo>
                  <a:lnTo>
                    <a:pt x="3071861" y="2291898"/>
                  </a:lnTo>
                  <a:lnTo>
                    <a:pt x="3072919" y="2289850"/>
                  </a:lnTo>
                  <a:lnTo>
                    <a:pt x="3073977" y="2287302"/>
                  </a:lnTo>
                  <a:lnTo>
                    <a:pt x="3075034" y="2284248"/>
                  </a:lnTo>
                  <a:lnTo>
                    <a:pt x="3076092" y="2280544"/>
                  </a:lnTo>
                  <a:lnTo>
                    <a:pt x="3077150" y="2276115"/>
                  </a:lnTo>
                  <a:lnTo>
                    <a:pt x="3078208" y="2270900"/>
                  </a:lnTo>
                  <a:lnTo>
                    <a:pt x="3079266" y="2264757"/>
                  </a:lnTo>
                  <a:lnTo>
                    <a:pt x="3080324" y="2257544"/>
                  </a:lnTo>
                  <a:lnTo>
                    <a:pt x="3081382" y="2249119"/>
                  </a:lnTo>
                  <a:lnTo>
                    <a:pt x="3082439" y="2239383"/>
                  </a:lnTo>
                  <a:lnTo>
                    <a:pt x="3083497" y="2228259"/>
                  </a:lnTo>
                  <a:lnTo>
                    <a:pt x="3084555" y="2215654"/>
                  </a:lnTo>
                  <a:lnTo>
                    <a:pt x="3085613" y="2201528"/>
                  </a:lnTo>
                  <a:lnTo>
                    <a:pt x="3086671" y="2185910"/>
                  </a:lnTo>
                  <a:lnTo>
                    <a:pt x="3087729" y="2168629"/>
                  </a:lnTo>
                  <a:lnTo>
                    <a:pt x="3088786" y="2149722"/>
                  </a:lnTo>
                  <a:lnTo>
                    <a:pt x="3089844" y="2129385"/>
                  </a:lnTo>
                  <a:lnTo>
                    <a:pt x="3090902" y="2107673"/>
                  </a:lnTo>
                  <a:lnTo>
                    <a:pt x="3091960" y="2084714"/>
                  </a:lnTo>
                  <a:lnTo>
                    <a:pt x="3093018" y="2060588"/>
                  </a:lnTo>
                  <a:lnTo>
                    <a:pt x="3094076" y="2035356"/>
                  </a:lnTo>
                  <a:lnTo>
                    <a:pt x="3095133" y="2009175"/>
                  </a:lnTo>
                  <a:lnTo>
                    <a:pt x="3096191" y="1982178"/>
                  </a:lnTo>
                  <a:lnTo>
                    <a:pt x="3097249" y="1954458"/>
                  </a:lnTo>
                  <a:lnTo>
                    <a:pt x="3098307" y="1926120"/>
                  </a:lnTo>
                  <a:lnTo>
                    <a:pt x="3099365" y="1897227"/>
                  </a:lnTo>
                  <a:lnTo>
                    <a:pt x="3100423" y="1867819"/>
                  </a:lnTo>
                  <a:lnTo>
                    <a:pt x="3101480" y="1837912"/>
                  </a:lnTo>
                  <a:lnTo>
                    <a:pt x="3102538" y="1807553"/>
                  </a:lnTo>
                  <a:lnTo>
                    <a:pt x="3103596" y="1776896"/>
                  </a:lnTo>
                  <a:lnTo>
                    <a:pt x="3104654" y="1746035"/>
                  </a:lnTo>
                  <a:lnTo>
                    <a:pt x="3105712" y="1715033"/>
                  </a:lnTo>
                  <a:lnTo>
                    <a:pt x="3106770" y="1684041"/>
                  </a:lnTo>
                  <a:lnTo>
                    <a:pt x="3107828" y="1653033"/>
                  </a:lnTo>
                  <a:lnTo>
                    <a:pt x="3108885" y="1621966"/>
                  </a:lnTo>
                  <a:lnTo>
                    <a:pt x="3109943" y="1590868"/>
                  </a:lnTo>
                  <a:lnTo>
                    <a:pt x="3111001" y="1559712"/>
                  </a:lnTo>
                  <a:lnTo>
                    <a:pt x="3112059" y="1528493"/>
                  </a:lnTo>
                  <a:lnTo>
                    <a:pt x="3113117" y="1497207"/>
                  </a:lnTo>
                  <a:lnTo>
                    <a:pt x="3114175" y="1465903"/>
                  </a:lnTo>
                  <a:lnTo>
                    <a:pt x="3115232" y="1434746"/>
                  </a:lnTo>
                  <a:lnTo>
                    <a:pt x="3116290" y="1403846"/>
                  </a:lnTo>
                  <a:lnTo>
                    <a:pt x="3117348" y="1373284"/>
                  </a:lnTo>
                  <a:lnTo>
                    <a:pt x="3118406" y="1342986"/>
                  </a:lnTo>
                  <a:lnTo>
                    <a:pt x="3119464" y="1312922"/>
                  </a:lnTo>
                  <a:lnTo>
                    <a:pt x="3120522" y="1283020"/>
                  </a:lnTo>
                  <a:lnTo>
                    <a:pt x="3121579" y="1253068"/>
                  </a:lnTo>
                  <a:lnTo>
                    <a:pt x="3122637" y="1222935"/>
                  </a:lnTo>
                  <a:lnTo>
                    <a:pt x="3123695" y="1192755"/>
                  </a:lnTo>
                  <a:lnTo>
                    <a:pt x="3124753" y="1162783"/>
                  </a:lnTo>
                  <a:lnTo>
                    <a:pt x="3125811" y="1133072"/>
                  </a:lnTo>
                  <a:lnTo>
                    <a:pt x="3126869" y="1103683"/>
                  </a:lnTo>
                  <a:lnTo>
                    <a:pt x="3127926" y="1074680"/>
                  </a:lnTo>
                  <a:lnTo>
                    <a:pt x="3128984" y="1046088"/>
                  </a:lnTo>
                  <a:lnTo>
                    <a:pt x="3130042" y="1017883"/>
                  </a:lnTo>
                  <a:lnTo>
                    <a:pt x="3131100" y="990015"/>
                  </a:lnTo>
                  <a:lnTo>
                    <a:pt x="3132158" y="962533"/>
                  </a:lnTo>
                  <a:lnTo>
                    <a:pt x="3133216" y="935535"/>
                  </a:lnTo>
                  <a:lnTo>
                    <a:pt x="3134274" y="909175"/>
                  </a:lnTo>
                  <a:lnTo>
                    <a:pt x="3135331" y="883528"/>
                  </a:lnTo>
                  <a:lnTo>
                    <a:pt x="3136389" y="858688"/>
                  </a:lnTo>
                  <a:lnTo>
                    <a:pt x="3137447" y="834773"/>
                  </a:lnTo>
                  <a:lnTo>
                    <a:pt x="3138505" y="811802"/>
                  </a:lnTo>
                  <a:lnTo>
                    <a:pt x="3139563" y="789750"/>
                  </a:lnTo>
                  <a:lnTo>
                    <a:pt x="3140621" y="768605"/>
                  </a:lnTo>
                  <a:lnTo>
                    <a:pt x="3141678" y="748468"/>
                  </a:lnTo>
                  <a:lnTo>
                    <a:pt x="3142736" y="729178"/>
                  </a:lnTo>
                  <a:lnTo>
                    <a:pt x="3143794" y="710771"/>
                  </a:lnTo>
                  <a:lnTo>
                    <a:pt x="3144852" y="693232"/>
                  </a:lnTo>
                  <a:lnTo>
                    <a:pt x="3145910" y="676573"/>
                  </a:lnTo>
                  <a:lnTo>
                    <a:pt x="3146968" y="660843"/>
                  </a:lnTo>
                  <a:lnTo>
                    <a:pt x="3148025" y="645986"/>
                  </a:lnTo>
                  <a:lnTo>
                    <a:pt x="3149083" y="631981"/>
                  </a:lnTo>
                  <a:lnTo>
                    <a:pt x="3150141" y="618825"/>
                  </a:lnTo>
                  <a:lnTo>
                    <a:pt x="3151199" y="606610"/>
                  </a:lnTo>
                  <a:lnTo>
                    <a:pt x="3152257" y="595309"/>
                  </a:lnTo>
                  <a:lnTo>
                    <a:pt x="3153315" y="584956"/>
                  </a:lnTo>
                  <a:lnTo>
                    <a:pt x="3154372" y="575626"/>
                  </a:lnTo>
                  <a:lnTo>
                    <a:pt x="3155430" y="567430"/>
                  </a:lnTo>
                  <a:lnTo>
                    <a:pt x="3156488" y="560406"/>
                  </a:lnTo>
                  <a:lnTo>
                    <a:pt x="3157546" y="554713"/>
                  </a:lnTo>
                  <a:lnTo>
                    <a:pt x="3158604" y="550481"/>
                  </a:lnTo>
                  <a:lnTo>
                    <a:pt x="3159662" y="547670"/>
                  </a:lnTo>
                  <a:lnTo>
                    <a:pt x="3160720" y="546261"/>
                  </a:lnTo>
                  <a:lnTo>
                    <a:pt x="3161777" y="546352"/>
                  </a:lnTo>
                  <a:lnTo>
                    <a:pt x="3162835" y="548012"/>
                  </a:lnTo>
                  <a:lnTo>
                    <a:pt x="3163893" y="551385"/>
                  </a:lnTo>
                  <a:lnTo>
                    <a:pt x="3164951" y="556512"/>
                  </a:lnTo>
                  <a:lnTo>
                    <a:pt x="3166009" y="563398"/>
                  </a:lnTo>
                  <a:lnTo>
                    <a:pt x="3167067" y="571994"/>
                  </a:lnTo>
                  <a:lnTo>
                    <a:pt x="3168124" y="582234"/>
                  </a:lnTo>
                  <a:lnTo>
                    <a:pt x="3169182" y="594024"/>
                  </a:lnTo>
                  <a:lnTo>
                    <a:pt x="3170240" y="607309"/>
                  </a:lnTo>
                  <a:lnTo>
                    <a:pt x="3171298" y="622039"/>
                  </a:lnTo>
                  <a:lnTo>
                    <a:pt x="3172356" y="638103"/>
                  </a:lnTo>
                  <a:lnTo>
                    <a:pt x="3173414" y="655471"/>
                  </a:lnTo>
                  <a:lnTo>
                    <a:pt x="3174471" y="674170"/>
                  </a:lnTo>
                  <a:lnTo>
                    <a:pt x="3175529" y="694315"/>
                  </a:lnTo>
                  <a:lnTo>
                    <a:pt x="3176587" y="715854"/>
                  </a:lnTo>
                  <a:lnTo>
                    <a:pt x="3177645" y="738567"/>
                  </a:lnTo>
                  <a:lnTo>
                    <a:pt x="3178703" y="762314"/>
                  </a:lnTo>
                  <a:lnTo>
                    <a:pt x="3179761" y="787093"/>
                  </a:lnTo>
                  <a:lnTo>
                    <a:pt x="3180818" y="812852"/>
                  </a:lnTo>
                  <a:lnTo>
                    <a:pt x="3181876" y="839527"/>
                  </a:lnTo>
                  <a:lnTo>
                    <a:pt x="3182934" y="867084"/>
                  </a:lnTo>
                  <a:lnTo>
                    <a:pt x="3183992" y="895525"/>
                  </a:lnTo>
                  <a:lnTo>
                    <a:pt x="3185050" y="924849"/>
                  </a:lnTo>
                  <a:lnTo>
                    <a:pt x="3186108" y="954925"/>
                  </a:lnTo>
                  <a:lnTo>
                    <a:pt x="3187166" y="985750"/>
                  </a:lnTo>
                  <a:lnTo>
                    <a:pt x="3188223" y="1017277"/>
                  </a:lnTo>
                  <a:lnTo>
                    <a:pt x="3189281" y="1049424"/>
                  </a:lnTo>
                  <a:lnTo>
                    <a:pt x="3190339" y="1082054"/>
                  </a:lnTo>
                  <a:lnTo>
                    <a:pt x="3191397" y="1115130"/>
                  </a:lnTo>
                  <a:lnTo>
                    <a:pt x="3192455" y="1148653"/>
                  </a:lnTo>
                  <a:lnTo>
                    <a:pt x="3193513" y="1182658"/>
                  </a:lnTo>
                  <a:lnTo>
                    <a:pt x="3194570" y="1217116"/>
                  </a:lnTo>
                  <a:lnTo>
                    <a:pt x="3195628" y="1252021"/>
                  </a:lnTo>
                  <a:lnTo>
                    <a:pt x="3196686" y="1287261"/>
                  </a:lnTo>
                  <a:lnTo>
                    <a:pt x="3197744" y="1322725"/>
                  </a:lnTo>
                  <a:lnTo>
                    <a:pt x="3198802" y="1358268"/>
                  </a:lnTo>
                  <a:lnTo>
                    <a:pt x="3199860" y="1393699"/>
                  </a:lnTo>
                  <a:lnTo>
                    <a:pt x="3200917" y="1428951"/>
                  </a:lnTo>
                  <a:lnTo>
                    <a:pt x="3201975" y="1463966"/>
                  </a:lnTo>
                  <a:lnTo>
                    <a:pt x="3203033" y="1498548"/>
                  </a:lnTo>
                  <a:lnTo>
                    <a:pt x="3204091" y="1532510"/>
                  </a:lnTo>
                  <a:lnTo>
                    <a:pt x="3205149" y="1565728"/>
                  </a:lnTo>
                  <a:lnTo>
                    <a:pt x="3206207" y="1598147"/>
                  </a:lnTo>
                  <a:lnTo>
                    <a:pt x="3207264" y="1629662"/>
                  </a:lnTo>
                  <a:lnTo>
                    <a:pt x="3208322" y="1660116"/>
                  </a:lnTo>
                  <a:lnTo>
                    <a:pt x="3209380" y="1689331"/>
                  </a:lnTo>
                  <a:lnTo>
                    <a:pt x="3210438" y="1717076"/>
                  </a:lnTo>
                  <a:lnTo>
                    <a:pt x="3211496" y="1743030"/>
                  </a:lnTo>
                  <a:lnTo>
                    <a:pt x="3212554" y="1767039"/>
                  </a:lnTo>
                  <a:lnTo>
                    <a:pt x="3213612" y="1789083"/>
                  </a:lnTo>
                  <a:lnTo>
                    <a:pt x="3214669" y="1809159"/>
                  </a:lnTo>
                  <a:lnTo>
                    <a:pt x="3215727" y="1827284"/>
                  </a:lnTo>
                  <a:lnTo>
                    <a:pt x="3216785" y="1843329"/>
                  </a:lnTo>
                  <a:lnTo>
                    <a:pt x="3217843" y="1857192"/>
                  </a:lnTo>
                  <a:lnTo>
                    <a:pt x="3218901" y="1868865"/>
                  </a:lnTo>
                  <a:lnTo>
                    <a:pt x="3219959" y="1878365"/>
                  </a:lnTo>
                  <a:lnTo>
                    <a:pt x="3221016" y="1885671"/>
                  </a:lnTo>
                  <a:lnTo>
                    <a:pt x="3222074" y="1890827"/>
                  </a:lnTo>
                  <a:lnTo>
                    <a:pt x="3223132" y="1893836"/>
                  </a:lnTo>
                  <a:lnTo>
                    <a:pt x="3224190" y="1894724"/>
                  </a:lnTo>
                  <a:lnTo>
                    <a:pt x="3225248" y="1893634"/>
                  </a:lnTo>
                  <a:lnTo>
                    <a:pt x="3226306" y="1890693"/>
                  </a:lnTo>
                  <a:lnTo>
                    <a:pt x="3227363" y="1885977"/>
                  </a:lnTo>
                  <a:lnTo>
                    <a:pt x="3228421" y="1879566"/>
                  </a:lnTo>
                  <a:lnTo>
                    <a:pt x="3229479" y="1871615"/>
                  </a:lnTo>
                  <a:lnTo>
                    <a:pt x="3230537" y="1862287"/>
                  </a:lnTo>
                  <a:lnTo>
                    <a:pt x="3231595" y="1851640"/>
                  </a:lnTo>
                  <a:lnTo>
                    <a:pt x="3232653" y="1839621"/>
                  </a:lnTo>
                  <a:lnTo>
                    <a:pt x="3233710" y="1826254"/>
                  </a:lnTo>
                  <a:lnTo>
                    <a:pt x="3234768" y="1811598"/>
                  </a:lnTo>
                  <a:lnTo>
                    <a:pt x="3235826" y="1795773"/>
                  </a:lnTo>
                  <a:lnTo>
                    <a:pt x="3236884" y="1778853"/>
                  </a:lnTo>
                  <a:lnTo>
                    <a:pt x="3237942" y="1760947"/>
                  </a:lnTo>
                  <a:lnTo>
                    <a:pt x="3239000" y="1742146"/>
                  </a:lnTo>
                  <a:lnTo>
                    <a:pt x="3240058" y="1722550"/>
                  </a:lnTo>
                  <a:lnTo>
                    <a:pt x="3241115" y="1702169"/>
                  </a:lnTo>
                  <a:lnTo>
                    <a:pt x="3242173" y="1681028"/>
                  </a:lnTo>
                  <a:lnTo>
                    <a:pt x="3243231" y="1659275"/>
                  </a:lnTo>
                  <a:lnTo>
                    <a:pt x="3244289" y="1636947"/>
                  </a:lnTo>
                  <a:lnTo>
                    <a:pt x="3245347" y="1613988"/>
                  </a:lnTo>
                  <a:lnTo>
                    <a:pt x="3246405" y="1590404"/>
                  </a:lnTo>
                  <a:lnTo>
                    <a:pt x="3247462" y="1566259"/>
                  </a:lnTo>
                  <a:lnTo>
                    <a:pt x="3248520" y="1541650"/>
                  </a:lnTo>
                  <a:lnTo>
                    <a:pt x="3249578" y="1516683"/>
                  </a:lnTo>
                  <a:lnTo>
                    <a:pt x="3250636" y="1491547"/>
                  </a:lnTo>
                  <a:lnTo>
                    <a:pt x="3251694" y="1466416"/>
                  </a:lnTo>
                  <a:lnTo>
                    <a:pt x="3252752" y="1441490"/>
                  </a:lnTo>
                  <a:lnTo>
                    <a:pt x="3253809" y="1416853"/>
                  </a:lnTo>
                  <a:lnTo>
                    <a:pt x="3254867" y="1392539"/>
                  </a:lnTo>
                  <a:lnTo>
                    <a:pt x="3255925" y="1368682"/>
                  </a:lnTo>
                  <a:lnTo>
                    <a:pt x="3256983" y="1345445"/>
                  </a:lnTo>
                  <a:lnTo>
                    <a:pt x="3258041" y="1323096"/>
                  </a:lnTo>
                  <a:lnTo>
                    <a:pt x="3259099" y="1301665"/>
                  </a:lnTo>
                  <a:lnTo>
                    <a:pt x="3260156" y="1281287"/>
                  </a:lnTo>
                  <a:lnTo>
                    <a:pt x="3261214" y="1262163"/>
                  </a:lnTo>
                  <a:lnTo>
                    <a:pt x="3262272" y="1244484"/>
                  </a:lnTo>
                  <a:lnTo>
                    <a:pt x="3263330" y="1228342"/>
                  </a:lnTo>
                  <a:lnTo>
                    <a:pt x="3264388" y="1213949"/>
                  </a:lnTo>
                  <a:lnTo>
                    <a:pt x="3265446" y="1201428"/>
                  </a:lnTo>
                  <a:lnTo>
                    <a:pt x="3266504" y="1190809"/>
                  </a:lnTo>
                  <a:lnTo>
                    <a:pt x="3267561" y="1181987"/>
                  </a:lnTo>
                  <a:lnTo>
                    <a:pt x="3268619" y="1174886"/>
                  </a:lnTo>
                  <a:lnTo>
                    <a:pt x="3269677" y="1169462"/>
                  </a:lnTo>
                  <a:lnTo>
                    <a:pt x="3270735" y="1165809"/>
                  </a:lnTo>
                  <a:lnTo>
                    <a:pt x="3271793" y="1163872"/>
                  </a:lnTo>
                  <a:lnTo>
                    <a:pt x="3272851" y="1163645"/>
                  </a:lnTo>
                  <a:lnTo>
                    <a:pt x="3273908" y="1165185"/>
                  </a:lnTo>
                  <a:lnTo>
                    <a:pt x="3274966" y="1168486"/>
                  </a:lnTo>
                  <a:lnTo>
                    <a:pt x="3276024" y="1173486"/>
                  </a:lnTo>
                  <a:lnTo>
                    <a:pt x="3277082" y="1180204"/>
                  </a:lnTo>
                  <a:lnTo>
                    <a:pt x="3278140" y="1188612"/>
                  </a:lnTo>
                  <a:lnTo>
                    <a:pt x="3279198" y="1198567"/>
                  </a:lnTo>
                  <a:lnTo>
                    <a:pt x="3280255" y="1210002"/>
                  </a:lnTo>
                  <a:lnTo>
                    <a:pt x="3281313" y="1222768"/>
                  </a:lnTo>
                  <a:lnTo>
                    <a:pt x="3282371" y="1236755"/>
                  </a:lnTo>
                  <a:lnTo>
                    <a:pt x="3283429" y="1251830"/>
                  </a:lnTo>
                  <a:lnTo>
                    <a:pt x="3284487" y="1267843"/>
                  </a:lnTo>
                  <a:lnTo>
                    <a:pt x="3285545" y="1284808"/>
                  </a:lnTo>
                  <a:lnTo>
                    <a:pt x="3286602" y="1302643"/>
                  </a:lnTo>
                  <a:lnTo>
                    <a:pt x="3287660" y="1321291"/>
                  </a:lnTo>
                  <a:lnTo>
                    <a:pt x="3288718" y="1340653"/>
                  </a:lnTo>
                  <a:lnTo>
                    <a:pt x="3289776" y="1360630"/>
                  </a:lnTo>
                  <a:lnTo>
                    <a:pt x="3290834" y="1381122"/>
                  </a:lnTo>
                  <a:lnTo>
                    <a:pt x="3291892" y="1402038"/>
                  </a:lnTo>
                  <a:lnTo>
                    <a:pt x="3292950" y="1423222"/>
                  </a:lnTo>
                  <a:lnTo>
                    <a:pt x="3294007" y="1444573"/>
                  </a:lnTo>
                  <a:lnTo>
                    <a:pt x="3295065" y="1466041"/>
                  </a:lnTo>
                  <a:lnTo>
                    <a:pt x="3296123" y="1487552"/>
                  </a:lnTo>
                  <a:lnTo>
                    <a:pt x="3297181" y="1509011"/>
                  </a:lnTo>
                  <a:lnTo>
                    <a:pt x="3298239" y="1530467"/>
                  </a:lnTo>
                  <a:lnTo>
                    <a:pt x="3299297" y="1551939"/>
                  </a:lnTo>
                  <a:lnTo>
                    <a:pt x="3300354" y="1573405"/>
                  </a:lnTo>
                  <a:lnTo>
                    <a:pt x="3301412" y="1594723"/>
                  </a:lnTo>
                  <a:lnTo>
                    <a:pt x="3302470" y="1615772"/>
                  </a:lnTo>
                  <a:lnTo>
                    <a:pt x="3303528" y="1636400"/>
                  </a:lnTo>
                  <a:lnTo>
                    <a:pt x="3304586" y="1656430"/>
                  </a:lnTo>
                  <a:lnTo>
                    <a:pt x="3305644" y="1675729"/>
                  </a:lnTo>
                  <a:lnTo>
                    <a:pt x="3306701" y="1694183"/>
                  </a:lnTo>
                  <a:lnTo>
                    <a:pt x="3307759" y="1711782"/>
                  </a:lnTo>
                  <a:lnTo>
                    <a:pt x="3308817" y="1728557"/>
                  </a:lnTo>
                  <a:lnTo>
                    <a:pt x="3309875" y="1744415"/>
                  </a:lnTo>
                  <a:lnTo>
                    <a:pt x="3310933" y="1759188"/>
                  </a:lnTo>
                  <a:lnTo>
                    <a:pt x="3311991" y="1772713"/>
                  </a:lnTo>
                  <a:lnTo>
                    <a:pt x="3313048" y="1784920"/>
                  </a:lnTo>
                  <a:lnTo>
                    <a:pt x="3314106" y="1795562"/>
                  </a:lnTo>
                  <a:lnTo>
                    <a:pt x="3315164" y="1804445"/>
                  </a:lnTo>
                  <a:lnTo>
                    <a:pt x="3316222" y="1811446"/>
                  </a:lnTo>
                  <a:lnTo>
                    <a:pt x="3317280" y="1816534"/>
                  </a:lnTo>
                  <a:lnTo>
                    <a:pt x="3318338" y="1819649"/>
                  </a:lnTo>
                  <a:lnTo>
                    <a:pt x="3319396" y="1820811"/>
                  </a:lnTo>
                  <a:lnTo>
                    <a:pt x="3320453" y="1820161"/>
                  </a:lnTo>
                  <a:lnTo>
                    <a:pt x="3321511" y="1817842"/>
                  </a:lnTo>
                  <a:lnTo>
                    <a:pt x="3322569" y="1813929"/>
                  </a:lnTo>
                  <a:lnTo>
                    <a:pt x="3323627" y="1808416"/>
                  </a:lnTo>
                  <a:lnTo>
                    <a:pt x="3324685" y="1801324"/>
                  </a:lnTo>
                  <a:lnTo>
                    <a:pt x="3325743" y="1792726"/>
                  </a:lnTo>
                  <a:lnTo>
                    <a:pt x="3326800" y="1782615"/>
                  </a:lnTo>
                  <a:lnTo>
                    <a:pt x="3327858" y="1770969"/>
                  </a:lnTo>
                  <a:lnTo>
                    <a:pt x="3328916" y="1757880"/>
                  </a:lnTo>
                  <a:lnTo>
                    <a:pt x="3329974" y="1743421"/>
                  </a:lnTo>
                  <a:lnTo>
                    <a:pt x="3331032" y="1727627"/>
                  </a:lnTo>
                  <a:lnTo>
                    <a:pt x="3332090" y="1710584"/>
                  </a:lnTo>
                  <a:lnTo>
                    <a:pt x="3333147" y="1692368"/>
                  </a:lnTo>
                  <a:lnTo>
                    <a:pt x="3334205" y="1673100"/>
                  </a:lnTo>
                  <a:lnTo>
                    <a:pt x="3335263" y="1652819"/>
                  </a:lnTo>
                  <a:lnTo>
                    <a:pt x="3336321" y="1631462"/>
                  </a:lnTo>
                  <a:lnTo>
                    <a:pt x="3337379" y="1609158"/>
                  </a:lnTo>
                  <a:lnTo>
                    <a:pt x="3338437" y="1586013"/>
                  </a:lnTo>
                  <a:lnTo>
                    <a:pt x="3339494" y="1562200"/>
                  </a:lnTo>
                  <a:lnTo>
                    <a:pt x="3340552" y="1537947"/>
                  </a:lnTo>
                  <a:lnTo>
                    <a:pt x="3341610" y="1513314"/>
                  </a:lnTo>
                  <a:lnTo>
                    <a:pt x="3342668" y="1488324"/>
                  </a:lnTo>
                  <a:lnTo>
                    <a:pt x="3343726" y="1463015"/>
                  </a:lnTo>
                  <a:lnTo>
                    <a:pt x="3344784" y="1437391"/>
                  </a:lnTo>
                  <a:lnTo>
                    <a:pt x="3345842" y="1411483"/>
                  </a:lnTo>
                  <a:lnTo>
                    <a:pt x="3346899" y="1385440"/>
                  </a:lnTo>
                  <a:lnTo>
                    <a:pt x="3347957" y="1359394"/>
                  </a:lnTo>
                  <a:lnTo>
                    <a:pt x="3349015" y="1333418"/>
                  </a:lnTo>
                  <a:lnTo>
                    <a:pt x="3350073" y="1307592"/>
                  </a:lnTo>
                  <a:lnTo>
                    <a:pt x="3351131" y="1281962"/>
                  </a:lnTo>
                  <a:lnTo>
                    <a:pt x="3352189" y="1256545"/>
                  </a:lnTo>
                  <a:lnTo>
                    <a:pt x="3353246" y="1231340"/>
                  </a:lnTo>
                  <a:lnTo>
                    <a:pt x="3354304" y="1206306"/>
                  </a:lnTo>
                  <a:lnTo>
                    <a:pt x="3355362" y="1181537"/>
                  </a:lnTo>
                  <a:lnTo>
                    <a:pt x="3356420" y="1157039"/>
                  </a:lnTo>
                  <a:lnTo>
                    <a:pt x="3357478" y="1132822"/>
                  </a:lnTo>
                  <a:lnTo>
                    <a:pt x="3358536" y="1108971"/>
                  </a:lnTo>
                  <a:lnTo>
                    <a:pt x="3359593" y="1085530"/>
                  </a:lnTo>
                  <a:lnTo>
                    <a:pt x="3360651" y="1062577"/>
                  </a:lnTo>
                  <a:lnTo>
                    <a:pt x="3361709" y="1040131"/>
                  </a:lnTo>
                  <a:lnTo>
                    <a:pt x="3362767" y="1018119"/>
                  </a:lnTo>
                  <a:lnTo>
                    <a:pt x="3363825" y="996485"/>
                  </a:lnTo>
                  <a:lnTo>
                    <a:pt x="3364883" y="975295"/>
                  </a:lnTo>
                  <a:lnTo>
                    <a:pt x="3365940" y="954481"/>
                  </a:lnTo>
                  <a:lnTo>
                    <a:pt x="3366998" y="934113"/>
                  </a:lnTo>
                  <a:lnTo>
                    <a:pt x="3368056" y="914295"/>
                  </a:lnTo>
                  <a:lnTo>
                    <a:pt x="3369114" y="895044"/>
                  </a:lnTo>
                  <a:lnTo>
                    <a:pt x="3370172" y="876397"/>
                  </a:lnTo>
                  <a:lnTo>
                    <a:pt x="3371230" y="858376"/>
                  </a:lnTo>
                  <a:lnTo>
                    <a:pt x="3372288" y="840982"/>
                  </a:lnTo>
                  <a:lnTo>
                    <a:pt x="3373345" y="824199"/>
                  </a:lnTo>
                  <a:lnTo>
                    <a:pt x="3374403" y="807837"/>
                  </a:lnTo>
                  <a:lnTo>
                    <a:pt x="3375461" y="791830"/>
                  </a:lnTo>
                  <a:lnTo>
                    <a:pt x="3376519" y="776131"/>
                  </a:lnTo>
                  <a:lnTo>
                    <a:pt x="3377577" y="760775"/>
                  </a:lnTo>
                  <a:lnTo>
                    <a:pt x="3378635" y="745748"/>
                  </a:lnTo>
                  <a:lnTo>
                    <a:pt x="3379692" y="731076"/>
                  </a:lnTo>
                  <a:lnTo>
                    <a:pt x="3380750" y="716748"/>
                  </a:lnTo>
                  <a:lnTo>
                    <a:pt x="3381808" y="702742"/>
                  </a:lnTo>
                  <a:lnTo>
                    <a:pt x="3382866" y="688975"/>
                  </a:lnTo>
                  <a:lnTo>
                    <a:pt x="3383924" y="675373"/>
                  </a:lnTo>
                  <a:lnTo>
                    <a:pt x="3384982" y="661878"/>
                  </a:lnTo>
                  <a:lnTo>
                    <a:pt x="3386039" y="648450"/>
                  </a:lnTo>
                  <a:lnTo>
                    <a:pt x="3387097" y="635009"/>
                  </a:lnTo>
                  <a:lnTo>
                    <a:pt x="3388155" y="621541"/>
                  </a:lnTo>
                  <a:lnTo>
                    <a:pt x="3389213" y="608206"/>
                  </a:lnTo>
                  <a:lnTo>
                    <a:pt x="3390271" y="595135"/>
                  </a:lnTo>
                  <a:lnTo>
                    <a:pt x="3391329" y="582261"/>
                  </a:lnTo>
                  <a:lnTo>
                    <a:pt x="3392386" y="569566"/>
                  </a:lnTo>
                  <a:lnTo>
                    <a:pt x="3393444" y="556868"/>
                  </a:lnTo>
                  <a:lnTo>
                    <a:pt x="3394502" y="544029"/>
                  </a:lnTo>
                  <a:lnTo>
                    <a:pt x="3395560" y="531047"/>
                  </a:lnTo>
                  <a:lnTo>
                    <a:pt x="3396618" y="517961"/>
                  </a:lnTo>
                  <a:lnTo>
                    <a:pt x="3397676" y="504913"/>
                  </a:lnTo>
                  <a:lnTo>
                    <a:pt x="3398734" y="492005"/>
                  </a:lnTo>
                  <a:lnTo>
                    <a:pt x="3399791" y="479202"/>
                  </a:lnTo>
                  <a:lnTo>
                    <a:pt x="3400849" y="466413"/>
                  </a:lnTo>
                  <a:lnTo>
                    <a:pt x="3401907" y="453518"/>
                  </a:lnTo>
                  <a:lnTo>
                    <a:pt x="3402965" y="440507"/>
                  </a:lnTo>
                  <a:lnTo>
                    <a:pt x="3404023" y="427339"/>
                  </a:lnTo>
                  <a:lnTo>
                    <a:pt x="3405081" y="413960"/>
                  </a:lnTo>
                  <a:lnTo>
                    <a:pt x="3406138" y="400366"/>
                  </a:lnTo>
                  <a:lnTo>
                    <a:pt x="3407196" y="386643"/>
                  </a:lnTo>
                  <a:lnTo>
                    <a:pt x="3408254" y="372826"/>
                  </a:lnTo>
                  <a:lnTo>
                    <a:pt x="3409312" y="358913"/>
                  </a:lnTo>
                  <a:lnTo>
                    <a:pt x="3410370" y="345029"/>
                  </a:lnTo>
                  <a:lnTo>
                    <a:pt x="3411428" y="331274"/>
                  </a:lnTo>
                  <a:lnTo>
                    <a:pt x="3412485" y="317676"/>
                  </a:lnTo>
                  <a:lnTo>
                    <a:pt x="3413543" y="304168"/>
                  </a:lnTo>
                  <a:lnTo>
                    <a:pt x="3414601" y="290661"/>
                  </a:lnTo>
                  <a:lnTo>
                    <a:pt x="3415659" y="277272"/>
                  </a:lnTo>
                  <a:lnTo>
                    <a:pt x="3416717" y="264169"/>
                  </a:lnTo>
                  <a:lnTo>
                    <a:pt x="3417775" y="251516"/>
                  </a:lnTo>
                  <a:lnTo>
                    <a:pt x="3418832" y="239440"/>
                  </a:lnTo>
                  <a:lnTo>
                    <a:pt x="3419890" y="228058"/>
                  </a:lnTo>
                  <a:lnTo>
                    <a:pt x="3420948" y="217427"/>
                  </a:lnTo>
                  <a:lnTo>
                    <a:pt x="3422006" y="207646"/>
                  </a:lnTo>
                  <a:lnTo>
                    <a:pt x="3423064" y="198717"/>
                  </a:lnTo>
                  <a:lnTo>
                    <a:pt x="3424122" y="190648"/>
                  </a:lnTo>
                  <a:lnTo>
                    <a:pt x="3425180" y="183439"/>
                  </a:lnTo>
                  <a:lnTo>
                    <a:pt x="3426237" y="177077"/>
                  </a:lnTo>
                  <a:lnTo>
                    <a:pt x="3427295" y="171606"/>
                  </a:lnTo>
                  <a:lnTo>
                    <a:pt x="3428353" y="167063"/>
                  </a:lnTo>
                  <a:lnTo>
                    <a:pt x="3429411" y="163521"/>
                  </a:lnTo>
                  <a:lnTo>
                    <a:pt x="3430469" y="161054"/>
                  </a:lnTo>
                  <a:lnTo>
                    <a:pt x="3431527" y="159629"/>
                  </a:lnTo>
                  <a:lnTo>
                    <a:pt x="3432584" y="159195"/>
                  </a:lnTo>
                  <a:lnTo>
                    <a:pt x="3433642" y="159807"/>
                  </a:lnTo>
                  <a:lnTo>
                    <a:pt x="3434700" y="161558"/>
                  </a:lnTo>
                  <a:lnTo>
                    <a:pt x="3435758" y="164368"/>
                  </a:lnTo>
                  <a:lnTo>
                    <a:pt x="3436816" y="168294"/>
                  </a:lnTo>
                  <a:lnTo>
                    <a:pt x="3437874" y="173382"/>
                  </a:lnTo>
                  <a:lnTo>
                    <a:pt x="3438931" y="179663"/>
                  </a:lnTo>
                  <a:lnTo>
                    <a:pt x="3439989" y="187160"/>
                  </a:lnTo>
                  <a:lnTo>
                    <a:pt x="3441047" y="195946"/>
                  </a:lnTo>
                  <a:lnTo>
                    <a:pt x="3442105" y="206010"/>
                  </a:lnTo>
                  <a:lnTo>
                    <a:pt x="3443163" y="217223"/>
                  </a:lnTo>
                  <a:lnTo>
                    <a:pt x="3444221" y="229510"/>
                  </a:lnTo>
                  <a:lnTo>
                    <a:pt x="3445278" y="242784"/>
                  </a:lnTo>
                  <a:lnTo>
                    <a:pt x="3446336" y="257012"/>
                  </a:lnTo>
                  <a:lnTo>
                    <a:pt x="3447394" y="272268"/>
                  </a:lnTo>
                  <a:lnTo>
                    <a:pt x="3448452" y="288541"/>
                  </a:lnTo>
                  <a:lnTo>
                    <a:pt x="3449510" y="305682"/>
                  </a:lnTo>
                  <a:lnTo>
                    <a:pt x="3450568" y="323516"/>
                  </a:lnTo>
                  <a:lnTo>
                    <a:pt x="3451626" y="341913"/>
                  </a:lnTo>
                  <a:lnTo>
                    <a:pt x="3452683" y="360812"/>
                  </a:lnTo>
                  <a:lnTo>
                    <a:pt x="3453741" y="380217"/>
                  </a:lnTo>
                  <a:lnTo>
                    <a:pt x="3454799" y="400145"/>
                  </a:lnTo>
                  <a:lnTo>
                    <a:pt x="3455857" y="420603"/>
                  </a:lnTo>
                  <a:lnTo>
                    <a:pt x="3456915" y="441522"/>
                  </a:lnTo>
                  <a:lnTo>
                    <a:pt x="3457973" y="462899"/>
                  </a:lnTo>
                  <a:lnTo>
                    <a:pt x="3459030" y="484746"/>
                  </a:lnTo>
                  <a:lnTo>
                    <a:pt x="3460088" y="507047"/>
                  </a:lnTo>
                  <a:lnTo>
                    <a:pt x="3461146" y="529755"/>
                  </a:lnTo>
                  <a:lnTo>
                    <a:pt x="3462204" y="552867"/>
                  </a:lnTo>
                  <a:lnTo>
                    <a:pt x="3463262" y="576311"/>
                  </a:lnTo>
                  <a:lnTo>
                    <a:pt x="3464320" y="599993"/>
                  </a:lnTo>
                  <a:lnTo>
                    <a:pt x="3465377" y="623878"/>
                  </a:lnTo>
                  <a:lnTo>
                    <a:pt x="3466435" y="648004"/>
                  </a:lnTo>
                  <a:lnTo>
                    <a:pt x="3467493" y="672442"/>
                  </a:lnTo>
                  <a:lnTo>
                    <a:pt x="3468551" y="697191"/>
                  </a:lnTo>
                  <a:lnTo>
                    <a:pt x="3469609" y="722082"/>
                  </a:lnTo>
                  <a:lnTo>
                    <a:pt x="3470667" y="746997"/>
                  </a:lnTo>
                  <a:lnTo>
                    <a:pt x="3471724" y="771888"/>
                  </a:lnTo>
                  <a:lnTo>
                    <a:pt x="3472782" y="796705"/>
                  </a:lnTo>
                  <a:lnTo>
                    <a:pt x="3473840" y="821372"/>
                  </a:lnTo>
                  <a:lnTo>
                    <a:pt x="3474898" y="845811"/>
                  </a:lnTo>
                  <a:lnTo>
                    <a:pt x="3475956" y="870006"/>
                  </a:lnTo>
                  <a:lnTo>
                    <a:pt x="3477014" y="893970"/>
                  </a:lnTo>
                  <a:lnTo>
                    <a:pt x="3478072" y="917790"/>
                  </a:lnTo>
                  <a:lnTo>
                    <a:pt x="3479129" y="941493"/>
                  </a:lnTo>
                  <a:lnTo>
                    <a:pt x="3480187" y="965135"/>
                  </a:lnTo>
                  <a:lnTo>
                    <a:pt x="3481245" y="988744"/>
                  </a:lnTo>
                  <a:lnTo>
                    <a:pt x="3482303" y="1012309"/>
                  </a:lnTo>
                  <a:lnTo>
                    <a:pt x="3483361" y="1035739"/>
                  </a:lnTo>
                  <a:lnTo>
                    <a:pt x="3484419" y="1058985"/>
                  </a:lnTo>
                  <a:lnTo>
                    <a:pt x="3485476" y="1082074"/>
                  </a:lnTo>
                  <a:lnTo>
                    <a:pt x="3486534" y="1104950"/>
                  </a:lnTo>
                  <a:lnTo>
                    <a:pt x="3487592" y="1127500"/>
                  </a:lnTo>
                  <a:lnTo>
                    <a:pt x="3488650" y="1149760"/>
                  </a:lnTo>
                  <a:lnTo>
                    <a:pt x="3489708" y="1171812"/>
                  </a:lnTo>
                  <a:lnTo>
                    <a:pt x="3490766" y="1193516"/>
                  </a:lnTo>
                  <a:lnTo>
                    <a:pt x="3491823" y="1214719"/>
                  </a:lnTo>
                  <a:lnTo>
                    <a:pt x="3492881" y="1235391"/>
                  </a:lnTo>
                  <a:lnTo>
                    <a:pt x="3493939" y="1255467"/>
                  </a:lnTo>
                  <a:lnTo>
                    <a:pt x="3494997" y="1274882"/>
                  </a:lnTo>
                  <a:lnTo>
                    <a:pt x="3496055" y="1293595"/>
                  </a:lnTo>
                  <a:lnTo>
                    <a:pt x="3497113" y="1311699"/>
                  </a:lnTo>
                  <a:lnTo>
                    <a:pt x="3498170" y="1329233"/>
                  </a:lnTo>
                  <a:lnTo>
                    <a:pt x="3499228" y="1346177"/>
                  </a:lnTo>
                  <a:lnTo>
                    <a:pt x="3500286" y="1362440"/>
                  </a:lnTo>
                  <a:lnTo>
                    <a:pt x="3501344" y="1378035"/>
                  </a:lnTo>
                  <a:lnTo>
                    <a:pt x="3502402" y="1393110"/>
                  </a:lnTo>
                  <a:lnTo>
                    <a:pt x="3503460" y="1407814"/>
                  </a:lnTo>
                  <a:lnTo>
                    <a:pt x="3504518" y="1422238"/>
                  </a:lnTo>
                  <a:lnTo>
                    <a:pt x="3505575" y="1436382"/>
                  </a:lnTo>
                  <a:lnTo>
                    <a:pt x="3506633" y="1450300"/>
                  </a:lnTo>
                  <a:lnTo>
                    <a:pt x="3507691" y="1464076"/>
                  </a:lnTo>
                  <a:lnTo>
                    <a:pt x="3508749" y="1477718"/>
                  </a:lnTo>
                  <a:lnTo>
                    <a:pt x="3509807" y="1491307"/>
                  </a:lnTo>
                  <a:lnTo>
                    <a:pt x="3510865" y="1504864"/>
                  </a:lnTo>
                  <a:lnTo>
                    <a:pt x="3511922" y="1518305"/>
                  </a:lnTo>
                  <a:lnTo>
                    <a:pt x="3512980" y="1531567"/>
                  </a:lnTo>
                  <a:lnTo>
                    <a:pt x="3514038" y="1544640"/>
                  </a:lnTo>
                  <a:lnTo>
                    <a:pt x="3515096" y="1557540"/>
                  </a:lnTo>
                  <a:lnTo>
                    <a:pt x="3516154" y="1570389"/>
                  </a:lnTo>
                  <a:lnTo>
                    <a:pt x="3517212" y="1583225"/>
                  </a:lnTo>
                  <a:lnTo>
                    <a:pt x="3518269" y="1596048"/>
                  </a:lnTo>
                  <a:lnTo>
                    <a:pt x="3519327" y="1608829"/>
                  </a:lnTo>
                  <a:lnTo>
                    <a:pt x="3520385" y="1621444"/>
                  </a:lnTo>
                  <a:lnTo>
                    <a:pt x="3521443" y="1633830"/>
                  </a:lnTo>
                  <a:lnTo>
                    <a:pt x="3522501" y="1645962"/>
                  </a:lnTo>
                  <a:lnTo>
                    <a:pt x="3523559" y="1657787"/>
                  </a:lnTo>
                  <a:lnTo>
                    <a:pt x="3524616" y="1669228"/>
                  </a:lnTo>
                  <a:lnTo>
                    <a:pt x="3525674" y="1680210"/>
                  </a:lnTo>
                  <a:lnTo>
                    <a:pt x="3526732" y="1690732"/>
                  </a:lnTo>
                  <a:lnTo>
                    <a:pt x="3527790" y="1700877"/>
                  </a:lnTo>
                  <a:lnTo>
                    <a:pt x="3528848" y="1710708"/>
                  </a:lnTo>
                  <a:lnTo>
                    <a:pt x="3529906" y="1720175"/>
                  </a:lnTo>
                  <a:lnTo>
                    <a:pt x="3530964" y="1729154"/>
                  </a:lnTo>
                  <a:lnTo>
                    <a:pt x="3532021" y="1737458"/>
                  </a:lnTo>
                  <a:lnTo>
                    <a:pt x="3533079" y="1744989"/>
                  </a:lnTo>
                  <a:lnTo>
                    <a:pt x="3534137" y="1751679"/>
                  </a:lnTo>
                  <a:lnTo>
                    <a:pt x="3535195" y="1757464"/>
                  </a:lnTo>
                  <a:lnTo>
                    <a:pt x="3536253" y="1762383"/>
                  </a:lnTo>
                  <a:lnTo>
                    <a:pt x="3537311" y="1766470"/>
                  </a:lnTo>
                  <a:lnTo>
                    <a:pt x="3538368" y="1769775"/>
                  </a:lnTo>
                  <a:lnTo>
                    <a:pt x="3539426" y="1772368"/>
                  </a:lnTo>
                  <a:lnTo>
                    <a:pt x="3540484" y="1774326"/>
                  </a:lnTo>
                  <a:lnTo>
                    <a:pt x="3541542" y="1775642"/>
                  </a:lnTo>
                  <a:lnTo>
                    <a:pt x="3542600" y="1776151"/>
                  </a:lnTo>
                  <a:lnTo>
                    <a:pt x="3543658" y="1775904"/>
                  </a:lnTo>
                  <a:lnTo>
                    <a:pt x="3544715" y="1775089"/>
                  </a:lnTo>
                  <a:lnTo>
                    <a:pt x="3545773" y="1773868"/>
                  </a:lnTo>
                  <a:lnTo>
                    <a:pt x="3546831" y="1772265"/>
                  </a:lnTo>
                  <a:lnTo>
                    <a:pt x="3547889" y="1770341"/>
                  </a:lnTo>
                  <a:lnTo>
                    <a:pt x="3548947" y="1768125"/>
                  </a:lnTo>
                  <a:lnTo>
                    <a:pt x="3550005" y="1765558"/>
                  </a:lnTo>
                  <a:lnTo>
                    <a:pt x="3551062" y="1762546"/>
                  </a:lnTo>
                  <a:lnTo>
                    <a:pt x="3552120" y="1759179"/>
                  </a:lnTo>
                  <a:lnTo>
                    <a:pt x="3553178" y="1755605"/>
                  </a:lnTo>
                  <a:lnTo>
                    <a:pt x="3554236" y="1751894"/>
                  </a:lnTo>
                  <a:lnTo>
                    <a:pt x="3555294" y="1748044"/>
                  </a:lnTo>
                  <a:lnTo>
                    <a:pt x="3556352" y="1743998"/>
                  </a:lnTo>
                  <a:lnTo>
                    <a:pt x="3557410" y="1739732"/>
                  </a:lnTo>
                  <a:lnTo>
                    <a:pt x="3558467" y="1735284"/>
                  </a:lnTo>
                  <a:lnTo>
                    <a:pt x="3559525" y="1730684"/>
                  </a:lnTo>
                  <a:lnTo>
                    <a:pt x="3560583" y="1725832"/>
                  </a:lnTo>
                  <a:lnTo>
                    <a:pt x="3561641" y="1720577"/>
                  </a:lnTo>
                  <a:lnTo>
                    <a:pt x="3562699" y="1714873"/>
                  </a:lnTo>
                  <a:lnTo>
                    <a:pt x="3563757" y="1708712"/>
                  </a:lnTo>
                  <a:lnTo>
                    <a:pt x="3564814" y="1702159"/>
                  </a:lnTo>
                  <a:lnTo>
                    <a:pt x="3565872" y="1695346"/>
                  </a:lnTo>
                  <a:lnTo>
                    <a:pt x="3566930" y="1688337"/>
                  </a:lnTo>
                  <a:lnTo>
                    <a:pt x="3567988" y="1681113"/>
                  </a:lnTo>
                  <a:lnTo>
                    <a:pt x="3569046" y="1673518"/>
                  </a:lnTo>
                  <a:lnTo>
                    <a:pt x="3570104" y="1665412"/>
                  </a:lnTo>
                  <a:lnTo>
                    <a:pt x="3571161" y="1656736"/>
                  </a:lnTo>
                  <a:lnTo>
                    <a:pt x="3572219" y="1647465"/>
                  </a:lnTo>
                  <a:lnTo>
                    <a:pt x="3573277" y="1637611"/>
                  </a:lnTo>
                  <a:lnTo>
                    <a:pt x="3574335" y="1627235"/>
                  </a:lnTo>
                  <a:lnTo>
                    <a:pt x="3575393" y="1616332"/>
                  </a:lnTo>
                  <a:lnTo>
                    <a:pt x="3576451" y="1605019"/>
                  </a:lnTo>
                  <a:lnTo>
                    <a:pt x="3577508" y="1593483"/>
                  </a:lnTo>
                  <a:lnTo>
                    <a:pt x="3578566" y="1581771"/>
                  </a:lnTo>
                  <a:lnTo>
                    <a:pt x="3579624" y="1569868"/>
                  </a:lnTo>
                  <a:lnTo>
                    <a:pt x="3580682" y="1557695"/>
                  </a:lnTo>
                  <a:lnTo>
                    <a:pt x="3581740" y="1545125"/>
                  </a:lnTo>
                  <a:lnTo>
                    <a:pt x="3582798" y="1532114"/>
                  </a:lnTo>
                  <a:lnTo>
                    <a:pt x="3583856" y="1518648"/>
                  </a:lnTo>
                  <a:lnTo>
                    <a:pt x="3584913" y="1504888"/>
                  </a:lnTo>
                  <a:lnTo>
                    <a:pt x="3585971" y="1490928"/>
                  </a:lnTo>
                  <a:lnTo>
                    <a:pt x="3587029" y="1476823"/>
                  </a:lnTo>
                  <a:lnTo>
                    <a:pt x="3588087" y="1462641"/>
                  </a:lnTo>
                  <a:lnTo>
                    <a:pt x="3589145" y="1448376"/>
                  </a:lnTo>
                  <a:lnTo>
                    <a:pt x="3590203" y="1434003"/>
                  </a:lnTo>
                  <a:lnTo>
                    <a:pt x="3591260" y="1419491"/>
                  </a:lnTo>
                  <a:lnTo>
                    <a:pt x="3592318" y="1404724"/>
                  </a:lnTo>
                  <a:lnTo>
                    <a:pt x="3593376" y="1389571"/>
                  </a:lnTo>
                  <a:lnTo>
                    <a:pt x="3594434" y="1374091"/>
                  </a:lnTo>
                  <a:lnTo>
                    <a:pt x="3595492" y="1358352"/>
                  </a:lnTo>
                  <a:lnTo>
                    <a:pt x="3596550" y="1342456"/>
                  </a:lnTo>
                  <a:lnTo>
                    <a:pt x="3597607" y="1326407"/>
                  </a:lnTo>
                  <a:lnTo>
                    <a:pt x="3598665" y="1310110"/>
                  </a:lnTo>
                  <a:lnTo>
                    <a:pt x="3599723" y="1293544"/>
                  </a:lnTo>
                  <a:lnTo>
                    <a:pt x="3600781" y="1276637"/>
                  </a:lnTo>
                  <a:lnTo>
                    <a:pt x="3601839" y="1259404"/>
                  </a:lnTo>
                  <a:lnTo>
                    <a:pt x="3602897" y="1241912"/>
                  </a:lnTo>
                  <a:lnTo>
                    <a:pt x="3603954" y="1224243"/>
                  </a:lnTo>
                  <a:lnTo>
                    <a:pt x="3605012" y="1206372"/>
                  </a:lnTo>
                  <a:lnTo>
                    <a:pt x="3606070" y="1188254"/>
                  </a:lnTo>
                  <a:lnTo>
                    <a:pt x="3607128" y="1169860"/>
                  </a:lnTo>
                  <a:lnTo>
                    <a:pt x="3608186" y="1151241"/>
                  </a:lnTo>
                  <a:lnTo>
                    <a:pt x="3609244" y="1132391"/>
                  </a:lnTo>
                  <a:lnTo>
                    <a:pt x="3610302" y="1113296"/>
                  </a:lnTo>
                  <a:lnTo>
                    <a:pt x="3611359" y="1093993"/>
                  </a:lnTo>
                  <a:lnTo>
                    <a:pt x="3612417" y="1074429"/>
                  </a:lnTo>
                  <a:lnTo>
                    <a:pt x="3613475" y="1054596"/>
                  </a:lnTo>
                  <a:lnTo>
                    <a:pt x="3614533" y="1034696"/>
                  </a:lnTo>
                  <a:lnTo>
                    <a:pt x="3615591" y="1014880"/>
                  </a:lnTo>
                  <a:lnTo>
                    <a:pt x="3616649" y="995187"/>
                  </a:lnTo>
                  <a:lnTo>
                    <a:pt x="3617706" y="975587"/>
                  </a:lnTo>
                  <a:lnTo>
                    <a:pt x="3618764" y="956013"/>
                  </a:lnTo>
                  <a:lnTo>
                    <a:pt x="3619822" y="936375"/>
                  </a:lnTo>
                  <a:lnTo>
                    <a:pt x="3620880" y="916744"/>
                  </a:lnTo>
                  <a:lnTo>
                    <a:pt x="3621938" y="897215"/>
                  </a:lnTo>
                  <a:lnTo>
                    <a:pt x="3622996" y="877884"/>
                  </a:lnTo>
                  <a:lnTo>
                    <a:pt x="3624053" y="858770"/>
                  </a:lnTo>
                  <a:lnTo>
                    <a:pt x="3625111" y="839885"/>
                  </a:lnTo>
                  <a:lnTo>
                    <a:pt x="3626169" y="821270"/>
                  </a:lnTo>
                  <a:lnTo>
                    <a:pt x="3627227" y="802900"/>
                  </a:lnTo>
                  <a:lnTo>
                    <a:pt x="3628285" y="784855"/>
                  </a:lnTo>
                  <a:lnTo>
                    <a:pt x="3629343" y="767209"/>
                  </a:lnTo>
                  <a:lnTo>
                    <a:pt x="3630400" y="749851"/>
                  </a:lnTo>
                  <a:lnTo>
                    <a:pt x="3631458" y="732774"/>
                  </a:lnTo>
                  <a:lnTo>
                    <a:pt x="3632516" y="716028"/>
                  </a:lnTo>
                  <a:lnTo>
                    <a:pt x="3633574" y="699697"/>
                  </a:lnTo>
                  <a:lnTo>
                    <a:pt x="3634632" y="683860"/>
                  </a:lnTo>
                  <a:lnTo>
                    <a:pt x="3635690" y="668588"/>
                  </a:lnTo>
                  <a:lnTo>
                    <a:pt x="3636748" y="653891"/>
                  </a:lnTo>
                  <a:lnTo>
                    <a:pt x="3637805" y="639765"/>
                  </a:lnTo>
                  <a:lnTo>
                    <a:pt x="3638863" y="626177"/>
                  </a:lnTo>
                  <a:lnTo>
                    <a:pt x="3639921" y="613162"/>
                  </a:lnTo>
                  <a:lnTo>
                    <a:pt x="3640979" y="600755"/>
                  </a:lnTo>
                  <a:lnTo>
                    <a:pt x="3642037" y="588920"/>
                  </a:lnTo>
                  <a:lnTo>
                    <a:pt x="3643095" y="577659"/>
                  </a:lnTo>
                  <a:lnTo>
                    <a:pt x="3644152" y="566955"/>
                  </a:lnTo>
                  <a:lnTo>
                    <a:pt x="3645210" y="556798"/>
                  </a:lnTo>
                  <a:lnTo>
                    <a:pt x="3646268" y="547278"/>
                  </a:lnTo>
                  <a:lnTo>
                    <a:pt x="3647326" y="538373"/>
                  </a:lnTo>
                  <a:lnTo>
                    <a:pt x="3648384" y="530057"/>
                  </a:lnTo>
                  <a:lnTo>
                    <a:pt x="3649442" y="522290"/>
                  </a:lnTo>
                  <a:lnTo>
                    <a:pt x="3650499" y="515057"/>
                  </a:lnTo>
                  <a:lnTo>
                    <a:pt x="3651557" y="508349"/>
                  </a:lnTo>
                  <a:lnTo>
                    <a:pt x="3652615" y="502170"/>
                  </a:lnTo>
                  <a:lnTo>
                    <a:pt x="3653673" y="496560"/>
                  </a:lnTo>
                  <a:lnTo>
                    <a:pt x="3654731" y="491577"/>
                  </a:lnTo>
                  <a:lnTo>
                    <a:pt x="3655789" y="487133"/>
                  </a:lnTo>
                  <a:lnTo>
                    <a:pt x="3656846" y="483150"/>
                  </a:lnTo>
                  <a:lnTo>
                    <a:pt x="3657904" y="479649"/>
                  </a:lnTo>
                  <a:lnTo>
                    <a:pt x="3658962" y="476707"/>
                  </a:lnTo>
                  <a:lnTo>
                    <a:pt x="3660020" y="474305"/>
                  </a:lnTo>
                  <a:lnTo>
                    <a:pt x="3661078" y="472389"/>
                  </a:lnTo>
                  <a:lnTo>
                    <a:pt x="3662136" y="470943"/>
                  </a:lnTo>
                  <a:lnTo>
                    <a:pt x="3663194" y="469955"/>
                  </a:lnTo>
                  <a:lnTo>
                    <a:pt x="3664251" y="469391"/>
                  </a:lnTo>
                  <a:lnTo>
                    <a:pt x="3665309" y="469197"/>
                  </a:lnTo>
                  <a:lnTo>
                    <a:pt x="3666367" y="469415"/>
                  </a:lnTo>
                  <a:lnTo>
                    <a:pt x="3667425" y="469988"/>
                  </a:lnTo>
                  <a:lnTo>
                    <a:pt x="3668483" y="470751"/>
                  </a:lnTo>
                  <a:lnTo>
                    <a:pt x="3669541" y="471641"/>
                  </a:lnTo>
                  <a:lnTo>
                    <a:pt x="3670598" y="472673"/>
                  </a:lnTo>
                  <a:lnTo>
                    <a:pt x="3671656" y="473865"/>
                  </a:lnTo>
                  <a:lnTo>
                    <a:pt x="3672714" y="475320"/>
                  </a:lnTo>
                  <a:lnTo>
                    <a:pt x="3673772" y="477053"/>
                  </a:lnTo>
                  <a:lnTo>
                    <a:pt x="3674830" y="478913"/>
                  </a:lnTo>
                  <a:lnTo>
                    <a:pt x="3675888" y="480861"/>
                  </a:lnTo>
                  <a:lnTo>
                    <a:pt x="3676945" y="482958"/>
                  </a:lnTo>
                  <a:lnTo>
                    <a:pt x="3678003" y="485261"/>
                  </a:lnTo>
                  <a:lnTo>
                    <a:pt x="3679061" y="487812"/>
                  </a:lnTo>
                  <a:lnTo>
                    <a:pt x="3680119" y="490645"/>
                  </a:lnTo>
                  <a:lnTo>
                    <a:pt x="3681177" y="493805"/>
                  </a:lnTo>
                  <a:lnTo>
                    <a:pt x="3682235" y="497201"/>
                  </a:lnTo>
                  <a:lnTo>
                    <a:pt x="3683292" y="500758"/>
                  </a:lnTo>
                  <a:lnTo>
                    <a:pt x="3684350" y="504520"/>
                  </a:lnTo>
                  <a:lnTo>
                    <a:pt x="3685408" y="508433"/>
                  </a:lnTo>
                  <a:lnTo>
                    <a:pt x="3686466" y="512462"/>
                  </a:lnTo>
                  <a:lnTo>
                    <a:pt x="3687524" y="516604"/>
                  </a:lnTo>
                  <a:lnTo>
                    <a:pt x="3688582" y="520869"/>
                  </a:lnTo>
                  <a:lnTo>
                    <a:pt x="3689640" y="525290"/>
                  </a:lnTo>
                  <a:lnTo>
                    <a:pt x="3690697" y="529933"/>
                  </a:lnTo>
                  <a:lnTo>
                    <a:pt x="3691755" y="534861"/>
                  </a:lnTo>
                  <a:lnTo>
                    <a:pt x="3692813" y="540072"/>
                  </a:lnTo>
                  <a:lnTo>
                    <a:pt x="3693871" y="545494"/>
                  </a:lnTo>
                  <a:lnTo>
                    <a:pt x="3694929" y="551097"/>
                  </a:lnTo>
                  <a:lnTo>
                    <a:pt x="3695987" y="556956"/>
                  </a:lnTo>
                  <a:lnTo>
                    <a:pt x="3697044" y="563061"/>
                  </a:lnTo>
                  <a:lnTo>
                    <a:pt x="3698102" y="569474"/>
                  </a:lnTo>
                  <a:lnTo>
                    <a:pt x="3699160" y="576239"/>
                  </a:lnTo>
                  <a:lnTo>
                    <a:pt x="3700218" y="583306"/>
                  </a:lnTo>
                  <a:lnTo>
                    <a:pt x="3701276" y="590654"/>
                  </a:lnTo>
                  <a:lnTo>
                    <a:pt x="3702334" y="598274"/>
                  </a:lnTo>
                  <a:lnTo>
                    <a:pt x="3703391" y="606156"/>
                  </a:lnTo>
                  <a:lnTo>
                    <a:pt x="3704449" y="614249"/>
                  </a:lnTo>
                  <a:lnTo>
                    <a:pt x="3705507" y="622507"/>
                  </a:lnTo>
                  <a:lnTo>
                    <a:pt x="3706565" y="630895"/>
                  </a:lnTo>
                  <a:lnTo>
                    <a:pt x="3707623" y="639277"/>
                  </a:lnTo>
                  <a:lnTo>
                    <a:pt x="3708681" y="647696"/>
                  </a:lnTo>
                  <a:lnTo>
                    <a:pt x="3709738" y="656243"/>
                  </a:lnTo>
                  <a:lnTo>
                    <a:pt x="3710796" y="664897"/>
                  </a:lnTo>
                  <a:lnTo>
                    <a:pt x="3711854" y="673587"/>
                  </a:lnTo>
                  <a:lnTo>
                    <a:pt x="3712912" y="682322"/>
                  </a:lnTo>
                  <a:lnTo>
                    <a:pt x="3713970" y="691061"/>
                  </a:lnTo>
                  <a:lnTo>
                    <a:pt x="3715028" y="699803"/>
                  </a:lnTo>
                  <a:lnTo>
                    <a:pt x="3716086" y="708578"/>
                  </a:lnTo>
                  <a:lnTo>
                    <a:pt x="3717143" y="717422"/>
                  </a:lnTo>
                  <a:lnTo>
                    <a:pt x="3718201" y="726418"/>
                  </a:lnTo>
                  <a:lnTo>
                    <a:pt x="3719259" y="735620"/>
                  </a:lnTo>
                  <a:lnTo>
                    <a:pt x="3720317" y="745050"/>
                  </a:lnTo>
                  <a:lnTo>
                    <a:pt x="3721375" y="754715"/>
                  </a:lnTo>
                  <a:lnTo>
                    <a:pt x="3722433" y="764664"/>
                  </a:lnTo>
                  <a:lnTo>
                    <a:pt x="3723490" y="774857"/>
                  </a:lnTo>
                  <a:lnTo>
                    <a:pt x="3724548" y="785254"/>
                  </a:lnTo>
                  <a:lnTo>
                    <a:pt x="3725606" y="795823"/>
                  </a:lnTo>
                  <a:lnTo>
                    <a:pt x="3726664" y="806523"/>
                  </a:lnTo>
                  <a:lnTo>
                    <a:pt x="3727722" y="817477"/>
                  </a:lnTo>
                  <a:lnTo>
                    <a:pt x="3728780" y="828759"/>
                  </a:lnTo>
                  <a:lnTo>
                    <a:pt x="3729837" y="840384"/>
                  </a:lnTo>
                  <a:lnTo>
                    <a:pt x="3730895" y="852328"/>
                  </a:lnTo>
                  <a:lnTo>
                    <a:pt x="3731953" y="864561"/>
                  </a:lnTo>
                  <a:lnTo>
                    <a:pt x="3733011" y="877035"/>
                  </a:lnTo>
                  <a:lnTo>
                    <a:pt x="3734069" y="889583"/>
                  </a:lnTo>
                  <a:lnTo>
                    <a:pt x="3735127" y="902146"/>
                  </a:lnTo>
                  <a:lnTo>
                    <a:pt x="3736184" y="914732"/>
                  </a:lnTo>
                  <a:lnTo>
                    <a:pt x="3737242" y="927325"/>
                  </a:lnTo>
                  <a:lnTo>
                    <a:pt x="3738300" y="939896"/>
                  </a:lnTo>
                  <a:lnTo>
                    <a:pt x="3739358" y="952514"/>
                  </a:lnTo>
                  <a:lnTo>
                    <a:pt x="3740416" y="965139"/>
                  </a:lnTo>
                  <a:lnTo>
                    <a:pt x="3741474" y="977690"/>
                  </a:lnTo>
                  <a:lnTo>
                    <a:pt x="3742532" y="990129"/>
                  </a:lnTo>
                  <a:lnTo>
                    <a:pt x="3743589" y="1002275"/>
                  </a:lnTo>
                  <a:lnTo>
                    <a:pt x="3744647" y="1013964"/>
                  </a:lnTo>
                  <a:lnTo>
                    <a:pt x="3745705" y="1025112"/>
                  </a:lnTo>
                  <a:lnTo>
                    <a:pt x="3746763" y="1035688"/>
                  </a:lnTo>
                  <a:lnTo>
                    <a:pt x="3747821" y="1045719"/>
                  </a:lnTo>
                  <a:lnTo>
                    <a:pt x="3748879" y="1055152"/>
                  </a:lnTo>
                  <a:lnTo>
                    <a:pt x="3749936" y="1063935"/>
                  </a:lnTo>
                  <a:lnTo>
                    <a:pt x="3750994" y="1072087"/>
                  </a:lnTo>
                  <a:lnTo>
                    <a:pt x="3752052" y="1079574"/>
                  </a:lnTo>
                  <a:lnTo>
                    <a:pt x="3753110" y="1086404"/>
                  </a:lnTo>
                  <a:lnTo>
                    <a:pt x="3754168" y="1092656"/>
                  </a:lnTo>
                  <a:lnTo>
                    <a:pt x="3755226" y="1098312"/>
                  </a:lnTo>
                  <a:lnTo>
                    <a:pt x="3756283" y="1103318"/>
                  </a:lnTo>
                  <a:lnTo>
                    <a:pt x="3757341" y="1107718"/>
                  </a:lnTo>
                  <a:lnTo>
                    <a:pt x="3758399" y="1111512"/>
                  </a:lnTo>
                  <a:lnTo>
                    <a:pt x="3759457" y="1114737"/>
                  </a:lnTo>
                  <a:lnTo>
                    <a:pt x="3760515" y="1117523"/>
                  </a:lnTo>
                  <a:lnTo>
                    <a:pt x="3761573" y="1119958"/>
                  </a:lnTo>
                  <a:lnTo>
                    <a:pt x="3762630" y="1121973"/>
                  </a:lnTo>
                  <a:lnTo>
                    <a:pt x="3763688" y="1123503"/>
                  </a:lnTo>
                  <a:lnTo>
                    <a:pt x="3764746" y="1124538"/>
                  </a:lnTo>
                  <a:lnTo>
                    <a:pt x="3765804" y="1125038"/>
                  </a:lnTo>
                  <a:lnTo>
                    <a:pt x="3766862" y="1124956"/>
                  </a:lnTo>
                  <a:lnTo>
                    <a:pt x="3767920" y="1124293"/>
                  </a:lnTo>
                  <a:lnTo>
                    <a:pt x="3768978" y="1122978"/>
                  </a:lnTo>
                  <a:lnTo>
                    <a:pt x="3770035" y="1120885"/>
                  </a:lnTo>
                  <a:lnTo>
                    <a:pt x="3771093" y="1117942"/>
                  </a:lnTo>
                  <a:lnTo>
                    <a:pt x="3772151" y="1114067"/>
                  </a:lnTo>
                  <a:lnTo>
                    <a:pt x="3773209" y="1109197"/>
                  </a:lnTo>
                  <a:lnTo>
                    <a:pt x="3774267" y="1103327"/>
                  </a:lnTo>
                  <a:lnTo>
                    <a:pt x="3775325" y="1096492"/>
                  </a:lnTo>
                  <a:lnTo>
                    <a:pt x="3776382" y="1088723"/>
                  </a:lnTo>
                  <a:lnTo>
                    <a:pt x="3777440" y="1080057"/>
                  </a:lnTo>
                  <a:lnTo>
                    <a:pt x="3778498" y="1070495"/>
                  </a:lnTo>
                  <a:lnTo>
                    <a:pt x="3779556" y="1060023"/>
                  </a:lnTo>
                  <a:lnTo>
                    <a:pt x="3780614" y="1048602"/>
                  </a:lnTo>
                  <a:lnTo>
                    <a:pt x="3781672" y="1036150"/>
                  </a:lnTo>
                  <a:lnTo>
                    <a:pt x="3782729" y="1022646"/>
                  </a:lnTo>
                  <a:lnTo>
                    <a:pt x="3783787" y="1008057"/>
                  </a:lnTo>
                  <a:lnTo>
                    <a:pt x="3784845" y="992431"/>
                  </a:lnTo>
                  <a:lnTo>
                    <a:pt x="3785903" y="975835"/>
                  </a:lnTo>
                  <a:lnTo>
                    <a:pt x="3786961" y="958397"/>
                  </a:lnTo>
                  <a:lnTo>
                    <a:pt x="3788019" y="940245"/>
                  </a:lnTo>
                  <a:lnTo>
                    <a:pt x="3789076" y="921452"/>
                  </a:lnTo>
                  <a:lnTo>
                    <a:pt x="3790134" y="902046"/>
                  </a:lnTo>
                  <a:lnTo>
                    <a:pt x="3791192" y="882066"/>
                  </a:lnTo>
                  <a:lnTo>
                    <a:pt x="3792250" y="861445"/>
                  </a:lnTo>
                  <a:lnTo>
                    <a:pt x="3793308" y="840153"/>
                  </a:lnTo>
                  <a:lnTo>
                    <a:pt x="3794366" y="818254"/>
                  </a:lnTo>
                  <a:lnTo>
                    <a:pt x="3795424" y="795821"/>
                  </a:lnTo>
                  <a:lnTo>
                    <a:pt x="3796481" y="772993"/>
                  </a:lnTo>
                  <a:lnTo>
                    <a:pt x="3797539" y="749960"/>
                  </a:lnTo>
                  <a:lnTo>
                    <a:pt x="3798597" y="726823"/>
                  </a:lnTo>
                  <a:lnTo>
                    <a:pt x="3799655" y="703640"/>
                  </a:lnTo>
                  <a:lnTo>
                    <a:pt x="3800713" y="680429"/>
                  </a:lnTo>
                  <a:lnTo>
                    <a:pt x="3801771" y="657174"/>
                  </a:lnTo>
                  <a:lnTo>
                    <a:pt x="3802828" y="633948"/>
                  </a:lnTo>
                  <a:lnTo>
                    <a:pt x="3803886" y="610799"/>
                  </a:lnTo>
                  <a:lnTo>
                    <a:pt x="3804944" y="587747"/>
                  </a:lnTo>
                  <a:lnTo>
                    <a:pt x="3806002" y="564861"/>
                  </a:lnTo>
                  <a:lnTo>
                    <a:pt x="3807060" y="542149"/>
                  </a:lnTo>
                  <a:lnTo>
                    <a:pt x="3808118" y="519690"/>
                  </a:lnTo>
                  <a:lnTo>
                    <a:pt x="3809175" y="497613"/>
                  </a:lnTo>
                  <a:lnTo>
                    <a:pt x="3810233" y="475924"/>
                  </a:lnTo>
                  <a:lnTo>
                    <a:pt x="3811291" y="454639"/>
                  </a:lnTo>
                  <a:lnTo>
                    <a:pt x="3812349" y="433771"/>
                  </a:lnTo>
                  <a:lnTo>
                    <a:pt x="3813407" y="413269"/>
                  </a:lnTo>
                  <a:lnTo>
                    <a:pt x="3814465" y="393086"/>
                  </a:lnTo>
                  <a:lnTo>
                    <a:pt x="3815522" y="373313"/>
                  </a:lnTo>
                  <a:lnTo>
                    <a:pt x="3816580" y="354034"/>
                  </a:lnTo>
                  <a:lnTo>
                    <a:pt x="3817638" y="335357"/>
                  </a:lnTo>
                  <a:lnTo>
                    <a:pt x="3818696" y="317379"/>
                  </a:lnTo>
                  <a:lnTo>
                    <a:pt x="3819754" y="300194"/>
                  </a:lnTo>
                  <a:lnTo>
                    <a:pt x="3820812" y="283810"/>
                  </a:lnTo>
                  <a:lnTo>
                    <a:pt x="3821870" y="268252"/>
                  </a:lnTo>
                  <a:lnTo>
                    <a:pt x="3822927" y="253684"/>
                  </a:lnTo>
                  <a:lnTo>
                    <a:pt x="3823985" y="240172"/>
                  </a:lnTo>
                  <a:lnTo>
                    <a:pt x="3825043" y="227804"/>
                  </a:lnTo>
                  <a:lnTo>
                    <a:pt x="3826101" y="216710"/>
                  </a:lnTo>
                  <a:lnTo>
                    <a:pt x="3827159" y="206980"/>
                  </a:lnTo>
                  <a:lnTo>
                    <a:pt x="3828217" y="198621"/>
                  </a:lnTo>
                  <a:lnTo>
                    <a:pt x="3829274" y="191752"/>
                  </a:lnTo>
                  <a:lnTo>
                    <a:pt x="3830332" y="186359"/>
                  </a:lnTo>
                  <a:lnTo>
                    <a:pt x="3831390" y="182396"/>
                  </a:lnTo>
                  <a:lnTo>
                    <a:pt x="3832448" y="179868"/>
                  </a:lnTo>
                  <a:lnTo>
                    <a:pt x="3833506" y="178809"/>
                  </a:lnTo>
                  <a:lnTo>
                    <a:pt x="3834564" y="179253"/>
                  </a:lnTo>
                  <a:lnTo>
                    <a:pt x="3835621" y="181242"/>
                  </a:lnTo>
                  <a:lnTo>
                    <a:pt x="3836679" y="184892"/>
                  </a:lnTo>
                  <a:lnTo>
                    <a:pt x="3837737" y="190234"/>
                  </a:lnTo>
                  <a:lnTo>
                    <a:pt x="3838795" y="197192"/>
                  </a:lnTo>
                  <a:lnTo>
                    <a:pt x="3839853" y="205730"/>
                  </a:lnTo>
                  <a:lnTo>
                    <a:pt x="3840911" y="215827"/>
                  </a:lnTo>
                  <a:lnTo>
                    <a:pt x="3841968" y="227501"/>
                  </a:lnTo>
                  <a:lnTo>
                    <a:pt x="3843026" y="240733"/>
                  </a:lnTo>
                  <a:lnTo>
                    <a:pt x="3844084" y="255588"/>
                  </a:lnTo>
                  <a:lnTo>
                    <a:pt x="3845142" y="272061"/>
                  </a:lnTo>
                  <a:lnTo>
                    <a:pt x="3846200" y="290219"/>
                  </a:lnTo>
                  <a:lnTo>
                    <a:pt x="3847258" y="310112"/>
                  </a:lnTo>
                  <a:lnTo>
                    <a:pt x="3848316" y="331743"/>
                  </a:lnTo>
                  <a:lnTo>
                    <a:pt x="3849373" y="355067"/>
                  </a:lnTo>
                  <a:lnTo>
                    <a:pt x="3850431" y="379914"/>
                  </a:lnTo>
                  <a:lnTo>
                    <a:pt x="3851489" y="406188"/>
                  </a:lnTo>
                  <a:lnTo>
                    <a:pt x="3852547" y="433878"/>
                  </a:lnTo>
                  <a:lnTo>
                    <a:pt x="3853605" y="462984"/>
                  </a:lnTo>
                  <a:lnTo>
                    <a:pt x="3854663" y="493540"/>
                  </a:lnTo>
                  <a:lnTo>
                    <a:pt x="3855720" y="525536"/>
                  </a:lnTo>
                  <a:lnTo>
                    <a:pt x="3856778" y="558828"/>
                  </a:lnTo>
                  <a:lnTo>
                    <a:pt x="3857836" y="593326"/>
                  </a:lnTo>
                  <a:lnTo>
                    <a:pt x="3858894" y="628977"/>
                  </a:lnTo>
                  <a:lnTo>
                    <a:pt x="3859952" y="665699"/>
                  </a:lnTo>
                  <a:lnTo>
                    <a:pt x="3861010" y="703459"/>
                  </a:lnTo>
                  <a:lnTo>
                    <a:pt x="3862067" y="742114"/>
                  </a:lnTo>
                  <a:lnTo>
                    <a:pt x="3863125" y="781636"/>
                  </a:lnTo>
                  <a:lnTo>
                    <a:pt x="3864183" y="822052"/>
                  </a:lnTo>
                  <a:lnTo>
                    <a:pt x="3865241" y="863312"/>
                  </a:lnTo>
                  <a:lnTo>
                    <a:pt x="3866299" y="905401"/>
                  </a:lnTo>
                  <a:lnTo>
                    <a:pt x="3867357" y="948264"/>
                  </a:lnTo>
                  <a:lnTo>
                    <a:pt x="3868414" y="991789"/>
                  </a:lnTo>
                  <a:lnTo>
                    <a:pt x="3869472" y="1035872"/>
                  </a:lnTo>
                  <a:lnTo>
                    <a:pt x="3870530" y="1080371"/>
                  </a:lnTo>
                  <a:lnTo>
                    <a:pt x="3871588" y="1125170"/>
                  </a:lnTo>
                  <a:lnTo>
                    <a:pt x="3872646" y="1170241"/>
                  </a:lnTo>
                  <a:lnTo>
                    <a:pt x="3873704" y="1215554"/>
                  </a:lnTo>
                  <a:lnTo>
                    <a:pt x="3874762" y="1261063"/>
                  </a:lnTo>
                  <a:lnTo>
                    <a:pt x="3875819" y="1306700"/>
                  </a:lnTo>
                  <a:lnTo>
                    <a:pt x="3876877" y="1352408"/>
                  </a:lnTo>
                  <a:lnTo>
                    <a:pt x="3877935" y="1398139"/>
                  </a:lnTo>
                  <a:lnTo>
                    <a:pt x="3878993" y="1443719"/>
                  </a:lnTo>
                  <a:lnTo>
                    <a:pt x="3880051" y="1488986"/>
                  </a:lnTo>
                  <a:lnTo>
                    <a:pt x="3881109" y="1533820"/>
                  </a:lnTo>
                  <a:lnTo>
                    <a:pt x="3882166" y="1578078"/>
                  </a:lnTo>
                  <a:lnTo>
                    <a:pt x="3883224" y="1621672"/>
                  </a:lnTo>
                  <a:lnTo>
                    <a:pt x="3884282" y="1664619"/>
                  </a:lnTo>
                  <a:lnTo>
                    <a:pt x="3885340" y="1706962"/>
                  </a:lnTo>
                  <a:lnTo>
                    <a:pt x="3886398" y="1748743"/>
                  </a:lnTo>
                  <a:lnTo>
                    <a:pt x="3887456" y="1789916"/>
                  </a:lnTo>
                  <a:lnTo>
                    <a:pt x="3888513" y="1830408"/>
                  </a:lnTo>
                  <a:lnTo>
                    <a:pt x="3889571" y="1870088"/>
                  </a:lnTo>
                  <a:lnTo>
                    <a:pt x="3890629" y="1908862"/>
                  </a:lnTo>
                  <a:lnTo>
                    <a:pt x="3891687" y="1946696"/>
                  </a:lnTo>
                  <a:lnTo>
                    <a:pt x="3892745" y="1983598"/>
                  </a:lnTo>
                  <a:lnTo>
                    <a:pt x="3893803" y="2019510"/>
                  </a:lnTo>
                  <a:lnTo>
                    <a:pt x="3894860" y="2054401"/>
                  </a:lnTo>
                  <a:lnTo>
                    <a:pt x="3895918" y="2088222"/>
                  </a:lnTo>
                  <a:lnTo>
                    <a:pt x="3896976" y="2120938"/>
                  </a:lnTo>
                  <a:lnTo>
                    <a:pt x="3898034" y="2152565"/>
                  </a:lnTo>
                  <a:lnTo>
                    <a:pt x="3899092" y="2183097"/>
                  </a:lnTo>
                  <a:lnTo>
                    <a:pt x="3900150" y="2212434"/>
                  </a:lnTo>
                  <a:lnTo>
                    <a:pt x="3901208" y="2240432"/>
                  </a:lnTo>
                  <a:lnTo>
                    <a:pt x="3902265" y="2267073"/>
                  </a:lnTo>
                  <a:lnTo>
                    <a:pt x="3903323" y="2292445"/>
                  </a:lnTo>
                  <a:lnTo>
                    <a:pt x="3904381" y="2316638"/>
                  </a:lnTo>
                  <a:lnTo>
                    <a:pt x="3905439" y="2339692"/>
                  </a:lnTo>
                  <a:lnTo>
                    <a:pt x="3906497" y="2361608"/>
                  </a:lnTo>
                  <a:lnTo>
                    <a:pt x="3907555" y="2382381"/>
                  </a:lnTo>
                  <a:lnTo>
                    <a:pt x="3908612" y="2401996"/>
                  </a:lnTo>
                  <a:lnTo>
                    <a:pt x="3909670" y="2420471"/>
                  </a:lnTo>
                  <a:lnTo>
                    <a:pt x="3910728" y="2437926"/>
                  </a:lnTo>
                  <a:lnTo>
                    <a:pt x="3911786" y="2454394"/>
                  </a:lnTo>
                  <a:lnTo>
                    <a:pt x="3912844" y="2469888"/>
                  </a:lnTo>
                  <a:lnTo>
                    <a:pt x="3913902" y="2484360"/>
                  </a:lnTo>
                  <a:lnTo>
                    <a:pt x="3914959" y="2497843"/>
                  </a:lnTo>
                  <a:lnTo>
                    <a:pt x="3916017" y="2510392"/>
                  </a:lnTo>
                  <a:lnTo>
                    <a:pt x="3917075" y="2522020"/>
                  </a:lnTo>
                  <a:lnTo>
                    <a:pt x="3918133" y="2532759"/>
                  </a:lnTo>
                  <a:lnTo>
                    <a:pt x="3919191" y="2542634"/>
                  </a:lnTo>
                  <a:lnTo>
                    <a:pt x="3920249" y="2551721"/>
                  </a:lnTo>
                  <a:lnTo>
                    <a:pt x="3921306" y="2560078"/>
                  </a:lnTo>
                  <a:lnTo>
                    <a:pt x="3922364" y="2567729"/>
                  </a:lnTo>
                  <a:lnTo>
                    <a:pt x="3923422" y="2574731"/>
                  </a:lnTo>
                  <a:lnTo>
                    <a:pt x="3924480" y="2581120"/>
                  </a:lnTo>
                  <a:lnTo>
                    <a:pt x="3925538" y="2586920"/>
                  </a:lnTo>
                  <a:lnTo>
                    <a:pt x="3926596" y="2592121"/>
                  </a:lnTo>
                  <a:lnTo>
                    <a:pt x="3927654" y="2596763"/>
                  </a:lnTo>
                  <a:lnTo>
                    <a:pt x="3928711" y="2600906"/>
                  </a:lnTo>
                  <a:lnTo>
                    <a:pt x="3929769" y="2604638"/>
                  </a:lnTo>
                  <a:lnTo>
                    <a:pt x="3930827" y="2607927"/>
                  </a:lnTo>
                  <a:lnTo>
                    <a:pt x="3931885" y="2610796"/>
                  </a:lnTo>
                  <a:lnTo>
                    <a:pt x="3932943" y="2613242"/>
                  </a:lnTo>
                  <a:lnTo>
                    <a:pt x="3934001" y="2615233"/>
                  </a:lnTo>
                  <a:lnTo>
                    <a:pt x="3935058" y="2616783"/>
                  </a:lnTo>
                  <a:lnTo>
                    <a:pt x="3936116" y="2617943"/>
                  </a:lnTo>
                  <a:lnTo>
                    <a:pt x="3937174" y="2618666"/>
                  </a:lnTo>
                  <a:lnTo>
                    <a:pt x="3938232" y="2618926"/>
                  </a:lnTo>
                  <a:lnTo>
                    <a:pt x="3939290" y="2618657"/>
                  </a:lnTo>
                  <a:lnTo>
                    <a:pt x="3940348" y="2617857"/>
                  </a:lnTo>
                  <a:lnTo>
                    <a:pt x="3941405" y="2616512"/>
                  </a:lnTo>
                  <a:lnTo>
                    <a:pt x="3942463" y="2614577"/>
                  </a:lnTo>
                  <a:lnTo>
                    <a:pt x="3943521" y="2612009"/>
                  </a:lnTo>
                  <a:lnTo>
                    <a:pt x="3944579" y="2608738"/>
                  </a:lnTo>
                  <a:lnTo>
                    <a:pt x="3945637" y="2604736"/>
                  </a:lnTo>
                  <a:lnTo>
                    <a:pt x="3946695" y="2599987"/>
                  </a:lnTo>
                  <a:lnTo>
                    <a:pt x="3947752" y="2594486"/>
                  </a:lnTo>
                  <a:lnTo>
                    <a:pt x="3948810" y="2588258"/>
                  </a:lnTo>
                  <a:lnTo>
                    <a:pt x="3949868" y="2581343"/>
                  </a:lnTo>
                  <a:lnTo>
                    <a:pt x="3950926" y="2573666"/>
                  </a:lnTo>
                  <a:lnTo>
                    <a:pt x="3951984" y="2565159"/>
                  </a:lnTo>
                  <a:lnTo>
                    <a:pt x="3953042" y="2555840"/>
                  </a:lnTo>
                  <a:lnTo>
                    <a:pt x="3954099" y="2545761"/>
                  </a:lnTo>
                  <a:lnTo>
                    <a:pt x="3955157" y="2534918"/>
                  </a:lnTo>
                  <a:lnTo>
                    <a:pt x="3956215" y="2523280"/>
                  </a:lnTo>
                  <a:lnTo>
                    <a:pt x="3957273" y="2510784"/>
                  </a:lnTo>
                  <a:lnTo>
                    <a:pt x="3958331" y="2497397"/>
                  </a:lnTo>
                  <a:lnTo>
                    <a:pt x="3959389" y="2483104"/>
                  </a:lnTo>
                  <a:lnTo>
                    <a:pt x="3960447" y="2467929"/>
                  </a:lnTo>
                  <a:lnTo>
                    <a:pt x="3961504" y="2451831"/>
                  </a:lnTo>
                  <a:lnTo>
                    <a:pt x="3962562" y="2434853"/>
                  </a:lnTo>
                  <a:lnTo>
                    <a:pt x="3963620" y="2416995"/>
                  </a:lnTo>
                  <a:lnTo>
                    <a:pt x="3964678" y="2398289"/>
                  </a:lnTo>
                  <a:lnTo>
                    <a:pt x="3965736" y="2378709"/>
                  </a:lnTo>
                  <a:lnTo>
                    <a:pt x="3966794" y="2358365"/>
                  </a:lnTo>
                  <a:lnTo>
                    <a:pt x="3967851" y="2337304"/>
                  </a:lnTo>
                  <a:lnTo>
                    <a:pt x="3968909" y="2315475"/>
                  </a:lnTo>
                  <a:lnTo>
                    <a:pt x="3969967" y="2292819"/>
                  </a:lnTo>
                  <a:lnTo>
                    <a:pt x="3971025" y="2269304"/>
                  </a:lnTo>
                  <a:lnTo>
                    <a:pt x="3972083" y="2244904"/>
                  </a:lnTo>
                  <a:lnTo>
                    <a:pt x="3973141" y="2219579"/>
                  </a:lnTo>
                  <a:lnTo>
                    <a:pt x="3974198" y="2193303"/>
                  </a:lnTo>
                  <a:lnTo>
                    <a:pt x="3975256" y="2166170"/>
                  </a:lnTo>
                  <a:lnTo>
                    <a:pt x="3976314" y="2138257"/>
                  </a:lnTo>
                  <a:lnTo>
                    <a:pt x="3977372" y="2109581"/>
                  </a:lnTo>
                  <a:lnTo>
                    <a:pt x="3978430" y="2080143"/>
                  </a:lnTo>
                  <a:lnTo>
                    <a:pt x="3979488" y="2049970"/>
                  </a:lnTo>
                  <a:lnTo>
                    <a:pt x="3980545" y="2019037"/>
                  </a:lnTo>
                  <a:lnTo>
                    <a:pt x="3981603" y="1987321"/>
                  </a:lnTo>
                  <a:lnTo>
                    <a:pt x="3982661" y="1954735"/>
                  </a:lnTo>
                  <a:lnTo>
                    <a:pt x="3983719" y="1921210"/>
                  </a:lnTo>
                  <a:lnTo>
                    <a:pt x="3984777" y="1886827"/>
                  </a:lnTo>
                  <a:lnTo>
                    <a:pt x="3985835" y="1851770"/>
                  </a:lnTo>
                  <a:lnTo>
                    <a:pt x="3986893" y="1816292"/>
                  </a:lnTo>
                  <a:lnTo>
                    <a:pt x="3987950" y="1780556"/>
                  </a:lnTo>
                  <a:lnTo>
                    <a:pt x="3989008" y="1744681"/>
                  </a:lnTo>
                  <a:lnTo>
                    <a:pt x="3990066" y="1708748"/>
                  </a:lnTo>
                  <a:lnTo>
                    <a:pt x="3991124" y="1672742"/>
                  </a:lnTo>
                  <a:lnTo>
                    <a:pt x="3992182" y="1636653"/>
                  </a:lnTo>
                  <a:lnTo>
                    <a:pt x="3993240" y="1600569"/>
                  </a:lnTo>
                  <a:lnTo>
                    <a:pt x="3994297" y="1564585"/>
                  </a:lnTo>
                  <a:lnTo>
                    <a:pt x="3995355" y="1528791"/>
                  </a:lnTo>
                  <a:lnTo>
                    <a:pt x="3996413" y="1493414"/>
                  </a:lnTo>
                  <a:lnTo>
                    <a:pt x="3997471" y="1458683"/>
                  </a:lnTo>
                  <a:lnTo>
                    <a:pt x="3998529" y="1424658"/>
                  </a:lnTo>
                  <a:lnTo>
                    <a:pt x="3999587" y="1391340"/>
                  </a:lnTo>
                  <a:lnTo>
                    <a:pt x="4000644" y="1358712"/>
                  </a:lnTo>
                  <a:lnTo>
                    <a:pt x="4001702" y="1326757"/>
                  </a:lnTo>
                  <a:lnTo>
                    <a:pt x="4002760" y="1295376"/>
                  </a:lnTo>
                  <a:lnTo>
                    <a:pt x="4003818" y="1264518"/>
                  </a:lnTo>
                  <a:lnTo>
                    <a:pt x="4004876" y="1234319"/>
                  </a:lnTo>
                  <a:lnTo>
                    <a:pt x="4005934" y="1204803"/>
                  </a:lnTo>
                  <a:lnTo>
                    <a:pt x="4006991" y="1176092"/>
                  </a:lnTo>
                  <a:lnTo>
                    <a:pt x="4008049" y="1148282"/>
                  </a:lnTo>
                  <a:lnTo>
                    <a:pt x="4009107" y="1121406"/>
                  </a:lnTo>
                  <a:lnTo>
                    <a:pt x="4010165" y="1095485"/>
                  </a:lnTo>
                  <a:lnTo>
                    <a:pt x="4011223" y="1070531"/>
                  </a:lnTo>
                  <a:lnTo>
                    <a:pt x="4012281" y="1046543"/>
                  </a:lnTo>
                  <a:lnTo>
                    <a:pt x="4013339" y="1023528"/>
                  </a:lnTo>
                  <a:lnTo>
                    <a:pt x="4014396" y="1001526"/>
                  </a:lnTo>
                  <a:lnTo>
                    <a:pt x="4015454" y="980630"/>
                  </a:lnTo>
                  <a:lnTo>
                    <a:pt x="4016512" y="960857"/>
                  </a:lnTo>
                  <a:lnTo>
                    <a:pt x="4017570" y="942194"/>
                  </a:lnTo>
                  <a:lnTo>
                    <a:pt x="4018628" y="924688"/>
                  </a:lnTo>
                  <a:lnTo>
                    <a:pt x="4019686" y="908279"/>
                  </a:lnTo>
                  <a:lnTo>
                    <a:pt x="4020743" y="892880"/>
                  </a:lnTo>
                  <a:lnTo>
                    <a:pt x="4021801" y="878498"/>
                  </a:lnTo>
                  <a:lnTo>
                    <a:pt x="4022859" y="865213"/>
                  </a:lnTo>
                  <a:lnTo>
                    <a:pt x="4023917" y="853091"/>
                  </a:lnTo>
                  <a:lnTo>
                    <a:pt x="4024975" y="842175"/>
                  </a:lnTo>
                  <a:lnTo>
                    <a:pt x="4026033" y="832514"/>
                  </a:lnTo>
                  <a:lnTo>
                    <a:pt x="4027090" y="824182"/>
                  </a:lnTo>
                  <a:lnTo>
                    <a:pt x="4028148" y="817171"/>
                  </a:lnTo>
                  <a:lnTo>
                    <a:pt x="4029206" y="811422"/>
                  </a:lnTo>
                  <a:lnTo>
                    <a:pt x="4030264" y="806893"/>
                  </a:lnTo>
                  <a:lnTo>
                    <a:pt x="4031322" y="803534"/>
                  </a:lnTo>
                  <a:lnTo>
                    <a:pt x="4032380" y="801355"/>
                  </a:lnTo>
                  <a:lnTo>
                    <a:pt x="4033437" y="800334"/>
                  </a:lnTo>
                  <a:lnTo>
                    <a:pt x="4034495" y="800543"/>
                  </a:lnTo>
                  <a:lnTo>
                    <a:pt x="4035553" y="802101"/>
                  </a:lnTo>
                  <a:lnTo>
                    <a:pt x="4036611" y="805202"/>
                  </a:lnTo>
                  <a:lnTo>
                    <a:pt x="4037669" y="809868"/>
                  </a:lnTo>
                  <a:lnTo>
                    <a:pt x="4038727" y="816010"/>
                  </a:lnTo>
                  <a:lnTo>
                    <a:pt x="4039785" y="823404"/>
                  </a:lnTo>
                  <a:lnTo>
                    <a:pt x="4040842" y="831872"/>
                  </a:lnTo>
                  <a:lnTo>
                    <a:pt x="4041900" y="841335"/>
                  </a:lnTo>
                  <a:lnTo>
                    <a:pt x="4042958" y="851709"/>
                  </a:lnTo>
                  <a:lnTo>
                    <a:pt x="4044016" y="862941"/>
                  </a:lnTo>
                  <a:lnTo>
                    <a:pt x="4045074" y="874995"/>
                  </a:lnTo>
                  <a:lnTo>
                    <a:pt x="4046132" y="887839"/>
                  </a:lnTo>
                  <a:lnTo>
                    <a:pt x="4047189" y="901374"/>
                  </a:lnTo>
                  <a:lnTo>
                    <a:pt x="4048247" y="915510"/>
                  </a:lnTo>
                  <a:lnTo>
                    <a:pt x="4049305" y="930143"/>
                  </a:lnTo>
                  <a:lnTo>
                    <a:pt x="4050363" y="945066"/>
                  </a:lnTo>
                  <a:lnTo>
                    <a:pt x="4051421" y="960189"/>
                  </a:lnTo>
                  <a:lnTo>
                    <a:pt x="4052479" y="975529"/>
                  </a:lnTo>
                  <a:lnTo>
                    <a:pt x="4053536" y="991105"/>
                  </a:lnTo>
                  <a:lnTo>
                    <a:pt x="4054594" y="1006999"/>
                  </a:lnTo>
                  <a:lnTo>
                    <a:pt x="4055652" y="1023270"/>
                  </a:lnTo>
                  <a:lnTo>
                    <a:pt x="4056710" y="1040041"/>
                  </a:lnTo>
                  <a:lnTo>
                    <a:pt x="4057768" y="1057249"/>
                  </a:lnTo>
                  <a:lnTo>
                    <a:pt x="4058826" y="1074828"/>
                  </a:lnTo>
                  <a:lnTo>
                    <a:pt x="4059883" y="1092735"/>
                  </a:lnTo>
                  <a:lnTo>
                    <a:pt x="4060941" y="1110880"/>
                  </a:lnTo>
                  <a:lnTo>
                    <a:pt x="4061999" y="1129301"/>
                  </a:lnTo>
                  <a:lnTo>
                    <a:pt x="4063057" y="1148044"/>
                  </a:lnTo>
                  <a:lnTo>
                    <a:pt x="4064115" y="1167093"/>
                  </a:lnTo>
                  <a:lnTo>
                    <a:pt x="4065173" y="1186400"/>
                  </a:lnTo>
                  <a:lnTo>
                    <a:pt x="4066231" y="1205930"/>
                  </a:lnTo>
                  <a:lnTo>
                    <a:pt x="4067288" y="1225660"/>
                  </a:lnTo>
                  <a:lnTo>
                    <a:pt x="4068346" y="1245494"/>
                  </a:lnTo>
                  <a:lnTo>
                    <a:pt x="4069404" y="1265294"/>
                  </a:lnTo>
                  <a:lnTo>
                    <a:pt x="4070462" y="1284954"/>
                  </a:lnTo>
                  <a:lnTo>
                    <a:pt x="4071520" y="1304467"/>
                  </a:lnTo>
                  <a:lnTo>
                    <a:pt x="4072578" y="1323778"/>
                  </a:lnTo>
                  <a:lnTo>
                    <a:pt x="4073635" y="1342965"/>
                  </a:lnTo>
                  <a:lnTo>
                    <a:pt x="4074693" y="1362006"/>
                  </a:lnTo>
                  <a:lnTo>
                    <a:pt x="4075751" y="1380838"/>
                  </a:lnTo>
                  <a:lnTo>
                    <a:pt x="4076809" y="1399367"/>
                  </a:lnTo>
                  <a:lnTo>
                    <a:pt x="4077867" y="1417528"/>
                  </a:lnTo>
                  <a:lnTo>
                    <a:pt x="4078925" y="1435242"/>
                  </a:lnTo>
                  <a:lnTo>
                    <a:pt x="4079982" y="1452459"/>
                  </a:lnTo>
                  <a:lnTo>
                    <a:pt x="4081040" y="1469169"/>
                  </a:lnTo>
                  <a:lnTo>
                    <a:pt x="4082098" y="1485329"/>
                  </a:lnTo>
                  <a:lnTo>
                    <a:pt x="4083156" y="1500928"/>
                  </a:lnTo>
                  <a:lnTo>
                    <a:pt x="4084214" y="1516026"/>
                  </a:lnTo>
                  <a:lnTo>
                    <a:pt x="4085272" y="1530699"/>
                  </a:lnTo>
                  <a:lnTo>
                    <a:pt x="4086329" y="1545027"/>
                  </a:lnTo>
                  <a:lnTo>
                    <a:pt x="4087387" y="1558897"/>
                  </a:lnTo>
                  <a:lnTo>
                    <a:pt x="4088445" y="1572158"/>
                  </a:lnTo>
                  <a:lnTo>
                    <a:pt x="4089503" y="1584626"/>
                  </a:lnTo>
                  <a:lnTo>
                    <a:pt x="4090561" y="1596174"/>
                  </a:lnTo>
                  <a:lnTo>
                    <a:pt x="4091619" y="1606774"/>
                  </a:lnTo>
                  <a:lnTo>
                    <a:pt x="4092677" y="1616461"/>
                  </a:lnTo>
                  <a:lnTo>
                    <a:pt x="4093734" y="1625325"/>
                  </a:lnTo>
                  <a:lnTo>
                    <a:pt x="4094792" y="1633356"/>
                  </a:lnTo>
                  <a:lnTo>
                    <a:pt x="4095850" y="1640552"/>
                  </a:lnTo>
                  <a:lnTo>
                    <a:pt x="4096908" y="1646962"/>
                  </a:lnTo>
                  <a:lnTo>
                    <a:pt x="4097966" y="1652632"/>
                  </a:lnTo>
                  <a:lnTo>
                    <a:pt x="4099024" y="1657636"/>
                  </a:lnTo>
                  <a:lnTo>
                    <a:pt x="4100081" y="1662020"/>
                  </a:lnTo>
                  <a:lnTo>
                    <a:pt x="4101139" y="1665835"/>
                  </a:lnTo>
                  <a:lnTo>
                    <a:pt x="4102197" y="1669014"/>
                  </a:lnTo>
                  <a:lnTo>
                    <a:pt x="4103255" y="1671643"/>
                  </a:lnTo>
                  <a:lnTo>
                    <a:pt x="4104313" y="1673800"/>
                  </a:lnTo>
                  <a:lnTo>
                    <a:pt x="4105371" y="1675458"/>
                  </a:lnTo>
                  <a:lnTo>
                    <a:pt x="4106428" y="1676702"/>
                  </a:lnTo>
                  <a:lnTo>
                    <a:pt x="4107486" y="1677565"/>
                  </a:lnTo>
                  <a:lnTo>
                    <a:pt x="4108544" y="1678044"/>
                  </a:lnTo>
                  <a:lnTo>
                    <a:pt x="4109602" y="1678093"/>
                  </a:lnTo>
                  <a:lnTo>
                    <a:pt x="4110660" y="1677663"/>
                  </a:lnTo>
                  <a:lnTo>
                    <a:pt x="4111718" y="1676839"/>
                  </a:lnTo>
                  <a:lnTo>
                    <a:pt x="4112775" y="1675550"/>
                  </a:lnTo>
                  <a:lnTo>
                    <a:pt x="4113833" y="1673816"/>
                  </a:lnTo>
                  <a:lnTo>
                    <a:pt x="4114891" y="1671546"/>
                  </a:lnTo>
                  <a:lnTo>
                    <a:pt x="4115949" y="1668611"/>
                  </a:lnTo>
                  <a:lnTo>
                    <a:pt x="4117007" y="1664948"/>
                  </a:lnTo>
                  <a:lnTo>
                    <a:pt x="4118065" y="1660645"/>
                  </a:lnTo>
                  <a:lnTo>
                    <a:pt x="4119123" y="1655730"/>
                  </a:lnTo>
                  <a:lnTo>
                    <a:pt x="4120180" y="1650248"/>
                  </a:lnTo>
                  <a:lnTo>
                    <a:pt x="4121238" y="1644211"/>
                  </a:lnTo>
                  <a:lnTo>
                    <a:pt x="4122296" y="1637682"/>
                  </a:lnTo>
                  <a:lnTo>
                    <a:pt x="4123354" y="1630772"/>
                  </a:lnTo>
                  <a:lnTo>
                    <a:pt x="4124412" y="1623522"/>
                  </a:lnTo>
                  <a:lnTo>
                    <a:pt x="4125470" y="1615964"/>
                  </a:lnTo>
                  <a:lnTo>
                    <a:pt x="4126527" y="1608072"/>
                  </a:lnTo>
                  <a:lnTo>
                    <a:pt x="4127585" y="1599875"/>
                  </a:lnTo>
                  <a:lnTo>
                    <a:pt x="4128643" y="1591448"/>
                  </a:lnTo>
                  <a:lnTo>
                    <a:pt x="4129701" y="1582888"/>
                  </a:lnTo>
                  <a:lnTo>
                    <a:pt x="4130759" y="1574274"/>
                  </a:lnTo>
                  <a:lnTo>
                    <a:pt x="4131817" y="1565705"/>
                  </a:lnTo>
                  <a:lnTo>
                    <a:pt x="4132874" y="1557248"/>
                  </a:lnTo>
                  <a:lnTo>
                    <a:pt x="4133932" y="1548870"/>
                  </a:lnTo>
                  <a:lnTo>
                    <a:pt x="4134990" y="1540580"/>
                  </a:lnTo>
                  <a:lnTo>
                    <a:pt x="4136048" y="1532488"/>
                  </a:lnTo>
                  <a:lnTo>
                    <a:pt x="4137106" y="1524670"/>
                  </a:lnTo>
                  <a:lnTo>
                    <a:pt x="4138164" y="1517036"/>
                  </a:lnTo>
                  <a:lnTo>
                    <a:pt x="4139221" y="1509501"/>
                  </a:lnTo>
                  <a:lnTo>
                    <a:pt x="4140279" y="1502079"/>
                  </a:lnTo>
                  <a:lnTo>
                    <a:pt x="4141337" y="1494974"/>
                  </a:lnTo>
                  <a:lnTo>
                    <a:pt x="4142395" y="1488237"/>
                  </a:lnTo>
                  <a:lnTo>
                    <a:pt x="4143453" y="1481923"/>
                  </a:lnTo>
                  <a:lnTo>
                    <a:pt x="4144511" y="1476108"/>
                  </a:lnTo>
                  <a:lnTo>
                    <a:pt x="4145569" y="1470866"/>
                  </a:lnTo>
                  <a:lnTo>
                    <a:pt x="4146626" y="1466199"/>
                  </a:lnTo>
                  <a:lnTo>
                    <a:pt x="4147684" y="1462119"/>
                  </a:lnTo>
                  <a:lnTo>
                    <a:pt x="4148742" y="1458599"/>
                  </a:lnTo>
                  <a:lnTo>
                    <a:pt x="4149800" y="1455620"/>
                  </a:lnTo>
                  <a:lnTo>
                    <a:pt x="4150858" y="1453211"/>
                  </a:lnTo>
                  <a:lnTo>
                    <a:pt x="4151916" y="1451311"/>
                  </a:lnTo>
                  <a:lnTo>
                    <a:pt x="4152973" y="1449792"/>
                  </a:lnTo>
                  <a:lnTo>
                    <a:pt x="4154031" y="1448603"/>
                  </a:lnTo>
                  <a:lnTo>
                    <a:pt x="4155089" y="1447788"/>
                  </a:lnTo>
                  <a:lnTo>
                    <a:pt x="4156147" y="1447374"/>
                  </a:lnTo>
                  <a:lnTo>
                    <a:pt x="4157205" y="1447321"/>
                  </a:lnTo>
                  <a:lnTo>
                    <a:pt x="4158263" y="1447739"/>
                  </a:lnTo>
                  <a:lnTo>
                    <a:pt x="4159320" y="1448615"/>
                  </a:lnTo>
                  <a:lnTo>
                    <a:pt x="4160378" y="1449816"/>
                  </a:lnTo>
                  <a:lnTo>
                    <a:pt x="4161436" y="1451247"/>
                  </a:lnTo>
                  <a:lnTo>
                    <a:pt x="4162494" y="1452841"/>
                  </a:lnTo>
                  <a:lnTo>
                    <a:pt x="4163552" y="1454586"/>
                  </a:lnTo>
                  <a:lnTo>
                    <a:pt x="4164610" y="1456499"/>
                  </a:lnTo>
                  <a:lnTo>
                    <a:pt x="4165667" y="1458611"/>
                  </a:lnTo>
                  <a:lnTo>
                    <a:pt x="4166725" y="1460914"/>
                  </a:lnTo>
                  <a:lnTo>
                    <a:pt x="4167783" y="1463401"/>
                  </a:lnTo>
                  <a:lnTo>
                    <a:pt x="4168841" y="1466226"/>
                  </a:lnTo>
                  <a:lnTo>
                    <a:pt x="4169899" y="1469521"/>
                  </a:lnTo>
                  <a:lnTo>
                    <a:pt x="4170957" y="1473276"/>
                  </a:lnTo>
                  <a:lnTo>
                    <a:pt x="4172015" y="1477400"/>
                  </a:lnTo>
                  <a:lnTo>
                    <a:pt x="4173072" y="1481889"/>
                  </a:lnTo>
                  <a:lnTo>
                    <a:pt x="4174130" y="1486708"/>
                  </a:lnTo>
                  <a:lnTo>
                    <a:pt x="4175188" y="1491841"/>
                  </a:lnTo>
                  <a:lnTo>
                    <a:pt x="4176246" y="1497243"/>
                  </a:lnTo>
                  <a:lnTo>
                    <a:pt x="4177304" y="1502867"/>
                  </a:lnTo>
                  <a:lnTo>
                    <a:pt x="4178362" y="1508733"/>
                  </a:lnTo>
                  <a:lnTo>
                    <a:pt x="4179419" y="1514802"/>
                  </a:lnTo>
                  <a:lnTo>
                    <a:pt x="4180477" y="1521076"/>
                  </a:lnTo>
                  <a:lnTo>
                    <a:pt x="4181535" y="1527520"/>
                  </a:lnTo>
                  <a:lnTo>
                    <a:pt x="4182593" y="1534071"/>
                  </a:lnTo>
                  <a:lnTo>
                    <a:pt x="4183651" y="1540666"/>
                  </a:lnTo>
                  <a:lnTo>
                    <a:pt x="4184709" y="1547194"/>
                  </a:lnTo>
                  <a:lnTo>
                    <a:pt x="4185766" y="1553497"/>
                  </a:lnTo>
                  <a:lnTo>
                    <a:pt x="4186824" y="1559538"/>
                  </a:lnTo>
                  <a:lnTo>
                    <a:pt x="4187882" y="1565341"/>
                  </a:lnTo>
                  <a:lnTo>
                    <a:pt x="4188940" y="1570811"/>
                  </a:lnTo>
                  <a:lnTo>
                    <a:pt x="4189998" y="1575782"/>
                  </a:lnTo>
                  <a:lnTo>
                    <a:pt x="4191056" y="1580200"/>
                  </a:lnTo>
                  <a:lnTo>
                    <a:pt x="4192113" y="1584097"/>
                  </a:lnTo>
                  <a:lnTo>
                    <a:pt x="4193171" y="1587487"/>
                  </a:lnTo>
                  <a:lnTo>
                    <a:pt x="4194229" y="1590208"/>
                  </a:lnTo>
                  <a:lnTo>
                    <a:pt x="4195287" y="1592251"/>
                  </a:lnTo>
                  <a:lnTo>
                    <a:pt x="4196345" y="1593725"/>
                  </a:lnTo>
                  <a:lnTo>
                    <a:pt x="4197403" y="1594611"/>
                  </a:lnTo>
                  <a:lnTo>
                    <a:pt x="4198461" y="1594817"/>
                  </a:lnTo>
                  <a:lnTo>
                    <a:pt x="4199518" y="1594325"/>
                  </a:lnTo>
                  <a:lnTo>
                    <a:pt x="4200576" y="1593169"/>
                  </a:lnTo>
                  <a:lnTo>
                    <a:pt x="4201634" y="1591479"/>
                  </a:lnTo>
                  <a:lnTo>
                    <a:pt x="4202692" y="1589384"/>
                  </a:lnTo>
                  <a:lnTo>
                    <a:pt x="4203750" y="1586928"/>
                  </a:lnTo>
                  <a:lnTo>
                    <a:pt x="4204808" y="1584079"/>
                  </a:lnTo>
                  <a:lnTo>
                    <a:pt x="4205865" y="1580975"/>
                  </a:lnTo>
                  <a:lnTo>
                    <a:pt x="4206923" y="1577865"/>
                  </a:lnTo>
                  <a:lnTo>
                    <a:pt x="4207981" y="1574892"/>
                  </a:lnTo>
                  <a:lnTo>
                    <a:pt x="4209039" y="1571970"/>
                  </a:lnTo>
                  <a:lnTo>
                    <a:pt x="4210097" y="1569137"/>
                  </a:lnTo>
                  <a:lnTo>
                    <a:pt x="4211155" y="1566320"/>
                  </a:lnTo>
                  <a:lnTo>
                    <a:pt x="4212212" y="1563310"/>
                  </a:lnTo>
                  <a:lnTo>
                    <a:pt x="4213270" y="1559993"/>
                  </a:lnTo>
                  <a:lnTo>
                    <a:pt x="4214328" y="1556415"/>
                  </a:lnTo>
                  <a:lnTo>
                    <a:pt x="4215386" y="1552582"/>
                  </a:lnTo>
                  <a:lnTo>
                    <a:pt x="4216444" y="1548533"/>
                  </a:lnTo>
                  <a:lnTo>
                    <a:pt x="4217502" y="1544307"/>
                  </a:lnTo>
                  <a:lnTo>
                    <a:pt x="4218559" y="1539821"/>
                  </a:lnTo>
                  <a:lnTo>
                    <a:pt x="4219617" y="1535082"/>
                  </a:lnTo>
                  <a:lnTo>
                    <a:pt x="4220675" y="1530205"/>
                  </a:lnTo>
                  <a:lnTo>
                    <a:pt x="4221733" y="1525067"/>
                  </a:lnTo>
                  <a:lnTo>
                    <a:pt x="4222791" y="1519481"/>
                  </a:lnTo>
                  <a:lnTo>
                    <a:pt x="4223849" y="1513423"/>
                  </a:lnTo>
                  <a:lnTo>
                    <a:pt x="4224907" y="1506964"/>
                  </a:lnTo>
                  <a:lnTo>
                    <a:pt x="4225964" y="1500155"/>
                  </a:lnTo>
                  <a:lnTo>
                    <a:pt x="4227022" y="1493071"/>
                  </a:lnTo>
                  <a:lnTo>
                    <a:pt x="4228080" y="1485741"/>
                  </a:lnTo>
                  <a:lnTo>
                    <a:pt x="4229138" y="1478241"/>
                  </a:lnTo>
                  <a:lnTo>
                    <a:pt x="4230196" y="1470583"/>
                  </a:lnTo>
                  <a:lnTo>
                    <a:pt x="4231254" y="1462784"/>
                  </a:lnTo>
                  <a:lnTo>
                    <a:pt x="4232311" y="1454866"/>
                  </a:lnTo>
                  <a:lnTo>
                    <a:pt x="4233369" y="1446870"/>
                  </a:lnTo>
                  <a:lnTo>
                    <a:pt x="4234427" y="1438818"/>
                  </a:lnTo>
                  <a:lnTo>
                    <a:pt x="4235485" y="1430708"/>
                  </a:lnTo>
                  <a:lnTo>
                    <a:pt x="4236543" y="1422550"/>
                  </a:lnTo>
                  <a:lnTo>
                    <a:pt x="4237601" y="1414439"/>
                  </a:lnTo>
                  <a:lnTo>
                    <a:pt x="4238658" y="1406547"/>
                  </a:lnTo>
                  <a:lnTo>
                    <a:pt x="4239716" y="1398986"/>
                  </a:lnTo>
                  <a:lnTo>
                    <a:pt x="4240774" y="1391789"/>
                  </a:lnTo>
                  <a:lnTo>
                    <a:pt x="4241832" y="1384934"/>
                  </a:lnTo>
                  <a:lnTo>
                    <a:pt x="4242890" y="1378422"/>
                  </a:lnTo>
                  <a:lnTo>
                    <a:pt x="4243948" y="1372365"/>
                  </a:lnTo>
                  <a:lnTo>
                    <a:pt x="4245005" y="1366748"/>
                  </a:lnTo>
                  <a:lnTo>
                    <a:pt x="4246063" y="1361566"/>
                  </a:lnTo>
                  <a:lnTo>
                    <a:pt x="4247121" y="1356864"/>
                  </a:lnTo>
                  <a:lnTo>
                    <a:pt x="4248179" y="1352756"/>
                  </a:lnTo>
                  <a:lnTo>
                    <a:pt x="4249237" y="1349101"/>
                  </a:lnTo>
                  <a:lnTo>
                    <a:pt x="4250295" y="1345828"/>
                  </a:lnTo>
                  <a:lnTo>
                    <a:pt x="4251353" y="1342937"/>
                  </a:lnTo>
                  <a:lnTo>
                    <a:pt x="4252410" y="1340386"/>
                  </a:lnTo>
                  <a:lnTo>
                    <a:pt x="4253468" y="1338093"/>
                  </a:lnTo>
                  <a:lnTo>
                    <a:pt x="4254526" y="1335912"/>
                  </a:lnTo>
                  <a:lnTo>
                    <a:pt x="4255584" y="1333634"/>
                  </a:lnTo>
                  <a:lnTo>
                    <a:pt x="4256642" y="1331137"/>
                  </a:lnTo>
                  <a:lnTo>
                    <a:pt x="4257700" y="1328363"/>
                  </a:lnTo>
                  <a:lnTo>
                    <a:pt x="4258757" y="1325268"/>
                  </a:lnTo>
                  <a:lnTo>
                    <a:pt x="4259815" y="1321654"/>
                  </a:lnTo>
                  <a:lnTo>
                    <a:pt x="4260873" y="1317321"/>
                  </a:lnTo>
                  <a:lnTo>
                    <a:pt x="4261931" y="1312267"/>
                  </a:lnTo>
                  <a:lnTo>
                    <a:pt x="4262989" y="1306574"/>
                  </a:lnTo>
                  <a:lnTo>
                    <a:pt x="4264047" y="1300241"/>
                  </a:lnTo>
                  <a:lnTo>
                    <a:pt x="4265104" y="1293410"/>
                  </a:lnTo>
                  <a:lnTo>
                    <a:pt x="4266162" y="1286316"/>
                  </a:lnTo>
                  <a:lnTo>
                    <a:pt x="4267220" y="1279198"/>
                  </a:lnTo>
                  <a:lnTo>
                    <a:pt x="4268278" y="1272200"/>
                  </a:lnTo>
                  <a:lnTo>
                    <a:pt x="4269336" y="1265507"/>
                  </a:lnTo>
                  <a:lnTo>
                    <a:pt x="4270394" y="1259114"/>
                  </a:lnTo>
                  <a:lnTo>
                    <a:pt x="4271451" y="1253144"/>
                  </a:lnTo>
                  <a:lnTo>
                    <a:pt x="4272509" y="1247709"/>
                  </a:lnTo>
                  <a:lnTo>
                    <a:pt x="4273567" y="1242765"/>
                  </a:lnTo>
                  <a:lnTo>
                    <a:pt x="4274625" y="1238390"/>
                  </a:lnTo>
                  <a:lnTo>
                    <a:pt x="4275683" y="1234797"/>
                  </a:lnTo>
                  <a:lnTo>
                    <a:pt x="4276741" y="1232059"/>
                  </a:lnTo>
                  <a:lnTo>
                    <a:pt x="4277799" y="1230191"/>
                  </a:lnTo>
                  <a:lnTo>
                    <a:pt x="4278856" y="1229109"/>
                  </a:lnTo>
                  <a:lnTo>
                    <a:pt x="4279914" y="1228753"/>
                  </a:lnTo>
                  <a:lnTo>
                    <a:pt x="4280972" y="1229103"/>
                  </a:lnTo>
                  <a:lnTo>
                    <a:pt x="4282030" y="1230121"/>
                  </a:lnTo>
                  <a:lnTo>
                    <a:pt x="4283088" y="1231707"/>
                  </a:lnTo>
                  <a:lnTo>
                    <a:pt x="4284146" y="1233830"/>
                  </a:lnTo>
                  <a:lnTo>
                    <a:pt x="4285203" y="1236408"/>
                  </a:lnTo>
                  <a:lnTo>
                    <a:pt x="4286261" y="1239370"/>
                  </a:lnTo>
                  <a:lnTo>
                    <a:pt x="4287319" y="1242680"/>
                  </a:lnTo>
                  <a:lnTo>
                    <a:pt x="4288377" y="1246343"/>
                  </a:lnTo>
                  <a:lnTo>
                    <a:pt x="4289435" y="1250410"/>
                  </a:lnTo>
                  <a:lnTo>
                    <a:pt x="4290493" y="1254865"/>
                  </a:lnTo>
                  <a:lnTo>
                    <a:pt x="4291550" y="1259544"/>
                  </a:lnTo>
                  <a:lnTo>
                    <a:pt x="4292608" y="1264323"/>
                  </a:lnTo>
                  <a:lnTo>
                    <a:pt x="4293666" y="1269103"/>
                  </a:lnTo>
                  <a:lnTo>
                    <a:pt x="4294724" y="1273873"/>
                  </a:lnTo>
                  <a:lnTo>
                    <a:pt x="4295782" y="1278704"/>
                  </a:lnTo>
                  <a:lnTo>
                    <a:pt x="4296840" y="1283545"/>
                  </a:lnTo>
                  <a:lnTo>
                    <a:pt x="4297897" y="1288391"/>
                  </a:lnTo>
                  <a:lnTo>
                    <a:pt x="4298955" y="1293289"/>
                  </a:lnTo>
                  <a:lnTo>
                    <a:pt x="4300013" y="1298295"/>
                  </a:lnTo>
                  <a:lnTo>
                    <a:pt x="4301071" y="1303389"/>
                  </a:lnTo>
                  <a:lnTo>
                    <a:pt x="4302129" y="1308594"/>
                  </a:lnTo>
                  <a:lnTo>
                    <a:pt x="4303187" y="1313949"/>
                  </a:lnTo>
                  <a:lnTo>
                    <a:pt x="4304245" y="1319481"/>
                  </a:lnTo>
                  <a:lnTo>
                    <a:pt x="4305302" y="1325252"/>
                  </a:lnTo>
                  <a:lnTo>
                    <a:pt x="4306360" y="1331344"/>
                  </a:lnTo>
                  <a:lnTo>
                    <a:pt x="4307418" y="1337840"/>
                  </a:lnTo>
                  <a:lnTo>
                    <a:pt x="4308476" y="1344849"/>
                  </a:lnTo>
                  <a:lnTo>
                    <a:pt x="4309534" y="1352467"/>
                  </a:lnTo>
                  <a:lnTo>
                    <a:pt x="4310592" y="1360761"/>
                  </a:lnTo>
                  <a:lnTo>
                    <a:pt x="4311649" y="1369788"/>
                  </a:lnTo>
                  <a:lnTo>
                    <a:pt x="4312707" y="1379480"/>
                  </a:lnTo>
                  <a:lnTo>
                    <a:pt x="4313765" y="1389848"/>
                  </a:lnTo>
                  <a:lnTo>
                    <a:pt x="4314823" y="1400865"/>
                  </a:lnTo>
                  <a:lnTo>
                    <a:pt x="4315881" y="1412328"/>
                  </a:lnTo>
                  <a:lnTo>
                    <a:pt x="4316939" y="1424233"/>
                  </a:lnTo>
                  <a:lnTo>
                    <a:pt x="4317996" y="1436556"/>
                  </a:lnTo>
                  <a:lnTo>
                    <a:pt x="4319054" y="1449187"/>
                  </a:lnTo>
                  <a:lnTo>
                    <a:pt x="4320112" y="1461903"/>
                  </a:lnTo>
                  <a:lnTo>
                    <a:pt x="4321170" y="1474543"/>
                  </a:lnTo>
                  <a:lnTo>
                    <a:pt x="4322228" y="1486887"/>
                  </a:lnTo>
                  <a:lnTo>
                    <a:pt x="4323286" y="1498781"/>
                  </a:lnTo>
                  <a:lnTo>
                    <a:pt x="4324343" y="1510182"/>
                  </a:lnTo>
                  <a:lnTo>
                    <a:pt x="4325401" y="1520958"/>
                  </a:lnTo>
                  <a:lnTo>
                    <a:pt x="4326459" y="1531052"/>
                  </a:lnTo>
                  <a:lnTo>
                    <a:pt x="4327517" y="1540483"/>
                  </a:lnTo>
                  <a:lnTo>
                    <a:pt x="4328575" y="1549174"/>
                  </a:lnTo>
                  <a:lnTo>
                    <a:pt x="4329633" y="1557023"/>
                  </a:lnTo>
                  <a:lnTo>
                    <a:pt x="4330691" y="1564069"/>
                  </a:lnTo>
                  <a:lnTo>
                    <a:pt x="4331748" y="1570378"/>
                  </a:lnTo>
                  <a:lnTo>
                    <a:pt x="4332806" y="1576024"/>
                  </a:lnTo>
                  <a:lnTo>
                    <a:pt x="4333864" y="1581077"/>
                  </a:lnTo>
                  <a:lnTo>
                    <a:pt x="4334922" y="1585499"/>
                  </a:lnTo>
                  <a:lnTo>
                    <a:pt x="4335980" y="1589381"/>
                  </a:lnTo>
                  <a:lnTo>
                    <a:pt x="4337038" y="1592795"/>
                  </a:lnTo>
                  <a:lnTo>
                    <a:pt x="4338095" y="1595850"/>
                  </a:lnTo>
                  <a:lnTo>
                    <a:pt x="4339153" y="1598652"/>
                  </a:lnTo>
                  <a:lnTo>
                    <a:pt x="4340211" y="1601185"/>
                  </a:lnTo>
                  <a:lnTo>
                    <a:pt x="4341269" y="1603397"/>
                  </a:lnTo>
                  <a:lnTo>
                    <a:pt x="4342327" y="1605216"/>
                  </a:lnTo>
                  <a:lnTo>
                    <a:pt x="4343385" y="1606588"/>
                  </a:lnTo>
                  <a:lnTo>
                    <a:pt x="4344442" y="1607554"/>
                  </a:lnTo>
                  <a:lnTo>
                    <a:pt x="4345500" y="1608235"/>
                  </a:lnTo>
                  <a:lnTo>
                    <a:pt x="4346558" y="1608671"/>
                  </a:lnTo>
                  <a:lnTo>
                    <a:pt x="4347616" y="1608896"/>
                  </a:lnTo>
                  <a:lnTo>
                    <a:pt x="4348674" y="1608852"/>
                  </a:lnTo>
                  <a:lnTo>
                    <a:pt x="4349732" y="1608465"/>
                  </a:lnTo>
                  <a:lnTo>
                    <a:pt x="4350789" y="1607763"/>
                  </a:lnTo>
                  <a:lnTo>
                    <a:pt x="4351847" y="1606603"/>
                  </a:lnTo>
                  <a:lnTo>
                    <a:pt x="4352905" y="1604849"/>
                  </a:lnTo>
                  <a:lnTo>
                    <a:pt x="4353963" y="1602406"/>
                  </a:lnTo>
                  <a:lnTo>
                    <a:pt x="4355021" y="1599232"/>
                  </a:lnTo>
                  <a:lnTo>
                    <a:pt x="4356079" y="1595355"/>
                  </a:lnTo>
                  <a:lnTo>
                    <a:pt x="4357137" y="1590861"/>
                  </a:lnTo>
                  <a:lnTo>
                    <a:pt x="4358194" y="1585720"/>
                  </a:lnTo>
                  <a:lnTo>
                    <a:pt x="4359252" y="1579875"/>
                  </a:lnTo>
                  <a:lnTo>
                    <a:pt x="4360310" y="1573267"/>
                  </a:lnTo>
                  <a:lnTo>
                    <a:pt x="4361368" y="1565850"/>
                  </a:lnTo>
                  <a:lnTo>
                    <a:pt x="4362426" y="1557591"/>
                  </a:lnTo>
                  <a:lnTo>
                    <a:pt x="4363484" y="1548495"/>
                  </a:lnTo>
                  <a:lnTo>
                    <a:pt x="4364541" y="1538595"/>
                  </a:lnTo>
                  <a:lnTo>
                    <a:pt x="4365599" y="1528067"/>
                  </a:lnTo>
                  <a:lnTo>
                    <a:pt x="4366657" y="1517150"/>
                  </a:lnTo>
                  <a:lnTo>
                    <a:pt x="4367715" y="1506139"/>
                  </a:lnTo>
                  <a:lnTo>
                    <a:pt x="4368773" y="1495235"/>
                  </a:lnTo>
                  <a:lnTo>
                    <a:pt x="4369831" y="1484455"/>
                  </a:lnTo>
                  <a:lnTo>
                    <a:pt x="4370888" y="1473765"/>
                  </a:lnTo>
                  <a:lnTo>
                    <a:pt x="4371946" y="1463141"/>
                  </a:lnTo>
                  <a:lnTo>
                    <a:pt x="4373004" y="1452617"/>
                  </a:lnTo>
                  <a:lnTo>
                    <a:pt x="4374062" y="1442307"/>
                  </a:lnTo>
                  <a:lnTo>
                    <a:pt x="4375120" y="1432326"/>
                  </a:lnTo>
                  <a:lnTo>
                    <a:pt x="4376178" y="1422883"/>
                  </a:lnTo>
                  <a:lnTo>
                    <a:pt x="4377235" y="1414126"/>
                  </a:lnTo>
                  <a:lnTo>
                    <a:pt x="4378293" y="1406059"/>
                  </a:lnTo>
                  <a:lnTo>
                    <a:pt x="4379351" y="1398636"/>
                  </a:lnTo>
                  <a:lnTo>
                    <a:pt x="4380409" y="1391739"/>
                  </a:lnTo>
                  <a:lnTo>
                    <a:pt x="4381467" y="1385289"/>
                  </a:lnTo>
                  <a:lnTo>
                    <a:pt x="4382525" y="1379271"/>
                  </a:lnTo>
                  <a:lnTo>
                    <a:pt x="4383583" y="1373661"/>
                  </a:lnTo>
                  <a:lnTo>
                    <a:pt x="4384640" y="1368348"/>
                  </a:lnTo>
                  <a:lnTo>
                    <a:pt x="4385698" y="1363186"/>
                  </a:lnTo>
                  <a:lnTo>
                    <a:pt x="4386756" y="1358083"/>
                  </a:lnTo>
                  <a:lnTo>
                    <a:pt x="4387814" y="1353006"/>
                  </a:lnTo>
                  <a:lnTo>
                    <a:pt x="4388872" y="1347936"/>
                  </a:lnTo>
                  <a:lnTo>
                    <a:pt x="4389930" y="1342804"/>
                  </a:lnTo>
                  <a:lnTo>
                    <a:pt x="4390987" y="1337555"/>
                  </a:lnTo>
                  <a:lnTo>
                    <a:pt x="4392045" y="1332080"/>
                  </a:lnTo>
                  <a:lnTo>
                    <a:pt x="4393103" y="1326390"/>
                  </a:lnTo>
                  <a:lnTo>
                    <a:pt x="4394161" y="1320606"/>
                  </a:lnTo>
                  <a:lnTo>
                    <a:pt x="4395219" y="1314876"/>
                  </a:lnTo>
                  <a:lnTo>
                    <a:pt x="4396277" y="1309272"/>
                  </a:lnTo>
                  <a:lnTo>
                    <a:pt x="4397334" y="1303806"/>
                  </a:lnTo>
                  <a:lnTo>
                    <a:pt x="4398392" y="1298381"/>
                  </a:lnTo>
                  <a:lnTo>
                    <a:pt x="4399450" y="1292927"/>
                  </a:lnTo>
                  <a:lnTo>
                    <a:pt x="4400508" y="1287460"/>
                  </a:lnTo>
                  <a:lnTo>
                    <a:pt x="4401566" y="1281995"/>
                  </a:lnTo>
                  <a:lnTo>
                    <a:pt x="4402624" y="1276606"/>
                  </a:lnTo>
                  <a:lnTo>
                    <a:pt x="4403681" y="1271377"/>
                  </a:lnTo>
                  <a:lnTo>
                    <a:pt x="4404739" y="1266418"/>
                  </a:lnTo>
                  <a:lnTo>
                    <a:pt x="4405797" y="1261823"/>
                  </a:lnTo>
                  <a:lnTo>
                    <a:pt x="4406855" y="1257630"/>
                  </a:lnTo>
                  <a:lnTo>
                    <a:pt x="4407913" y="1253858"/>
                  </a:lnTo>
                  <a:lnTo>
                    <a:pt x="4408971" y="1250452"/>
                  </a:lnTo>
                  <a:lnTo>
                    <a:pt x="4410029" y="1247246"/>
                  </a:lnTo>
                  <a:lnTo>
                    <a:pt x="4411086" y="1244125"/>
                  </a:lnTo>
                  <a:lnTo>
                    <a:pt x="4412144" y="1241041"/>
                  </a:lnTo>
                  <a:lnTo>
                    <a:pt x="4413202" y="1238045"/>
                  </a:lnTo>
                  <a:lnTo>
                    <a:pt x="4414260" y="1235224"/>
                  </a:lnTo>
                  <a:lnTo>
                    <a:pt x="4415318" y="1232636"/>
                  </a:lnTo>
                  <a:lnTo>
                    <a:pt x="4416376" y="1230292"/>
                  </a:lnTo>
                  <a:lnTo>
                    <a:pt x="4417433" y="1228110"/>
                  </a:lnTo>
                  <a:lnTo>
                    <a:pt x="4418491" y="1226003"/>
                  </a:lnTo>
                  <a:lnTo>
                    <a:pt x="4419549" y="1223691"/>
                  </a:lnTo>
                  <a:lnTo>
                    <a:pt x="4420607" y="1220884"/>
                  </a:lnTo>
                  <a:lnTo>
                    <a:pt x="4421665" y="1217376"/>
                  </a:lnTo>
                  <a:lnTo>
                    <a:pt x="4422723" y="1213123"/>
                  </a:lnTo>
                  <a:lnTo>
                    <a:pt x="4423780" y="1208265"/>
                  </a:lnTo>
                  <a:lnTo>
                    <a:pt x="4424838" y="1202897"/>
                  </a:lnTo>
                  <a:lnTo>
                    <a:pt x="4425896" y="1197088"/>
                  </a:lnTo>
                  <a:lnTo>
                    <a:pt x="4426954" y="1190824"/>
                  </a:lnTo>
                  <a:lnTo>
                    <a:pt x="4428012" y="1184069"/>
                  </a:lnTo>
                  <a:lnTo>
                    <a:pt x="4429070" y="1176682"/>
                  </a:lnTo>
                  <a:lnTo>
                    <a:pt x="4430127" y="1168433"/>
                  </a:lnTo>
                  <a:lnTo>
                    <a:pt x="4431185" y="1159218"/>
                  </a:lnTo>
                  <a:lnTo>
                    <a:pt x="4432243" y="1149217"/>
                  </a:lnTo>
                  <a:lnTo>
                    <a:pt x="4433301" y="1138624"/>
                  </a:lnTo>
                  <a:lnTo>
                    <a:pt x="4434359" y="1127649"/>
                  </a:lnTo>
                  <a:lnTo>
                    <a:pt x="4435417" y="1116426"/>
                  </a:lnTo>
                  <a:lnTo>
                    <a:pt x="4436475" y="1105003"/>
                  </a:lnTo>
                  <a:lnTo>
                    <a:pt x="4437532" y="1093470"/>
                  </a:lnTo>
                  <a:lnTo>
                    <a:pt x="4438590" y="1082031"/>
                  </a:lnTo>
                  <a:lnTo>
                    <a:pt x="4439648" y="1070759"/>
                  </a:lnTo>
                  <a:lnTo>
                    <a:pt x="4440706" y="1059730"/>
                  </a:lnTo>
                  <a:lnTo>
                    <a:pt x="4441764" y="1049108"/>
                  </a:lnTo>
                  <a:lnTo>
                    <a:pt x="4442822" y="1039020"/>
                  </a:lnTo>
                  <a:lnTo>
                    <a:pt x="4443879" y="1029600"/>
                  </a:lnTo>
                  <a:lnTo>
                    <a:pt x="4444937" y="1021064"/>
                  </a:lnTo>
                  <a:lnTo>
                    <a:pt x="4445995" y="1013538"/>
                  </a:lnTo>
                  <a:lnTo>
                    <a:pt x="4447053" y="1007043"/>
                  </a:lnTo>
                  <a:lnTo>
                    <a:pt x="4448111" y="1001440"/>
                  </a:lnTo>
                  <a:lnTo>
                    <a:pt x="4449169" y="996633"/>
                  </a:lnTo>
                  <a:lnTo>
                    <a:pt x="4450226" y="992620"/>
                  </a:lnTo>
                  <a:lnTo>
                    <a:pt x="4451284" y="989361"/>
                  </a:lnTo>
                  <a:lnTo>
                    <a:pt x="4452342" y="986919"/>
                  </a:lnTo>
                  <a:lnTo>
                    <a:pt x="4453400" y="985324"/>
                  </a:lnTo>
                  <a:lnTo>
                    <a:pt x="4454458" y="984602"/>
                  </a:lnTo>
                  <a:lnTo>
                    <a:pt x="4455516" y="984738"/>
                  </a:lnTo>
                  <a:lnTo>
                    <a:pt x="4456573" y="985703"/>
                  </a:lnTo>
                  <a:lnTo>
                    <a:pt x="4457631" y="987427"/>
                  </a:lnTo>
                  <a:lnTo>
                    <a:pt x="4458689" y="989882"/>
                  </a:lnTo>
                  <a:lnTo>
                    <a:pt x="4459747" y="993062"/>
                  </a:lnTo>
                  <a:lnTo>
                    <a:pt x="4460805" y="996968"/>
                  </a:lnTo>
                  <a:lnTo>
                    <a:pt x="4461863" y="1001464"/>
                  </a:lnTo>
                  <a:lnTo>
                    <a:pt x="4462921" y="1006601"/>
                  </a:lnTo>
                  <a:lnTo>
                    <a:pt x="4463978" y="1012509"/>
                  </a:lnTo>
                  <a:lnTo>
                    <a:pt x="4465036" y="1019250"/>
                  </a:lnTo>
                  <a:lnTo>
                    <a:pt x="4466094" y="1026850"/>
                  </a:lnTo>
                  <a:lnTo>
                    <a:pt x="4467152" y="1035292"/>
                  </a:lnTo>
                  <a:lnTo>
                    <a:pt x="4468210" y="1044551"/>
                  </a:lnTo>
                  <a:lnTo>
                    <a:pt x="4469268" y="1054610"/>
                  </a:lnTo>
                  <a:lnTo>
                    <a:pt x="4470325" y="1065476"/>
                  </a:lnTo>
                  <a:lnTo>
                    <a:pt x="4471383" y="1077165"/>
                  </a:lnTo>
                  <a:lnTo>
                    <a:pt x="4472441" y="1089619"/>
                  </a:lnTo>
                  <a:lnTo>
                    <a:pt x="4473499" y="1102875"/>
                  </a:lnTo>
                  <a:lnTo>
                    <a:pt x="4474557" y="1117049"/>
                  </a:lnTo>
                  <a:lnTo>
                    <a:pt x="4475615" y="1132151"/>
                  </a:lnTo>
                  <a:lnTo>
                    <a:pt x="4476672" y="1148122"/>
                  </a:lnTo>
                  <a:lnTo>
                    <a:pt x="4477730" y="1164978"/>
                  </a:lnTo>
                  <a:lnTo>
                    <a:pt x="4478788" y="1182600"/>
                  </a:lnTo>
                  <a:lnTo>
                    <a:pt x="4479846" y="1200924"/>
                  </a:lnTo>
                  <a:lnTo>
                    <a:pt x="4480904" y="1219912"/>
                  </a:lnTo>
                  <a:lnTo>
                    <a:pt x="4481962" y="1239541"/>
                  </a:lnTo>
                  <a:lnTo>
                    <a:pt x="4483019" y="1259879"/>
                  </a:lnTo>
                  <a:lnTo>
                    <a:pt x="4484077" y="1280958"/>
                  </a:lnTo>
                  <a:lnTo>
                    <a:pt x="4485135" y="1302627"/>
                  </a:lnTo>
                  <a:lnTo>
                    <a:pt x="4486193" y="1324616"/>
                  </a:lnTo>
                  <a:lnTo>
                    <a:pt x="4487251" y="1346671"/>
                  </a:lnTo>
                  <a:lnTo>
                    <a:pt x="4488309" y="1368680"/>
                  </a:lnTo>
                  <a:lnTo>
                    <a:pt x="4489367" y="1390491"/>
                  </a:lnTo>
                  <a:lnTo>
                    <a:pt x="4490424" y="1411988"/>
                  </a:lnTo>
                  <a:lnTo>
                    <a:pt x="4491482" y="1433005"/>
                  </a:lnTo>
                  <a:lnTo>
                    <a:pt x="4492540" y="1453389"/>
                  </a:lnTo>
                  <a:lnTo>
                    <a:pt x="4493598" y="1473091"/>
                  </a:lnTo>
                  <a:lnTo>
                    <a:pt x="4494656" y="1491965"/>
                  </a:lnTo>
                  <a:lnTo>
                    <a:pt x="4495714" y="1509752"/>
                  </a:lnTo>
                  <a:lnTo>
                    <a:pt x="4496771" y="1526288"/>
                  </a:lnTo>
                  <a:lnTo>
                    <a:pt x="4497829" y="1541332"/>
                  </a:lnTo>
                  <a:lnTo>
                    <a:pt x="4498887" y="1554626"/>
                  </a:lnTo>
                  <a:lnTo>
                    <a:pt x="4499945" y="1566042"/>
                  </a:lnTo>
                  <a:lnTo>
                    <a:pt x="4501003" y="1575557"/>
                  </a:lnTo>
                  <a:lnTo>
                    <a:pt x="4502061" y="1583308"/>
                  </a:lnTo>
                  <a:lnTo>
                    <a:pt x="4503118" y="1589389"/>
                  </a:lnTo>
                  <a:lnTo>
                    <a:pt x="4504176" y="1593903"/>
                  </a:lnTo>
                  <a:lnTo>
                    <a:pt x="4505234" y="1596994"/>
                  </a:lnTo>
                  <a:lnTo>
                    <a:pt x="4506292" y="1598724"/>
                  </a:lnTo>
                  <a:lnTo>
                    <a:pt x="4507350" y="1599144"/>
                  </a:lnTo>
                  <a:lnTo>
                    <a:pt x="4508408" y="1598307"/>
                  </a:lnTo>
                  <a:lnTo>
                    <a:pt x="4509465" y="1596336"/>
                  </a:lnTo>
                  <a:lnTo>
                    <a:pt x="4510523" y="1593389"/>
                  </a:lnTo>
                  <a:lnTo>
                    <a:pt x="4511581" y="1589673"/>
                  </a:lnTo>
                  <a:lnTo>
                    <a:pt x="4512639" y="1585241"/>
                  </a:lnTo>
                  <a:lnTo>
                    <a:pt x="4513697" y="1580157"/>
                  </a:lnTo>
                  <a:lnTo>
                    <a:pt x="4514755" y="1574595"/>
                  </a:lnTo>
                  <a:lnTo>
                    <a:pt x="4515813" y="1568731"/>
                  </a:lnTo>
                  <a:lnTo>
                    <a:pt x="4516870" y="1562657"/>
                  </a:lnTo>
                  <a:lnTo>
                    <a:pt x="4517928" y="1556460"/>
                  </a:lnTo>
                  <a:lnTo>
                    <a:pt x="4518986" y="1550153"/>
                  </a:lnTo>
                  <a:lnTo>
                    <a:pt x="4520044" y="1543732"/>
                  </a:lnTo>
                  <a:lnTo>
                    <a:pt x="4521102" y="1537154"/>
                  </a:lnTo>
                  <a:lnTo>
                    <a:pt x="4522160" y="1530389"/>
                  </a:lnTo>
                  <a:lnTo>
                    <a:pt x="4523217" y="1523440"/>
                  </a:lnTo>
                  <a:lnTo>
                    <a:pt x="4524275" y="1516352"/>
                  </a:lnTo>
                  <a:lnTo>
                    <a:pt x="4525333" y="1509147"/>
                  </a:lnTo>
                  <a:lnTo>
                    <a:pt x="4526391" y="1501932"/>
                  </a:lnTo>
                  <a:lnTo>
                    <a:pt x="4527449" y="1494746"/>
                  </a:lnTo>
                  <a:lnTo>
                    <a:pt x="4528507" y="1487571"/>
                  </a:lnTo>
                  <a:lnTo>
                    <a:pt x="4529564" y="1480381"/>
                  </a:lnTo>
                  <a:lnTo>
                    <a:pt x="4530622" y="1473119"/>
                  </a:lnTo>
                  <a:lnTo>
                    <a:pt x="4531680" y="1465791"/>
                  </a:lnTo>
                  <a:lnTo>
                    <a:pt x="4532738" y="1458480"/>
                  </a:lnTo>
                  <a:lnTo>
                    <a:pt x="4533796" y="1451250"/>
                  </a:lnTo>
                  <a:lnTo>
                    <a:pt x="4534854" y="1444188"/>
                  </a:lnTo>
                  <a:lnTo>
                    <a:pt x="4535911" y="1437343"/>
                  </a:lnTo>
                  <a:lnTo>
                    <a:pt x="4536969" y="1430756"/>
                  </a:lnTo>
                  <a:lnTo>
                    <a:pt x="4538027" y="1424547"/>
                  </a:lnTo>
                  <a:lnTo>
                    <a:pt x="4539085" y="1418838"/>
                  </a:lnTo>
                  <a:lnTo>
                    <a:pt x="4540143" y="1413735"/>
                  </a:lnTo>
                  <a:lnTo>
                    <a:pt x="4541201" y="1409366"/>
                  </a:lnTo>
                  <a:lnTo>
                    <a:pt x="4542259" y="1405738"/>
                  </a:lnTo>
                  <a:lnTo>
                    <a:pt x="4543316" y="1402949"/>
                  </a:lnTo>
                  <a:lnTo>
                    <a:pt x="4544374" y="1401046"/>
                  </a:lnTo>
                  <a:lnTo>
                    <a:pt x="4545432" y="1400128"/>
                  </a:lnTo>
                  <a:lnTo>
                    <a:pt x="4546490" y="1400243"/>
                  </a:lnTo>
                  <a:lnTo>
                    <a:pt x="4547548" y="1401408"/>
                  </a:lnTo>
                  <a:lnTo>
                    <a:pt x="4548606" y="1403755"/>
                  </a:lnTo>
                  <a:lnTo>
                    <a:pt x="4549663" y="1407326"/>
                  </a:lnTo>
                  <a:lnTo>
                    <a:pt x="4550721" y="1412154"/>
                  </a:lnTo>
                  <a:lnTo>
                    <a:pt x="4551779" y="1418331"/>
                  </a:lnTo>
                  <a:lnTo>
                    <a:pt x="4552837" y="1425962"/>
                  </a:lnTo>
                  <a:lnTo>
                    <a:pt x="4553895" y="1435090"/>
                  </a:lnTo>
                  <a:lnTo>
                    <a:pt x="4554953" y="1445542"/>
                  </a:lnTo>
                  <a:lnTo>
                    <a:pt x="4556010" y="1457162"/>
                  </a:lnTo>
                  <a:lnTo>
                    <a:pt x="4557068" y="1469793"/>
                  </a:lnTo>
                  <a:lnTo>
                    <a:pt x="4558126" y="1483319"/>
                  </a:lnTo>
                  <a:lnTo>
                    <a:pt x="4559184" y="1497593"/>
                  </a:lnTo>
                  <a:lnTo>
                    <a:pt x="4560242" y="1512510"/>
                  </a:lnTo>
                  <a:lnTo>
                    <a:pt x="4561300" y="1528005"/>
                  </a:lnTo>
                  <a:lnTo>
                    <a:pt x="4562357" y="1543883"/>
                  </a:lnTo>
                  <a:lnTo>
                    <a:pt x="4563415" y="1559915"/>
                  </a:lnTo>
                  <a:lnTo>
                    <a:pt x="4564473" y="1575747"/>
                  </a:lnTo>
                  <a:lnTo>
                    <a:pt x="4565531" y="1591158"/>
                  </a:lnTo>
                  <a:lnTo>
                    <a:pt x="4566589" y="1606080"/>
                  </a:lnTo>
                  <a:lnTo>
                    <a:pt x="4567647" y="1620543"/>
                  </a:lnTo>
                  <a:lnTo>
                    <a:pt x="4568705" y="1634449"/>
                  </a:lnTo>
                  <a:lnTo>
                    <a:pt x="4569762" y="1647719"/>
                  </a:lnTo>
                  <a:lnTo>
                    <a:pt x="4570820" y="1660222"/>
                  </a:lnTo>
                  <a:lnTo>
                    <a:pt x="4571878" y="1671859"/>
                  </a:lnTo>
                  <a:lnTo>
                    <a:pt x="4572936" y="1682652"/>
                  </a:lnTo>
                  <a:lnTo>
                    <a:pt x="4573994" y="1692611"/>
                  </a:lnTo>
                  <a:lnTo>
                    <a:pt x="4575052" y="1701747"/>
                  </a:lnTo>
                  <a:lnTo>
                    <a:pt x="4576109" y="1710096"/>
                  </a:lnTo>
                  <a:lnTo>
                    <a:pt x="4577167" y="1717615"/>
                  </a:lnTo>
                  <a:lnTo>
                    <a:pt x="4578225" y="1724396"/>
                  </a:lnTo>
                  <a:lnTo>
                    <a:pt x="4579283" y="1730527"/>
                  </a:lnTo>
                  <a:lnTo>
                    <a:pt x="4580341" y="1736173"/>
                  </a:lnTo>
                  <a:lnTo>
                    <a:pt x="4581399" y="1741515"/>
                  </a:lnTo>
                  <a:lnTo>
                    <a:pt x="4582456" y="1746648"/>
                  </a:lnTo>
                  <a:lnTo>
                    <a:pt x="4583514" y="1751572"/>
                  </a:lnTo>
                  <a:lnTo>
                    <a:pt x="4584572" y="1756251"/>
                  </a:lnTo>
                  <a:lnTo>
                    <a:pt x="4585630" y="1760499"/>
                  </a:lnTo>
                  <a:lnTo>
                    <a:pt x="4586688" y="1764235"/>
                  </a:lnTo>
                  <a:lnTo>
                    <a:pt x="4587746" y="1767430"/>
                  </a:lnTo>
                  <a:lnTo>
                    <a:pt x="4588803" y="1770034"/>
                  </a:lnTo>
                  <a:lnTo>
                    <a:pt x="4589861" y="1772131"/>
                  </a:lnTo>
                  <a:lnTo>
                    <a:pt x="4590919" y="1773718"/>
                  </a:lnTo>
                  <a:lnTo>
                    <a:pt x="4591977" y="1774821"/>
                  </a:lnTo>
                  <a:lnTo>
                    <a:pt x="4593035" y="1775399"/>
                  </a:lnTo>
                  <a:lnTo>
                    <a:pt x="4594093" y="1775471"/>
                  </a:lnTo>
                  <a:lnTo>
                    <a:pt x="4595151" y="1775012"/>
                  </a:lnTo>
                  <a:lnTo>
                    <a:pt x="4596208" y="1773985"/>
                  </a:lnTo>
                  <a:lnTo>
                    <a:pt x="4597266" y="1772430"/>
                  </a:lnTo>
                  <a:lnTo>
                    <a:pt x="4598324" y="1770360"/>
                  </a:lnTo>
                  <a:lnTo>
                    <a:pt x="4599382" y="1767713"/>
                  </a:lnTo>
                  <a:lnTo>
                    <a:pt x="4600440" y="1764433"/>
                  </a:lnTo>
                  <a:lnTo>
                    <a:pt x="4601498" y="1760522"/>
                  </a:lnTo>
                  <a:lnTo>
                    <a:pt x="4602555" y="1756013"/>
                  </a:lnTo>
                  <a:lnTo>
                    <a:pt x="4603613" y="1750926"/>
                  </a:lnTo>
                  <a:lnTo>
                    <a:pt x="4604671" y="1745295"/>
                  </a:lnTo>
                  <a:lnTo>
                    <a:pt x="4605729" y="1739080"/>
                  </a:lnTo>
                  <a:lnTo>
                    <a:pt x="4606787" y="1732217"/>
                  </a:lnTo>
                  <a:lnTo>
                    <a:pt x="4607845" y="1724766"/>
                  </a:lnTo>
                  <a:lnTo>
                    <a:pt x="4608902" y="1716870"/>
                  </a:lnTo>
                  <a:lnTo>
                    <a:pt x="4609960" y="1708667"/>
                  </a:lnTo>
                  <a:lnTo>
                    <a:pt x="4611018" y="1700209"/>
                  </a:lnTo>
                  <a:lnTo>
                    <a:pt x="4612076" y="1691509"/>
                  </a:lnTo>
                  <a:lnTo>
                    <a:pt x="4613134" y="1682627"/>
                  </a:lnTo>
                  <a:lnTo>
                    <a:pt x="4614192" y="1673628"/>
                  </a:lnTo>
                  <a:lnTo>
                    <a:pt x="4615249" y="1664618"/>
                  </a:lnTo>
                  <a:lnTo>
                    <a:pt x="4616307" y="1655744"/>
                  </a:lnTo>
                  <a:lnTo>
                    <a:pt x="4617365" y="1647119"/>
                  </a:lnTo>
                  <a:lnTo>
                    <a:pt x="4618423" y="1638898"/>
                  </a:lnTo>
                  <a:lnTo>
                    <a:pt x="4619481" y="1631117"/>
                  </a:lnTo>
                  <a:lnTo>
                    <a:pt x="4620539" y="1623726"/>
                  </a:lnTo>
                  <a:lnTo>
                    <a:pt x="4621597" y="1616694"/>
                  </a:lnTo>
                  <a:lnTo>
                    <a:pt x="4622654" y="1610001"/>
                  </a:lnTo>
                  <a:lnTo>
                    <a:pt x="4623712" y="1603714"/>
                  </a:lnTo>
                  <a:lnTo>
                    <a:pt x="4624770" y="1597912"/>
                  </a:lnTo>
                  <a:lnTo>
                    <a:pt x="4625828" y="1592559"/>
                  </a:lnTo>
                  <a:lnTo>
                    <a:pt x="4626886" y="1587677"/>
                  </a:lnTo>
                  <a:lnTo>
                    <a:pt x="4627944" y="1583292"/>
                  </a:lnTo>
                  <a:lnTo>
                    <a:pt x="4629001" y="1579354"/>
                  </a:lnTo>
                  <a:lnTo>
                    <a:pt x="4630059" y="1575795"/>
                  </a:lnTo>
                  <a:lnTo>
                    <a:pt x="4631117" y="1572598"/>
                  </a:lnTo>
                  <a:lnTo>
                    <a:pt x="4632175" y="1569570"/>
                  </a:lnTo>
                  <a:lnTo>
                    <a:pt x="4633233" y="1566482"/>
                  </a:lnTo>
                  <a:lnTo>
                    <a:pt x="4634291" y="1563026"/>
                  </a:lnTo>
                  <a:lnTo>
                    <a:pt x="4635348" y="1559016"/>
                  </a:lnTo>
                  <a:lnTo>
                    <a:pt x="4636406" y="1554379"/>
                  </a:lnTo>
                  <a:lnTo>
                    <a:pt x="4637464" y="1549123"/>
                  </a:lnTo>
                  <a:lnTo>
                    <a:pt x="4638522" y="1543458"/>
                  </a:lnTo>
                  <a:lnTo>
                    <a:pt x="4639580" y="1537495"/>
                  </a:lnTo>
                  <a:lnTo>
                    <a:pt x="4640638" y="1531239"/>
                  </a:lnTo>
                  <a:lnTo>
                    <a:pt x="4641695" y="1524752"/>
                  </a:lnTo>
                  <a:lnTo>
                    <a:pt x="4642753" y="1517984"/>
                  </a:lnTo>
                  <a:lnTo>
                    <a:pt x="4643811" y="1510860"/>
                  </a:lnTo>
                  <a:lnTo>
                    <a:pt x="4644869" y="1503411"/>
                  </a:lnTo>
                  <a:lnTo>
                    <a:pt x="4645927" y="1495747"/>
                  </a:lnTo>
                  <a:lnTo>
                    <a:pt x="4646985" y="1487941"/>
                  </a:lnTo>
                  <a:lnTo>
                    <a:pt x="4648043" y="1480005"/>
                  </a:lnTo>
                  <a:lnTo>
                    <a:pt x="4649100" y="1471999"/>
                  </a:lnTo>
                  <a:lnTo>
                    <a:pt x="4650158" y="1463990"/>
                  </a:lnTo>
                  <a:lnTo>
                    <a:pt x="4651216" y="1455952"/>
                  </a:lnTo>
                  <a:lnTo>
                    <a:pt x="4652274" y="1447974"/>
                  </a:lnTo>
                  <a:lnTo>
                    <a:pt x="4653332" y="1440241"/>
                  </a:lnTo>
                  <a:lnTo>
                    <a:pt x="4654390" y="1432827"/>
                  </a:lnTo>
                  <a:lnTo>
                    <a:pt x="4655447" y="1425814"/>
                  </a:lnTo>
                  <a:lnTo>
                    <a:pt x="4656505" y="1419298"/>
                  </a:lnTo>
                  <a:lnTo>
                    <a:pt x="4657563" y="1413359"/>
                  </a:lnTo>
                  <a:lnTo>
                    <a:pt x="4658621" y="1408051"/>
                  </a:lnTo>
                  <a:lnTo>
                    <a:pt x="4659679" y="1403463"/>
                  </a:lnTo>
                  <a:lnTo>
                    <a:pt x="4660737" y="1399681"/>
                  </a:lnTo>
                  <a:lnTo>
                    <a:pt x="4661794" y="1396606"/>
                  </a:lnTo>
                  <a:lnTo>
                    <a:pt x="4662852" y="1394214"/>
                  </a:lnTo>
                  <a:lnTo>
                    <a:pt x="4663910" y="1392563"/>
                  </a:lnTo>
                  <a:lnTo>
                    <a:pt x="4664968" y="1391671"/>
                  </a:lnTo>
                  <a:lnTo>
                    <a:pt x="4666026" y="1391468"/>
                  </a:lnTo>
                  <a:lnTo>
                    <a:pt x="4667084" y="1391930"/>
                  </a:lnTo>
                  <a:lnTo>
                    <a:pt x="4668141" y="1392986"/>
                  </a:lnTo>
                  <a:lnTo>
                    <a:pt x="4669199" y="1394481"/>
                  </a:lnTo>
                  <a:lnTo>
                    <a:pt x="4670257" y="1396343"/>
                  </a:lnTo>
                  <a:lnTo>
                    <a:pt x="4671315" y="1398607"/>
                  </a:lnTo>
                  <a:lnTo>
                    <a:pt x="4672373" y="1401339"/>
                  </a:lnTo>
                  <a:lnTo>
                    <a:pt x="4673431" y="1404520"/>
                  </a:lnTo>
                  <a:lnTo>
                    <a:pt x="4674489" y="1408115"/>
                  </a:lnTo>
                  <a:lnTo>
                    <a:pt x="4675546" y="1412042"/>
                  </a:lnTo>
                  <a:lnTo>
                    <a:pt x="4676604" y="1416280"/>
                  </a:lnTo>
                  <a:lnTo>
                    <a:pt x="4677662" y="1420845"/>
                  </a:lnTo>
                  <a:lnTo>
                    <a:pt x="4678720" y="1425655"/>
                  </a:lnTo>
                  <a:lnTo>
                    <a:pt x="4679778" y="1430652"/>
                  </a:lnTo>
                  <a:lnTo>
                    <a:pt x="4680836" y="1435808"/>
                  </a:lnTo>
                  <a:lnTo>
                    <a:pt x="4681893" y="1441175"/>
                  </a:lnTo>
                  <a:lnTo>
                    <a:pt x="4682951" y="1446808"/>
                  </a:lnTo>
                  <a:lnTo>
                    <a:pt x="4684009" y="1452727"/>
                  </a:lnTo>
                  <a:lnTo>
                    <a:pt x="4685067" y="1458925"/>
                  </a:lnTo>
                  <a:lnTo>
                    <a:pt x="4686125" y="1465432"/>
                  </a:lnTo>
                  <a:lnTo>
                    <a:pt x="4687183" y="1472404"/>
                  </a:lnTo>
                  <a:lnTo>
                    <a:pt x="4688240" y="1479913"/>
                  </a:lnTo>
                  <a:lnTo>
                    <a:pt x="4689298" y="1487979"/>
                  </a:lnTo>
                  <a:lnTo>
                    <a:pt x="4690356" y="1496686"/>
                  </a:lnTo>
                  <a:lnTo>
                    <a:pt x="4691414" y="1506049"/>
                  </a:lnTo>
                  <a:lnTo>
                    <a:pt x="4692472" y="1515965"/>
                  </a:lnTo>
                  <a:lnTo>
                    <a:pt x="4693530" y="1526412"/>
                  </a:lnTo>
                  <a:lnTo>
                    <a:pt x="4694587" y="1537362"/>
                  </a:lnTo>
                  <a:lnTo>
                    <a:pt x="4695645" y="1548781"/>
                  </a:lnTo>
                  <a:lnTo>
                    <a:pt x="4696703" y="1560700"/>
                  </a:lnTo>
                  <a:lnTo>
                    <a:pt x="4697761" y="1573039"/>
                  </a:lnTo>
                  <a:lnTo>
                    <a:pt x="4698819" y="1585715"/>
                  </a:lnTo>
                  <a:lnTo>
                    <a:pt x="4699877" y="1598489"/>
                  </a:lnTo>
                  <a:lnTo>
                    <a:pt x="4700935" y="1611458"/>
                  </a:lnTo>
                  <a:lnTo>
                    <a:pt x="4701992" y="1624625"/>
                  </a:lnTo>
                  <a:lnTo>
                    <a:pt x="4703050" y="1637824"/>
                  </a:lnTo>
                  <a:lnTo>
                    <a:pt x="4704108" y="1650951"/>
                  </a:lnTo>
                  <a:lnTo>
                    <a:pt x="4705166" y="1663967"/>
                  </a:lnTo>
                  <a:lnTo>
                    <a:pt x="4706224" y="1676677"/>
                  </a:lnTo>
                  <a:lnTo>
                    <a:pt x="4707282" y="1688958"/>
                  </a:lnTo>
                  <a:lnTo>
                    <a:pt x="4708339" y="1700675"/>
                  </a:lnTo>
                  <a:lnTo>
                    <a:pt x="4709397" y="1711661"/>
                  </a:lnTo>
                  <a:lnTo>
                    <a:pt x="4710455" y="1721745"/>
                  </a:lnTo>
                  <a:lnTo>
                    <a:pt x="4711513" y="1730792"/>
                  </a:lnTo>
                  <a:lnTo>
                    <a:pt x="4712571" y="1738703"/>
                  </a:lnTo>
                  <a:lnTo>
                    <a:pt x="4713629" y="1745398"/>
                  </a:lnTo>
                  <a:lnTo>
                    <a:pt x="4714686" y="1750879"/>
                  </a:lnTo>
                  <a:lnTo>
                    <a:pt x="4715744" y="1755214"/>
                  </a:lnTo>
                  <a:lnTo>
                    <a:pt x="4716802" y="1758289"/>
                  </a:lnTo>
                  <a:lnTo>
                    <a:pt x="4717860" y="1760034"/>
                  </a:lnTo>
                  <a:lnTo>
                    <a:pt x="4718918" y="1760592"/>
                  </a:lnTo>
                  <a:lnTo>
                    <a:pt x="4719976" y="1760046"/>
                  </a:lnTo>
                  <a:lnTo>
                    <a:pt x="4721033" y="1758382"/>
                  </a:lnTo>
                  <a:lnTo>
                    <a:pt x="4722091" y="1755728"/>
                  </a:lnTo>
                  <a:lnTo>
                    <a:pt x="4723149" y="1752240"/>
                  </a:lnTo>
                  <a:lnTo>
                    <a:pt x="4724207" y="1747995"/>
                  </a:lnTo>
                  <a:lnTo>
                    <a:pt x="4725265" y="1742935"/>
                  </a:lnTo>
                  <a:lnTo>
                    <a:pt x="4726323" y="1737158"/>
                  </a:lnTo>
                  <a:lnTo>
                    <a:pt x="4727381" y="1730848"/>
                  </a:lnTo>
                  <a:lnTo>
                    <a:pt x="4728438" y="1724183"/>
                  </a:lnTo>
                  <a:lnTo>
                    <a:pt x="4729496" y="1717231"/>
                  </a:lnTo>
                  <a:lnTo>
                    <a:pt x="4730554" y="1709906"/>
                  </a:lnTo>
                  <a:lnTo>
                    <a:pt x="4731612" y="1702199"/>
                  </a:lnTo>
                  <a:lnTo>
                    <a:pt x="4732670" y="1694191"/>
                  </a:lnTo>
                  <a:lnTo>
                    <a:pt x="4733728" y="1685890"/>
                  </a:lnTo>
                  <a:lnTo>
                    <a:pt x="4734785" y="1677252"/>
                  </a:lnTo>
                  <a:lnTo>
                    <a:pt x="4735843" y="1668260"/>
                  </a:lnTo>
                  <a:lnTo>
                    <a:pt x="4736901" y="1658938"/>
                  </a:lnTo>
                  <a:lnTo>
                    <a:pt x="4737959" y="1649382"/>
                  </a:lnTo>
                  <a:lnTo>
                    <a:pt x="4739017" y="1639673"/>
                  </a:lnTo>
                  <a:lnTo>
                    <a:pt x="4740075" y="1629810"/>
                  </a:lnTo>
                  <a:lnTo>
                    <a:pt x="4741132" y="1619762"/>
                  </a:lnTo>
                  <a:lnTo>
                    <a:pt x="4742190" y="1609552"/>
                  </a:lnTo>
                  <a:lnTo>
                    <a:pt x="4743248" y="1599146"/>
                  </a:lnTo>
                  <a:lnTo>
                    <a:pt x="4744306" y="1588413"/>
                  </a:lnTo>
                  <a:lnTo>
                    <a:pt x="4745364" y="1577369"/>
                  </a:lnTo>
                  <a:lnTo>
                    <a:pt x="4746422" y="1566069"/>
                  </a:lnTo>
                  <a:lnTo>
                    <a:pt x="4747479" y="1554532"/>
                  </a:lnTo>
                  <a:lnTo>
                    <a:pt x="4748537" y="1542793"/>
                  </a:lnTo>
                  <a:lnTo>
                    <a:pt x="4749595" y="1530831"/>
                  </a:lnTo>
                  <a:lnTo>
                    <a:pt x="4750653" y="1518649"/>
                  </a:lnTo>
                  <a:lnTo>
                    <a:pt x="4751711" y="1506300"/>
                  </a:lnTo>
                  <a:lnTo>
                    <a:pt x="4752769" y="1493852"/>
                  </a:lnTo>
                  <a:lnTo>
                    <a:pt x="4753827" y="1481294"/>
                  </a:lnTo>
                  <a:lnTo>
                    <a:pt x="4754884" y="1468501"/>
                  </a:lnTo>
                  <a:lnTo>
                    <a:pt x="4755942" y="1455580"/>
                  </a:lnTo>
                  <a:lnTo>
                    <a:pt x="4757000" y="1442821"/>
                  </a:lnTo>
                  <a:lnTo>
                    <a:pt x="4758058" y="1430302"/>
                  </a:lnTo>
                  <a:lnTo>
                    <a:pt x="4759116" y="1418002"/>
                  </a:lnTo>
                  <a:lnTo>
                    <a:pt x="4760174" y="1406021"/>
                  </a:lnTo>
                  <a:lnTo>
                    <a:pt x="4761231" y="1394376"/>
                  </a:lnTo>
                  <a:lnTo>
                    <a:pt x="4762289" y="1383167"/>
                  </a:lnTo>
                  <a:lnTo>
                    <a:pt x="4763347" y="1372487"/>
                  </a:lnTo>
                  <a:lnTo>
                    <a:pt x="4764405" y="1362458"/>
                  </a:lnTo>
                  <a:lnTo>
                    <a:pt x="4765463" y="1353253"/>
                  </a:lnTo>
                  <a:lnTo>
                    <a:pt x="4766521" y="1344983"/>
                  </a:lnTo>
                  <a:lnTo>
                    <a:pt x="4767578" y="1337696"/>
                  </a:lnTo>
                  <a:lnTo>
                    <a:pt x="4768636" y="1331302"/>
                  </a:lnTo>
                  <a:lnTo>
                    <a:pt x="4769694" y="1325733"/>
                  </a:lnTo>
                  <a:lnTo>
                    <a:pt x="4770752" y="1321091"/>
                  </a:lnTo>
                  <a:lnTo>
                    <a:pt x="4771810" y="1317217"/>
                  </a:lnTo>
                  <a:lnTo>
                    <a:pt x="4772868" y="1313950"/>
                  </a:lnTo>
                  <a:lnTo>
                    <a:pt x="4773925" y="1311338"/>
                  </a:lnTo>
                  <a:lnTo>
                    <a:pt x="4774983" y="1309487"/>
                  </a:lnTo>
                  <a:lnTo>
                    <a:pt x="4776041" y="1308334"/>
                  </a:lnTo>
                  <a:lnTo>
                    <a:pt x="4777099" y="1307803"/>
                  </a:lnTo>
                  <a:lnTo>
                    <a:pt x="4778157" y="1307895"/>
                  </a:lnTo>
                  <a:lnTo>
                    <a:pt x="4779215" y="1308642"/>
                  </a:lnTo>
                  <a:lnTo>
                    <a:pt x="4780273" y="1309860"/>
                  </a:lnTo>
                  <a:lnTo>
                    <a:pt x="4781330" y="1311337"/>
                  </a:lnTo>
                  <a:lnTo>
                    <a:pt x="4782388" y="1312962"/>
                  </a:lnTo>
                  <a:lnTo>
                    <a:pt x="4783446" y="1314813"/>
                  </a:lnTo>
                  <a:lnTo>
                    <a:pt x="4784504" y="1317109"/>
                  </a:lnTo>
                  <a:lnTo>
                    <a:pt x="4785562" y="1319958"/>
                  </a:lnTo>
                  <a:lnTo>
                    <a:pt x="4786620" y="1323354"/>
                  </a:lnTo>
                  <a:lnTo>
                    <a:pt x="4787677" y="1327487"/>
                  </a:lnTo>
                  <a:lnTo>
                    <a:pt x="4788735" y="1332316"/>
                  </a:lnTo>
                  <a:lnTo>
                    <a:pt x="4789793" y="1337726"/>
                  </a:lnTo>
                  <a:lnTo>
                    <a:pt x="4790851" y="1343625"/>
                  </a:lnTo>
                  <a:lnTo>
                    <a:pt x="4791909" y="1349922"/>
                  </a:lnTo>
                  <a:lnTo>
                    <a:pt x="4792967" y="1356484"/>
                  </a:lnTo>
                  <a:lnTo>
                    <a:pt x="4794024" y="1363354"/>
                  </a:lnTo>
                  <a:lnTo>
                    <a:pt x="4795082" y="1370549"/>
                  </a:lnTo>
                  <a:lnTo>
                    <a:pt x="4796140" y="1378111"/>
                  </a:lnTo>
                  <a:lnTo>
                    <a:pt x="4797198" y="1386045"/>
                  </a:lnTo>
                  <a:lnTo>
                    <a:pt x="4798256" y="1394387"/>
                  </a:lnTo>
                  <a:lnTo>
                    <a:pt x="4799314" y="1402997"/>
                  </a:lnTo>
                  <a:lnTo>
                    <a:pt x="4800371" y="1411792"/>
                  </a:lnTo>
                  <a:lnTo>
                    <a:pt x="4801429" y="1420778"/>
                  </a:lnTo>
                  <a:lnTo>
                    <a:pt x="4802487" y="1429947"/>
                  </a:lnTo>
                  <a:lnTo>
                    <a:pt x="4803545" y="1439313"/>
                  </a:lnTo>
                  <a:lnTo>
                    <a:pt x="4804603" y="1448882"/>
                  </a:lnTo>
                  <a:lnTo>
                    <a:pt x="4805661" y="1458608"/>
                  </a:lnTo>
                  <a:lnTo>
                    <a:pt x="4806719" y="1468403"/>
                  </a:lnTo>
                  <a:lnTo>
                    <a:pt x="4807776" y="1478320"/>
                  </a:lnTo>
                  <a:lnTo>
                    <a:pt x="4808834" y="1488379"/>
                  </a:lnTo>
                  <a:lnTo>
                    <a:pt x="4809892" y="1498360"/>
                  </a:lnTo>
                  <a:lnTo>
                    <a:pt x="4810950" y="1508097"/>
                  </a:lnTo>
                  <a:lnTo>
                    <a:pt x="4812008" y="1517680"/>
                  </a:lnTo>
                  <a:lnTo>
                    <a:pt x="4813066" y="1527153"/>
                  </a:lnTo>
                  <a:lnTo>
                    <a:pt x="4814123" y="1536526"/>
                  </a:lnTo>
                  <a:lnTo>
                    <a:pt x="4815181" y="1545761"/>
                  </a:lnTo>
                  <a:lnTo>
                    <a:pt x="4816239" y="1554851"/>
                  </a:lnTo>
                  <a:lnTo>
                    <a:pt x="4817297" y="1563757"/>
                  </a:lnTo>
                  <a:lnTo>
                    <a:pt x="4818355" y="1572361"/>
                  </a:lnTo>
                  <a:lnTo>
                    <a:pt x="4819413" y="1580571"/>
                  </a:lnTo>
                  <a:lnTo>
                    <a:pt x="4820470" y="1588353"/>
                  </a:lnTo>
                  <a:lnTo>
                    <a:pt x="4821528" y="1595755"/>
                  </a:lnTo>
                  <a:lnTo>
                    <a:pt x="4822586" y="1602934"/>
                  </a:lnTo>
                  <a:lnTo>
                    <a:pt x="4823644" y="1609948"/>
                  </a:lnTo>
                  <a:lnTo>
                    <a:pt x="4824702" y="1616846"/>
                  </a:lnTo>
                  <a:lnTo>
                    <a:pt x="4825760" y="1623776"/>
                  </a:lnTo>
                  <a:lnTo>
                    <a:pt x="4826817" y="1630771"/>
                  </a:lnTo>
                  <a:lnTo>
                    <a:pt x="4827875" y="1637657"/>
                  </a:lnTo>
                  <a:lnTo>
                    <a:pt x="4828933" y="1644384"/>
                  </a:lnTo>
                  <a:lnTo>
                    <a:pt x="4829991" y="1650976"/>
                  </a:lnTo>
                  <a:lnTo>
                    <a:pt x="4831049" y="1657492"/>
                  </a:lnTo>
                  <a:lnTo>
                    <a:pt x="4832107" y="1663943"/>
                  </a:lnTo>
                  <a:lnTo>
                    <a:pt x="4833165" y="1670314"/>
                  </a:lnTo>
                  <a:lnTo>
                    <a:pt x="4834222" y="1676608"/>
                  </a:lnTo>
                  <a:lnTo>
                    <a:pt x="4835280" y="1682875"/>
                  </a:lnTo>
                  <a:lnTo>
                    <a:pt x="4836338" y="1689082"/>
                  </a:lnTo>
                  <a:lnTo>
                    <a:pt x="4837396" y="1695049"/>
                  </a:lnTo>
                  <a:lnTo>
                    <a:pt x="4838454" y="1700581"/>
                  </a:lnTo>
                  <a:lnTo>
                    <a:pt x="4839512" y="1705668"/>
                  </a:lnTo>
                  <a:lnTo>
                    <a:pt x="4840569" y="1710212"/>
                  </a:lnTo>
                  <a:lnTo>
                    <a:pt x="4841627" y="1714187"/>
                  </a:lnTo>
                  <a:lnTo>
                    <a:pt x="4842685" y="1717735"/>
                  </a:lnTo>
                  <a:lnTo>
                    <a:pt x="4843743" y="1720963"/>
                  </a:lnTo>
                  <a:lnTo>
                    <a:pt x="4844801" y="1723903"/>
                  </a:lnTo>
                  <a:lnTo>
                    <a:pt x="4845859" y="1726697"/>
                  </a:lnTo>
                  <a:lnTo>
                    <a:pt x="4846916" y="1729454"/>
                  </a:lnTo>
                  <a:lnTo>
                    <a:pt x="4847974" y="1732144"/>
                  </a:lnTo>
                  <a:lnTo>
                    <a:pt x="4849032" y="1734791"/>
                  </a:lnTo>
                  <a:lnTo>
                    <a:pt x="4850090" y="1737518"/>
                  </a:lnTo>
                  <a:lnTo>
                    <a:pt x="4851148" y="1740356"/>
                  </a:lnTo>
                  <a:lnTo>
                    <a:pt x="4852206" y="1743431"/>
                  </a:lnTo>
                  <a:lnTo>
                    <a:pt x="4853263" y="1746887"/>
                  </a:lnTo>
                  <a:lnTo>
                    <a:pt x="4854321" y="1750749"/>
                  </a:lnTo>
                  <a:lnTo>
                    <a:pt x="4855379" y="1755028"/>
                  </a:lnTo>
                  <a:lnTo>
                    <a:pt x="4856437" y="1759782"/>
                  </a:lnTo>
                  <a:lnTo>
                    <a:pt x="4857495" y="1764917"/>
                  </a:lnTo>
                  <a:lnTo>
                    <a:pt x="4858553" y="1770432"/>
                  </a:lnTo>
                  <a:lnTo>
                    <a:pt x="4859611" y="1776380"/>
                  </a:lnTo>
                  <a:lnTo>
                    <a:pt x="4860668" y="1782831"/>
                  </a:lnTo>
                  <a:lnTo>
                    <a:pt x="4861726" y="1789695"/>
                  </a:lnTo>
                  <a:lnTo>
                    <a:pt x="4862784" y="1796980"/>
                  </a:lnTo>
                  <a:lnTo>
                    <a:pt x="4863842" y="1804743"/>
                  </a:lnTo>
                  <a:lnTo>
                    <a:pt x="4864900" y="1812916"/>
                  </a:lnTo>
                  <a:lnTo>
                    <a:pt x="4865958" y="1821338"/>
                  </a:lnTo>
                  <a:lnTo>
                    <a:pt x="4867015" y="1829933"/>
                  </a:lnTo>
                  <a:lnTo>
                    <a:pt x="4868073" y="1838635"/>
                  </a:lnTo>
                  <a:lnTo>
                    <a:pt x="4869131" y="1847403"/>
                  </a:lnTo>
                  <a:lnTo>
                    <a:pt x="4870189" y="1856190"/>
                  </a:lnTo>
                  <a:lnTo>
                    <a:pt x="4871247" y="1864957"/>
                  </a:lnTo>
                  <a:lnTo>
                    <a:pt x="4872305" y="1873657"/>
                  </a:lnTo>
                  <a:lnTo>
                    <a:pt x="4873362" y="1882253"/>
                  </a:lnTo>
                  <a:lnTo>
                    <a:pt x="4874420" y="1890709"/>
                  </a:lnTo>
                  <a:lnTo>
                    <a:pt x="4875478" y="1898934"/>
                  </a:lnTo>
                  <a:lnTo>
                    <a:pt x="4876536" y="1906794"/>
                  </a:lnTo>
                  <a:lnTo>
                    <a:pt x="4877594" y="1914295"/>
                  </a:lnTo>
                  <a:lnTo>
                    <a:pt x="4878652" y="1921359"/>
                  </a:lnTo>
                  <a:lnTo>
                    <a:pt x="4879709" y="1927894"/>
                  </a:lnTo>
                  <a:lnTo>
                    <a:pt x="4880767" y="1933914"/>
                  </a:lnTo>
                  <a:lnTo>
                    <a:pt x="4881825" y="1939465"/>
                  </a:lnTo>
                  <a:lnTo>
                    <a:pt x="4882883" y="1944510"/>
                  </a:lnTo>
                  <a:lnTo>
                    <a:pt x="4883941" y="1948977"/>
                  </a:lnTo>
                  <a:lnTo>
                    <a:pt x="4884999" y="1952769"/>
                  </a:lnTo>
                  <a:lnTo>
                    <a:pt x="4886057" y="1955879"/>
                  </a:lnTo>
                  <a:lnTo>
                    <a:pt x="4887114" y="1958438"/>
                  </a:lnTo>
                  <a:lnTo>
                    <a:pt x="4888172" y="1960554"/>
                  </a:lnTo>
                  <a:lnTo>
                    <a:pt x="4889230" y="1962251"/>
                  </a:lnTo>
                  <a:lnTo>
                    <a:pt x="4890288" y="1963555"/>
                  </a:lnTo>
                  <a:lnTo>
                    <a:pt x="4891346" y="1964507"/>
                  </a:lnTo>
                  <a:lnTo>
                    <a:pt x="4892404" y="1965124"/>
                  </a:lnTo>
                  <a:lnTo>
                    <a:pt x="4893461" y="1965320"/>
                  </a:lnTo>
                  <a:lnTo>
                    <a:pt x="4894519" y="1965125"/>
                  </a:lnTo>
                  <a:lnTo>
                    <a:pt x="4895577" y="1964502"/>
                  </a:lnTo>
                  <a:lnTo>
                    <a:pt x="4896635" y="1963456"/>
                  </a:lnTo>
                  <a:lnTo>
                    <a:pt x="4897693" y="1962077"/>
                  </a:lnTo>
                  <a:lnTo>
                    <a:pt x="4898751" y="1960402"/>
                  </a:lnTo>
                  <a:lnTo>
                    <a:pt x="4899808" y="1958336"/>
                  </a:lnTo>
                  <a:lnTo>
                    <a:pt x="4900866" y="1955931"/>
                  </a:lnTo>
                  <a:lnTo>
                    <a:pt x="4901924" y="1953094"/>
                  </a:lnTo>
                  <a:lnTo>
                    <a:pt x="4902982" y="1949670"/>
                  </a:lnTo>
                  <a:lnTo>
                    <a:pt x="4904040" y="1945488"/>
                  </a:lnTo>
                  <a:lnTo>
                    <a:pt x="4905098" y="1940588"/>
                  </a:lnTo>
                  <a:lnTo>
                    <a:pt x="4906155" y="1934918"/>
                  </a:lnTo>
                  <a:lnTo>
                    <a:pt x="4907213" y="1928472"/>
                  </a:lnTo>
                  <a:lnTo>
                    <a:pt x="4908271" y="1921254"/>
                  </a:lnTo>
                  <a:lnTo>
                    <a:pt x="4909329" y="1913234"/>
                  </a:lnTo>
                  <a:lnTo>
                    <a:pt x="4910387" y="1904482"/>
                  </a:lnTo>
                  <a:lnTo>
                    <a:pt x="4911445" y="1895105"/>
                  </a:lnTo>
                  <a:lnTo>
                    <a:pt x="4912503" y="1885145"/>
                  </a:lnTo>
                  <a:lnTo>
                    <a:pt x="4913560" y="1874592"/>
                  </a:lnTo>
                  <a:lnTo>
                    <a:pt x="4914618" y="1863444"/>
                  </a:lnTo>
                  <a:lnTo>
                    <a:pt x="4915676" y="1851797"/>
                  </a:lnTo>
                  <a:lnTo>
                    <a:pt x="4916734" y="1839684"/>
                  </a:lnTo>
                  <a:lnTo>
                    <a:pt x="4917792" y="1827265"/>
                  </a:lnTo>
                  <a:lnTo>
                    <a:pt x="4918850" y="1814774"/>
                  </a:lnTo>
                  <a:lnTo>
                    <a:pt x="4919907" y="1802422"/>
                  </a:lnTo>
                  <a:lnTo>
                    <a:pt x="4920965" y="1790333"/>
                  </a:lnTo>
                  <a:lnTo>
                    <a:pt x="4922023" y="1778594"/>
                  </a:lnTo>
                  <a:lnTo>
                    <a:pt x="4923081" y="1767334"/>
                  </a:lnTo>
                  <a:lnTo>
                    <a:pt x="4924139" y="1756603"/>
                  </a:lnTo>
                  <a:lnTo>
                    <a:pt x="4925197" y="1746414"/>
                  </a:lnTo>
                  <a:lnTo>
                    <a:pt x="4926254" y="1736899"/>
                  </a:lnTo>
                  <a:lnTo>
                    <a:pt x="4927312" y="1728094"/>
                  </a:lnTo>
                  <a:lnTo>
                    <a:pt x="4928370" y="1719907"/>
                  </a:lnTo>
                  <a:lnTo>
                    <a:pt x="4929428" y="1712358"/>
                  </a:lnTo>
                  <a:lnTo>
                    <a:pt x="4930486" y="1705489"/>
                  </a:lnTo>
                  <a:lnTo>
                    <a:pt x="4931544" y="1699293"/>
                  </a:lnTo>
                  <a:lnTo>
                    <a:pt x="4932601" y="1693814"/>
                  </a:lnTo>
                  <a:lnTo>
                    <a:pt x="4933659" y="1689093"/>
                  </a:lnTo>
                  <a:lnTo>
                    <a:pt x="4934717" y="1685126"/>
                  </a:lnTo>
                  <a:lnTo>
                    <a:pt x="4935775" y="1681909"/>
                  </a:lnTo>
                  <a:lnTo>
                    <a:pt x="4936833" y="1679417"/>
                  </a:lnTo>
                  <a:lnTo>
                    <a:pt x="4937891" y="1677600"/>
                  </a:lnTo>
                  <a:lnTo>
                    <a:pt x="4938949" y="1676382"/>
                  </a:lnTo>
                  <a:lnTo>
                    <a:pt x="4940006" y="1675678"/>
                  </a:lnTo>
                  <a:lnTo>
                    <a:pt x="4941064" y="1675398"/>
                  </a:lnTo>
                  <a:lnTo>
                    <a:pt x="4942122" y="1675415"/>
                  </a:lnTo>
                  <a:lnTo>
                    <a:pt x="4943180" y="1675746"/>
                  </a:lnTo>
                  <a:lnTo>
                    <a:pt x="4944238" y="1676499"/>
                  </a:lnTo>
                  <a:lnTo>
                    <a:pt x="4945296" y="1677715"/>
                  </a:lnTo>
                  <a:lnTo>
                    <a:pt x="4946353" y="1679389"/>
                  </a:lnTo>
                  <a:lnTo>
                    <a:pt x="4947411" y="1681516"/>
                  </a:lnTo>
                  <a:lnTo>
                    <a:pt x="4948469" y="1684055"/>
                  </a:lnTo>
                  <a:lnTo>
                    <a:pt x="4949527" y="1686804"/>
                  </a:lnTo>
                  <a:lnTo>
                    <a:pt x="4950585" y="1689577"/>
                  </a:lnTo>
                  <a:lnTo>
                    <a:pt x="4951643" y="1692273"/>
                  </a:lnTo>
                  <a:lnTo>
                    <a:pt x="4952700" y="1694908"/>
                  </a:lnTo>
                  <a:lnTo>
                    <a:pt x="4953758" y="1697507"/>
                  </a:lnTo>
                  <a:lnTo>
                    <a:pt x="4954816" y="1700171"/>
                  </a:lnTo>
                  <a:lnTo>
                    <a:pt x="4955874" y="1703053"/>
                  </a:lnTo>
                  <a:lnTo>
                    <a:pt x="4956932" y="1706325"/>
                  </a:lnTo>
                  <a:lnTo>
                    <a:pt x="4957990" y="1710104"/>
                  </a:lnTo>
                  <a:lnTo>
                    <a:pt x="4959047" y="1714307"/>
                  </a:lnTo>
                  <a:lnTo>
                    <a:pt x="4960105" y="1718874"/>
                  </a:lnTo>
                  <a:lnTo>
                    <a:pt x="4961163" y="1723786"/>
                  </a:lnTo>
                  <a:lnTo>
                    <a:pt x="4962221" y="1729029"/>
                  </a:lnTo>
                  <a:lnTo>
                    <a:pt x="4963279" y="1734509"/>
                  </a:lnTo>
                  <a:lnTo>
                    <a:pt x="4964337" y="1740173"/>
                  </a:lnTo>
                  <a:lnTo>
                    <a:pt x="4965395" y="1746055"/>
                  </a:lnTo>
                  <a:lnTo>
                    <a:pt x="4966452" y="1752115"/>
                  </a:lnTo>
                  <a:lnTo>
                    <a:pt x="4967510" y="1758301"/>
                  </a:lnTo>
                  <a:lnTo>
                    <a:pt x="4968568" y="1764463"/>
                  </a:lnTo>
                  <a:lnTo>
                    <a:pt x="4969626" y="1770441"/>
                  </a:lnTo>
                  <a:lnTo>
                    <a:pt x="4970684" y="1776061"/>
                  </a:lnTo>
                  <a:lnTo>
                    <a:pt x="4971742" y="1781113"/>
                  </a:lnTo>
                  <a:lnTo>
                    <a:pt x="4972799" y="1785382"/>
                  </a:lnTo>
                  <a:lnTo>
                    <a:pt x="4973857" y="1788708"/>
                  </a:lnTo>
                  <a:lnTo>
                    <a:pt x="4974915" y="1791044"/>
                  </a:lnTo>
                  <a:lnTo>
                    <a:pt x="4975973" y="1792290"/>
                  </a:lnTo>
                  <a:lnTo>
                    <a:pt x="4977031" y="1792370"/>
                  </a:lnTo>
                  <a:lnTo>
                    <a:pt x="4978089" y="1791327"/>
                  </a:lnTo>
                  <a:lnTo>
                    <a:pt x="4979146" y="1789206"/>
                  </a:lnTo>
                  <a:lnTo>
                    <a:pt x="4980204" y="1785933"/>
                  </a:lnTo>
                  <a:lnTo>
                    <a:pt x="4981262" y="1781591"/>
                  </a:lnTo>
                  <a:lnTo>
                    <a:pt x="4982320" y="1776292"/>
                  </a:lnTo>
                  <a:lnTo>
                    <a:pt x="4983378" y="1770018"/>
                  </a:lnTo>
                  <a:lnTo>
                    <a:pt x="4984436" y="1762762"/>
                  </a:lnTo>
                  <a:lnTo>
                    <a:pt x="4985493" y="1754572"/>
                  </a:lnTo>
                  <a:lnTo>
                    <a:pt x="4986551" y="1745501"/>
                  </a:lnTo>
                  <a:lnTo>
                    <a:pt x="4987609" y="1735543"/>
                  </a:lnTo>
                  <a:lnTo>
                    <a:pt x="4988667" y="1724689"/>
                  </a:lnTo>
                  <a:lnTo>
                    <a:pt x="4989725" y="1712970"/>
                  </a:lnTo>
                  <a:lnTo>
                    <a:pt x="4990783" y="1700444"/>
                  </a:lnTo>
                  <a:lnTo>
                    <a:pt x="4991841" y="1687253"/>
                  </a:lnTo>
                  <a:lnTo>
                    <a:pt x="4992898" y="1673484"/>
                  </a:lnTo>
                  <a:lnTo>
                    <a:pt x="4993956" y="1659160"/>
                  </a:lnTo>
                  <a:lnTo>
                    <a:pt x="4995014" y="1644289"/>
                  </a:lnTo>
                  <a:lnTo>
                    <a:pt x="4996072" y="1628978"/>
                  </a:lnTo>
                  <a:lnTo>
                    <a:pt x="4997130" y="1613101"/>
                  </a:lnTo>
                  <a:lnTo>
                    <a:pt x="4998188" y="1596544"/>
                  </a:lnTo>
                  <a:lnTo>
                    <a:pt x="4999245" y="1579313"/>
                  </a:lnTo>
                  <a:lnTo>
                    <a:pt x="5000303" y="1561477"/>
                  </a:lnTo>
                  <a:lnTo>
                    <a:pt x="5001361" y="1543031"/>
                  </a:lnTo>
                  <a:lnTo>
                    <a:pt x="5002419" y="1524100"/>
                  </a:lnTo>
                  <a:lnTo>
                    <a:pt x="5003477" y="1504845"/>
                  </a:lnTo>
                  <a:lnTo>
                    <a:pt x="5004535" y="1485323"/>
                  </a:lnTo>
                  <a:lnTo>
                    <a:pt x="5005592" y="1465500"/>
                  </a:lnTo>
                  <a:lnTo>
                    <a:pt x="5006650" y="1445323"/>
                  </a:lnTo>
                  <a:lnTo>
                    <a:pt x="5007708" y="1424685"/>
                  </a:lnTo>
                  <a:lnTo>
                    <a:pt x="5008766" y="1403500"/>
                  </a:lnTo>
                  <a:lnTo>
                    <a:pt x="5009824" y="1381771"/>
                  </a:lnTo>
                  <a:lnTo>
                    <a:pt x="5010882" y="1359328"/>
                  </a:lnTo>
                  <a:lnTo>
                    <a:pt x="5011939" y="1336106"/>
                  </a:lnTo>
                  <a:lnTo>
                    <a:pt x="5012997" y="1312117"/>
                  </a:lnTo>
                  <a:lnTo>
                    <a:pt x="5014055" y="1287385"/>
                  </a:lnTo>
                  <a:lnTo>
                    <a:pt x="5015113" y="1261931"/>
                  </a:lnTo>
                  <a:lnTo>
                    <a:pt x="5016171" y="1235844"/>
                  </a:lnTo>
                  <a:lnTo>
                    <a:pt x="5017229" y="1209217"/>
                  </a:lnTo>
                  <a:lnTo>
                    <a:pt x="5018287" y="1181988"/>
                  </a:lnTo>
                  <a:lnTo>
                    <a:pt x="5019344" y="1154199"/>
                  </a:lnTo>
                  <a:lnTo>
                    <a:pt x="5020402" y="1126036"/>
                  </a:lnTo>
                  <a:lnTo>
                    <a:pt x="5021460" y="1097671"/>
                  </a:lnTo>
                  <a:lnTo>
                    <a:pt x="5022518" y="1069431"/>
                  </a:lnTo>
                  <a:lnTo>
                    <a:pt x="5023576" y="1041602"/>
                  </a:lnTo>
                  <a:lnTo>
                    <a:pt x="5024634" y="1014327"/>
                  </a:lnTo>
                  <a:lnTo>
                    <a:pt x="5025691" y="987685"/>
                  </a:lnTo>
                  <a:lnTo>
                    <a:pt x="5026749" y="961832"/>
                  </a:lnTo>
                  <a:lnTo>
                    <a:pt x="5027807" y="936871"/>
                  </a:lnTo>
                  <a:lnTo>
                    <a:pt x="5028865" y="912832"/>
                  </a:lnTo>
                  <a:lnTo>
                    <a:pt x="5029923" y="889820"/>
                  </a:lnTo>
                  <a:lnTo>
                    <a:pt x="5030981" y="867897"/>
                  </a:lnTo>
                  <a:lnTo>
                    <a:pt x="5032038" y="847001"/>
                  </a:lnTo>
                  <a:lnTo>
                    <a:pt x="5033096" y="827152"/>
                  </a:lnTo>
                  <a:lnTo>
                    <a:pt x="5034154" y="808414"/>
                  </a:lnTo>
                  <a:lnTo>
                    <a:pt x="5035212" y="790772"/>
                  </a:lnTo>
                  <a:lnTo>
                    <a:pt x="5036270" y="774272"/>
                  </a:lnTo>
                  <a:lnTo>
                    <a:pt x="5037328" y="758999"/>
                  </a:lnTo>
                  <a:lnTo>
                    <a:pt x="5038385" y="744886"/>
                  </a:lnTo>
                  <a:lnTo>
                    <a:pt x="5039443" y="731703"/>
                  </a:lnTo>
                  <a:lnTo>
                    <a:pt x="5040501" y="719398"/>
                  </a:lnTo>
                  <a:lnTo>
                    <a:pt x="5041559" y="707972"/>
                  </a:lnTo>
                  <a:lnTo>
                    <a:pt x="5042617" y="697407"/>
                  </a:lnTo>
                  <a:lnTo>
                    <a:pt x="5043675" y="687738"/>
                  </a:lnTo>
                  <a:lnTo>
                    <a:pt x="5044733" y="679041"/>
                  </a:lnTo>
                  <a:lnTo>
                    <a:pt x="5045790" y="671304"/>
                  </a:lnTo>
                  <a:lnTo>
                    <a:pt x="5046848" y="664481"/>
                  </a:lnTo>
                  <a:lnTo>
                    <a:pt x="5047906" y="658616"/>
                  </a:lnTo>
                  <a:lnTo>
                    <a:pt x="5048964" y="653575"/>
                  </a:lnTo>
                  <a:lnTo>
                    <a:pt x="5050022" y="649349"/>
                  </a:lnTo>
                  <a:lnTo>
                    <a:pt x="5051080" y="646030"/>
                  </a:lnTo>
                  <a:lnTo>
                    <a:pt x="5052137" y="643564"/>
                  </a:lnTo>
                  <a:lnTo>
                    <a:pt x="5053195" y="641918"/>
                  </a:lnTo>
                  <a:lnTo>
                    <a:pt x="5054253" y="641061"/>
                  </a:lnTo>
                  <a:lnTo>
                    <a:pt x="5055311" y="641095"/>
                  </a:lnTo>
                  <a:lnTo>
                    <a:pt x="5056369" y="641968"/>
                  </a:lnTo>
                  <a:lnTo>
                    <a:pt x="5057427" y="643688"/>
                  </a:lnTo>
                  <a:lnTo>
                    <a:pt x="5058484" y="646286"/>
                  </a:lnTo>
                  <a:lnTo>
                    <a:pt x="5059542" y="649715"/>
                  </a:lnTo>
                  <a:lnTo>
                    <a:pt x="5060600" y="653998"/>
                  </a:lnTo>
                  <a:lnTo>
                    <a:pt x="5061658" y="659123"/>
                  </a:lnTo>
                  <a:lnTo>
                    <a:pt x="5062716" y="665022"/>
                  </a:lnTo>
                  <a:lnTo>
                    <a:pt x="5063774" y="671646"/>
                  </a:lnTo>
                  <a:lnTo>
                    <a:pt x="5064831" y="679159"/>
                  </a:lnTo>
                  <a:lnTo>
                    <a:pt x="5065889" y="687595"/>
                  </a:lnTo>
                  <a:lnTo>
                    <a:pt x="5066947" y="696952"/>
                  </a:lnTo>
                  <a:lnTo>
                    <a:pt x="5068005" y="707276"/>
                  </a:lnTo>
                  <a:lnTo>
                    <a:pt x="5069063" y="718508"/>
                  </a:lnTo>
                  <a:lnTo>
                    <a:pt x="5070121" y="730535"/>
                  </a:lnTo>
                  <a:lnTo>
                    <a:pt x="5071179" y="743292"/>
                  </a:lnTo>
                  <a:lnTo>
                    <a:pt x="5072236" y="756764"/>
                  </a:lnTo>
                  <a:lnTo>
                    <a:pt x="5073294" y="770816"/>
                  </a:lnTo>
                  <a:lnTo>
                    <a:pt x="5074352" y="785337"/>
                  </a:lnTo>
                  <a:lnTo>
                    <a:pt x="5075410" y="800213"/>
                  </a:lnTo>
                  <a:lnTo>
                    <a:pt x="5076468" y="815216"/>
                  </a:lnTo>
                  <a:lnTo>
                    <a:pt x="5077526" y="830216"/>
                  </a:lnTo>
                  <a:lnTo>
                    <a:pt x="5078583" y="845167"/>
                  </a:lnTo>
                  <a:lnTo>
                    <a:pt x="5079641" y="860005"/>
                  </a:lnTo>
                  <a:lnTo>
                    <a:pt x="5080699" y="874579"/>
                  </a:lnTo>
                  <a:lnTo>
                    <a:pt x="5081757" y="888782"/>
                  </a:lnTo>
                  <a:lnTo>
                    <a:pt x="5082815" y="902594"/>
                  </a:lnTo>
                  <a:lnTo>
                    <a:pt x="5083873" y="915998"/>
                  </a:lnTo>
                  <a:lnTo>
                    <a:pt x="5084930" y="928928"/>
                  </a:lnTo>
                  <a:lnTo>
                    <a:pt x="5085988" y="941472"/>
                  </a:lnTo>
                  <a:lnTo>
                    <a:pt x="5087046" y="953589"/>
                  </a:lnTo>
                  <a:lnTo>
                    <a:pt x="5088104" y="965155"/>
                  </a:lnTo>
                  <a:lnTo>
                    <a:pt x="5089162" y="976002"/>
                  </a:lnTo>
                  <a:lnTo>
                    <a:pt x="5090220" y="986003"/>
                  </a:lnTo>
                  <a:lnTo>
                    <a:pt x="5091277" y="995067"/>
                  </a:lnTo>
                  <a:lnTo>
                    <a:pt x="5092335" y="1003358"/>
                  </a:lnTo>
                  <a:lnTo>
                    <a:pt x="5093393" y="1011034"/>
                  </a:lnTo>
                  <a:lnTo>
                    <a:pt x="5094451" y="1018187"/>
                  </a:lnTo>
                  <a:lnTo>
                    <a:pt x="5095509" y="1024856"/>
                  </a:lnTo>
                  <a:lnTo>
                    <a:pt x="5096567" y="1031037"/>
                  </a:lnTo>
                  <a:lnTo>
                    <a:pt x="5097624" y="1036632"/>
                  </a:lnTo>
                  <a:lnTo>
                    <a:pt x="5098682" y="1041515"/>
                  </a:lnTo>
                  <a:lnTo>
                    <a:pt x="5099740" y="1045584"/>
                  </a:lnTo>
                  <a:lnTo>
                    <a:pt x="5100798" y="1048905"/>
                  </a:lnTo>
                  <a:lnTo>
                    <a:pt x="5101856" y="1051510"/>
                  </a:lnTo>
                  <a:lnTo>
                    <a:pt x="5102914" y="1053496"/>
                  </a:lnTo>
                  <a:lnTo>
                    <a:pt x="5103972" y="1054875"/>
                  </a:lnTo>
                  <a:lnTo>
                    <a:pt x="5105029" y="1055728"/>
                  </a:lnTo>
                  <a:lnTo>
                    <a:pt x="5106087" y="1056139"/>
                  </a:lnTo>
                  <a:lnTo>
                    <a:pt x="5107145" y="1056240"/>
                  </a:lnTo>
                  <a:lnTo>
                    <a:pt x="5108203" y="1055986"/>
                  </a:lnTo>
                  <a:lnTo>
                    <a:pt x="5109261" y="1055358"/>
                  </a:lnTo>
                  <a:lnTo>
                    <a:pt x="5110319" y="1054349"/>
                  </a:lnTo>
                  <a:lnTo>
                    <a:pt x="5111376" y="1052973"/>
                  </a:lnTo>
                  <a:lnTo>
                    <a:pt x="5112434" y="1051258"/>
                  </a:lnTo>
                  <a:lnTo>
                    <a:pt x="5113492" y="1049256"/>
                  </a:lnTo>
                  <a:lnTo>
                    <a:pt x="5114550" y="1047033"/>
                  </a:lnTo>
                  <a:lnTo>
                    <a:pt x="5115608" y="1044689"/>
                  </a:lnTo>
                  <a:lnTo>
                    <a:pt x="5116666" y="1042300"/>
                  </a:lnTo>
                  <a:lnTo>
                    <a:pt x="5117723" y="1039817"/>
                  </a:lnTo>
                  <a:lnTo>
                    <a:pt x="5118781" y="1037229"/>
                  </a:lnTo>
                  <a:lnTo>
                    <a:pt x="5119839" y="1034562"/>
                  </a:lnTo>
                  <a:lnTo>
                    <a:pt x="5120897" y="1031806"/>
                  </a:lnTo>
                  <a:lnTo>
                    <a:pt x="5121955" y="1028921"/>
                  </a:lnTo>
                  <a:lnTo>
                    <a:pt x="5123013" y="1025870"/>
                  </a:lnTo>
                  <a:lnTo>
                    <a:pt x="5124070" y="1022735"/>
                  </a:lnTo>
                  <a:lnTo>
                    <a:pt x="5125128" y="1019513"/>
                  </a:lnTo>
                  <a:lnTo>
                    <a:pt x="5126186" y="1016287"/>
                  </a:lnTo>
                  <a:lnTo>
                    <a:pt x="5127244" y="1013040"/>
                  </a:lnTo>
                  <a:lnTo>
                    <a:pt x="5128302" y="1009711"/>
                  </a:lnTo>
                  <a:lnTo>
                    <a:pt x="5129360" y="1006234"/>
                  </a:lnTo>
                  <a:lnTo>
                    <a:pt x="5130418" y="1002578"/>
                  </a:lnTo>
                  <a:lnTo>
                    <a:pt x="5131475" y="998775"/>
                  </a:lnTo>
                  <a:lnTo>
                    <a:pt x="5132533" y="994868"/>
                  </a:lnTo>
                  <a:lnTo>
                    <a:pt x="5133591" y="990969"/>
                  </a:lnTo>
                  <a:lnTo>
                    <a:pt x="5134649" y="987191"/>
                  </a:lnTo>
                  <a:lnTo>
                    <a:pt x="5135707" y="983569"/>
                  </a:lnTo>
                  <a:lnTo>
                    <a:pt x="5136765" y="980079"/>
                  </a:lnTo>
                  <a:lnTo>
                    <a:pt x="5137822" y="976716"/>
                  </a:lnTo>
                  <a:lnTo>
                    <a:pt x="5138880" y="973397"/>
                  </a:lnTo>
                  <a:lnTo>
                    <a:pt x="5139938" y="970018"/>
                  </a:lnTo>
                  <a:lnTo>
                    <a:pt x="5140996" y="966645"/>
                  </a:lnTo>
                  <a:lnTo>
                    <a:pt x="5142054" y="963376"/>
                  </a:lnTo>
                  <a:lnTo>
                    <a:pt x="5143112" y="960329"/>
                  </a:lnTo>
                  <a:lnTo>
                    <a:pt x="5144169" y="957644"/>
                  </a:lnTo>
                  <a:lnTo>
                    <a:pt x="5145227" y="955374"/>
                  </a:lnTo>
                  <a:lnTo>
                    <a:pt x="5146285" y="953472"/>
                  </a:lnTo>
                  <a:lnTo>
                    <a:pt x="5147343" y="951918"/>
                  </a:lnTo>
                  <a:lnTo>
                    <a:pt x="5148401" y="950643"/>
                  </a:lnTo>
                  <a:lnTo>
                    <a:pt x="5149459" y="949626"/>
                  </a:lnTo>
                  <a:lnTo>
                    <a:pt x="5150516" y="948833"/>
                  </a:lnTo>
                  <a:lnTo>
                    <a:pt x="5151574" y="948320"/>
                  </a:lnTo>
                  <a:lnTo>
                    <a:pt x="5152632" y="948172"/>
                  </a:lnTo>
                  <a:lnTo>
                    <a:pt x="5153690" y="948463"/>
                  </a:lnTo>
                  <a:lnTo>
                    <a:pt x="5154748" y="949224"/>
                  </a:lnTo>
                  <a:lnTo>
                    <a:pt x="5155806" y="950406"/>
                  </a:lnTo>
                  <a:lnTo>
                    <a:pt x="5156864" y="951930"/>
                  </a:lnTo>
                  <a:lnTo>
                    <a:pt x="5157921" y="953752"/>
                  </a:lnTo>
                  <a:lnTo>
                    <a:pt x="5158979" y="955742"/>
                  </a:lnTo>
                  <a:lnTo>
                    <a:pt x="5160037" y="957784"/>
                  </a:lnTo>
                  <a:lnTo>
                    <a:pt x="5161095" y="959780"/>
                  </a:lnTo>
                  <a:lnTo>
                    <a:pt x="5162153" y="961713"/>
                  </a:lnTo>
                  <a:lnTo>
                    <a:pt x="5163211" y="963507"/>
                  </a:lnTo>
                  <a:lnTo>
                    <a:pt x="5164268" y="965168"/>
                  </a:lnTo>
                  <a:lnTo>
                    <a:pt x="5165326" y="966668"/>
                  </a:lnTo>
                  <a:lnTo>
                    <a:pt x="5166384" y="968018"/>
                  </a:lnTo>
                  <a:lnTo>
                    <a:pt x="5167442" y="969192"/>
                  </a:lnTo>
                  <a:lnTo>
                    <a:pt x="5168500" y="970053"/>
                  </a:lnTo>
                  <a:lnTo>
                    <a:pt x="5169558" y="970532"/>
                  </a:lnTo>
                  <a:lnTo>
                    <a:pt x="5170615" y="970562"/>
                  </a:lnTo>
                  <a:lnTo>
                    <a:pt x="5171673" y="970150"/>
                  </a:lnTo>
                  <a:lnTo>
                    <a:pt x="5172731" y="969261"/>
                  </a:lnTo>
                  <a:lnTo>
                    <a:pt x="5173789" y="967837"/>
                  </a:lnTo>
                  <a:lnTo>
                    <a:pt x="5174847" y="965986"/>
                  </a:lnTo>
                  <a:lnTo>
                    <a:pt x="5175905" y="963821"/>
                  </a:lnTo>
                  <a:lnTo>
                    <a:pt x="5176962" y="961395"/>
                  </a:lnTo>
                  <a:lnTo>
                    <a:pt x="5178020" y="958682"/>
                  </a:lnTo>
                  <a:lnTo>
                    <a:pt x="5179078" y="955612"/>
                  </a:lnTo>
                  <a:lnTo>
                    <a:pt x="5180136" y="952129"/>
                  </a:lnTo>
                  <a:lnTo>
                    <a:pt x="5181194" y="948271"/>
                  </a:lnTo>
                  <a:lnTo>
                    <a:pt x="5182252" y="944096"/>
                  </a:lnTo>
                  <a:lnTo>
                    <a:pt x="5183310" y="939793"/>
                  </a:lnTo>
                  <a:lnTo>
                    <a:pt x="5184367" y="935449"/>
                  </a:lnTo>
                  <a:lnTo>
                    <a:pt x="5185425" y="931088"/>
                  </a:lnTo>
                  <a:lnTo>
                    <a:pt x="5186483" y="926680"/>
                  </a:lnTo>
                  <a:lnTo>
                    <a:pt x="5187541" y="922217"/>
                  </a:lnTo>
                  <a:lnTo>
                    <a:pt x="5188599" y="917657"/>
                  </a:lnTo>
                  <a:lnTo>
                    <a:pt x="5189657" y="912993"/>
                  </a:lnTo>
                  <a:lnTo>
                    <a:pt x="5190714" y="908166"/>
                  </a:lnTo>
                  <a:lnTo>
                    <a:pt x="5191772" y="903208"/>
                  </a:lnTo>
                  <a:lnTo>
                    <a:pt x="5192830" y="898219"/>
                  </a:lnTo>
                  <a:lnTo>
                    <a:pt x="5193888" y="893247"/>
                  </a:lnTo>
                  <a:lnTo>
                    <a:pt x="5194946" y="888410"/>
                  </a:lnTo>
                  <a:lnTo>
                    <a:pt x="5196004" y="883757"/>
                  </a:lnTo>
                  <a:lnTo>
                    <a:pt x="5197061" y="879247"/>
                  </a:lnTo>
                  <a:lnTo>
                    <a:pt x="5198119" y="874800"/>
                  </a:lnTo>
                  <a:lnTo>
                    <a:pt x="5199177" y="870380"/>
                  </a:lnTo>
                  <a:lnTo>
                    <a:pt x="5200235" y="865878"/>
                  </a:lnTo>
                  <a:lnTo>
                    <a:pt x="5201293" y="861314"/>
                  </a:lnTo>
                  <a:lnTo>
                    <a:pt x="5202351" y="856607"/>
                  </a:lnTo>
                  <a:lnTo>
                    <a:pt x="5203408" y="851782"/>
                  </a:lnTo>
                  <a:lnTo>
                    <a:pt x="5204466" y="846942"/>
                  </a:lnTo>
                  <a:lnTo>
                    <a:pt x="5205524" y="842140"/>
                  </a:lnTo>
                  <a:lnTo>
                    <a:pt x="5206582" y="837290"/>
                  </a:lnTo>
                  <a:lnTo>
                    <a:pt x="5207640" y="832333"/>
                  </a:lnTo>
                  <a:lnTo>
                    <a:pt x="5208698" y="827231"/>
                  </a:lnTo>
                  <a:lnTo>
                    <a:pt x="5209756" y="822030"/>
                  </a:lnTo>
                  <a:lnTo>
                    <a:pt x="5210813" y="816775"/>
                  </a:lnTo>
                  <a:lnTo>
                    <a:pt x="5211871" y="811490"/>
                  </a:lnTo>
                  <a:lnTo>
                    <a:pt x="5212929" y="806236"/>
                  </a:lnTo>
                  <a:lnTo>
                    <a:pt x="5213987" y="801135"/>
                  </a:lnTo>
                  <a:lnTo>
                    <a:pt x="5215045" y="796177"/>
                  </a:lnTo>
                  <a:lnTo>
                    <a:pt x="5216103" y="791429"/>
                  </a:lnTo>
                  <a:lnTo>
                    <a:pt x="5217160" y="786856"/>
                  </a:lnTo>
                  <a:lnTo>
                    <a:pt x="5218218" y="782510"/>
                  </a:lnTo>
                  <a:lnTo>
                    <a:pt x="5219276" y="778333"/>
                  </a:lnTo>
                  <a:lnTo>
                    <a:pt x="5220334" y="774240"/>
                  </a:lnTo>
                  <a:lnTo>
                    <a:pt x="5221392" y="770280"/>
                  </a:lnTo>
                  <a:lnTo>
                    <a:pt x="5222450" y="766510"/>
                  </a:lnTo>
                  <a:lnTo>
                    <a:pt x="5223507" y="762903"/>
                  </a:lnTo>
                  <a:lnTo>
                    <a:pt x="5224565" y="759435"/>
                  </a:lnTo>
                  <a:lnTo>
                    <a:pt x="5225623" y="756105"/>
                  </a:lnTo>
                  <a:lnTo>
                    <a:pt x="5226681" y="752916"/>
                  </a:lnTo>
                  <a:lnTo>
                    <a:pt x="5227739" y="749819"/>
                  </a:lnTo>
                  <a:lnTo>
                    <a:pt x="5228797" y="746697"/>
                  </a:lnTo>
                  <a:lnTo>
                    <a:pt x="5229854" y="743436"/>
                  </a:lnTo>
                  <a:lnTo>
                    <a:pt x="5230912" y="740030"/>
                  </a:lnTo>
                  <a:lnTo>
                    <a:pt x="5231970" y="736500"/>
                  </a:lnTo>
                  <a:lnTo>
                    <a:pt x="5233028" y="733018"/>
                  </a:lnTo>
                  <a:lnTo>
                    <a:pt x="5234086" y="729565"/>
                  </a:lnTo>
                  <a:lnTo>
                    <a:pt x="5235144" y="726159"/>
                  </a:lnTo>
                  <a:lnTo>
                    <a:pt x="5236202" y="722707"/>
                  </a:lnTo>
                  <a:lnTo>
                    <a:pt x="5237259" y="719081"/>
                  </a:lnTo>
                  <a:lnTo>
                    <a:pt x="5238317" y="715253"/>
                  </a:lnTo>
                  <a:lnTo>
                    <a:pt x="5239375" y="711246"/>
                  </a:lnTo>
                  <a:lnTo>
                    <a:pt x="5240433" y="707067"/>
                  </a:lnTo>
                  <a:lnTo>
                    <a:pt x="5241491" y="702720"/>
                  </a:lnTo>
                  <a:lnTo>
                    <a:pt x="5242549" y="698153"/>
                  </a:lnTo>
                  <a:lnTo>
                    <a:pt x="5243606" y="693467"/>
                  </a:lnTo>
                  <a:lnTo>
                    <a:pt x="5244664" y="688719"/>
                  </a:lnTo>
                  <a:lnTo>
                    <a:pt x="5245722" y="683887"/>
                  </a:lnTo>
                  <a:lnTo>
                    <a:pt x="5246780" y="678960"/>
                  </a:lnTo>
                  <a:lnTo>
                    <a:pt x="5247838" y="673831"/>
                  </a:lnTo>
                  <a:lnTo>
                    <a:pt x="5248896" y="668304"/>
                  </a:lnTo>
                  <a:lnTo>
                    <a:pt x="5249953" y="662315"/>
                  </a:lnTo>
                  <a:lnTo>
                    <a:pt x="5251011" y="655913"/>
                  </a:lnTo>
                  <a:lnTo>
                    <a:pt x="5252069" y="649121"/>
                  </a:lnTo>
                  <a:lnTo>
                    <a:pt x="5253127" y="641966"/>
                  </a:lnTo>
                  <a:lnTo>
                    <a:pt x="5254185" y="634535"/>
                  </a:lnTo>
                  <a:lnTo>
                    <a:pt x="5255243" y="626867"/>
                  </a:lnTo>
                  <a:lnTo>
                    <a:pt x="5256300" y="619054"/>
                  </a:lnTo>
                  <a:lnTo>
                    <a:pt x="5257358" y="611026"/>
                  </a:lnTo>
                  <a:lnTo>
                    <a:pt x="5258416" y="602711"/>
                  </a:lnTo>
                  <a:lnTo>
                    <a:pt x="5259474" y="594092"/>
                  </a:lnTo>
                  <a:lnTo>
                    <a:pt x="5260532" y="585199"/>
                  </a:lnTo>
                  <a:lnTo>
                    <a:pt x="5261590" y="576072"/>
                  </a:lnTo>
                  <a:lnTo>
                    <a:pt x="5262648" y="566763"/>
                  </a:lnTo>
                  <a:lnTo>
                    <a:pt x="5263705" y="557245"/>
                  </a:lnTo>
                  <a:lnTo>
                    <a:pt x="5264763" y="547577"/>
                  </a:lnTo>
                  <a:lnTo>
                    <a:pt x="5265821" y="537756"/>
                  </a:lnTo>
                  <a:lnTo>
                    <a:pt x="5266879" y="527776"/>
                  </a:lnTo>
                  <a:lnTo>
                    <a:pt x="5267937" y="517640"/>
                  </a:lnTo>
                  <a:lnTo>
                    <a:pt x="5268995" y="507395"/>
                  </a:lnTo>
                  <a:lnTo>
                    <a:pt x="5270052" y="497057"/>
                  </a:lnTo>
                  <a:lnTo>
                    <a:pt x="5271110" y="486654"/>
                  </a:lnTo>
                  <a:lnTo>
                    <a:pt x="5272168" y="476225"/>
                  </a:lnTo>
                  <a:lnTo>
                    <a:pt x="5273226" y="465849"/>
                  </a:lnTo>
                  <a:lnTo>
                    <a:pt x="5274284" y="455560"/>
                  </a:lnTo>
                  <a:lnTo>
                    <a:pt x="5275342" y="445322"/>
                  </a:lnTo>
                  <a:lnTo>
                    <a:pt x="5276399" y="435228"/>
                  </a:lnTo>
                  <a:lnTo>
                    <a:pt x="5277457" y="425373"/>
                  </a:lnTo>
                  <a:lnTo>
                    <a:pt x="5278515" y="415783"/>
                  </a:lnTo>
                  <a:lnTo>
                    <a:pt x="5279573" y="406486"/>
                  </a:lnTo>
                  <a:lnTo>
                    <a:pt x="5280631" y="397515"/>
                  </a:lnTo>
                  <a:lnTo>
                    <a:pt x="5281689" y="388931"/>
                  </a:lnTo>
                  <a:lnTo>
                    <a:pt x="5282746" y="380769"/>
                  </a:lnTo>
                  <a:lnTo>
                    <a:pt x="5283804" y="373060"/>
                  </a:lnTo>
                  <a:lnTo>
                    <a:pt x="5284862" y="365823"/>
                  </a:lnTo>
                  <a:lnTo>
                    <a:pt x="5285920" y="359059"/>
                  </a:lnTo>
                  <a:lnTo>
                    <a:pt x="5286978" y="352754"/>
                  </a:lnTo>
                  <a:lnTo>
                    <a:pt x="5288036" y="346969"/>
                  </a:lnTo>
                  <a:lnTo>
                    <a:pt x="5289094" y="341739"/>
                  </a:lnTo>
                  <a:lnTo>
                    <a:pt x="5290151" y="337180"/>
                  </a:lnTo>
                  <a:lnTo>
                    <a:pt x="5291209" y="333321"/>
                  </a:lnTo>
                  <a:lnTo>
                    <a:pt x="5292267" y="330129"/>
                  </a:lnTo>
                  <a:lnTo>
                    <a:pt x="5293325" y="327497"/>
                  </a:lnTo>
                  <a:lnTo>
                    <a:pt x="5294383" y="325432"/>
                  </a:lnTo>
                  <a:lnTo>
                    <a:pt x="5295441" y="323958"/>
                  </a:lnTo>
                  <a:lnTo>
                    <a:pt x="5296498" y="323112"/>
                  </a:lnTo>
                  <a:lnTo>
                    <a:pt x="5297556" y="322834"/>
                  </a:lnTo>
                  <a:lnTo>
                    <a:pt x="5298614" y="323239"/>
                  </a:lnTo>
                  <a:lnTo>
                    <a:pt x="5299672" y="324466"/>
                  </a:lnTo>
                  <a:lnTo>
                    <a:pt x="5300730" y="326657"/>
                  </a:lnTo>
                  <a:lnTo>
                    <a:pt x="5301788" y="330002"/>
                  </a:lnTo>
                  <a:lnTo>
                    <a:pt x="5302845" y="334582"/>
                  </a:lnTo>
                  <a:lnTo>
                    <a:pt x="5303903" y="340451"/>
                  </a:lnTo>
                  <a:lnTo>
                    <a:pt x="5304961" y="347593"/>
                  </a:lnTo>
                  <a:lnTo>
                    <a:pt x="5306019" y="355999"/>
                  </a:lnTo>
                  <a:lnTo>
                    <a:pt x="5307077" y="365593"/>
                  </a:lnTo>
                  <a:lnTo>
                    <a:pt x="5308135" y="376378"/>
                  </a:lnTo>
                  <a:lnTo>
                    <a:pt x="5309192" y="388330"/>
                  </a:lnTo>
                  <a:lnTo>
                    <a:pt x="5310250" y="401455"/>
                  </a:lnTo>
                  <a:lnTo>
                    <a:pt x="5311308" y="415820"/>
                  </a:lnTo>
                  <a:lnTo>
                    <a:pt x="5312366" y="431472"/>
                  </a:lnTo>
                  <a:lnTo>
                    <a:pt x="5313424" y="448331"/>
                  </a:lnTo>
                  <a:lnTo>
                    <a:pt x="5314482" y="466371"/>
                  </a:lnTo>
                  <a:lnTo>
                    <a:pt x="5315540" y="485550"/>
                  </a:lnTo>
                  <a:lnTo>
                    <a:pt x="5316597" y="505837"/>
                  </a:lnTo>
                  <a:lnTo>
                    <a:pt x="5317655" y="527237"/>
                  </a:lnTo>
                  <a:lnTo>
                    <a:pt x="5318713" y="549794"/>
                  </a:lnTo>
                  <a:lnTo>
                    <a:pt x="5319771" y="573472"/>
                  </a:lnTo>
                  <a:lnTo>
                    <a:pt x="5320829" y="598267"/>
                  </a:lnTo>
                  <a:lnTo>
                    <a:pt x="5321887" y="624156"/>
                  </a:lnTo>
                  <a:lnTo>
                    <a:pt x="5322944" y="651107"/>
                  </a:lnTo>
                  <a:lnTo>
                    <a:pt x="5324002" y="679091"/>
                  </a:lnTo>
                  <a:lnTo>
                    <a:pt x="5325060" y="708051"/>
                  </a:lnTo>
                  <a:lnTo>
                    <a:pt x="5326118" y="737937"/>
                  </a:lnTo>
                  <a:lnTo>
                    <a:pt x="5327176" y="768729"/>
                  </a:lnTo>
                  <a:lnTo>
                    <a:pt x="5328234" y="800459"/>
                  </a:lnTo>
                  <a:lnTo>
                    <a:pt x="5329291" y="833236"/>
                  </a:lnTo>
                  <a:lnTo>
                    <a:pt x="5330349" y="867040"/>
                  </a:lnTo>
                  <a:lnTo>
                    <a:pt x="5331407" y="901841"/>
                  </a:lnTo>
                  <a:lnTo>
                    <a:pt x="5332465" y="937625"/>
                  </a:lnTo>
                  <a:lnTo>
                    <a:pt x="5333523" y="974361"/>
                  </a:lnTo>
                  <a:lnTo>
                    <a:pt x="5334581" y="1011994"/>
                  </a:lnTo>
                  <a:lnTo>
                    <a:pt x="5335638" y="1050470"/>
                  </a:lnTo>
                  <a:lnTo>
                    <a:pt x="5336696" y="1089751"/>
                  </a:lnTo>
                  <a:lnTo>
                    <a:pt x="5337754" y="1129828"/>
                  </a:lnTo>
                  <a:lnTo>
                    <a:pt x="5338812" y="1170717"/>
                  </a:lnTo>
                  <a:lnTo>
                    <a:pt x="5339870" y="1212359"/>
                  </a:lnTo>
                  <a:lnTo>
                    <a:pt x="5340928" y="1254611"/>
                  </a:lnTo>
                  <a:lnTo>
                    <a:pt x="5341986" y="1297352"/>
                  </a:lnTo>
                  <a:lnTo>
                    <a:pt x="5343043" y="1340436"/>
                  </a:lnTo>
                  <a:lnTo>
                    <a:pt x="5344101" y="1383700"/>
                  </a:lnTo>
                  <a:lnTo>
                    <a:pt x="5345159" y="1427069"/>
                  </a:lnTo>
                  <a:lnTo>
                    <a:pt x="5346217" y="1470577"/>
                  </a:lnTo>
                  <a:lnTo>
                    <a:pt x="5347275" y="1514169"/>
                  </a:lnTo>
                  <a:lnTo>
                    <a:pt x="5348333" y="1557806"/>
                  </a:lnTo>
                  <a:lnTo>
                    <a:pt x="5349390" y="1601409"/>
                  </a:lnTo>
                  <a:lnTo>
                    <a:pt x="5350448" y="1644956"/>
                  </a:lnTo>
                  <a:lnTo>
                    <a:pt x="5351506" y="1688346"/>
                  </a:lnTo>
                  <a:lnTo>
                    <a:pt x="5352564" y="1731341"/>
                  </a:lnTo>
                  <a:lnTo>
                    <a:pt x="5353622" y="1773604"/>
                  </a:lnTo>
                  <a:lnTo>
                    <a:pt x="5354680" y="1814902"/>
                  </a:lnTo>
                  <a:lnTo>
                    <a:pt x="5355737" y="1855096"/>
                  </a:lnTo>
                  <a:lnTo>
                    <a:pt x="5356795" y="1894098"/>
                  </a:lnTo>
                  <a:lnTo>
                    <a:pt x="5357853" y="1931814"/>
                  </a:lnTo>
                  <a:lnTo>
                    <a:pt x="5358911" y="1968192"/>
                  </a:lnTo>
                  <a:lnTo>
                    <a:pt x="5359969" y="2003306"/>
                  </a:lnTo>
                  <a:lnTo>
                    <a:pt x="5361027" y="2037238"/>
                  </a:lnTo>
                  <a:lnTo>
                    <a:pt x="5362084" y="2069948"/>
                  </a:lnTo>
                  <a:lnTo>
                    <a:pt x="5363142" y="2101424"/>
                  </a:lnTo>
                  <a:lnTo>
                    <a:pt x="5364200" y="2131597"/>
                  </a:lnTo>
                  <a:lnTo>
                    <a:pt x="5365258" y="2160423"/>
                  </a:lnTo>
                  <a:lnTo>
                    <a:pt x="5366316" y="2187951"/>
                  </a:lnTo>
                  <a:lnTo>
                    <a:pt x="5367374" y="2214263"/>
                  </a:lnTo>
                  <a:lnTo>
                    <a:pt x="5368432" y="2239379"/>
                  </a:lnTo>
                  <a:lnTo>
                    <a:pt x="5369489" y="2263372"/>
                  </a:lnTo>
                  <a:lnTo>
                    <a:pt x="5370547" y="2286187"/>
                  </a:lnTo>
                  <a:lnTo>
                    <a:pt x="5371605" y="2307784"/>
                  </a:lnTo>
                  <a:lnTo>
                    <a:pt x="5372663" y="2328110"/>
                  </a:lnTo>
                  <a:lnTo>
                    <a:pt x="5373721" y="2347222"/>
                  </a:lnTo>
                  <a:lnTo>
                    <a:pt x="5374779" y="2365136"/>
                  </a:lnTo>
                  <a:lnTo>
                    <a:pt x="5375836" y="2381847"/>
                  </a:lnTo>
                  <a:lnTo>
                    <a:pt x="5376894" y="2397322"/>
                  </a:lnTo>
                  <a:lnTo>
                    <a:pt x="5377952" y="2411535"/>
                  </a:lnTo>
                  <a:lnTo>
                    <a:pt x="5379010" y="2424604"/>
                  </a:lnTo>
                  <a:lnTo>
                    <a:pt x="5380068" y="2436552"/>
                  </a:lnTo>
                  <a:lnTo>
                    <a:pt x="5381126" y="2447375"/>
                  </a:lnTo>
                  <a:lnTo>
                    <a:pt x="5382183" y="2456949"/>
                  </a:lnTo>
                  <a:lnTo>
                    <a:pt x="5383241" y="2465160"/>
                  </a:lnTo>
                  <a:lnTo>
                    <a:pt x="5384299" y="2471945"/>
                  </a:lnTo>
                  <a:lnTo>
                    <a:pt x="5385357" y="2477289"/>
                  </a:lnTo>
                  <a:lnTo>
                    <a:pt x="5386415" y="2481238"/>
                  </a:lnTo>
                  <a:lnTo>
                    <a:pt x="5387473" y="2483730"/>
                  </a:lnTo>
                  <a:lnTo>
                    <a:pt x="5388530" y="2484863"/>
                  </a:lnTo>
                  <a:lnTo>
                    <a:pt x="5389588" y="2484707"/>
                  </a:lnTo>
                  <a:lnTo>
                    <a:pt x="5390646" y="2483265"/>
                  </a:lnTo>
                  <a:lnTo>
                    <a:pt x="5391704" y="2480405"/>
                  </a:lnTo>
                  <a:lnTo>
                    <a:pt x="5392762" y="2476081"/>
                  </a:lnTo>
                  <a:lnTo>
                    <a:pt x="5393820" y="2470421"/>
                  </a:lnTo>
                  <a:lnTo>
                    <a:pt x="5394878" y="2463505"/>
                  </a:lnTo>
                  <a:lnTo>
                    <a:pt x="5395935" y="2455412"/>
                  </a:lnTo>
                  <a:lnTo>
                    <a:pt x="5396993" y="2446270"/>
                  </a:lnTo>
                  <a:lnTo>
                    <a:pt x="5398051" y="2436189"/>
                  </a:lnTo>
                  <a:lnTo>
                    <a:pt x="5399109" y="2425108"/>
                  </a:lnTo>
                  <a:lnTo>
                    <a:pt x="5400167" y="2413047"/>
                  </a:lnTo>
                  <a:lnTo>
                    <a:pt x="5401225" y="2400121"/>
                  </a:lnTo>
                  <a:lnTo>
                    <a:pt x="5402282" y="2386390"/>
                  </a:lnTo>
                  <a:lnTo>
                    <a:pt x="5403340" y="2371946"/>
                  </a:lnTo>
                  <a:lnTo>
                    <a:pt x="5404398" y="2356748"/>
                  </a:lnTo>
                  <a:lnTo>
                    <a:pt x="5405456" y="2340827"/>
                  </a:lnTo>
                  <a:lnTo>
                    <a:pt x="5406514" y="2324337"/>
                  </a:lnTo>
                  <a:lnTo>
                    <a:pt x="5407572" y="2307456"/>
                  </a:lnTo>
                  <a:lnTo>
                    <a:pt x="5408629" y="2290293"/>
                  </a:lnTo>
                  <a:lnTo>
                    <a:pt x="5409687" y="2272912"/>
                  </a:lnTo>
                  <a:lnTo>
                    <a:pt x="5410745" y="2255431"/>
                  </a:lnTo>
                  <a:lnTo>
                    <a:pt x="5411803" y="2237944"/>
                  </a:lnTo>
                  <a:lnTo>
                    <a:pt x="5412861" y="2220476"/>
                  </a:lnTo>
                  <a:lnTo>
                    <a:pt x="5413919" y="2202948"/>
                  </a:lnTo>
                  <a:lnTo>
                    <a:pt x="5414976" y="2185443"/>
                  </a:lnTo>
                  <a:lnTo>
                    <a:pt x="5416034" y="2168001"/>
                  </a:lnTo>
                  <a:lnTo>
                    <a:pt x="5417092" y="2150594"/>
                  </a:lnTo>
                  <a:lnTo>
                    <a:pt x="5418150" y="2133254"/>
                  </a:lnTo>
                  <a:lnTo>
                    <a:pt x="5419208" y="2115980"/>
                  </a:lnTo>
                  <a:lnTo>
                    <a:pt x="5420266" y="2098728"/>
                  </a:lnTo>
                  <a:lnTo>
                    <a:pt x="5421324" y="2081513"/>
                  </a:lnTo>
                  <a:lnTo>
                    <a:pt x="5422381" y="2064362"/>
                  </a:lnTo>
                  <a:lnTo>
                    <a:pt x="5423439" y="2047274"/>
                  </a:lnTo>
                  <a:lnTo>
                    <a:pt x="5424497" y="2030265"/>
                  </a:lnTo>
                  <a:lnTo>
                    <a:pt x="5425555" y="2013338"/>
                  </a:lnTo>
                  <a:lnTo>
                    <a:pt x="5426613" y="1996456"/>
                  </a:lnTo>
                  <a:lnTo>
                    <a:pt x="5427671" y="1979624"/>
                  </a:lnTo>
                  <a:lnTo>
                    <a:pt x="5428728" y="1962855"/>
                  </a:lnTo>
                  <a:lnTo>
                    <a:pt x="5429786" y="1946183"/>
                  </a:lnTo>
                  <a:lnTo>
                    <a:pt x="5430844" y="1929686"/>
                  </a:lnTo>
                  <a:lnTo>
                    <a:pt x="5431902" y="1913375"/>
                  </a:lnTo>
                  <a:lnTo>
                    <a:pt x="5432960" y="1897243"/>
                  </a:lnTo>
                  <a:lnTo>
                    <a:pt x="5434018" y="1881248"/>
                  </a:lnTo>
                  <a:lnTo>
                    <a:pt x="5435075" y="1865465"/>
                  </a:lnTo>
                  <a:lnTo>
                    <a:pt x="5436133" y="1849968"/>
                  </a:lnTo>
                  <a:lnTo>
                    <a:pt x="5437191" y="1834822"/>
                  </a:lnTo>
                  <a:lnTo>
                    <a:pt x="5438249" y="1820074"/>
                  </a:lnTo>
                  <a:lnTo>
                    <a:pt x="5439307" y="1805770"/>
                  </a:lnTo>
                  <a:lnTo>
                    <a:pt x="5440365" y="1792090"/>
                  </a:lnTo>
                  <a:lnTo>
                    <a:pt x="5441422" y="1779053"/>
                  </a:lnTo>
                  <a:lnTo>
                    <a:pt x="5442480" y="1766570"/>
                  </a:lnTo>
                  <a:lnTo>
                    <a:pt x="5443538" y="1754588"/>
                  </a:lnTo>
                  <a:lnTo>
                    <a:pt x="5444596" y="1743048"/>
                  </a:lnTo>
                  <a:lnTo>
                    <a:pt x="5445654" y="1732051"/>
                  </a:lnTo>
                  <a:lnTo>
                    <a:pt x="5446712" y="1721583"/>
                  </a:lnTo>
                  <a:lnTo>
                    <a:pt x="5447770" y="1711587"/>
                  </a:lnTo>
                  <a:lnTo>
                    <a:pt x="5448827" y="1702146"/>
                  </a:lnTo>
                  <a:lnTo>
                    <a:pt x="5449885" y="1693244"/>
                  </a:lnTo>
                  <a:lnTo>
                    <a:pt x="5450943" y="1684809"/>
                  </a:lnTo>
                  <a:lnTo>
                    <a:pt x="5452001" y="1676906"/>
                  </a:lnTo>
                  <a:lnTo>
                    <a:pt x="5453059" y="1669595"/>
                  </a:lnTo>
                  <a:lnTo>
                    <a:pt x="5454117" y="1662828"/>
                  </a:lnTo>
                  <a:lnTo>
                    <a:pt x="5455174" y="1656527"/>
                  </a:lnTo>
                  <a:lnTo>
                    <a:pt x="5456232" y="1650560"/>
                  </a:lnTo>
                  <a:lnTo>
                    <a:pt x="5457290" y="1644898"/>
                  </a:lnTo>
                  <a:lnTo>
                    <a:pt x="5458348" y="1639617"/>
                  </a:lnTo>
                  <a:lnTo>
                    <a:pt x="5459406" y="1634729"/>
                  </a:lnTo>
                  <a:lnTo>
                    <a:pt x="5460464" y="1630228"/>
                  </a:lnTo>
                  <a:lnTo>
                    <a:pt x="5461521" y="1626137"/>
                  </a:lnTo>
                  <a:lnTo>
                    <a:pt x="5462579" y="1622429"/>
                  </a:lnTo>
                  <a:lnTo>
                    <a:pt x="5463637" y="1619031"/>
                  </a:lnTo>
                  <a:lnTo>
                    <a:pt x="5464695" y="1615865"/>
                  </a:lnTo>
                  <a:lnTo>
                    <a:pt x="5465753" y="1612852"/>
                  </a:lnTo>
                  <a:lnTo>
                    <a:pt x="5466811" y="1610008"/>
                  </a:lnTo>
                  <a:lnTo>
                    <a:pt x="5467868" y="1607253"/>
                  </a:lnTo>
                  <a:lnTo>
                    <a:pt x="5468926" y="1604466"/>
                  </a:lnTo>
                  <a:lnTo>
                    <a:pt x="5469984" y="1601655"/>
                  </a:lnTo>
                  <a:lnTo>
                    <a:pt x="5471042" y="1598914"/>
                  </a:lnTo>
                  <a:lnTo>
                    <a:pt x="5472100" y="1596289"/>
                  </a:lnTo>
                  <a:lnTo>
                    <a:pt x="5473158" y="1593796"/>
                  </a:lnTo>
                  <a:lnTo>
                    <a:pt x="5474216" y="1591383"/>
                  </a:lnTo>
                  <a:lnTo>
                    <a:pt x="5475273" y="1589039"/>
                  </a:lnTo>
                  <a:lnTo>
                    <a:pt x="5476331" y="1586774"/>
                  </a:lnTo>
                  <a:lnTo>
                    <a:pt x="5477389" y="1584529"/>
                  </a:lnTo>
                  <a:lnTo>
                    <a:pt x="5478447" y="1582301"/>
                  </a:lnTo>
                  <a:lnTo>
                    <a:pt x="5479505" y="1580143"/>
                  </a:lnTo>
                  <a:lnTo>
                    <a:pt x="5480563" y="1578056"/>
                  </a:lnTo>
                  <a:lnTo>
                    <a:pt x="5481620" y="1576014"/>
                  </a:lnTo>
                  <a:lnTo>
                    <a:pt x="5482678" y="1573915"/>
                  </a:lnTo>
                  <a:lnTo>
                    <a:pt x="5483736" y="1571735"/>
                  </a:lnTo>
                  <a:lnTo>
                    <a:pt x="5484794" y="1569411"/>
                  </a:lnTo>
                  <a:lnTo>
                    <a:pt x="5485852" y="1566911"/>
                  </a:lnTo>
                  <a:lnTo>
                    <a:pt x="5486910" y="1564154"/>
                  </a:lnTo>
                  <a:lnTo>
                    <a:pt x="5487967" y="1561053"/>
                  </a:lnTo>
                  <a:lnTo>
                    <a:pt x="5489025" y="1557540"/>
                  </a:lnTo>
                  <a:lnTo>
                    <a:pt x="5490083" y="1553621"/>
                  </a:lnTo>
                  <a:lnTo>
                    <a:pt x="5491141" y="1549214"/>
                  </a:lnTo>
                  <a:lnTo>
                    <a:pt x="5492199" y="1544254"/>
                  </a:lnTo>
                  <a:lnTo>
                    <a:pt x="5493257" y="1538595"/>
                  </a:lnTo>
                  <a:lnTo>
                    <a:pt x="5494314" y="1532097"/>
                  </a:lnTo>
                  <a:lnTo>
                    <a:pt x="5495372" y="1524840"/>
                  </a:lnTo>
                  <a:lnTo>
                    <a:pt x="5496430" y="1516878"/>
                  </a:lnTo>
                  <a:lnTo>
                    <a:pt x="5497488" y="1508341"/>
                  </a:lnTo>
                  <a:lnTo>
                    <a:pt x="5498546" y="1499446"/>
                  </a:lnTo>
                  <a:lnTo>
                    <a:pt x="5499604" y="1490185"/>
                  </a:lnTo>
                  <a:lnTo>
                    <a:pt x="5500662" y="1480648"/>
                  </a:lnTo>
                  <a:lnTo>
                    <a:pt x="5501719" y="1470773"/>
                  </a:lnTo>
                  <a:lnTo>
                    <a:pt x="5502777" y="1460593"/>
                  </a:lnTo>
                  <a:lnTo>
                    <a:pt x="5503835" y="1450204"/>
                  </a:lnTo>
                  <a:lnTo>
                    <a:pt x="5504893" y="1439668"/>
                  </a:lnTo>
                  <a:lnTo>
                    <a:pt x="5505951" y="1428976"/>
                  </a:lnTo>
                  <a:lnTo>
                    <a:pt x="5507009" y="1418196"/>
                  </a:lnTo>
                  <a:lnTo>
                    <a:pt x="5508066" y="1407340"/>
                  </a:lnTo>
                  <a:lnTo>
                    <a:pt x="5509124" y="1396524"/>
                  </a:lnTo>
                  <a:lnTo>
                    <a:pt x="5510182" y="1385860"/>
                  </a:lnTo>
                  <a:lnTo>
                    <a:pt x="5511240" y="1375362"/>
                  </a:lnTo>
                  <a:lnTo>
                    <a:pt x="5512298" y="1365094"/>
                  </a:lnTo>
                  <a:lnTo>
                    <a:pt x="5513356" y="1355065"/>
                  </a:lnTo>
                  <a:lnTo>
                    <a:pt x="5514413" y="1345262"/>
                  </a:lnTo>
                  <a:lnTo>
                    <a:pt x="5515471" y="1335728"/>
                  </a:lnTo>
                  <a:lnTo>
                    <a:pt x="5516529" y="1326427"/>
                  </a:lnTo>
                  <a:lnTo>
                    <a:pt x="5517587" y="1317376"/>
                  </a:lnTo>
                  <a:lnTo>
                    <a:pt x="5518645" y="1308568"/>
                  </a:lnTo>
                  <a:lnTo>
                    <a:pt x="5519703" y="1300000"/>
                  </a:lnTo>
                  <a:lnTo>
                    <a:pt x="5520760" y="1291675"/>
                  </a:lnTo>
                  <a:lnTo>
                    <a:pt x="5521818" y="1283661"/>
                  </a:lnTo>
                  <a:lnTo>
                    <a:pt x="5522876" y="1276032"/>
                  </a:lnTo>
                  <a:lnTo>
                    <a:pt x="5523934" y="1268780"/>
                  </a:lnTo>
                  <a:lnTo>
                    <a:pt x="5524992" y="1261864"/>
                  </a:lnTo>
                  <a:lnTo>
                    <a:pt x="5526050" y="1255271"/>
                  </a:lnTo>
                  <a:lnTo>
                    <a:pt x="5527108" y="1249008"/>
                  </a:lnTo>
                  <a:lnTo>
                    <a:pt x="5528165" y="1243042"/>
                  </a:lnTo>
                  <a:lnTo>
                    <a:pt x="5529223" y="1237374"/>
                  </a:lnTo>
                  <a:lnTo>
                    <a:pt x="5530281" y="1231975"/>
                  </a:lnTo>
                  <a:lnTo>
                    <a:pt x="5531339" y="1226925"/>
                  </a:lnTo>
                  <a:lnTo>
                    <a:pt x="5532397" y="1222268"/>
                  </a:lnTo>
                  <a:lnTo>
                    <a:pt x="5533455" y="1217974"/>
                  </a:lnTo>
                  <a:lnTo>
                    <a:pt x="5534512" y="1214101"/>
                  </a:lnTo>
                  <a:lnTo>
                    <a:pt x="5535570" y="1210784"/>
                  </a:lnTo>
                  <a:lnTo>
                    <a:pt x="5536628" y="1208072"/>
                  </a:lnTo>
                  <a:lnTo>
                    <a:pt x="5537686" y="1205974"/>
                  </a:lnTo>
                  <a:lnTo>
                    <a:pt x="5538744" y="1204503"/>
                  </a:lnTo>
                  <a:lnTo>
                    <a:pt x="5539802" y="1203761"/>
                  </a:lnTo>
                  <a:lnTo>
                    <a:pt x="5540859" y="1203850"/>
                  </a:lnTo>
                  <a:lnTo>
                    <a:pt x="5541917" y="1204861"/>
                  </a:lnTo>
                  <a:lnTo>
                    <a:pt x="5542975" y="1206770"/>
                  </a:lnTo>
                  <a:lnTo>
                    <a:pt x="5544033" y="1209559"/>
                  </a:lnTo>
                  <a:lnTo>
                    <a:pt x="5545091" y="1213217"/>
                  </a:lnTo>
                  <a:lnTo>
                    <a:pt x="5546149" y="1217823"/>
                  </a:lnTo>
                  <a:lnTo>
                    <a:pt x="5547206" y="1223460"/>
                  </a:lnTo>
                  <a:lnTo>
                    <a:pt x="5548264" y="1230033"/>
                  </a:lnTo>
                  <a:lnTo>
                    <a:pt x="5549322" y="1237559"/>
                  </a:lnTo>
                  <a:lnTo>
                    <a:pt x="5550380" y="1245987"/>
                  </a:lnTo>
                  <a:lnTo>
                    <a:pt x="5551438" y="1255107"/>
                  </a:lnTo>
                  <a:lnTo>
                    <a:pt x="5552496" y="1264771"/>
                  </a:lnTo>
                  <a:lnTo>
                    <a:pt x="5553554" y="1274889"/>
                  </a:lnTo>
                  <a:lnTo>
                    <a:pt x="5554611" y="1285372"/>
                  </a:lnTo>
                  <a:lnTo>
                    <a:pt x="5555669" y="1296140"/>
                  </a:lnTo>
                  <a:lnTo>
                    <a:pt x="5556727" y="1307082"/>
                  </a:lnTo>
                  <a:lnTo>
                    <a:pt x="5557785" y="1318117"/>
                  </a:lnTo>
                  <a:lnTo>
                    <a:pt x="5558843" y="1329220"/>
                  </a:lnTo>
                  <a:lnTo>
                    <a:pt x="5559901" y="1340338"/>
                  </a:lnTo>
                  <a:lnTo>
                    <a:pt x="5560958" y="1351498"/>
                  </a:lnTo>
                  <a:lnTo>
                    <a:pt x="5562016" y="1362685"/>
                  </a:lnTo>
                  <a:lnTo>
                    <a:pt x="5563074" y="1373842"/>
                  </a:lnTo>
                  <a:lnTo>
                    <a:pt x="5564132" y="1384942"/>
                  </a:lnTo>
                  <a:lnTo>
                    <a:pt x="5565190" y="1395913"/>
                  </a:lnTo>
                  <a:lnTo>
                    <a:pt x="5566248" y="1406684"/>
                  </a:lnTo>
                  <a:lnTo>
                    <a:pt x="5567305" y="1417319"/>
                  </a:lnTo>
                  <a:lnTo>
                    <a:pt x="5568363" y="1427855"/>
                  </a:lnTo>
                  <a:lnTo>
                    <a:pt x="5569421" y="1438367"/>
                  </a:lnTo>
                  <a:lnTo>
                    <a:pt x="5570479" y="1449009"/>
                  </a:lnTo>
                  <a:lnTo>
                    <a:pt x="5571537" y="1459860"/>
                  </a:lnTo>
                  <a:lnTo>
                    <a:pt x="5572595" y="1470951"/>
                  </a:lnTo>
                  <a:lnTo>
                    <a:pt x="5573652" y="1482319"/>
                  </a:lnTo>
                  <a:lnTo>
                    <a:pt x="5574710" y="1493944"/>
                  </a:lnTo>
                  <a:lnTo>
                    <a:pt x="5575768" y="1505724"/>
                  </a:lnTo>
                  <a:lnTo>
                    <a:pt x="5576826" y="1517560"/>
                  </a:lnTo>
                  <a:lnTo>
                    <a:pt x="5577884" y="1529351"/>
                  </a:lnTo>
                  <a:lnTo>
                    <a:pt x="5578942" y="1541030"/>
                  </a:lnTo>
                  <a:lnTo>
                    <a:pt x="5580000" y="1552554"/>
                  </a:lnTo>
                  <a:lnTo>
                    <a:pt x="5581057" y="1563891"/>
                  </a:lnTo>
                  <a:lnTo>
                    <a:pt x="5582115" y="1574961"/>
                  </a:lnTo>
                  <a:lnTo>
                    <a:pt x="5583173" y="1585732"/>
                  </a:lnTo>
                  <a:lnTo>
                    <a:pt x="5584231" y="1596196"/>
                  </a:lnTo>
                  <a:lnTo>
                    <a:pt x="5585289" y="1606187"/>
                  </a:lnTo>
                  <a:lnTo>
                    <a:pt x="5586347" y="1615575"/>
                  </a:lnTo>
                  <a:lnTo>
                    <a:pt x="5587404" y="1624294"/>
                  </a:lnTo>
                  <a:lnTo>
                    <a:pt x="5588462" y="1632212"/>
                  </a:lnTo>
                  <a:lnTo>
                    <a:pt x="5589520" y="1639160"/>
                  </a:lnTo>
                  <a:lnTo>
                    <a:pt x="5590578" y="1645156"/>
                  </a:lnTo>
                  <a:lnTo>
                    <a:pt x="5591636" y="1650181"/>
                  </a:lnTo>
                  <a:lnTo>
                    <a:pt x="5592694" y="1654215"/>
                  </a:lnTo>
                  <a:lnTo>
                    <a:pt x="5593751" y="1657135"/>
                  </a:lnTo>
                  <a:lnTo>
                    <a:pt x="5594809" y="1658816"/>
                  </a:lnTo>
                  <a:lnTo>
                    <a:pt x="5595867" y="1659209"/>
                  </a:lnTo>
                  <a:lnTo>
                    <a:pt x="5596925" y="1658343"/>
                  </a:lnTo>
                  <a:lnTo>
                    <a:pt x="5597983" y="1656266"/>
                  </a:lnTo>
                  <a:lnTo>
                    <a:pt x="5599041" y="1652975"/>
                  </a:lnTo>
                  <a:lnTo>
                    <a:pt x="5600098" y="1648424"/>
                  </a:lnTo>
                  <a:lnTo>
                    <a:pt x="5601156" y="1642710"/>
                  </a:lnTo>
                  <a:lnTo>
                    <a:pt x="5602214" y="1635893"/>
                  </a:lnTo>
                  <a:lnTo>
                    <a:pt x="5603272" y="1627998"/>
                  </a:lnTo>
                  <a:lnTo>
                    <a:pt x="5604330" y="1619066"/>
                  </a:lnTo>
                  <a:lnTo>
                    <a:pt x="5605388" y="1609266"/>
                  </a:lnTo>
                  <a:lnTo>
                    <a:pt x="5606446" y="1598680"/>
                  </a:lnTo>
                  <a:lnTo>
                    <a:pt x="5607503" y="1587409"/>
                  </a:lnTo>
                  <a:lnTo>
                    <a:pt x="5608561" y="1575538"/>
                  </a:lnTo>
                  <a:lnTo>
                    <a:pt x="5609619" y="1563144"/>
                  </a:lnTo>
                  <a:lnTo>
                    <a:pt x="5610677" y="1550285"/>
                  </a:lnTo>
                  <a:lnTo>
                    <a:pt x="5611735" y="1537024"/>
                  </a:lnTo>
                  <a:lnTo>
                    <a:pt x="5612793" y="1523420"/>
                  </a:lnTo>
                  <a:lnTo>
                    <a:pt x="5613850" y="1509495"/>
                  </a:lnTo>
                  <a:lnTo>
                    <a:pt x="5614908" y="1495254"/>
                  </a:lnTo>
                  <a:lnTo>
                    <a:pt x="5615966" y="1480681"/>
                  </a:lnTo>
                  <a:lnTo>
                    <a:pt x="5617024" y="1465745"/>
                  </a:lnTo>
                  <a:lnTo>
                    <a:pt x="5618082" y="1450471"/>
                  </a:lnTo>
                  <a:lnTo>
                    <a:pt x="5619140" y="1434902"/>
                  </a:lnTo>
                  <a:lnTo>
                    <a:pt x="5620197" y="1418965"/>
                  </a:lnTo>
                  <a:lnTo>
                    <a:pt x="5621255" y="1402521"/>
                  </a:lnTo>
                  <a:lnTo>
                    <a:pt x="5622313" y="1385494"/>
                  </a:lnTo>
                  <a:lnTo>
                    <a:pt x="5623371" y="1367764"/>
                  </a:lnTo>
                  <a:lnTo>
                    <a:pt x="5624429" y="1349238"/>
                  </a:lnTo>
                  <a:lnTo>
                    <a:pt x="5625487" y="1329897"/>
                  </a:lnTo>
                  <a:lnTo>
                    <a:pt x="5626544" y="1309711"/>
                  </a:lnTo>
                  <a:lnTo>
                    <a:pt x="5627602" y="1288715"/>
                  </a:lnTo>
                  <a:lnTo>
                    <a:pt x="5628660" y="1266995"/>
                  </a:lnTo>
                  <a:lnTo>
                    <a:pt x="5629718" y="1244651"/>
                  </a:lnTo>
                  <a:lnTo>
                    <a:pt x="5630776" y="1221802"/>
                  </a:lnTo>
                  <a:lnTo>
                    <a:pt x="5631834" y="1198542"/>
                  </a:lnTo>
                  <a:lnTo>
                    <a:pt x="5632892" y="1174895"/>
                  </a:lnTo>
                  <a:lnTo>
                    <a:pt x="5633949" y="1150885"/>
                  </a:lnTo>
                  <a:lnTo>
                    <a:pt x="5635007" y="1126582"/>
                  </a:lnTo>
                  <a:lnTo>
                    <a:pt x="5636065" y="1102174"/>
                  </a:lnTo>
                  <a:lnTo>
                    <a:pt x="5637123" y="1077678"/>
                  </a:lnTo>
                  <a:lnTo>
                    <a:pt x="5638181" y="1053150"/>
                  </a:lnTo>
                  <a:lnTo>
                    <a:pt x="5639239" y="1028751"/>
                  </a:lnTo>
                  <a:lnTo>
                    <a:pt x="5640296" y="1004597"/>
                  </a:lnTo>
                  <a:lnTo>
                    <a:pt x="5641354" y="980784"/>
                  </a:lnTo>
                  <a:lnTo>
                    <a:pt x="5642412" y="957470"/>
                  </a:lnTo>
                  <a:lnTo>
                    <a:pt x="5643470" y="934646"/>
                  </a:lnTo>
                  <a:lnTo>
                    <a:pt x="5644528" y="912262"/>
                  </a:lnTo>
                  <a:lnTo>
                    <a:pt x="5645586" y="890334"/>
                  </a:lnTo>
                  <a:lnTo>
                    <a:pt x="5646643" y="868872"/>
                  </a:lnTo>
                  <a:lnTo>
                    <a:pt x="5647701" y="848028"/>
                  </a:lnTo>
                  <a:lnTo>
                    <a:pt x="5648759" y="827958"/>
                  </a:lnTo>
                  <a:lnTo>
                    <a:pt x="5649817" y="808748"/>
                  </a:lnTo>
                  <a:lnTo>
                    <a:pt x="5650875" y="790372"/>
                  </a:lnTo>
                  <a:lnTo>
                    <a:pt x="5651933" y="772840"/>
                  </a:lnTo>
                  <a:lnTo>
                    <a:pt x="5652990" y="756219"/>
                  </a:lnTo>
                  <a:lnTo>
                    <a:pt x="5654048" y="740493"/>
                  </a:lnTo>
                  <a:lnTo>
                    <a:pt x="5655106" y="725551"/>
                  </a:lnTo>
                  <a:lnTo>
                    <a:pt x="5656164" y="711360"/>
                  </a:lnTo>
                  <a:lnTo>
                    <a:pt x="5657222" y="697841"/>
                  </a:lnTo>
                  <a:lnTo>
                    <a:pt x="5658280" y="684967"/>
                  </a:lnTo>
                  <a:lnTo>
                    <a:pt x="5659338" y="672703"/>
                  </a:lnTo>
                  <a:lnTo>
                    <a:pt x="5660395" y="661024"/>
                  </a:lnTo>
                  <a:lnTo>
                    <a:pt x="5661453" y="649932"/>
                  </a:lnTo>
                  <a:lnTo>
                    <a:pt x="5662511" y="639443"/>
                  </a:lnTo>
                  <a:lnTo>
                    <a:pt x="5663569" y="629550"/>
                  </a:lnTo>
                  <a:lnTo>
                    <a:pt x="5664627" y="620191"/>
                  </a:lnTo>
                  <a:lnTo>
                    <a:pt x="5665685" y="611239"/>
                  </a:lnTo>
                  <a:lnTo>
                    <a:pt x="5666742" y="602606"/>
                  </a:lnTo>
                  <a:lnTo>
                    <a:pt x="5667800" y="594213"/>
                  </a:lnTo>
                  <a:lnTo>
                    <a:pt x="5668858" y="586018"/>
                  </a:lnTo>
                  <a:lnTo>
                    <a:pt x="5669916" y="578070"/>
                  </a:lnTo>
                  <a:lnTo>
                    <a:pt x="5670974" y="570396"/>
                  </a:lnTo>
                  <a:lnTo>
                    <a:pt x="5672032" y="562961"/>
                  </a:lnTo>
                  <a:lnTo>
                    <a:pt x="5673089" y="555759"/>
                  </a:lnTo>
                  <a:lnTo>
                    <a:pt x="5674147" y="548850"/>
                  </a:lnTo>
                  <a:lnTo>
                    <a:pt x="5675205" y="542329"/>
                  </a:lnTo>
                  <a:lnTo>
                    <a:pt x="5676263" y="536194"/>
                  </a:lnTo>
                  <a:lnTo>
                    <a:pt x="5677321" y="530425"/>
                  </a:lnTo>
                  <a:lnTo>
                    <a:pt x="5678379" y="524958"/>
                  </a:lnTo>
                  <a:lnTo>
                    <a:pt x="5679436" y="519713"/>
                  </a:lnTo>
                  <a:lnTo>
                    <a:pt x="5680494" y="514684"/>
                  </a:lnTo>
                  <a:lnTo>
                    <a:pt x="5681552" y="509923"/>
                  </a:lnTo>
                  <a:lnTo>
                    <a:pt x="5682610" y="505376"/>
                  </a:lnTo>
                  <a:lnTo>
                    <a:pt x="5683668" y="501071"/>
                  </a:lnTo>
                  <a:lnTo>
                    <a:pt x="5684726" y="496965"/>
                  </a:lnTo>
                  <a:lnTo>
                    <a:pt x="5685784" y="493085"/>
                  </a:lnTo>
                  <a:lnTo>
                    <a:pt x="5686841" y="489489"/>
                  </a:lnTo>
                  <a:lnTo>
                    <a:pt x="5687899" y="486236"/>
                  </a:lnTo>
                  <a:lnTo>
                    <a:pt x="5688957" y="483280"/>
                  </a:lnTo>
                  <a:lnTo>
                    <a:pt x="5690015" y="480545"/>
                  </a:lnTo>
                  <a:lnTo>
                    <a:pt x="5691073" y="478008"/>
                  </a:lnTo>
                  <a:lnTo>
                    <a:pt x="5692131" y="475659"/>
                  </a:lnTo>
                  <a:lnTo>
                    <a:pt x="5693188" y="473437"/>
                  </a:lnTo>
                  <a:lnTo>
                    <a:pt x="5694246" y="471345"/>
                  </a:lnTo>
                  <a:lnTo>
                    <a:pt x="5695304" y="469398"/>
                  </a:lnTo>
                  <a:lnTo>
                    <a:pt x="5696362" y="467604"/>
                  </a:lnTo>
                  <a:lnTo>
                    <a:pt x="5697420" y="466005"/>
                  </a:lnTo>
                  <a:lnTo>
                    <a:pt x="5698478" y="464650"/>
                  </a:lnTo>
                  <a:lnTo>
                    <a:pt x="5699535" y="463572"/>
                  </a:lnTo>
                  <a:lnTo>
                    <a:pt x="5700593" y="462774"/>
                  </a:lnTo>
                  <a:lnTo>
                    <a:pt x="5701651" y="462145"/>
                  </a:lnTo>
                  <a:lnTo>
                    <a:pt x="5702709" y="461553"/>
                  </a:lnTo>
                  <a:lnTo>
                    <a:pt x="5703767" y="460969"/>
                  </a:lnTo>
                  <a:lnTo>
                    <a:pt x="5704825" y="460431"/>
                  </a:lnTo>
                  <a:lnTo>
                    <a:pt x="5705882" y="459952"/>
                  </a:lnTo>
                  <a:lnTo>
                    <a:pt x="5706940" y="459495"/>
                  </a:lnTo>
                  <a:lnTo>
                    <a:pt x="5707998" y="459091"/>
                  </a:lnTo>
                  <a:lnTo>
                    <a:pt x="5709056" y="458744"/>
                  </a:lnTo>
                  <a:lnTo>
                    <a:pt x="5710114" y="458491"/>
                  </a:lnTo>
                  <a:lnTo>
                    <a:pt x="5711172" y="458358"/>
                  </a:lnTo>
                  <a:lnTo>
                    <a:pt x="5712230" y="458307"/>
                  </a:lnTo>
                  <a:lnTo>
                    <a:pt x="5713287" y="458350"/>
                  </a:lnTo>
                  <a:lnTo>
                    <a:pt x="5714345" y="458527"/>
                  </a:lnTo>
                  <a:lnTo>
                    <a:pt x="5715403" y="458781"/>
                  </a:lnTo>
                  <a:lnTo>
                    <a:pt x="5716461" y="459045"/>
                  </a:lnTo>
                  <a:lnTo>
                    <a:pt x="5717519" y="459349"/>
                  </a:lnTo>
                  <a:lnTo>
                    <a:pt x="5718577" y="459798"/>
                  </a:lnTo>
                  <a:lnTo>
                    <a:pt x="5719634" y="460487"/>
                  </a:lnTo>
                  <a:lnTo>
                    <a:pt x="5720692" y="461491"/>
                  </a:lnTo>
                  <a:lnTo>
                    <a:pt x="5721750" y="462853"/>
                  </a:lnTo>
                  <a:lnTo>
                    <a:pt x="5722808" y="464627"/>
                  </a:lnTo>
                  <a:lnTo>
                    <a:pt x="5723866" y="466873"/>
                  </a:lnTo>
                  <a:lnTo>
                    <a:pt x="5724924" y="469609"/>
                  </a:lnTo>
                  <a:lnTo>
                    <a:pt x="5725981" y="472860"/>
                  </a:lnTo>
                  <a:lnTo>
                    <a:pt x="5727039" y="476654"/>
                  </a:lnTo>
                  <a:lnTo>
                    <a:pt x="5728097" y="481008"/>
                  </a:lnTo>
                  <a:lnTo>
                    <a:pt x="5729155" y="485901"/>
                  </a:lnTo>
                  <a:lnTo>
                    <a:pt x="5730213" y="491326"/>
                  </a:lnTo>
                  <a:lnTo>
                    <a:pt x="5731271" y="497313"/>
                  </a:lnTo>
                  <a:lnTo>
                    <a:pt x="5732328" y="503988"/>
                  </a:lnTo>
                  <a:lnTo>
                    <a:pt x="5733386" y="511390"/>
                  </a:lnTo>
                  <a:lnTo>
                    <a:pt x="5734444" y="519452"/>
                  </a:lnTo>
                  <a:lnTo>
                    <a:pt x="5735502" y="528058"/>
                  </a:lnTo>
                  <a:lnTo>
                    <a:pt x="5736560" y="537107"/>
                  </a:lnTo>
                  <a:lnTo>
                    <a:pt x="5737618" y="546550"/>
                  </a:lnTo>
                  <a:lnTo>
                    <a:pt x="5738676" y="556338"/>
                  </a:lnTo>
                  <a:lnTo>
                    <a:pt x="5739733" y="566403"/>
                  </a:lnTo>
                  <a:lnTo>
                    <a:pt x="5740791" y="576746"/>
                  </a:lnTo>
                  <a:lnTo>
                    <a:pt x="5741849" y="587297"/>
                  </a:lnTo>
                  <a:lnTo>
                    <a:pt x="5742907" y="598026"/>
                  </a:lnTo>
                  <a:lnTo>
                    <a:pt x="5743965" y="608875"/>
                  </a:lnTo>
                  <a:lnTo>
                    <a:pt x="5745023" y="619769"/>
                  </a:lnTo>
                  <a:lnTo>
                    <a:pt x="5746080" y="630670"/>
                  </a:lnTo>
                  <a:lnTo>
                    <a:pt x="5747138" y="641559"/>
                  </a:lnTo>
                  <a:lnTo>
                    <a:pt x="5748196" y="652351"/>
                  </a:lnTo>
                  <a:lnTo>
                    <a:pt x="5749254" y="662990"/>
                  </a:lnTo>
                  <a:lnTo>
                    <a:pt x="5750312" y="673467"/>
                  </a:lnTo>
                  <a:lnTo>
                    <a:pt x="5751370" y="683783"/>
                  </a:lnTo>
                  <a:lnTo>
                    <a:pt x="5752427" y="693977"/>
                  </a:lnTo>
                  <a:lnTo>
                    <a:pt x="5753485" y="703986"/>
                  </a:lnTo>
                  <a:lnTo>
                    <a:pt x="5754543" y="713766"/>
                  </a:lnTo>
                  <a:lnTo>
                    <a:pt x="5755601" y="723403"/>
                  </a:lnTo>
                  <a:lnTo>
                    <a:pt x="5756659" y="732965"/>
                  </a:lnTo>
                  <a:lnTo>
                    <a:pt x="5757717" y="742410"/>
                  </a:lnTo>
                  <a:lnTo>
                    <a:pt x="5758774" y="751713"/>
                  </a:lnTo>
                  <a:lnTo>
                    <a:pt x="5759832" y="760952"/>
                  </a:lnTo>
                  <a:lnTo>
                    <a:pt x="5760890" y="770199"/>
                  </a:lnTo>
                  <a:lnTo>
                    <a:pt x="5761948" y="779444"/>
                  </a:lnTo>
                  <a:lnTo>
                    <a:pt x="5763006" y="788709"/>
                  </a:lnTo>
                  <a:lnTo>
                    <a:pt x="5764064" y="797849"/>
                  </a:lnTo>
                  <a:lnTo>
                    <a:pt x="5765122" y="806872"/>
                  </a:lnTo>
                  <a:lnTo>
                    <a:pt x="5766179" y="815784"/>
                  </a:lnTo>
                  <a:lnTo>
                    <a:pt x="5767237" y="824508"/>
                  </a:lnTo>
                  <a:lnTo>
                    <a:pt x="5768295" y="832967"/>
                  </a:lnTo>
                  <a:lnTo>
                    <a:pt x="5769353" y="841225"/>
                  </a:lnTo>
                  <a:lnTo>
                    <a:pt x="5770411" y="849320"/>
                  </a:lnTo>
                  <a:lnTo>
                    <a:pt x="5771469" y="857165"/>
                  </a:lnTo>
                  <a:lnTo>
                    <a:pt x="5772526" y="864611"/>
                  </a:lnTo>
                  <a:lnTo>
                    <a:pt x="5773584" y="871560"/>
                  </a:lnTo>
                  <a:lnTo>
                    <a:pt x="5774642" y="877988"/>
                  </a:lnTo>
                  <a:lnTo>
                    <a:pt x="5775700" y="883839"/>
                  </a:lnTo>
                  <a:lnTo>
                    <a:pt x="5776758" y="888968"/>
                  </a:lnTo>
                  <a:lnTo>
                    <a:pt x="5777816" y="893316"/>
                  </a:lnTo>
                  <a:lnTo>
                    <a:pt x="5778873" y="896874"/>
                  </a:lnTo>
                  <a:lnTo>
                    <a:pt x="5779931" y="899650"/>
                  </a:lnTo>
                  <a:lnTo>
                    <a:pt x="5780989" y="901544"/>
                  </a:lnTo>
                  <a:lnTo>
                    <a:pt x="5782047" y="902525"/>
                  </a:lnTo>
                  <a:lnTo>
                    <a:pt x="5783105" y="902661"/>
                  </a:lnTo>
                  <a:lnTo>
                    <a:pt x="5784163" y="902035"/>
                  </a:lnTo>
                  <a:lnTo>
                    <a:pt x="5785220" y="900606"/>
                  </a:lnTo>
                  <a:lnTo>
                    <a:pt x="5786278" y="898375"/>
                  </a:lnTo>
                  <a:lnTo>
                    <a:pt x="5787336" y="895405"/>
                  </a:lnTo>
                  <a:lnTo>
                    <a:pt x="5788394" y="891851"/>
                  </a:lnTo>
                  <a:lnTo>
                    <a:pt x="5789452" y="887790"/>
                  </a:lnTo>
                  <a:lnTo>
                    <a:pt x="5790510" y="883294"/>
                  </a:lnTo>
                  <a:lnTo>
                    <a:pt x="5791568" y="878385"/>
                  </a:lnTo>
                  <a:lnTo>
                    <a:pt x="5792625" y="873095"/>
                  </a:lnTo>
                  <a:lnTo>
                    <a:pt x="5793683" y="867366"/>
                  </a:lnTo>
                  <a:lnTo>
                    <a:pt x="5794741" y="861230"/>
                  </a:lnTo>
                  <a:lnTo>
                    <a:pt x="5795799" y="854792"/>
                  </a:lnTo>
                  <a:lnTo>
                    <a:pt x="5796857" y="848222"/>
                  </a:lnTo>
                  <a:lnTo>
                    <a:pt x="5797915" y="841659"/>
                  </a:lnTo>
                  <a:lnTo>
                    <a:pt x="5798972" y="835150"/>
                  </a:lnTo>
                  <a:lnTo>
                    <a:pt x="5800030" y="828693"/>
                  </a:lnTo>
                  <a:lnTo>
                    <a:pt x="5801088" y="822360"/>
                  </a:lnTo>
                  <a:lnTo>
                    <a:pt x="5802146" y="816115"/>
                  </a:lnTo>
                  <a:lnTo>
                    <a:pt x="5803204" y="809888"/>
                  </a:lnTo>
                  <a:lnTo>
                    <a:pt x="5804262" y="803580"/>
                  </a:lnTo>
                  <a:lnTo>
                    <a:pt x="5805319" y="797143"/>
                  </a:lnTo>
                  <a:lnTo>
                    <a:pt x="5806377" y="790537"/>
                  </a:lnTo>
                  <a:lnTo>
                    <a:pt x="5807435" y="783825"/>
                  </a:lnTo>
                  <a:lnTo>
                    <a:pt x="5808493" y="777043"/>
                  </a:lnTo>
                  <a:lnTo>
                    <a:pt x="5809551" y="770139"/>
                  </a:lnTo>
                  <a:lnTo>
                    <a:pt x="5810609" y="763074"/>
                  </a:lnTo>
                  <a:lnTo>
                    <a:pt x="5811666" y="755813"/>
                  </a:lnTo>
                  <a:lnTo>
                    <a:pt x="5812724" y="748293"/>
                  </a:lnTo>
                  <a:lnTo>
                    <a:pt x="5813782" y="740348"/>
                  </a:lnTo>
                  <a:lnTo>
                    <a:pt x="5814840" y="732020"/>
                  </a:lnTo>
                  <a:lnTo>
                    <a:pt x="5815898" y="723318"/>
                  </a:lnTo>
                  <a:lnTo>
                    <a:pt x="5816956" y="714373"/>
                  </a:lnTo>
                  <a:lnTo>
                    <a:pt x="5818014" y="705339"/>
                  </a:lnTo>
                  <a:lnTo>
                    <a:pt x="5819071" y="696260"/>
                  </a:lnTo>
                  <a:lnTo>
                    <a:pt x="5820129" y="687170"/>
                  </a:lnTo>
                  <a:lnTo>
                    <a:pt x="5821187" y="678157"/>
                  </a:lnTo>
                  <a:lnTo>
                    <a:pt x="5822245" y="669253"/>
                  </a:lnTo>
                  <a:lnTo>
                    <a:pt x="5823303" y="660435"/>
                  </a:lnTo>
                  <a:lnTo>
                    <a:pt x="5824361" y="651688"/>
                  </a:lnTo>
                  <a:lnTo>
                    <a:pt x="5825418" y="643149"/>
                  </a:lnTo>
                  <a:lnTo>
                    <a:pt x="5826476" y="634941"/>
                  </a:lnTo>
                  <a:lnTo>
                    <a:pt x="5827534" y="627151"/>
                  </a:lnTo>
                  <a:lnTo>
                    <a:pt x="5828592" y="619729"/>
                  </a:lnTo>
                  <a:lnTo>
                    <a:pt x="5829650" y="612712"/>
                  </a:lnTo>
                  <a:lnTo>
                    <a:pt x="5830708" y="606126"/>
                  </a:lnTo>
                  <a:lnTo>
                    <a:pt x="5831765" y="599930"/>
                  </a:lnTo>
                  <a:lnTo>
                    <a:pt x="5832823" y="594056"/>
                  </a:lnTo>
                  <a:lnTo>
                    <a:pt x="5833881" y="588504"/>
                  </a:lnTo>
                  <a:lnTo>
                    <a:pt x="5834939" y="583351"/>
                  </a:lnTo>
                  <a:lnTo>
                    <a:pt x="5835997" y="578582"/>
                  </a:lnTo>
                  <a:lnTo>
                    <a:pt x="5837055" y="574122"/>
                  </a:lnTo>
                  <a:lnTo>
                    <a:pt x="5838112" y="569969"/>
                  </a:lnTo>
                  <a:lnTo>
                    <a:pt x="5839170" y="566087"/>
                  </a:lnTo>
                  <a:lnTo>
                    <a:pt x="5840228" y="562382"/>
                  </a:lnTo>
                  <a:lnTo>
                    <a:pt x="5841286" y="558777"/>
                  </a:lnTo>
                  <a:lnTo>
                    <a:pt x="5842344" y="555217"/>
                  </a:lnTo>
                  <a:lnTo>
                    <a:pt x="5843402" y="551701"/>
                  </a:lnTo>
                  <a:lnTo>
                    <a:pt x="5844460" y="548304"/>
                  </a:lnTo>
                  <a:lnTo>
                    <a:pt x="5845517" y="545080"/>
                  </a:lnTo>
                  <a:lnTo>
                    <a:pt x="5846575" y="542077"/>
                  </a:lnTo>
                  <a:lnTo>
                    <a:pt x="5847633" y="539313"/>
                  </a:lnTo>
                  <a:lnTo>
                    <a:pt x="5848691" y="536740"/>
                  </a:lnTo>
                  <a:lnTo>
                    <a:pt x="5849749" y="534267"/>
                  </a:lnTo>
                  <a:lnTo>
                    <a:pt x="5850807" y="531820"/>
                  </a:lnTo>
                  <a:lnTo>
                    <a:pt x="5851864" y="529484"/>
                  </a:lnTo>
                  <a:lnTo>
                    <a:pt x="5852922" y="527400"/>
                  </a:lnTo>
                  <a:lnTo>
                    <a:pt x="5853980" y="525595"/>
                  </a:lnTo>
                  <a:lnTo>
                    <a:pt x="5855038" y="524163"/>
                  </a:lnTo>
                  <a:lnTo>
                    <a:pt x="5856096" y="523338"/>
                  </a:lnTo>
                  <a:lnTo>
                    <a:pt x="5857154" y="523262"/>
                  </a:lnTo>
                  <a:lnTo>
                    <a:pt x="5858211" y="523972"/>
                  </a:lnTo>
                  <a:lnTo>
                    <a:pt x="5859269" y="525515"/>
                  </a:lnTo>
                  <a:lnTo>
                    <a:pt x="5860327" y="527996"/>
                  </a:lnTo>
                  <a:lnTo>
                    <a:pt x="5861385" y="531319"/>
                  </a:lnTo>
                  <a:lnTo>
                    <a:pt x="5862443" y="535443"/>
                  </a:lnTo>
                  <a:lnTo>
                    <a:pt x="5863501" y="540400"/>
                  </a:lnTo>
                  <a:lnTo>
                    <a:pt x="5864558" y="546184"/>
                  </a:lnTo>
                  <a:lnTo>
                    <a:pt x="5865616" y="552785"/>
                  </a:lnTo>
                  <a:lnTo>
                    <a:pt x="5866674" y="560191"/>
                  </a:lnTo>
                  <a:lnTo>
                    <a:pt x="5867732" y="568364"/>
                  </a:lnTo>
                  <a:lnTo>
                    <a:pt x="5868790" y="577171"/>
                  </a:lnTo>
                  <a:lnTo>
                    <a:pt x="5869848" y="586545"/>
                  </a:lnTo>
                  <a:lnTo>
                    <a:pt x="5870906" y="596249"/>
                  </a:lnTo>
                  <a:lnTo>
                    <a:pt x="5871963" y="606183"/>
                  </a:lnTo>
                  <a:lnTo>
                    <a:pt x="5873021" y="616278"/>
                  </a:lnTo>
                  <a:lnTo>
                    <a:pt x="5874079" y="626500"/>
                  </a:lnTo>
                  <a:lnTo>
                    <a:pt x="5875137" y="636789"/>
                  </a:lnTo>
                  <a:lnTo>
                    <a:pt x="5876195" y="647032"/>
                  </a:lnTo>
                  <a:lnTo>
                    <a:pt x="5877253" y="657242"/>
                  </a:lnTo>
                  <a:lnTo>
                    <a:pt x="5878310" y="667394"/>
                  </a:lnTo>
                  <a:lnTo>
                    <a:pt x="5879368" y="677342"/>
                  </a:lnTo>
                  <a:lnTo>
                    <a:pt x="5880426" y="686979"/>
                  </a:lnTo>
                  <a:lnTo>
                    <a:pt x="5881484" y="696287"/>
                  </a:lnTo>
                  <a:lnTo>
                    <a:pt x="5882542" y="705355"/>
                  </a:lnTo>
                  <a:lnTo>
                    <a:pt x="5883600" y="714239"/>
                  </a:lnTo>
                  <a:lnTo>
                    <a:pt x="5884657" y="723045"/>
                  </a:lnTo>
                  <a:lnTo>
                    <a:pt x="5885715" y="731813"/>
                  </a:lnTo>
                  <a:lnTo>
                    <a:pt x="5886773" y="740619"/>
                  </a:lnTo>
                  <a:lnTo>
                    <a:pt x="5887831" y="749443"/>
                  </a:lnTo>
                  <a:lnTo>
                    <a:pt x="5888889" y="758274"/>
                  </a:lnTo>
                  <a:lnTo>
                    <a:pt x="5889947" y="767140"/>
                  </a:lnTo>
                  <a:lnTo>
                    <a:pt x="5891004" y="776029"/>
                  </a:lnTo>
                  <a:lnTo>
                    <a:pt x="5892062" y="784945"/>
                  </a:lnTo>
                  <a:lnTo>
                    <a:pt x="5893120" y="793971"/>
                  </a:lnTo>
                  <a:lnTo>
                    <a:pt x="5894178" y="803134"/>
                  </a:lnTo>
                  <a:lnTo>
                    <a:pt x="5895236" y="812499"/>
                  </a:lnTo>
                  <a:lnTo>
                    <a:pt x="5896294" y="822031"/>
                  </a:lnTo>
                  <a:lnTo>
                    <a:pt x="5897352" y="831710"/>
                  </a:lnTo>
                  <a:lnTo>
                    <a:pt x="5898409" y="841415"/>
                  </a:lnTo>
                  <a:lnTo>
                    <a:pt x="5899467" y="851058"/>
                  </a:lnTo>
                  <a:lnTo>
                    <a:pt x="5900525" y="860526"/>
                  </a:lnTo>
                  <a:lnTo>
                    <a:pt x="5901583" y="869787"/>
                  </a:lnTo>
                  <a:lnTo>
                    <a:pt x="5902641" y="878818"/>
                  </a:lnTo>
                  <a:lnTo>
                    <a:pt x="5903699" y="887595"/>
                  </a:lnTo>
                  <a:lnTo>
                    <a:pt x="5904756" y="895973"/>
                  </a:lnTo>
                  <a:lnTo>
                    <a:pt x="5905814" y="903735"/>
                  </a:lnTo>
                  <a:lnTo>
                    <a:pt x="5906872" y="910709"/>
                  </a:lnTo>
                  <a:lnTo>
                    <a:pt x="5907930" y="916789"/>
                  </a:lnTo>
                  <a:lnTo>
                    <a:pt x="5908988" y="921779"/>
                  </a:lnTo>
                  <a:lnTo>
                    <a:pt x="5910046" y="925514"/>
                  </a:lnTo>
                  <a:lnTo>
                    <a:pt x="5911103" y="927926"/>
                  </a:lnTo>
                  <a:lnTo>
                    <a:pt x="5912161" y="929004"/>
                  </a:lnTo>
                  <a:lnTo>
                    <a:pt x="5913219" y="928664"/>
                  </a:lnTo>
                  <a:lnTo>
                    <a:pt x="5914277" y="926877"/>
                  </a:lnTo>
                  <a:lnTo>
                    <a:pt x="5915335" y="923721"/>
                  </a:lnTo>
                  <a:lnTo>
                    <a:pt x="5916393" y="919258"/>
                  </a:lnTo>
                  <a:lnTo>
                    <a:pt x="5917450" y="913515"/>
                  </a:lnTo>
                  <a:lnTo>
                    <a:pt x="5918508" y="906546"/>
                  </a:lnTo>
                  <a:lnTo>
                    <a:pt x="5919566" y="898498"/>
                  </a:lnTo>
                  <a:lnTo>
                    <a:pt x="5920624" y="889506"/>
                  </a:lnTo>
                  <a:lnTo>
                    <a:pt x="5921682" y="879729"/>
                  </a:lnTo>
                  <a:lnTo>
                    <a:pt x="5922740" y="869256"/>
                  </a:lnTo>
                  <a:lnTo>
                    <a:pt x="5923798" y="858264"/>
                  </a:lnTo>
                  <a:lnTo>
                    <a:pt x="5924855" y="846893"/>
                  </a:lnTo>
                  <a:lnTo>
                    <a:pt x="5925913" y="835193"/>
                  </a:lnTo>
                  <a:lnTo>
                    <a:pt x="5926971" y="823188"/>
                  </a:lnTo>
                  <a:lnTo>
                    <a:pt x="5928029" y="810920"/>
                  </a:lnTo>
                  <a:lnTo>
                    <a:pt x="5929087" y="798482"/>
                  </a:lnTo>
                  <a:lnTo>
                    <a:pt x="5930145" y="785959"/>
                  </a:lnTo>
                  <a:lnTo>
                    <a:pt x="5931202" y="773381"/>
                  </a:lnTo>
                  <a:lnTo>
                    <a:pt x="5932260" y="760813"/>
                  </a:lnTo>
                  <a:lnTo>
                    <a:pt x="5933318" y="748358"/>
                  </a:lnTo>
                  <a:lnTo>
                    <a:pt x="5934376" y="736116"/>
                  </a:lnTo>
                  <a:lnTo>
                    <a:pt x="5935434" y="724083"/>
                  </a:lnTo>
                  <a:lnTo>
                    <a:pt x="5936492" y="712172"/>
                  </a:lnTo>
                  <a:lnTo>
                    <a:pt x="5937549" y="700347"/>
                  </a:lnTo>
                  <a:lnTo>
                    <a:pt x="5938607" y="688562"/>
                  </a:lnTo>
                  <a:lnTo>
                    <a:pt x="5939665" y="676777"/>
                  </a:lnTo>
                  <a:lnTo>
                    <a:pt x="5940723" y="664986"/>
                  </a:lnTo>
                  <a:lnTo>
                    <a:pt x="5941781" y="653210"/>
                  </a:lnTo>
                  <a:lnTo>
                    <a:pt x="5942839" y="641458"/>
                  </a:lnTo>
                  <a:lnTo>
                    <a:pt x="5943896" y="629739"/>
                  </a:lnTo>
                  <a:lnTo>
                    <a:pt x="5944954" y="618055"/>
                  </a:lnTo>
                  <a:lnTo>
                    <a:pt x="5946012" y="606346"/>
                  </a:lnTo>
                  <a:lnTo>
                    <a:pt x="5947070" y="594591"/>
                  </a:lnTo>
                  <a:lnTo>
                    <a:pt x="5948128" y="582748"/>
                  </a:lnTo>
                  <a:lnTo>
                    <a:pt x="5949186" y="570847"/>
                  </a:lnTo>
                  <a:lnTo>
                    <a:pt x="5950244" y="558887"/>
                  </a:lnTo>
                  <a:lnTo>
                    <a:pt x="5951301" y="546828"/>
                  </a:lnTo>
                  <a:lnTo>
                    <a:pt x="5952359" y="534790"/>
                  </a:lnTo>
                  <a:lnTo>
                    <a:pt x="5953417" y="522895"/>
                  </a:lnTo>
                  <a:lnTo>
                    <a:pt x="5954475" y="511284"/>
                  </a:lnTo>
                  <a:lnTo>
                    <a:pt x="5955533" y="500073"/>
                  </a:lnTo>
                  <a:lnTo>
                    <a:pt x="5956591" y="489306"/>
                  </a:lnTo>
                  <a:lnTo>
                    <a:pt x="5957648" y="479014"/>
                  </a:lnTo>
                  <a:lnTo>
                    <a:pt x="5958706" y="469344"/>
                  </a:lnTo>
                  <a:lnTo>
                    <a:pt x="5959764" y="460411"/>
                  </a:lnTo>
                  <a:lnTo>
                    <a:pt x="5960822" y="452315"/>
                  </a:lnTo>
                  <a:lnTo>
                    <a:pt x="5961880" y="445158"/>
                  </a:lnTo>
                  <a:lnTo>
                    <a:pt x="5962938" y="439018"/>
                  </a:lnTo>
                  <a:lnTo>
                    <a:pt x="5963995" y="434032"/>
                  </a:lnTo>
                  <a:lnTo>
                    <a:pt x="5965053" y="430216"/>
                  </a:lnTo>
                  <a:lnTo>
                    <a:pt x="5966111" y="427583"/>
                  </a:lnTo>
                  <a:lnTo>
                    <a:pt x="5967169" y="426279"/>
                  </a:lnTo>
                  <a:lnTo>
                    <a:pt x="5968227" y="426281"/>
                  </a:lnTo>
                  <a:lnTo>
                    <a:pt x="5969285" y="427537"/>
                  </a:lnTo>
                  <a:lnTo>
                    <a:pt x="5970342" y="429993"/>
                  </a:lnTo>
                  <a:lnTo>
                    <a:pt x="5971400" y="433605"/>
                  </a:lnTo>
                  <a:lnTo>
                    <a:pt x="5972458" y="438340"/>
                  </a:lnTo>
                  <a:lnTo>
                    <a:pt x="5973516" y="444079"/>
                  </a:lnTo>
                  <a:lnTo>
                    <a:pt x="5974574" y="450725"/>
                  </a:lnTo>
                  <a:lnTo>
                    <a:pt x="5975632" y="458205"/>
                  </a:lnTo>
                  <a:lnTo>
                    <a:pt x="5976690" y="466502"/>
                  </a:lnTo>
                  <a:lnTo>
                    <a:pt x="5977747" y="475520"/>
                  </a:lnTo>
                  <a:lnTo>
                    <a:pt x="5978805" y="485279"/>
                  </a:lnTo>
                  <a:lnTo>
                    <a:pt x="5979863" y="495814"/>
                  </a:lnTo>
                  <a:lnTo>
                    <a:pt x="5980921" y="507175"/>
                  </a:lnTo>
                  <a:lnTo>
                    <a:pt x="5981979" y="519359"/>
                  </a:lnTo>
                  <a:lnTo>
                    <a:pt x="5983037" y="532288"/>
                  </a:lnTo>
                  <a:lnTo>
                    <a:pt x="5984094" y="545990"/>
                  </a:lnTo>
                  <a:lnTo>
                    <a:pt x="5985152" y="560454"/>
                  </a:lnTo>
                  <a:lnTo>
                    <a:pt x="5986210" y="575710"/>
                  </a:lnTo>
                  <a:lnTo>
                    <a:pt x="5987268" y="591735"/>
                  </a:lnTo>
                  <a:lnTo>
                    <a:pt x="5988326" y="608485"/>
                  </a:lnTo>
                  <a:lnTo>
                    <a:pt x="5989384" y="626058"/>
                  </a:lnTo>
                  <a:lnTo>
                    <a:pt x="5990441" y="644463"/>
                  </a:lnTo>
                  <a:lnTo>
                    <a:pt x="5991499" y="663697"/>
                  </a:lnTo>
                  <a:lnTo>
                    <a:pt x="5992557" y="683792"/>
                  </a:lnTo>
                  <a:lnTo>
                    <a:pt x="5993615" y="704822"/>
                  </a:lnTo>
                  <a:lnTo>
                    <a:pt x="5994673" y="726796"/>
                  </a:lnTo>
                  <a:lnTo>
                    <a:pt x="5995731" y="749700"/>
                  </a:lnTo>
                  <a:lnTo>
                    <a:pt x="5996788" y="773517"/>
                  </a:lnTo>
                  <a:lnTo>
                    <a:pt x="5997846" y="798276"/>
                  </a:lnTo>
                  <a:lnTo>
                    <a:pt x="5998904" y="823978"/>
                  </a:lnTo>
                  <a:lnTo>
                    <a:pt x="5999962" y="850586"/>
                  </a:lnTo>
                  <a:lnTo>
                    <a:pt x="6001020" y="878091"/>
                  </a:lnTo>
                  <a:lnTo>
                    <a:pt x="6002078" y="906474"/>
                  </a:lnTo>
                  <a:lnTo>
                    <a:pt x="6003136" y="935646"/>
                  </a:lnTo>
                  <a:lnTo>
                    <a:pt x="6004193" y="965667"/>
                  </a:lnTo>
                  <a:lnTo>
                    <a:pt x="6005251" y="996517"/>
                  </a:lnTo>
                  <a:lnTo>
                    <a:pt x="6006309" y="1028143"/>
                  </a:lnTo>
                  <a:lnTo>
                    <a:pt x="6007367" y="1060432"/>
                  </a:lnTo>
                  <a:lnTo>
                    <a:pt x="6008425" y="1093275"/>
                  </a:lnTo>
                  <a:lnTo>
                    <a:pt x="6009483" y="1126572"/>
                  </a:lnTo>
                  <a:lnTo>
                    <a:pt x="6010540" y="1160246"/>
                  </a:lnTo>
                  <a:lnTo>
                    <a:pt x="6011598" y="1194191"/>
                  </a:lnTo>
                  <a:lnTo>
                    <a:pt x="6012656" y="1228345"/>
                  </a:lnTo>
                  <a:lnTo>
                    <a:pt x="6013714" y="1262666"/>
                  </a:lnTo>
                  <a:lnTo>
                    <a:pt x="6014772" y="1297098"/>
                  </a:lnTo>
                  <a:lnTo>
                    <a:pt x="6015830" y="1331651"/>
                  </a:lnTo>
                  <a:lnTo>
                    <a:pt x="6016887" y="1366229"/>
                  </a:lnTo>
                  <a:lnTo>
                    <a:pt x="6017945" y="1400709"/>
                  </a:lnTo>
                  <a:lnTo>
                    <a:pt x="6019003" y="1434984"/>
                  </a:lnTo>
                  <a:lnTo>
                    <a:pt x="6020061" y="1468975"/>
                  </a:lnTo>
                  <a:lnTo>
                    <a:pt x="6021119" y="1502606"/>
                  </a:lnTo>
                  <a:lnTo>
                    <a:pt x="6022177" y="1535862"/>
                  </a:lnTo>
                  <a:lnTo>
                    <a:pt x="6023234" y="1568834"/>
                  </a:lnTo>
                  <a:lnTo>
                    <a:pt x="6024292" y="1601560"/>
                  </a:lnTo>
                  <a:lnTo>
                    <a:pt x="6025350" y="1634041"/>
                  </a:lnTo>
                  <a:lnTo>
                    <a:pt x="6026408" y="1666321"/>
                  </a:lnTo>
                  <a:lnTo>
                    <a:pt x="6027466" y="1698493"/>
                  </a:lnTo>
                  <a:lnTo>
                    <a:pt x="6028524" y="1730516"/>
                  </a:lnTo>
                  <a:lnTo>
                    <a:pt x="6029582" y="1762284"/>
                  </a:lnTo>
                  <a:lnTo>
                    <a:pt x="6030639" y="1793766"/>
                  </a:lnTo>
                  <a:lnTo>
                    <a:pt x="6031697" y="1824896"/>
                  </a:lnTo>
                  <a:lnTo>
                    <a:pt x="6032755" y="1855568"/>
                  </a:lnTo>
                  <a:lnTo>
                    <a:pt x="6033813" y="1885704"/>
                  </a:lnTo>
                  <a:lnTo>
                    <a:pt x="6034871" y="1915317"/>
                  </a:lnTo>
                  <a:lnTo>
                    <a:pt x="6035929" y="1944391"/>
                  </a:lnTo>
                  <a:lnTo>
                    <a:pt x="6036986" y="1972883"/>
                  </a:lnTo>
                  <a:lnTo>
                    <a:pt x="6038044" y="2000773"/>
                  </a:lnTo>
                  <a:lnTo>
                    <a:pt x="6039102" y="2027987"/>
                  </a:lnTo>
                  <a:lnTo>
                    <a:pt x="6040160" y="2054450"/>
                  </a:lnTo>
                  <a:lnTo>
                    <a:pt x="6041218" y="2080145"/>
                  </a:lnTo>
                  <a:lnTo>
                    <a:pt x="6042276" y="2105017"/>
                  </a:lnTo>
                  <a:lnTo>
                    <a:pt x="6043333" y="2128975"/>
                  </a:lnTo>
                  <a:lnTo>
                    <a:pt x="6044391" y="2152132"/>
                  </a:lnTo>
                  <a:lnTo>
                    <a:pt x="6045449" y="2174583"/>
                  </a:lnTo>
                  <a:lnTo>
                    <a:pt x="6046507" y="2196223"/>
                  </a:lnTo>
                  <a:lnTo>
                    <a:pt x="6047565" y="2216952"/>
                  </a:lnTo>
                  <a:lnTo>
                    <a:pt x="6048623" y="2236785"/>
                  </a:lnTo>
                  <a:lnTo>
                    <a:pt x="6049680" y="2255714"/>
                  </a:lnTo>
                  <a:lnTo>
                    <a:pt x="6050738" y="2273551"/>
                  </a:lnTo>
                  <a:lnTo>
                    <a:pt x="6051796" y="2290248"/>
                  </a:lnTo>
                  <a:lnTo>
                    <a:pt x="6052854" y="2305852"/>
                  </a:lnTo>
                  <a:lnTo>
                    <a:pt x="6053912" y="2320345"/>
                  </a:lnTo>
                  <a:lnTo>
                    <a:pt x="6054970" y="2333727"/>
                  </a:lnTo>
                  <a:lnTo>
                    <a:pt x="6056028" y="2346050"/>
                  </a:lnTo>
                  <a:lnTo>
                    <a:pt x="6057085" y="2357337"/>
                  </a:lnTo>
                  <a:lnTo>
                    <a:pt x="6058143" y="2367557"/>
                  </a:lnTo>
                  <a:lnTo>
                    <a:pt x="6059201" y="2376714"/>
                  </a:lnTo>
                  <a:lnTo>
                    <a:pt x="6060259" y="2384759"/>
                  </a:lnTo>
                  <a:lnTo>
                    <a:pt x="6061317" y="2391662"/>
                  </a:lnTo>
                  <a:lnTo>
                    <a:pt x="6062375" y="2397473"/>
                  </a:lnTo>
                  <a:lnTo>
                    <a:pt x="6063432" y="2402239"/>
                  </a:lnTo>
                  <a:lnTo>
                    <a:pt x="6064490" y="2406056"/>
                  </a:lnTo>
                  <a:lnTo>
                    <a:pt x="6065548" y="2409004"/>
                  </a:lnTo>
                  <a:lnTo>
                    <a:pt x="6066606" y="2411195"/>
                  </a:lnTo>
                  <a:lnTo>
                    <a:pt x="6067664" y="2412689"/>
                  </a:lnTo>
                  <a:lnTo>
                    <a:pt x="6068722" y="2413504"/>
                  </a:lnTo>
                  <a:lnTo>
                    <a:pt x="6069779" y="2413666"/>
                  </a:lnTo>
                  <a:lnTo>
                    <a:pt x="6070837" y="2413174"/>
                  </a:lnTo>
                  <a:lnTo>
                    <a:pt x="6071895" y="2412031"/>
                  </a:lnTo>
                  <a:lnTo>
                    <a:pt x="6072953" y="2410159"/>
                  </a:lnTo>
                  <a:lnTo>
                    <a:pt x="6074011" y="2407539"/>
                  </a:lnTo>
                  <a:lnTo>
                    <a:pt x="6075069" y="2404113"/>
                  </a:lnTo>
                  <a:lnTo>
                    <a:pt x="6076126" y="2399805"/>
                  </a:lnTo>
                  <a:lnTo>
                    <a:pt x="6077184" y="2394555"/>
                  </a:lnTo>
                  <a:lnTo>
                    <a:pt x="6078242" y="2388312"/>
                  </a:lnTo>
                  <a:lnTo>
                    <a:pt x="6079300" y="2381032"/>
                  </a:lnTo>
                  <a:lnTo>
                    <a:pt x="6080358" y="2372599"/>
                  </a:lnTo>
                  <a:lnTo>
                    <a:pt x="6081416" y="2363017"/>
                  </a:lnTo>
                  <a:lnTo>
                    <a:pt x="6082474" y="2352396"/>
                  </a:lnTo>
                  <a:lnTo>
                    <a:pt x="6083531" y="2340812"/>
                  </a:lnTo>
                  <a:lnTo>
                    <a:pt x="6084589" y="2328203"/>
                  </a:lnTo>
                  <a:lnTo>
                    <a:pt x="6085647" y="2314585"/>
                  </a:lnTo>
                  <a:lnTo>
                    <a:pt x="6086705" y="2300022"/>
                  </a:lnTo>
                  <a:lnTo>
                    <a:pt x="6087763" y="2284511"/>
                  </a:lnTo>
                  <a:lnTo>
                    <a:pt x="6088821" y="2268024"/>
                  </a:lnTo>
                  <a:lnTo>
                    <a:pt x="6089878" y="2250562"/>
                  </a:lnTo>
                  <a:lnTo>
                    <a:pt x="6090936" y="2232160"/>
                  </a:lnTo>
                  <a:lnTo>
                    <a:pt x="6091994" y="2212806"/>
                  </a:lnTo>
                  <a:lnTo>
                    <a:pt x="6093052" y="2192526"/>
                  </a:lnTo>
                  <a:lnTo>
                    <a:pt x="6094110" y="2171329"/>
                  </a:lnTo>
                  <a:lnTo>
                    <a:pt x="6095168" y="2149215"/>
                  </a:lnTo>
                  <a:lnTo>
                    <a:pt x="6096225" y="2126237"/>
                  </a:lnTo>
                  <a:lnTo>
                    <a:pt x="6097283" y="2102276"/>
                  </a:lnTo>
                  <a:lnTo>
                    <a:pt x="6098341" y="2077151"/>
                  </a:lnTo>
                  <a:lnTo>
                    <a:pt x="6099399" y="2050791"/>
                  </a:lnTo>
                  <a:lnTo>
                    <a:pt x="6100457" y="2023329"/>
                  </a:lnTo>
                  <a:lnTo>
                    <a:pt x="6101515" y="1994849"/>
                  </a:lnTo>
                  <a:lnTo>
                    <a:pt x="6102572" y="1965322"/>
                  </a:lnTo>
                  <a:lnTo>
                    <a:pt x="6103630" y="1934909"/>
                  </a:lnTo>
                  <a:lnTo>
                    <a:pt x="6104688" y="1903836"/>
                  </a:lnTo>
                  <a:lnTo>
                    <a:pt x="6105746" y="1872144"/>
                  </a:lnTo>
                  <a:lnTo>
                    <a:pt x="6106804" y="1839921"/>
                  </a:lnTo>
                  <a:lnTo>
                    <a:pt x="6107862" y="1807259"/>
                  </a:lnTo>
                  <a:lnTo>
                    <a:pt x="6108920" y="1774183"/>
                  </a:lnTo>
                  <a:lnTo>
                    <a:pt x="6109977" y="1740697"/>
                  </a:lnTo>
                  <a:lnTo>
                    <a:pt x="6111035" y="1706816"/>
                  </a:lnTo>
                  <a:lnTo>
                    <a:pt x="6112093" y="1672567"/>
                  </a:lnTo>
                  <a:lnTo>
                    <a:pt x="6113151" y="1638089"/>
                  </a:lnTo>
                  <a:lnTo>
                    <a:pt x="6114209" y="1603503"/>
                  </a:lnTo>
                  <a:lnTo>
                    <a:pt x="6115267" y="1568890"/>
                  </a:lnTo>
                  <a:lnTo>
                    <a:pt x="6116324" y="1534277"/>
                  </a:lnTo>
                  <a:lnTo>
                    <a:pt x="6117382" y="1499690"/>
                  </a:lnTo>
                  <a:lnTo>
                    <a:pt x="6118440" y="1465125"/>
                  </a:lnTo>
                  <a:lnTo>
                    <a:pt x="6119498" y="1430500"/>
                  </a:lnTo>
                  <a:lnTo>
                    <a:pt x="6120556" y="1395676"/>
                  </a:lnTo>
                  <a:lnTo>
                    <a:pt x="6121614" y="1360562"/>
                  </a:lnTo>
                  <a:lnTo>
                    <a:pt x="6122671" y="1325112"/>
                  </a:lnTo>
                  <a:lnTo>
                    <a:pt x="6123729" y="1289402"/>
                  </a:lnTo>
                  <a:lnTo>
                    <a:pt x="6124787" y="1253686"/>
                  </a:lnTo>
                  <a:lnTo>
                    <a:pt x="6125845" y="1218187"/>
                  </a:lnTo>
                  <a:lnTo>
                    <a:pt x="6126903" y="1183197"/>
                  </a:lnTo>
                  <a:lnTo>
                    <a:pt x="6127961" y="1148860"/>
                  </a:lnTo>
                  <a:lnTo>
                    <a:pt x="6129018" y="1115248"/>
                  </a:lnTo>
                  <a:lnTo>
                    <a:pt x="6130076" y="1082371"/>
                  </a:lnTo>
                  <a:lnTo>
                    <a:pt x="6131134" y="1050268"/>
                  </a:lnTo>
                  <a:lnTo>
                    <a:pt x="6132192" y="1019043"/>
                  </a:lnTo>
                  <a:lnTo>
                    <a:pt x="6133250" y="988752"/>
                  </a:lnTo>
                  <a:lnTo>
                    <a:pt x="6134308" y="959482"/>
                  </a:lnTo>
                  <a:lnTo>
                    <a:pt x="6135366" y="931259"/>
                  </a:lnTo>
                  <a:lnTo>
                    <a:pt x="6136423" y="904087"/>
                  </a:lnTo>
                  <a:lnTo>
                    <a:pt x="6137481" y="878101"/>
                  </a:lnTo>
                  <a:lnTo>
                    <a:pt x="6138539" y="853449"/>
                  </a:lnTo>
                  <a:lnTo>
                    <a:pt x="6139597" y="830152"/>
                  </a:lnTo>
                  <a:lnTo>
                    <a:pt x="6140655" y="808189"/>
                  </a:lnTo>
                  <a:lnTo>
                    <a:pt x="6141713" y="787583"/>
                  </a:lnTo>
                  <a:lnTo>
                    <a:pt x="6142770" y="768244"/>
                  </a:lnTo>
                  <a:lnTo>
                    <a:pt x="6143828" y="750085"/>
                  </a:lnTo>
                  <a:lnTo>
                    <a:pt x="6144886" y="733118"/>
                  </a:lnTo>
                  <a:lnTo>
                    <a:pt x="6145944" y="717397"/>
                  </a:lnTo>
                  <a:lnTo>
                    <a:pt x="6147002" y="702903"/>
                  </a:lnTo>
                  <a:lnTo>
                    <a:pt x="6148060" y="689609"/>
                  </a:lnTo>
                  <a:lnTo>
                    <a:pt x="6149117" y="677540"/>
                  </a:lnTo>
                  <a:lnTo>
                    <a:pt x="6150175" y="666761"/>
                  </a:lnTo>
                  <a:lnTo>
                    <a:pt x="6151233" y="657371"/>
                  </a:lnTo>
                  <a:lnTo>
                    <a:pt x="6152291" y="649466"/>
                  </a:lnTo>
                  <a:lnTo>
                    <a:pt x="6153349" y="642948"/>
                  </a:lnTo>
                  <a:lnTo>
                    <a:pt x="6154407" y="637682"/>
                  </a:lnTo>
                  <a:lnTo>
                    <a:pt x="6155464" y="633629"/>
                  </a:lnTo>
                  <a:lnTo>
                    <a:pt x="6156522" y="630772"/>
                  </a:lnTo>
                  <a:lnTo>
                    <a:pt x="6157580" y="628974"/>
                  </a:lnTo>
                  <a:lnTo>
                    <a:pt x="6158638" y="628203"/>
                  </a:lnTo>
                  <a:lnTo>
                    <a:pt x="6159696" y="628478"/>
                  </a:lnTo>
                  <a:lnTo>
                    <a:pt x="6160754" y="629671"/>
                  </a:lnTo>
                  <a:lnTo>
                    <a:pt x="6161812" y="631735"/>
                  </a:lnTo>
                  <a:lnTo>
                    <a:pt x="6162869" y="634633"/>
                  </a:lnTo>
                  <a:lnTo>
                    <a:pt x="6163927" y="638323"/>
                  </a:lnTo>
                  <a:lnTo>
                    <a:pt x="6164985" y="642727"/>
                  </a:lnTo>
                  <a:lnTo>
                    <a:pt x="6166043" y="647649"/>
                  </a:lnTo>
                  <a:lnTo>
                    <a:pt x="6167101" y="652902"/>
                  </a:lnTo>
                  <a:lnTo>
                    <a:pt x="6168159" y="658357"/>
                  </a:lnTo>
                  <a:lnTo>
                    <a:pt x="6169216" y="664053"/>
                  </a:lnTo>
                  <a:lnTo>
                    <a:pt x="6170274" y="669937"/>
                  </a:lnTo>
                  <a:lnTo>
                    <a:pt x="6171332" y="675927"/>
                  </a:lnTo>
                  <a:lnTo>
                    <a:pt x="6172390" y="681944"/>
                  </a:lnTo>
                  <a:lnTo>
                    <a:pt x="6173448" y="688028"/>
                  </a:lnTo>
                  <a:lnTo>
                    <a:pt x="6174506" y="694209"/>
                  </a:lnTo>
                  <a:lnTo>
                    <a:pt x="6175563" y="700531"/>
                  </a:lnTo>
                  <a:lnTo>
                    <a:pt x="6176621" y="707012"/>
                  </a:lnTo>
                  <a:lnTo>
                    <a:pt x="6177679" y="713438"/>
                  </a:lnTo>
                  <a:lnTo>
                    <a:pt x="6178737" y="719605"/>
                  </a:lnTo>
                  <a:lnTo>
                    <a:pt x="6179795" y="725295"/>
                  </a:lnTo>
                  <a:lnTo>
                    <a:pt x="6180853" y="730383"/>
                  </a:lnTo>
                  <a:lnTo>
                    <a:pt x="6181910" y="734851"/>
                  </a:lnTo>
                  <a:lnTo>
                    <a:pt x="6182968" y="738724"/>
                  </a:lnTo>
                  <a:lnTo>
                    <a:pt x="6184026" y="742032"/>
                  </a:lnTo>
                  <a:lnTo>
                    <a:pt x="6185084" y="744663"/>
                  </a:lnTo>
                  <a:lnTo>
                    <a:pt x="6186142" y="746582"/>
                  </a:lnTo>
                  <a:lnTo>
                    <a:pt x="6187200" y="747751"/>
                  </a:lnTo>
                  <a:lnTo>
                    <a:pt x="6188258" y="748101"/>
                  </a:lnTo>
                  <a:lnTo>
                    <a:pt x="6189315" y="747515"/>
                  </a:lnTo>
                  <a:lnTo>
                    <a:pt x="6190373" y="745930"/>
                  </a:lnTo>
                  <a:lnTo>
                    <a:pt x="6191431" y="743233"/>
                  </a:lnTo>
                  <a:lnTo>
                    <a:pt x="6192489" y="739337"/>
                  </a:lnTo>
                  <a:lnTo>
                    <a:pt x="6193547" y="734240"/>
                  </a:lnTo>
                  <a:lnTo>
                    <a:pt x="6194605" y="727976"/>
                  </a:lnTo>
                  <a:lnTo>
                    <a:pt x="6195662" y="720649"/>
                  </a:lnTo>
                  <a:lnTo>
                    <a:pt x="6196720" y="712422"/>
                  </a:lnTo>
                  <a:lnTo>
                    <a:pt x="6197778" y="703366"/>
                  </a:lnTo>
                  <a:lnTo>
                    <a:pt x="6198836" y="693500"/>
                  </a:lnTo>
                  <a:lnTo>
                    <a:pt x="6199894" y="682838"/>
                  </a:lnTo>
                  <a:lnTo>
                    <a:pt x="6200952" y="671497"/>
                  </a:lnTo>
                  <a:lnTo>
                    <a:pt x="6202009" y="659426"/>
                  </a:lnTo>
                  <a:lnTo>
                    <a:pt x="6203067" y="646583"/>
                  </a:lnTo>
                  <a:lnTo>
                    <a:pt x="6204125" y="632962"/>
                  </a:lnTo>
                  <a:lnTo>
                    <a:pt x="6205183" y="618638"/>
                  </a:lnTo>
                  <a:lnTo>
                    <a:pt x="6206241" y="603685"/>
                  </a:lnTo>
                  <a:lnTo>
                    <a:pt x="6207299" y="588193"/>
                  </a:lnTo>
                  <a:lnTo>
                    <a:pt x="6208356" y="572295"/>
                  </a:lnTo>
                  <a:lnTo>
                    <a:pt x="6209414" y="556022"/>
                  </a:lnTo>
                  <a:lnTo>
                    <a:pt x="6210472" y="539377"/>
                  </a:lnTo>
                  <a:lnTo>
                    <a:pt x="6211530" y="522309"/>
                  </a:lnTo>
                  <a:lnTo>
                    <a:pt x="6212588" y="504728"/>
                  </a:lnTo>
                  <a:lnTo>
                    <a:pt x="6213646" y="486643"/>
                  </a:lnTo>
                  <a:lnTo>
                    <a:pt x="6214704" y="468107"/>
                  </a:lnTo>
                  <a:lnTo>
                    <a:pt x="6215761" y="449145"/>
                  </a:lnTo>
                  <a:lnTo>
                    <a:pt x="6216819" y="429769"/>
                  </a:lnTo>
                  <a:lnTo>
                    <a:pt x="6217877" y="410079"/>
                  </a:lnTo>
                  <a:lnTo>
                    <a:pt x="6218935" y="390225"/>
                  </a:lnTo>
                  <a:lnTo>
                    <a:pt x="6219993" y="370448"/>
                  </a:lnTo>
                  <a:lnTo>
                    <a:pt x="6221051" y="350837"/>
                  </a:lnTo>
                  <a:lnTo>
                    <a:pt x="6222108" y="331380"/>
                  </a:lnTo>
                  <a:lnTo>
                    <a:pt x="6223166" y="312038"/>
                  </a:lnTo>
                  <a:lnTo>
                    <a:pt x="6224224" y="292846"/>
                  </a:lnTo>
                  <a:lnTo>
                    <a:pt x="6225282" y="273928"/>
                  </a:lnTo>
                  <a:lnTo>
                    <a:pt x="6226340" y="255344"/>
                  </a:lnTo>
                  <a:lnTo>
                    <a:pt x="6227398" y="237194"/>
                  </a:lnTo>
                  <a:lnTo>
                    <a:pt x="6228455" y="219504"/>
                  </a:lnTo>
                  <a:lnTo>
                    <a:pt x="6229513" y="202286"/>
                  </a:lnTo>
                  <a:lnTo>
                    <a:pt x="6230571" y="185593"/>
                  </a:lnTo>
                  <a:lnTo>
                    <a:pt x="6231629" y="169506"/>
                  </a:lnTo>
                  <a:lnTo>
                    <a:pt x="6232687" y="154055"/>
                  </a:lnTo>
                  <a:lnTo>
                    <a:pt x="6233745" y="139265"/>
                  </a:lnTo>
                  <a:lnTo>
                    <a:pt x="6234802" y="125136"/>
                  </a:lnTo>
                  <a:lnTo>
                    <a:pt x="6235860" y="111660"/>
                  </a:lnTo>
                  <a:lnTo>
                    <a:pt x="6236918" y="98805"/>
                  </a:lnTo>
                  <a:lnTo>
                    <a:pt x="6237976" y="86606"/>
                  </a:lnTo>
                  <a:lnTo>
                    <a:pt x="6239034" y="75169"/>
                  </a:lnTo>
                  <a:lnTo>
                    <a:pt x="6240092" y="64472"/>
                  </a:lnTo>
                  <a:lnTo>
                    <a:pt x="6241150" y="54494"/>
                  </a:lnTo>
                  <a:lnTo>
                    <a:pt x="6242207" y="45322"/>
                  </a:lnTo>
                  <a:lnTo>
                    <a:pt x="6243265" y="36976"/>
                  </a:lnTo>
                  <a:lnTo>
                    <a:pt x="6244323" y="29490"/>
                  </a:lnTo>
                  <a:lnTo>
                    <a:pt x="6245381" y="22891"/>
                  </a:lnTo>
                  <a:lnTo>
                    <a:pt x="6246439" y="17159"/>
                  </a:lnTo>
                  <a:lnTo>
                    <a:pt x="6247497" y="12325"/>
                  </a:lnTo>
                  <a:lnTo>
                    <a:pt x="6248554" y="8372"/>
                  </a:lnTo>
                  <a:lnTo>
                    <a:pt x="6249612" y="5248"/>
                  </a:lnTo>
                  <a:lnTo>
                    <a:pt x="6250670" y="2882"/>
                  </a:lnTo>
                  <a:lnTo>
                    <a:pt x="6251728" y="1254"/>
                  </a:lnTo>
                  <a:lnTo>
                    <a:pt x="6252786" y="317"/>
                  </a:lnTo>
                  <a:lnTo>
                    <a:pt x="6253844" y="0"/>
                  </a:lnTo>
                  <a:lnTo>
                    <a:pt x="6254901" y="262"/>
                  </a:lnTo>
                  <a:lnTo>
                    <a:pt x="6255959" y="1268"/>
                  </a:lnTo>
                  <a:lnTo>
                    <a:pt x="6257017" y="3017"/>
                  </a:lnTo>
                  <a:lnTo>
                    <a:pt x="6258075" y="5451"/>
                  </a:lnTo>
                  <a:lnTo>
                    <a:pt x="6259133" y="8541"/>
                  </a:lnTo>
                  <a:lnTo>
                    <a:pt x="6260191" y="12221"/>
                  </a:lnTo>
                  <a:lnTo>
                    <a:pt x="6261248" y="16411"/>
                  </a:lnTo>
                  <a:lnTo>
                    <a:pt x="6262306" y="21028"/>
                  </a:lnTo>
                  <a:lnTo>
                    <a:pt x="6263364" y="26079"/>
                  </a:lnTo>
                  <a:lnTo>
                    <a:pt x="6264422" y="31564"/>
                  </a:lnTo>
                  <a:lnTo>
                    <a:pt x="6265480" y="37521"/>
                  </a:lnTo>
                  <a:lnTo>
                    <a:pt x="6266538" y="43986"/>
                  </a:lnTo>
                  <a:lnTo>
                    <a:pt x="6267595" y="50890"/>
                  </a:lnTo>
                  <a:lnTo>
                    <a:pt x="6268653" y="58277"/>
                  </a:lnTo>
                  <a:lnTo>
                    <a:pt x="6269711" y="66212"/>
                  </a:lnTo>
                  <a:lnTo>
                    <a:pt x="6270769" y="74681"/>
                  </a:lnTo>
                  <a:lnTo>
                    <a:pt x="6271827" y="83620"/>
                  </a:lnTo>
                  <a:lnTo>
                    <a:pt x="6272885" y="92905"/>
                  </a:lnTo>
                  <a:lnTo>
                    <a:pt x="6273943" y="102455"/>
                  </a:lnTo>
                  <a:lnTo>
                    <a:pt x="6275000" y="112241"/>
                  </a:lnTo>
                  <a:lnTo>
                    <a:pt x="6276058" y="122310"/>
                  </a:lnTo>
                  <a:lnTo>
                    <a:pt x="6277116" y="132670"/>
                  </a:lnTo>
                  <a:lnTo>
                    <a:pt x="6278174" y="143346"/>
                  </a:lnTo>
                  <a:lnTo>
                    <a:pt x="6279232" y="154322"/>
                  </a:lnTo>
                  <a:lnTo>
                    <a:pt x="6280290" y="165583"/>
                  </a:lnTo>
                  <a:lnTo>
                    <a:pt x="6281347" y="177088"/>
                  </a:lnTo>
                  <a:lnTo>
                    <a:pt x="6282405" y="188766"/>
                  </a:lnTo>
                  <a:lnTo>
                    <a:pt x="6283463" y="200586"/>
                  </a:lnTo>
                  <a:lnTo>
                    <a:pt x="6284521" y="212531"/>
                  </a:lnTo>
                  <a:lnTo>
                    <a:pt x="6285579" y="224592"/>
                  </a:lnTo>
                  <a:lnTo>
                    <a:pt x="6286637" y="236760"/>
                  </a:lnTo>
                  <a:lnTo>
                    <a:pt x="6287694" y="249020"/>
                  </a:lnTo>
                  <a:lnTo>
                    <a:pt x="6288752" y="261396"/>
                  </a:lnTo>
                  <a:lnTo>
                    <a:pt x="6289810" y="273899"/>
                  </a:lnTo>
                  <a:lnTo>
                    <a:pt x="6290868" y="286529"/>
                  </a:lnTo>
                  <a:lnTo>
                    <a:pt x="6291926" y="299228"/>
                  </a:lnTo>
                  <a:lnTo>
                    <a:pt x="6292984" y="312011"/>
                  </a:lnTo>
                  <a:lnTo>
                    <a:pt x="6294041" y="324961"/>
                  </a:lnTo>
                  <a:lnTo>
                    <a:pt x="6295099" y="338095"/>
                  </a:lnTo>
                  <a:lnTo>
                    <a:pt x="6296157" y="351397"/>
                  </a:lnTo>
                  <a:lnTo>
                    <a:pt x="6297215" y="364953"/>
                  </a:lnTo>
                  <a:lnTo>
                    <a:pt x="6298273" y="378798"/>
                  </a:lnTo>
                  <a:lnTo>
                    <a:pt x="6299331" y="392885"/>
                  </a:lnTo>
                  <a:lnTo>
                    <a:pt x="6300389" y="407237"/>
                  </a:lnTo>
                  <a:lnTo>
                    <a:pt x="6301446" y="421804"/>
                  </a:lnTo>
                  <a:lnTo>
                    <a:pt x="6302504" y="436553"/>
                  </a:lnTo>
                  <a:lnTo>
                    <a:pt x="6303562" y="451467"/>
                  </a:lnTo>
                  <a:lnTo>
                    <a:pt x="6304620" y="466574"/>
                  </a:lnTo>
                  <a:lnTo>
                    <a:pt x="6305678" y="481951"/>
                  </a:lnTo>
                  <a:lnTo>
                    <a:pt x="6306736" y="497729"/>
                  </a:lnTo>
                  <a:lnTo>
                    <a:pt x="6307793" y="514012"/>
                  </a:lnTo>
                  <a:lnTo>
                    <a:pt x="6308851" y="530643"/>
                  </a:lnTo>
                  <a:lnTo>
                    <a:pt x="6309909" y="547511"/>
                  </a:lnTo>
                  <a:lnTo>
                    <a:pt x="6310967" y="564589"/>
                  </a:lnTo>
                  <a:lnTo>
                    <a:pt x="6312025" y="581855"/>
                  </a:lnTo>
                  <a:lnTo>
                    <a:pt x="6313083" y="599258"/>
                  </a:lnTo>
                  <a:lnTo>
                    <a:pt x="6314140" y="616868"/>
                  </a:lnTo>
                  <a:lnTo>
                    <a:pt x="6315198" y="634929"/>
                  </a:lnTo>
                  <a:lnTo>
                    <a:pt x="6316256" y="653468"/>
                  </a:lnTo>
                  <a:lnTo>
                    <a:pt x="6317314" y="672530"/>
                  </a:lnTo>
                  <a:lnTo>
                    <a:pt x="6318372" y="692148"/>
                  </a:lnTo>
                  <a:lnTo>
                    <a:pt x="6319430" y="712352"/>
                  </a:lnTo>
                  <a:lnTo>
                    <a:pt x="6320487" y="733165"/>
                  </a:lnTo>
                  <a:lnTo>
                    <a:pt x="6321545" y="754497"/>
                  </a:lnTo>
                  <a:lnTo>
                    <a:pt x="6322603" y="776244"/>
                  </a:lnTo>
                  <a:lnTo>
                    <a:pt x="6323661" y="798324"/>
                  </a:lnTo>
                  <a:lnTo>
                    <a:pt x="6324719" y="820767"/>
                  </a:lnTo>
                  <a:lnTo>
                    <a:pt x="6325777" y="843603"/>
                  </a:lnTo>
                  <a:lnTo>
                    <a:pt x="6326835" y="866932"/>
                  </a:lnTo>
                  <a:lnTo>
                    <a:pt x="6327892" y="890787"/>
                  </a:lnTo>
                  <a:lnTo>
                    <a:pt x="6328950" y="915205"/>
                  </a:lnTo>
                  <a:lnTo>
                    <a:pt x="6330008" y="940169"/>
                  </a:lnTo>
                  <a:lnTo>
                    <a:pt x="6331066" y="965552"/>
                  </a:lnTo>
                  <a:lnTo>
                    <a:pt x="6332124" y="991259"/>
                  </a:lnTo>
                  <a:lnTo>
                    <a:pt x="6333182" y="1017167"/>
                  </a:lnTo>
                  <a:lnTo>
                    <a:pt x="6334239" y="1043227"/>
                  </a:lnTo>
                  <a:lnTo>
                    <a:pt x="6335297" y="1069461"/>
                  </a:lnTo>
                  <a:lnTo>
                    <a:pt x="6336355" y="1095929"/>
                  </a:lnTo>
                  <a:lnTo>
                    <a:pt x="6337413" y="1122706"/>
                  </a:lnTo>
                  <a:lnTo>
                    <a:pt x="6338471" y="1149799"/>
                  </a:lnTo>
                  <a:lnTo>
                    <a:pt x="6339529" y="1177216"/>
                  </a:lnTo>
                  <a:lnTo>
                    <a:pt x="6340586" y="1204925"/>
                  </a:lnTo>
                  <a:lnTo>
                    <a:pt x="6341644" y="1232900"/>
                  </a:lnTo>
                  <a:lnTo>
                    <a:pt x="6342702" y="1261108"/>
                  </a:lnTo>
                  <a:lnTo>
                    <a:pt x="6343760" y="1289526"/>
                  </a:lnTo>
                  <a:lnTo>
                    <a:pt x="6344818" y="1318165"/>
                  </a:lnTo>
                  <a:lnTo>
                    <a:pt x="6345876" y="1347071"/>
                  </a:lnTo>
                  <a:lnTo>
                    <a:pt x="6346933" y="1376177"/>
                  </a:lnTo>
                  <a:lnTo>
                    <a:pt x="6347991" y="1405419"/>
                  </a:lnTo>
                  <a:lnTo>
                    <a:pt x="6349049" y="1434855"/>
                  </a:lnTo>
                  <a:lnTo>
                    <a:pt x="6350107" y="1464386"/>
                  </a:lnTo>
                  <a:lnTo>
                    <a:pt x="6351165" y="1493912"/>
                  </a:lnTo>
                  <a:lnTo>
                    <a:pt x="6352223" y="1523479"/>
                  </a:lnTo>
                  <a:lnTo>
                    <a:pt x="6353281" y="1553094"/>
                  </a:lnTo>
                  <a:lnTo>
                    <a:pt x="6354338" y="1582738"/>
                  </a:lnTo>
                  <a:lnTo>
                    <a:pt x="6355396" y="1612412"/>
                  </a:lnTo>
                  <a:lnTo>
                    <a:pt x="6356454" y="1642174"/>
                  </a:lnTo>
                  <a:lnTo>
                    <a:pt x="6357512" y="1671926"/>
                  </a:lnTo>
                  <a:lnTo>
                    <a:pt x="6358570" y="1701573"/>
                  </a:lnTo>
                  <a:lnTo>
                    <a:pt x="6359628" y="1730946"/>
                  </a:lnTo>
                  <a:lnTo>
                    <a:pt x="6360685" y="1759781"/>
                  </a:lnTo>
                  <a:lnTo>
                    <a:pt x="6361743" y="1787913"/>
                  </a:lnTo>
                  <a:lnTo>
                    <a:pt x="6362801" y="1815429"/>
                  </a:lnTo>
                  <a:lnTo>
                    <a:pt x="6363859" y="1842285"/>
                  </a:lnTo>
                  <a:lnTo>
                    <a:pt x="6364917" y="1868441"/>
                  </a:lnTo>
                  <a:lnTo>
                    <a:pt x="6365975" y="1893927"/>
                  </a:lnTo>
                  <a:lnTo>
                    <a:pt x="6367032" y="1918696"/>
                  </a:lnTo>
                  <a:lnTo>
                    <a:pt x="6368090" y="1942523"/>
                  </a:lnTo>
                  <a:lnTo>
                    <a:pt x="6369148" y="1965189"/>
                  </a:lnTo>
                  <a:lnTo>
                    <a:pt x="6370206" y="1986626"/>
                  </a:lnTo>
                  <a:lnTo>
                    <a:pt x="6371264" y="2006782"/>
                  </a:lnTo>
                  <a:lnTo>
                    <a:pt x="6372322" y="2025667"/>
                  </a:lnTo>
                  <a:lnTo>
                    <a:pt x="6373379" y="2043246"/>
                  </a:lnTo>
                  <a:lnTo>
                    <a:pt x="6374437" y="2059585"/>
                  </a:lnTo>
                  <a:lnTo>
                    <a:pt x="6375495" y="2074792"/>
                  </a:lnTo>
                  <a:lnTo>
                    <a:pt x="6376553" y="2088922"/>
                  </a:lnTo>
                  <a:lnTo>
                    <a:pt x="6377611" y="2101996"/>
                  </a:lnTo>
                  <a:lnTo>
                    <a:pt x="6378669" y="2113977"/>
                  </a:lnTo>
                  <a:lnTo>
                    <a:pt x="6379727" y="2124732"/>
                  </a:lnTo>
                  <a:lnTo>
                    <a:pt x="6380784" y="2134171"/>
                  </a:lnTo>
                  <a:lnTo>
                    <a:pt x="6381842" y="2142225"/>
                  </a:lnTo>
                  <a:lnTo>
                    <a:pt x="6382900" y="2148878"/>
                  </a:lnTo>
                  <a:lnTo>
                    <a:pt x="6383958" y="2154151"/>
                  </a:lnTo>
                  <a:lnTo>
                    <a:pt x="6385016" y="2158171"/>
                  </a:lnTo>
                  <a:lnTo>
                    <a:pt x="6386074" y="2161059"/>
                  </a:lnTo>
                  <a:lnTo>
                    <a:pt x="6387131" y="2162851"/>
                  </a:lnTo>
                  <a:lnTo>
                    <a:pt x="6388189" y="2163522"/>
                  </a:lnTo>
                  <a:lnTo>
                    <a:pt x="6389247" y="2163021"/>
                  </a:lnTo>
                  <a:lnTo>
                    <a:pt x="6390305" y="2161257"/>
                  </a:lnTo>
                  <a:lnTo>
                    <a:pt x="6391363" y="2158123"/>
                  </a:lnTo>
                  <a:lnTo>
                    <a:pt x="6392421" y="2153583"/>
                  </a:lnTo>
                  <a:lnTo>
                    <a:pt x="6393478" y="2147708"/>
                  </a:lnTo>
                  <a:lnTo>
                    <a:pt x="6394536" y="2140569"/>
                  </a:lnTo>
                  <a:lnTo>
                    <a:pt x="6395594" y="2132291"/>
                  </a:lnTo>
                  <a:lnTo>
                    <a:pt x="6396652" y="2122950"/>
                  </a:lnTo>
                  <a:lnTo>
                    <a:pt x="6397710" y="2112591"/>
                  </a:lnTo>
                  <a:lnTo>
                    <a:pt x="6398768" y="2101175"/>
                  </a:lnTo>
                  <a:lnTo>
                    <a:pt x="6399825" y="2088632"/>
                  </a:lnTo>
                  <a:lnTo>
                    <a:pt x="6400883" y="2074984"/>
                  </a:lnTo>
                  <a:lnTo>
                    <a:pt x="6401941" y="2060142"/>
                  </a:lnTo>
                  <a:lnTo>
                    <a:pt x="6402999" y="2044008"/>
                  </a:lnTo>
                  <a:lnTo>
                    <a:pt x="6404057" y="2026676"/>
                  </a:lnTo>
                  <a:lnTo>
                    <a:pt x="6405115" y="2008112"/>
                  </a:lnTo>
                  <a:lnTo>
                    <a:pt x="6406173" y="1988243"/>
                  </a:lnTo>
                  <a:lnTo>
                    <a:pt x="6407230" y="1967149"/>
                  </a:lnTo>
                  <a:lnTo>
                    <a:pt x="6408288" y="1944874"/>
                  </a:lnTo>
                  <a:lnTo>
                    <a:pt x="6409346" y="1921402"/>
                  </a:lnTo>
                  <a:lnTo>
                    <a:pt x="6410404" y="1896734"/>
                  </a:lnTo>
                  <a:lnTo>
                    <a:pt x="6411462" y="1870949"/>
                  </a:lnTo>
                  <a:lnTo>
                    <a:pt x="6412520" y="1844074"/>
                  </a:lnTo>
                  <a:lnTo>
                    <a:pt x="6413577" y="1816301"/>
                  </a:lnTo>
                  <a:lnTo>
                    <a:pt x="6414635" y="1787940"/>
                  </a:lnTo>
                  <a:lnTo>
                    <a:pt x="6415693" y="1759126"/>
                  </a:lnTo>
                  <a:lnTo>
                    <a:pt x="6416751" y="1729930"/>
                  </a:lnTo>
                  <a:lnTo>
                    <a:pt x="6417809" y="1700525"/>
                  </a:lnTo>
                  <a:lnTo>
                    <a:pt x="6418867" y="1671080"/>
                  </a:lnTo>
                  <a:lnTo>
                    <a:pt x="6419924" y="1641576"/>
                  </a:lnTo>
                  <a:lnTo>
                    <a:pt x="6420982" y="1612102"/>
                  </a:lnTo>
                  <a:lnTo>
                    <a:pt x="6422040" y="1582801"/>
                  </a:lnTo>
                  <a:lnTo>
                    <a:pt x="6423098" y="1553678"/>
                  </a:lnTo>
                  <a:lnTo>
                    <a:pt x="6424156" y="1524790"/>
                  </a:lnTo>
                  <a:lnTo>
                    <a:pt x="6425214" y="1496097"/>
                  </a:lnTo>
                  <a:lnTo>
                    <a:pt x="6426271" y="1467602"/>
                  </a:lnTo>
                  <a:lnTo>
                    <a:pt x="6427329" y="1439303"/>
                  </a:lnTo>
                  <a:lnTo>
                    <a:pt x="6428387" y="1411132"/>
                  </a:lnTo>
                  <a:lnTo>
                    <a:pt x="6429445" y="1383095"/>
                  </a:lnTo>
                  <a:lnTo>
                    <a:pt x="6430503" y="1355148"/>
                  </a:lnTo>
                  <a:lnTo>
                    <a:pt x="6431561" y="1327280"/>
                  </a:lnTo>
                  <a:lnTo>
                    <a:pt x="6432619" y="1299580"/>
                  </a:lnTo>
                  <a:lnTo>
                    <a:pt x="6433676" y="1272198"/>
                  </a:lnTo>
                  <a:lnTo>
                    <a:pt x="6434734" y="1245111"/>
                  </a:lnTo>
                  <a:lnTo>
                    <a:pt x="6435792" y="1218419"/>
                  </a:lnTo>
                  <a:lnTo>
                    <a:pt x="6436850" y="1192172"/>
                  </a:lnTo>
                  <a:lnTo>
                    <a:pt x="6437908" y="1166406"/>
                  </a:lnTo>
                  <a:lnTo>
                    <a:pt x="6438966" y="1141103"/>
                  </a:lnTo>
                  <a:lnTo>
                    <a:pt x="6440023" y="1116174"/>
                  </a:lnTo>
                  <a:lnTo>
                    <a:pt x="6441081" y="1091720"/>
                  </a:lnTo>
                  <a:lnTo>
                    <a:pt x="6442139" y="1067846"/>
                  </a:lnTo>
                  <a:lnTo>
                    <a:pt x="6443197" y="1044580"/>
                  </a:lnTo>
                  <a:lnTo>
                    <a:pt x="6444255" y="1022095"/>
                  </a:lnTo>
                  <a:lnTo>
                    <a:pt x="6445313" y="1000500"/>
                  </a:lnTo>
                  <a:lnTo>
                    <a:pt x="6446370" y="979814"/>
                  </a:lnTo>
                  <a:lnTo>
                    <a:pt x="6447428" y="959922"/>
                  </a:lnTo>
                  <a:lnTo>
                    <a:pt x="6448486" y="940697"/>
                  </a:lnTo>
                  <a:lnTo>
                    <a:pt x="6449544" y="921976"/>
                  </a:lnTo>
                  <a:lnTo>
                    <a:pt x="6450602" y="903691"/>
                  </a:lnTo>
                  <a:lnTo>
                    <a:pt x="6451660" y="885781"/>
                  </a:lnTo>
                  <a:lnTo>
                    <a:pt x="6452717" y="868311"/>
                  </a:lnTo>
                  <a:lnTo>
                    <a:pt x="6453775" y="851311"/>
                  </a:lnTo>
                  <a:lnTo>
                    <a:pt x="6454833" y="834799"/>
                  </a:lnTo>
                  <a:lnTo>
                    <a:pt x="6455891" y="818982"/>
                  </a:lnTo>
                  <a:lnTo>
                    <a:pt x="6456949" y="803908"/>
                  </a:lnTo>
                  <a:lnTo>
                    <a:pt x="6458007" y="789637"/>
                  </a:lnTo>
                  <a:lnTo>
                    <a:pt x="6459065" y="776273"/>
                  </a:lnTo>
                  <a:lnTo>
                    <a:pt x="6460122" y="763755"/>
                  </a:lnTo>
                  <a:lnTo>
                    <a:pt x="6461180" y="751995"/>
                  </a:lnTo>
                  <a:lnTo>
                    <a:pt x="6462238" y="740996"/>
                  </a:lnTo>
                  <a:lnTo>
                    <a:pt x="6463296" y="730826"/>
                  </a:lnTo>
                  <a:lnTo>
                    <a:pt x="6464354" y="721482"/>
                  </a:lnTo>
                  <a:lnTo>
                    <a:pt x="6465412" y="712959"/>
                  </a:lnTo>
                  <a:lnTo>
                    <a:pt x="6466469" y="705314"/>
                  </a:lnTo>
                  <a:lnTo>
                    <a:pt x="6467527" y="698436"/>
                  </a:lnTo>
                  <a:lnTo>
                    <a:pt x="6468585" y="692171"/>
                  </a:lnTo>
                  <a:lnTo>
                    <a:pt x="6469643" y="686526"/>
                  </a:lnTo>
                  <a:lnTo>
                    <a:pt x="6470701" y="681467"/>
                  </a:lnTo>
                  <a:lnTo>
                    <a:pt x="6471759" y="676831"/>
                  </a:lnTo>
                  <a:lnTo>
                    <a:pt x="6472816" y="672573"/>
                  </a:lnTo>
                  <a:lnTo>
                    <a:pt x="6473874" y="668694"/>
                  </a:lnTo>
                  <a:lnTo>
                    <a:pt x="6474932" y="665202"/>
                  </a:lnTo>
                  <a:lnTo>
                    <a:pt x="6475990" y="662171"/>
                  </a:lnTo>
                  <a:lnTo>
                    <a:pt x="6477048" y="659607"/>
                  </a:lnTo>
                  <a:lnTo>
                    <a:pt x="6478106" y="657485"/>
                  </a:lnTo>
                  <a:lnTo>
                    <a:pt x="6479163" y="655804"/>
                  </a:lnTo>
                  <a:lnTo>
                    <a:pt x="6480221" y="654582"/>
                  </a:lnTo>
                  <a:lnTo>
                    <a:pt x="6481279" y="653862"/>
                  </a:lnTo>
                  <a:lnTo>
                    <a:pt x="6482337" y="653640"/>
                  </a:lnTo>
                  <a:lnTo>
                    <a:pt x="6483395" y="653925"/>
                  </a:lnTo>
                  <a:lnTo>
                    <a:pt x="6484453" y="654802"/>
                  </a:lnTo>
                  <a:lnTo>
                    <a:pt x="6485511" y="656346"/>
                  </a:lnTo>
                  <a:lnTo>
                    <a:pt x="6486568" y="658435"/>
                  </a:lnTo>
                  <a:lnTo>
                    <a:pt x="6487626" y="661108"/>
                  </a:lnTo>
                  <a:lnTo>
                    <a:pt x="6488684" y="664377"/>
                  </a:lnTo>
                  <a:lnTo>
                    <a:pt x="6489742" y="668189"/>
                  </a:lnTo>
                  <a:lnTo>
                    <a:pt x="6490800" y="672404"/>
                  </a:lnTo>
                  <a:lnTo>
                    <a:pt x="6491858" y="676946"/>
                  </a:lnTo>
                  <a:lnTo>
                    <a:pt x="6492915" y="681905"/>
                  </a:lnTo>
                  <a:lnTo>
                    <a:pt x="6493973" y="687272"/>
                  </a:lnTo>
                  <a:lnTo>
                    <a:pt x="6495031" y="692947"/>
                  </a:lnTo>
                  <a:lnTo>
                    <a:pt x="6496089" y="698876"/>
                  </a:lnTo>
                  <a:lnTo>
                    <a:pt x="6497147" y="705049"/>
                  </a:lnTo>
                  <a:lnTo>
                    <a:pt x="6498205" y="711336"/>
                  </a:lnTo>
                  <a:lnTo>
                    <a:pt x="6499262" y="717620"/>
                  </a:lnTo>
                  <a:lnTo>
                    <a:pt x="6500320" y="723954"/>
                  </a:lnTo>
                  <a:lnTo>
                    <a:pt x="6501378" y="730364"/>
                  </a:lnTo>
                  <a:lnTo>
                    <a:pt x="6502436" y="736938"/>
                  </a:lnTo>
                  <a:lnTo>
                    <a:pt x="6503494" y="743672"/>
                  </a:lnTo>
                  <a:lnTo>
                    <a:pt x="6504552" y="750550"/>
                  </a:lnTo>
                  <a:lnTo>
                    <a:pt x="6505609" y="757558"/>
                  </a:lnTo>
                  <a:lnTo>
                    <a:pt x="6506667" y="764700"/>
                  </a:lnTo>
                  <a:lnTo>
                    <a:pt x="6507725" y="772039"/>
                  </a:lnTo>
                  <a:lnTo>
                    <a:pt x="6508783" y="779444"/>
                  </a:lnTo>
                  <a:lnTo>
                    <a:pt x="6509841" y="786765"/>
                  </a:lnTo>
                  <a:lnTo>
                    <a:pt x="6510899" y="793963"/>
                  </a:lnTo>
                  <a:lnTo>
                    <a:pt x="6511957" y="800881"/>
                  </a:lnTo>
                  <a:lnTo>
                    <a:pt x="6513014" y="807475"/>
                  </a:lnTo>
                  <a:lnTo>
                    <a:pt x="6514072" y="813826"/>
                  </a:lnTo>
                  <a:lnTo>
                    <a:pt x="6515130" y="819971"/>
                  </a:lnTo>
                  <a:lnTo>
                    <a:pt x="6516188" y="825871"/>
                  </a:lnTo>
                  <a:lnTo>
                    <a:pt x="6517246" y="831444"/>
                  </a:lnTo>
                  <a:lnTo>
                    <a:pt x="6518304" y="836709"/>
                  </a:lnTo>
                  <a:lnTo>
                    <a:pt x="6519361" y="841695"/>
                  </a:lnTo>
                  <a:lnTo>
                    <a:pt x="6520419" y="846412"/>
                  </a:lnTo>
                  <a:lnTo>
                    <a:pt x="6521477" y="850905"/>
                  </a:lnTo>
                  <a:lnTo>
                    <a:pt x="6522535" y="855157"/>
                  </a:lnTo>
                  <a:lnTo>
                    <a:pt x="6523593" y="859039"/>
                  </a:lnTo>
                  <a:lnTo>
                    <a:pt x="6524651" y="862558"/>
                  </a:lnTo>
                  <a:lnTo>
                    <a:pt x="6525708" y="865804"/>
                  </a:lnTo>
                  <a:lnTo>
                    <a:pt x="6526766" y="868769"/>
                  </a:lnTo>
                  <a:lnTo>
                    <a:pt x="6527824" y="871521"/>
                  </a:lnTo>
                  <a:lnTo>
                    <a:pt x="6528882" y="874034"/>
                  </a:lnTo>
                  <a:lnTo>
                    <a:pt x="6529940" y="876293"/>
                  </a:lnTo>
                  <a:lnTo>
                    <a:pt x="6530998" y="878280"/>
                  </a:lnTo>
                  <a:lnTo>
                    <a:pt x="6532055" y="880033"/>
                  </a:lnTo>
                  <a:lnTo>
                    <a:pt x="6533113" y="881580"/>
                  </a:lnTo>
                  <a:lnTo>
                    <a:pt x="6534171" y="882873"/>
                  </a:lnTo>
                  <a:lnTo>
                    <a:pt x="6535229" y="883883"/>
                  </a:lnTo>
                  <a:lnTo>
                    <a:pt x="6536287" y="884661"/>
                  </a:lnTo>
                  <a:lnTo>
                    <a:pt x="6537345" y="885125"/>
                  </a:lnTo>
                  <a:lnTo>
                    <a:pt x="6538403" y="885135"/>
                  </a:lnTo>
                  <a:lnTo>
                    <a:pt x="6539460" y="884652"/>
                  </a:lnTo>
                  <a:lnTo>
                    <a:pt x="6540518" y="883651"/>
                  </a:lnTo>
                  <a:lnTo>
                    <a:pt x="6541576" y="881997"/>
                  </a:lnTo>
                  <a:lnTo>
                    <a:pt x="6542634" y="879679"/>
                  </a:lnTo>
                  <a:lnTo>
                    <a:pt x="6543692" y="876742"/>
                  </a:lnTo>
                  <a:lnTo>
                    <a:pt x="6544750" y="873303"/>
                  </a:lnTo>
                  <a:lnTo>
                    <a:pt x="6545807" y="869386"/>
                  </a:lnTo>
                  <a:lnTo>
                    <a:pt x="6546865" y="864928"/>
                  </a:lnTo>
                  <a:lnTo>
                    <a:pt x="6547923" y="859971"/>
                  </a:lnTo>
                  <a:lnTo>
                    <a:pt x="6548981" y="854586"/>
                  </a:lnTo>
                  <a:lnTo>
                    <a:pt x="6550039" y="848735"/>
                  </a:lnTo>
                  <a:lnTo>
                    <a:pt x="6551097" y="842418"/>
                  </a:lnTo>
                  <a:lnTo>
                    <a:pt x="6552154" y="835674"/>
                  </a:lnTo>
                  <a:lnTo>
                    <a:pt x="6553212" y="828566"/>
                  </a:lnTo>
                  <a:lnTo>
                    <a:pt x="6554270" y="821096"/>
                  </a:lnTo>
                  <a:lnTo>
                    <a:pt x="6555328" y="813335"/>
                  </a:lnTo>
                  <a:lnTo>
                    <a:pt x="6556386" y="805343"/>
                  </a:lnTo>
                  <a:lnTo>
                    <a:pt x="6557444" y="797262"/>
                  </a:lnTo>
                  <a:lnTo>
                    <a:pt x="6558501" y="789137"/>
                  </a:lnTo>
                  <a:lnTo>
                    <a:pt x="6559559" y="780945"/>
                  </a:lnTo>
                  <a:lnTo>
                    <a:pt x="6560617" y="772608"/>
                  </a:lnTo>
                  <a:lnTo>
                    <a:pt x="6561675" y="764125"/>
                  </a:lnTo>
                  <a:lnTo>
                    <a:pt x="6562733" y="755588"/>
                  </a:lnTo>
                  <a:lnTo>
                    <a:pt x="6563791" y="747008"/>
                  </a:lnTo>
                  <a:lnTo>
                    <a:pt x="6564849" y="738449"/>
                  </a:lnTo>
                  <a:lnTo>
                    <a:pt x="6565906" y="729985"/>
                  </a:lnTo>
                  <a:lnTo>
                    <a:pt x="6566964" y="721617"/>
                  </a:lnTo>
                  <a:lnTo>
                    <a:pt x="6568022" y="713320"/>
                  </a:lnTo>
                  <a:lnTo>
                    <a:pt x="6569080" y="705102"/>
                  </a:lnTo>
                  <a:lnTo>
                    <a:pt x="6570138" y="697057"/>
                  </a:lnTo>
                  <a:lnTo>
                    <a:pt x="6571196" y="689257"/>
                  </a:lnTo>
                  <a:lnTo>
                    <a:pt x="6572253" y="681643"/>
                  </a:lnTo>
                  <a:lnTo>
                    <a:pt x="6573311" y="674181"/>
                  </a:lnTo>
                  <a:lnTo>
                    <a:pt x="6574369" y="666804"/>
                  </a:lnTo>
                  <a:lnTo>
                    <a:pt x="6575427" y="659520"/>
                  </a:lnTo>
                  <a:lnTo>
                    <a:pt x="6576485" y="652425"/>
                  </a:lnTo>
                  <a:lnTo>
                    <a:pt x="6577543" y="645620"/>
                  </a:lnTo>
                  <a:lnTo>
                    <a:pt x="6578600" y="639087"/>
                  </a:lnTo>
                  <a:lnTo>
                    <a:pt x="6579658" y="632768"/>
                  </a:lnTo>
                  <a:lnTo>
                    <a:pt x="6580716" y="626642"/>
                  </a:lnTo>
                  <a:lnTo>
                    <a:pt x="6581774" y="620649"/>
                  </a:lnTo>
                  <a:lnTo>
                    <a:pt x="6582832" y="614725"/>
                  </a:lnTo>
                  <a:lnTo>
                    <a:pt x="6583890" y="608825"/>
                  </a:lnTo>
                  <a:lnTo>
                    <a:pt x="6584947" y="602999"/>
                  </a:lnTo>
                  <a:lnTo>
                    <a:pt x="6586005" y="597222"/>
                  </a:lnTo>
                  <a:lnTo>
                    <a:pt x="6587063" y="591436"/>
                  </a:lnTo>
                  <a:lnTo>
                    <a:pt x="6588121" y="585667"/>
                  </a:lnTo>
                  <a:lnTo>
                    <a:pt x="6589179" y="579881"/>
                  </a:lnTo>
                  <a:lnTo>
                    <a:pt x="6590237" y="574082"/>
                  </a:lnTo>
                  <a:lnTo>
                    <a:pt x="6591295" y="568312"/>
                  </a:lnTo>
                  <a:lnTo>
                    <a:pt x="6592352" y="562661"/>
                  </a:lnTo>
                  <a:lnTo>
                    <a:pt x="6593410" y="557144"/>
                  </a:lnTo>
                  <a:lnTo>
                    <a:pt x="6594468" y="551893"/>
                  </a:lnTo>
                  <a:lnTo>
                    <a:pt x="6595526" y="546999"/>
                  </a:lnTo>
                  <a:lnTo>
                    <a:pt x="6596584" y="542560"/>
                  </a:lnTo>
                  <a:lnTo>
                    <a:pt x="6597642" y="538581"/>
                  </a:lnTo>
                  <a:lnTo>
                    <a:pt x="6598699" y="535038"/>
                  </a:lnTo>
                  <a:lnTo>
                    <a:pt x="6599757" y="532050"/>
                  </a:lnTo>
                  <a:lnTo>
                    <a:pt x="6600815" y="529620"/>
                  </a:lnTo>
                  <a:lnTo>
                    <a:pt x="6601873" y="527751"/>
                  </a:lnTo>
                  <a:lnTo>
                    <a:pt x="6602931" y="526451"/>
                  </a:lnTo>
                  <a:lnTo>
                    <a:pt x="6603989" y="525780"/>
                  </a:lnTo>
                  <a:lnTo>
                    <a:pt x="6605046" y="525769"/>
                  </a:lnTo>
                  <a:lnTo>
                    <a:pt x="6606104" y="526409"/>
                  </a:lnTo>
                  <a:lnTo>
                    <a:pt x="6607162" y="527789"/>
                  </a:lnTo>
                  <a:lnTo>
                    <a:pt x="6608220" y="529871"/>
                  </a:lnTo>
                  <a:lnTo>
                    <a:pt x="6609278" y="532627"/>
                  </a:lnTo>
                  <a:lnTo>
                    <a:pt x="6610336" y="536045"/>
                  </a:lnTo>
                  <a:lnTo>
                    <a:pt x="6611393" y="540100"/>
                  </a:lnTo>
                  <a:lnTo>
                    <a:pt x="6612451" y="544750"/>
                  </a:lnTo>
                  <a:lnTo>
                    <a:pt x="6613509" y="550038"/>
                  </a:lnTo>
                  <a:lnTo>
                    <a:pt x="6614567" y="556027"/>
                  </a:lnTo>
                  <a:lnTo>
                    <a:pt x="6615625" y="562723"/>
                  </a:lnTo>
                  <a:lnTo>
                    <a:pt x="6616683" y="570157"/>
                  </a:lnTo>
                  <a:lnTo>
                    <a:pt x="6617741" y="578334"/>
                  </a:lnTo>
                  <a:lnTo>
                    <a:pt x="6618798" y="587266"/>
                  </a:lnTo>
                  <a:lnTo>
                    <a:pt x="6619856" y="596959"/>
                  </a:lnTo>
                  <a:lnTo>
                    <a:pt x="6620914" y="607425"/>
                  </a:lnTo>
                  <a:lnTo>
                    <a:pt x="6621972" y="618770"/>
                  </a:lnTo>
                  <a:lnTo>
                    <a:pt x="6623030" y="630962"/>
                  </a:lnTo>
                  <a:lnTo>
                    <a:pt x="6624088" y="643903"/>
                  </a:lnTo>
                  <a:lnTo>
                    <a:pt x="6625145" y="657529"/>
                  </a:lnTo>
                  <a:lnTo>
                    <a:pt x="6626203" y="671839"/>
                  </a:lnTo>
                  <a:lnTo>
                    <a:pt x="6627261" y="686769"/>
                  </a:lnTo>
                  <a:lnTo>
                    <a:pt x="6628319" y="702290"/>
                  </a:lnTo>
                  <a:lnTo>
                    <a:pt x="6629377" y="718296"/>
                  </a:lnTo>
                  <a:lnTo>
                    <a:pt x="6630435" y="734593"/>
                  </a:lnTo>
                  <a:lnTo>
                    <a:pt x="6631492" y="751087"/>
                  </a:lnTo>
                  <a:lnTo>
                    <a:pt x="6632550" y="767778"/>
                  </a:lnTo>
                  <a:lnTo>
                    <a:pt x="6633608" y="784653"/>
                  </a:lnTo>
                  <a:lnTo>
                    <a:pt x="6634666" y="801697"/>
                  </a:lnTo>
                  <a:lnTo>
                    <a:pt x="6635724" y="818933"/>
                  </a:lnTo>
                  <a:lnTo>
                    <a:pt x="6636782" y="836451"/>
                  </a:lnTo>
                  <a:lnTo>
                    <a:pt x="6637839" y="854163"/>
                  </a:lnTo>
                  <a:lnTo>
                    <a:pt x="6638897" y="872036"/>
                  </a:lnTo>
                  <a:lnTo>
                    <a:pt x="6639955" y="890141"/>
                  </a:lnTo>
                  <a:lnTo>
                    <a:pt x="6641013" y="908540"/>
                  </a:lnTo>
                  <a:lnTo>
                    <a:pt x="6642071" y="927196"/>
                  </a:lnTo>
                  <a:lnTo>
                    <a:pt x="6643129" y="946135"/>
                  </a:lnTo>
                  <a:lnTo>
                    <a:pt x="6644187" y="965364"/>
                  </a:lnTo>
                  <a:lnTo>
                    <a:pt x="6645244" y="984909"/>
                  </a:lnTo>
                  <a:lnTo>
                    <a:pt x="6646302" y="1004764"/>
                  </a:lnTo>
                  <a:lnTo>
                    <a:pt x="6647360" y="1024897"/>
                  </a:lnTo>
                  <a:lnTo>
                    <a:pt x="6648418" y="1045260"/>
                  </a:lnTo>
                  <a:lnTo>
                    <a:pt x="6649476" y="1065767"/>
                  </a:lnTo>
                  <a:lnTo>
                    <a:pt x="6650534" y="1086335"/>
                  </a:lnTo>
                  <a:lnTo>
                    <a:pt x="6651591" y="1106880"/>
                  </a:lnTo>
                  <a:lnTo>
                    <a:pt x="6652649" y="1127309"/>
                  </a:lnTo>
                  <a:lnTo>
                    <a:pt x="6653707" y="1147591"/>
                  </a:lnTo>
                  <a:lnTo>
                    <a:pt x="6654765" y="1167666"/>
                  </a:lnTo>
                  <a:lnTo>
                    <a:pt x="6655823" y="1187466"/>
                  </a:lnTo>
                  <a:lnTo>
                    <a:pt x="6656881" y="1206940"/>
                  </a:lnTo>
                  <a:lnTo>
                    <a:pt x="6657938" y="1226060"/>
                  </a:lnTo>
                  <a:lnTo>
                    <a:pt x="6658996" y="1244770"/>
                  </a:lnTo>
                  <a:lnTo>
                    <a:pt x="6660054" y="1262981"/>
                  </a:lnTo>
                  <a:lnTo>
                    <a:pt x="6661112" y="1280580"/>
                  </a:lnTo>
                  <a:lnTo>
                    <a:pt x="6662170" y="1297530"/>
                  </a:lnTo>
                  <a:lnTo>
                    <a:pt x="6663228" y="1313728"/>
                  </a:lnTo>
                  <a:lnTo>
                    <a:pt x="6664285" y="1329054"/>
                  </a:lnTo>
                  <a:lnTo>
                    <a:pt x="6665343" y="1343504"/>
                  </a:lnTo>
                  <a:lnTo>
                    <a:pt x="6666401" y="1357121"/>
                  </a:lnTo>
                  <a:lnTo>
                    <a:pt x="6667459" y="1369894"/>
                  </a:lnTo>
                  <a:lnTo>
                    <a:pt x="6668517" y="1381766"/>
                  </a:lnTo>
                  <a:lnTo>
                    <a:pt x="6669575" y="1392626"/>
                  </a:lnTo>
                  <a:lnTo>
                    <a:pt x="6670633" y="1402441"/>
                  </a:lnTo>
                  <a:lnTo>
                    <a:pt x="6671690" y="1411231"/>
                  </a:lnTo>
                  <a:lnTo>
                    <a:pt x="6672748" y="1418978"/>
                  </a:lnTo>
                  <a:lnTo>
                    <a:pt x="6673806" y="1425673"/>
                  </a:lnTo>
                  <a:lnTo>
                    <a:pt x="6674864" y="1431186"/>
                  </a:lnTo>
                  <a:lnTo>
                    <a:pt x="6675922" y="1435421"/>
                  </a:lnTo>
                  <a:lnTo>
                    <a:pt x="6676980" y="1438429"/>
                  </a:lnTo>
                  <a:lnTo>
                    <a:pt x="6678037" y="1440334"/>
                  </a:lnTo>
                  <a:lnTo>
                    <a:pt x="6679095" y="1441226"/>
                  </a:lnTo>
                  <a:lnTo>
                    <a:pt x="6680153" y="1441208"/>
                  </a:lnTo>
                  <a:lnTo>
                    <a:pt x="6681211" y="1440355"/>
                  </a:lnTo>
                  <a:lnTo>
                    <a:pt x="6682269" y="1438785"/>
                  </a:lnTo>
                  <a:lnTo>
                    <a:pt x="6683327" y="1436712"/>
                  </a:lnTo>
                  <a:lnTo>
                    <a:pt x="6684384" y="1434361"/>
                  </a:lnTo>
                  <a:lnTo>
                    <a:pt x="6685442" y="1431950"/>
                  </a:lnTo>
                  <a:lnTo>
                    <a:pt x="6686500" y="1429570"/>
                  </a:lnTo>
                  <a:lnTo>
                    <a:pt x="6687558" y="1427376"/>
                  </a:lnTo>
                  <a:lnTo>
                    <a:pt x="6688616" y="1425449"/>
                  </a:lnTo>
                  <a:lnTo>
                    <a:pt x="6689674" y="1423801"/>
                  </a:lnTo>
                  <a:lnTo>
                    <a:pt x="6690731" y="1422489"/>
                  </a:lnTo>
                  <a:lnTo>
                    <a:pt x="6691789" y="1421603"/>
                  </a:lnTo>
                  <a:lnTo>
                    <a:pt x="6692847" y="1421122"/>
                  </a:lnTo>
                  <a:lnTo>
                    <a:pt x="6693905" y="1420934"/>
                  </a:lnTo>
                  <a:lnTo>
                    <a:pt x="6694963" y="1421041"/>
                  </a:lnTo>
                  <a:lnTo>
                    <a:pt x="6696021" y="1421474"/>
                  </a:lnTo>
                  <a:lnTo>
                    <a:pt x="6697079" y="1422339"/>
                  </a:lnTo>
                  <a:lnTo>
                    <a:pt x="6698136" y="1423588"/>
                  </a:lnTo>
                  <a:lnTo>
                    <a:pt x="6699194" y="1425229"/>
                  </a:lnTo>
                  <a:lnTo>
                    <a:pt x="6700252" y="1427240"/>
                  </a:lnTo>
                  <a:lnTo>
                    <a:pt x="6701310" y="1429602"/>
                  </a:lnTo>
                  <a:lnTo>
                    <a:pt x="6702368" y="1432316"/>
                  </a:lnTo>
                  <a:lnTo>
                    <a:pt x="6703426" y="1435402"/>
                  </a:lnTo>
                  <a:lnTo>
                    <a:pt x="6704483" y="1438910"/>
                  </a:lnTo>
                  <a:lnTo>
                    <a:pt x="6705541" y="1442892"/>
                  </a:lnTo>
                  <a:lnTo>
                    <a:pt x="6706599" y="1447353"/>
                  </a:lnTo>
                  <a:lnTo>
                    <a:pt x="6707657" y="1452242"/>
                  </a:lnTo>
                  <a:lnTo>
                    <a:pt x="6708715" y="1457637"/>
                  </a:lnTo>
                  <a:lnTo>
                    <a:pt x="6709773" y="1463560"/>
                  </a:lnTo>
                  <a:lnTo>
                    <a:pt x="6710830" y="1470054"/>
                  </a:lnTo>
                  <a:lnTo>
                    <a:pt x="6711888" y="1477200"/>
                  </a:lnTo>
                  <a:lnTo>
                    <a:pt x="6712946" y="1484946"/>
                  </a:lnTo>
                  <a:lnTo>
                    <a:pt x="6714004" y="1493325"/>
                  </a:lnTo>
                  <a:lnTo>
                    <a:pt x="6715062" y="1502313"/>
                  </a:lnTo>
                  <a:lnTo>
                    <a:pt x="6716120" y="1511919"/>
                  </a:lnTo>
                  <a:lnTo>
                    <a:pt x="6717177" y="1522262"/>
                  </a:lnTo>
                  <a:lnTo>
                    <a:pt x="6718235" y="1533425"/>
                  </a:lnTo>
                  <a:lnTo>
                    <a:pt x="6719293" y="1545361"/>
                  </a:lnTo>
                  <a:lnTo>
                    <a:pt x="6720351" y="1557981"/>
                  </a:lnTo>
                  <a:lnTo>
                    <a:pt x="6721409" y="1571255"/>
                  </a:lnTo>
                  <a:lnTo>
                    <a:pt x="6722467" y="1585285"/>
                  </a:lnTo>
                  <a:lnTo>
                    <a:pt x="6723525" y="1600177"/>
                  </a:lnTo>
                  <a:lnTo>
                    <a:pt x="6724582" y="1615917"/>
                  </a:lnTo>
                  <a:lnTo>
                    <a:pt x="6725640" y="1632531"/>
                  </a:lnTo>
                  <a:lnTo>
                    <a:pt x="6726698" y="1649986"/>
                  </a:lnTo>
                  <a:lnTo>
                    <a:pt x="6727756" y="1668252"/>
                  </a:lnTo>
                  <a:lnTo>
                    <a:pt x="6728814" y="1687460"/>
                  </a:lnTo>
                  <a:lnTo>
                    <a:pt x="6729872" y="1707590"/>
                  </a:lnTo>
                  <a:lnTo>
                    <a:pt x="6730929" y="1728574"/>
                  </a:lnTo>
                  <a:lnTo>
                    <a:pt x="6731987" y="1750249"/>
                  </a:lnTo>
                  <a:lnTo>
                    <a:pt x="6733045" y="1772590"/>
                  </a:lnTo>
                  <a:lnTo>
                    <a:pt x="6734103" y="1795518"/>
                  </a:lnTo>
                  <a:lnTo>
                    <a:pt x="6735161" y="1819034"/>
                  </a:lnTo>
                  <a:lnTo>
                    <a:pt x="6736219" y="1843065"/>
                  </a:lnTo>
                  <a:lnTo>
                    <a:pt x="6737276" y="1867492"/>
                  </a:lnTo>
                  <a:lnTo>
                    <a:pt x="6738334" y="1892069"/>
                  </a:lnTo>
                  <a:lnTo>
                    <a:pt x="6739392" y="1916542"/>
                  </a:lnTo>
                  <a:lnTo>
                    <a:pt x="6740450" y="1940776"/>
                  </a:lnTo>
                  <a:lnTo>
                    <a:pt x="6741508" y="1964609"/>
                  </a:lnTo>
                  <a:lnTo>
                    <a:pt x="6742566" y="1987963"/>
                  </a:lnTo>
                  <a:lnTo>
                    <a:pt x="6743623" y="2010857"/>
                  </a:lnTo>
                  <a:lnTo>
                    <a:pt x="6744681" y="2033160"/>
                  </a:lnTo>
                  <a:lnTo>
                    <a:pt x="6745739" y="2054899"/>
                  </a:lnTo>
                  <a:lnTo>
                    <a:pt x="6746797" y="2076164"/>
                  </a:lnTo>
                  <a:lnTo>
                    <a:pt x="6747855" y="2097064"/>
                  </a:lnTo>
                  <a:lnTo>
                    <a:pt x="6748913" y="2117552"/>
                  </a:lnTo>
                  <a:lnTo>
                    <a:pt x="6749971" y="2137515"/>
                  </a:lnTo>
                  <a:lnTo>
                    <a:pt x="6751028" y="2156858"/>
                  </a:lnTo>
                  <a:lnTo>
                    <a:pt x="6752086" y="2175590"/>
                  </a:lnTo>
                  <a:lnTo>
                    <a:pt x="6753144" y="2193683"/>
                  </a:lnTo>
                  <a:lnTo>
                    <a:pt x="6754202" y="2211103"/>
                  </a:lnTo>
                  <a:lnTo>
                    <a:pt x="6755260" y="2227856"/>
                  </a:lnTo>
                  <a:lnTo>
                    <a:pt x="6756318" y="2243943"/>
                  </a:lnTo>
                  <a:lnTo>
                    <a:pt x="6757375" y="2259360"/>
                  </a:lnTo>
                  <a:lnTo>
                    <a:pt x="6758433" y="2273995"/>
                  </a:lnTo>
                  <a:lnTo>
                    <a:pt x="6759491" y="2287856"/>
                  </a:lnTo>
                  <a:lnTo>
                    <a:pt x="6760549" y="2301060"/>
                  </a:lnTo>
                  <a:lnTo>
                    <a:pt x="6761607" y="2313560"/>
                  </a:lnTo>
                  <a:lnTo>
                    <a:pt x="6762665" y="2325342"/>
                  </a:lnTo>
                  <a:lnTo>
                    <a:pt x="6763722" y="2336434"/>
                  </a:lnTo>
                  <a:lnTo>
                    <a:pt x="6764780" y="2346761"/>
                  </a:lnTo>
                  <a:lnTo>
                    <a:pt x="6765838" y="2356310"/>
                  </a:lnTo>
                  <a:lnTo>
                    <a:pt x="6766896" y="2365163"/>
                  </a:lnTo>
                  <a:lnTo>
                    <a:pt x="6767954" y="2373410"/>
                  </a:lnTo>
                  <a:lnTo>
                    <a:pt x="6769012" y="2381138"/>
                  </a:lnTo>
                  <a:lnTo>
                    <a:pt x="6770069" y="2388417"/>
                  </a:lnTo>
                  <a:lnTo>
                    <a:pt x="6771127" y="2395206"/>
                  </a:lnTo>
                  <a:lnTo>
                    <a:pt x="6772185" y="2401529"/>
                  </a:lnTo>
                  <a:lnTo>
                    <a:pt x="6773243" y="2407452"/>
                  </a:lnTo>
                  <a:lnTo>
                    <a:pt x="6774301" y="2413120"/>
                  </a:lnTo>
                  <a:lnTo>
                    <a:pt x="6775359" y="2418545"/>
                  </a:lnTo>
                  <a:lnTo>
                    <a:pt x="6776417" y="2423642"/>
                  </a:lnTo>
                  <a:lnTo>
                    <a:pt x="6777474" y="2428363"/>
                  </a:lnTo>
                  <a:lnTo>
                    <a:pt x="6778532" y="2432673"/>
                  </a:lnTo>
                  <a:lnTo>
                    <a:pt x="6779590" y="2436528"/>
                  </a:lnTo>
                  <a:lnTo>
                    <a:pt x="6780648" y="2439973"/>
                  </a:lnTo>
                  <a:lnTo>
                    <a:pt x="6781706" y="2442988"/>
                  </a:lnTo>
                  <a:lnTo>
                    <a:pt x="6782764" y="2445555"/>
                  </a:lnTo>
                  <a:lnTo>
                    <a:pt x="6783821" y="2447612"/>
                  </a:lnTo>
                  <a:lnTo>
                    <a:pt x="6784879" y="2449218"/>
                  </a:lnTo>
                  <a:lnTo>
                    <a:pt x="6785937" y="2450423"/>
                  </a:lnTo>
                  <a:lnTo>
                    <a:pt x="6786995" y="2451261"/>
                  </a:lnTo>
                  <a:lnTo>
                    <a:pt x="6788053" y="2451731"/>
                  </a:lnTo>
                  <a:lnTo>
                    <a:pt x="6789111" y="2451826"/>
                  </a:lnTo>
                  <a:lnTo>
                    <a:pt x="6790168" y="2451530"/>
                  </a:lnTo>
                  <a:lnTo>
                    <a:pt x="6791226" y="2450834"/>
                  </a:lnTo>
                  <a:lnTo>
                    <a:pt x="6792284" y="2449897"/>
                  </a:lnTo>
                  <a:lnTo>
                    <a:pt x="6793342" y="2448804"/>
                  </a:lnTo>
                  <a:lnTo>
                    <a:pt x="6794400" y="2447591"/>
                  </a:lnTo>
                  <a:lnTo>
                    <a:pt x="6795458" y="2446299"/>
                  </a:lnTo>
                  <a:lnTo>
                    <a:pt x="6796515" y="2444884"/>
                  </a:lnTo>
                  <a:lnTo>
                    <a:pt x="6797573" y="2443425"/>
                  </a:lnTo>
                  <a:lnTo>
                    <a:pt x="6798631" y="2441974"/>
                  </a:lnTo>
                  <a:lnTo>
                    <a:pt x="6799689" y="2440498"/>
                  </a:lnTo>
                  <a:lnTo>
                    <a:pt x="6800747" y="2438881"/>
                  </a:lnTo>
                  <a:lnTo>
                    <a:pt x="6801805" y="2437048"/>
                  </a:lnTo>
                  <a:lnTo>
                    <a:pt x="6802863" y="2434989"/>
                  </a:lnTo>
                  <a:lnTo>
                    <a:pt x="6803920" y="2432750"/>
                  </a:lnTo>
                  <a:lnTo>
                    <a:pt x="6804978" y="2430299"/>
                  </a:lnTo>
                  <a:lnTo>
                    <a:pt x="6806036" y="2427633"/>
                  </a:lnTo>
                  <a:lnTo>
                    <a:pt x="6807094" y="2424819"/>
                  </a:lnTo>
                  <a:lnTo>
                    <a:pt x="6808152" y="2421908"/>
                  </a:lnTo>
                  <a:lnTo>
                    <a:pt x="6809210" y="2418872"/>
                  </a:lnTo>
                  <a:lnTo>
                    <a:pt x="6810267" y="2415767"/>
                  </a:lnTo>
                  <a:lnTo>
                    <a:pt x="6811325" y="2412683"/>
                  </a:lnTo>
                  <a:lnTo>
                    <a:pt x="6812383" y="2409693"/>
                  </a:lnTo>
                  <a:lnTo>
                    <a:pt x="6813441" y="2406801"/>
                  </a:lnTo>
                  <a:lnTo>
                    <a:pt x="6814499" y="2403892"/>
                  </a:lnTo>
                  <a:lnTo>
                    <a:pt x="6815557" y="2400956"/>
                  </a:lnTo>
                  <a:lnTo>
                    <a:pt x="6816614" y="2397966"/>
                  </a:lnTo>
                  <a:lnTo>
                    <a:pt x="6817672" y="2394896"/>
                  </a:lnTo>
                  <a:lnTo>
                    <a:pt x="6818730" y="2391793"/>
                  </a:lnTo>
                  <a:lnTo>
                    <a:pt x="6819788" y="2388628"/>
                  </a:lnTo>
                  <a:lnTo>
                    <a:pt x="6820846" y="2385372"/>
                  </a:lnTo>
                  <a:lnTo>
                    <a:pt x="6821904" y="2381974"/>
                  </a:lnTo>
                  <a:lnTo>
                    <a:pt x="6822961" y="2378352"/>
                  </a:lnTo>
                  <a:lnTo>
                    <a:pt x="6824019" y="2374486"/>
                  </a:lnTo>
                  <a:lnTo>
                    <a:pt x="6825077" y="2370376"/>
                  </a:lnTo>
                  <a:lnTo>
                    <a:pt x="6826135" y="2365967"/>
                  </a:lnTo>
                  <a:lnTo>
                    <a:pt x="6827193" y="2361150"/>
                  </a:lnTo>
                  <a:lnTo>
                    <a:pt x="6828251" y="2355829"/>
                  </a:lnTo>
                  <a:lnTo>
                    <a:pt x="6829309" y="2349983"/>
                  </a:lnTo>
                  <a:lnTo>
                    <a:pt x="6830366" y="2343724"/>
                  </a:lnTo>
                  <a:lnTo>
                    <a:pt x="6831424" y="2337133"/>
                  </a:lnTo>
                  <a:lnTo>
                    <a:pt x="6832482" y="2330227"/>
                  </a:lnTo>
                  <a:lnTo>
                    <a:pt x="6833540" y="2323041"/>
                  </a:lnTo>
                  <a:lnTo>
                    <a:pt x="6834598" y="2315560"/>
                  </a:lnTo>
                  <a:lnTo>
                    <a:pt x="6835656" y="2307860"/>
                  </a:lnTo>
                  <a:lnTo>
                    <a:pt x="6836713" y="2300003"/>
                  </a:lnTo>
                  <a:lnTo>
                    <a:pt x="6837771" y="2292025"/>
                  </a:lnTo>
                  <a:lnTo>
                    <a:pt x="6838829" y="2283861"/>
                  </a:lnTo>
                  <a:lnTo>
                    <a:pt x="6839887" y="2275481"/>
                  </a:lnTo>
                  <a:lnTo>
                    <a:pt x="6840945" y="2266805"/>
                  </a:lnTo>
                  <a:lnTo>
                    <a:pt x="6842003" y="2257818"/>
                  </a:lnTo>
                  <a:lnTo>
                    <a:pt x="6843060" y="2248526"/>
                  </a:lnTo>
                  <a:lnTo>
                    <a:pt x="6844118" y="2238990"/>
                  </a:lnTo>
                  <a:lnTo>
                    <a:pt x="6845176" y="2229240"/>
                  </a:lnTo>
                  <a:lnTo>
                    <a:pt x="6846234" y="2219182"/>
                  </a:lnTo>
                  <a:lnTo>
                    <a:pt x="6847292" y="2208832"/>
                  </a:lnTo>
                  <a:lnTo>
                    <a:pt x="6848350" y="2198256"/>
                  </a:lnTo>
                  <a:lnTo>
                    <a:pt x="6849407" y="2187481"/>
                  </a:lnTo>
                  <a:lnTo>
                    <a:pt x="6850465" y="2176515"/>
                  </a:lnTo>
                  <a:lnTo>
                    <a:pt x="6851523" y="2165264"/>
                  </a:lnTo>
                  <a:lnTo>
                    <a:pt x="6852581" y="2153710"/>
                  </a:lnTo>
                  <a:lnTo>
                    <a:pt x="6853639" y="2141892"/>
                  </a:lnTo>
                  <a:lnTo>
                    <a:pt x="6854697" y="2129974"/>
                  </a:lnTo>
                  <a:lnTo>
                    <a:pt x="6855755" y="2118048"/>
                  </a:lnTo>
                  <a:lnTo>
                    <a:pt x="6856812" y="2106241"/>
                  </a:lnTo>
                  <a:lnTo>
                    <a:pt x="6857870" y="2094641"/>
                  </a:lnTo>
                  <a:lnTo>
                    <a:pt x="6858928" y="2083263"/>
                  </a:lnTo>
                  <a:lnTo>
                    <a:pt x="6859986" y="2072078"/>
                  </a:lnTo>
                  <a:lnTo>
                    <a:pt x="6861044" y="2061008"/>
                  </a:lnTo>
                  <a:lnTo>
                    <a:pt x="6862102" y="2050162"/>
                  </a:lnTo>
                  <a:lnTo>
                    <a:pt x="6863159" y="2039523"/>
                  </a:lnTo>
                  <a:lnTo>
                    <a:pt x="6864217" y="2029037"/>
                  </a:lnTo>
                  <a:lnTo>
                    <a:pt x="6865275" y="2018644"/>
                  </a:lnTo>
                  <a:lnTo>
                    <a:pt x="6866333" y="2008255"/>
                  </a:lnTo>
                  <a:lnTo>
                    <a:pt x="6867391" y="1997933"/>
                  </a:lnTo>
                  <a:lnTo>
                    <a:pt x="6868449" y="1987802"/>
                  </a:lnTo>
                  <a:lnTo>
                    <a:pt x="6869506" y="1977887"/>
                  </a:lnTo>
                  <a:lnTo>
                    <a:pt x="6870564" y="1968192"/>
                  </a:lnTo>
                  <a:lnTo>
                    <a:pt x="6871622" y="1958781"/>
                  </a:lnTo>
                  <a:lnTo>
                    <a:pt x="6872680" y="1949692"/>
                  </a:lnTo>
                  <a:lnTo>
                    <a:pt x="6873738" y="1940932"/>
                  </a:lnTo>
                  <a:lnTo>
                    <a:pt x="6874796" y="1932613"/>
                  </a:lnTo>
                  <a:lnTo>
                    <a:pt x="6875853" y="1924818"/>
                  </a:lnTo>
                  <a:lnTo>
                    <a:pt x="6876911" y="1917618"/>
                  </a:lnTo>
                  <a:lnTo>
                    <a:pt x="6877969" y="1910906"/>
                  </a:lnTo>
                  <a:lnTo>
                    <a:pt x="6879027" y="1904656"/>
                  </a:lnTo>
                  <a:lnTo>
                    <a:pt x="6880085" y="1898952"/>
                  </a:lnTo>
                  <a:lnTo>
                    <a:pt x="6881143" y="1893897"/>
                  </a:lnTo>
                  <a:lnTo>
                    <a:pt x="6882201" y="1889616"/>
                  </a:lnTo>
                  <a:lnTo>
                    <a:pt x="6883258" y="1886124"/>
                  </a:lnTo>
                  <a:lnTo>
                    <a:pt x="6884316" y="1883330"/>
                  </a:lnTo>
                  <a:lnTo>
                    <a:pt x="6885374" y="1881187"/>
                  </a:lnTo>
                  <a:lnTo>
                    <a:pt x="6886432" y="1879638"/>
                  </a:lnTo>
                  <a:lnTo>
                    <a:pt x="6887490" y="1878584"/>
                  </a:lnTo>
                  <a:lnTo>
                    <a:pt x="6888548" y="1877987"/>
                  </a:lnTo>
                  <a:lnTo>
                    <a:pt x="6889605" y="1877823"/>
                  </a:lnTo>
                  <a:lnTo>
                    <a:pt x="6890663" y="1878002"/>
                  </a:lnTo>
                  <a:lnTo>
                    <a:pt x="6891721" y="1878489"/>
                  </a:lnTo>
                  <a:lnTo>
                    <a:pt x="6892779" y="1879353"/>
                  </a:lnTo>
                  <a:lnTo>
                    <a:pt x="6893837" y="1880655"/>
                  </a:lnTo>
                  <a:lnTo>
                    <a:pt x="6894895" y="1882466"/>
                  </a:lnTo>
                  <a:lnTo>
                    <a:pt x="6895952" y="1884767"/>
                  </a:lnTo>
                  <a:lnTo>
                    <a:pt x="6897010" y="1887483"/>
                  </a:lnTo>
                  <a:lnTo>
                    <a:pt x="6898068" y="1890488"/>
                  </a:lnTo>
                  <a:lnTo>
                    <a:pt x="6899126" y="1893756"/>
                  </a:lnTo>
                  <a:lnTo>
                    <a:pt x="6900184" y="1897334"/>
                  </a:lnTo>
                  <a:lnTo>
                    <a:pt x="6901242" y="1901061"/>
                  </a:lnTo>
                  <a:lnTo>
                    <a:pt x="6902299" y="1904863"/>
                  </a:lnTo>
                  <a:lnTo>
                    <a:pt x="6903357" y="1908665"/>
                  </a:lnTo>
                  <a:lnTo>
                    <a:pt x="6904415" y="1912473"/>
                  </a:lnTo>
                  <a:lnTo>
                    <a:pt x="6905473" y="1916254"/>
                  </a:lnTo>
                  <a:lnTo>
                    <a:pt x="6906531" y="1920027"/>
                  </a:lnTo>
                  <a:lnTo>
                    <a:pt x="6907589" y="1923761"/>
                  </a:lnTo>
                  <a:lnTo>
                    <a:pt x="6908647" y="1927346"/>
                  </a:lnTo>
                  <a:lnTo>
                    <a:pt x="6909704" y="1930646"/>
                  </a:lnTo>
                  <a:lnTo>
                    <a:pt x="6910762" y="1933513"/>
                  </a:lnTo>
                  <a:lnTo>
                    <a:pt x="6911820" y="1935904"/>
                  </a:lnTo>
                  <a:lnTo>
                    <a:pt x="6912878" y="1937886"/>
                  </a:lnTo>
                  <a:lnTo>
                    <a:pt x="6913936" y="1939544"/>
                  </a:lnTo>
                  <a:lnTo>
                    <a:pt x="6914994" y="1940854"/>
                  </a:lnTo>
                  <a:lnTo>
                    <a:pt x="6916051" y="1941740"/>
                  </a:lnTo>
                  <a:lnTo>
                    <a:pt x="6917109" y="1942392"/>
                  </a:lnTo>
                  <a:lnTo>
                    <a:pt x="6918167" y="1942876"/>
                  </a:lnTo>
                  <a:lnTo>
                    <a:pt x="6919225" y="1943299"/>
                  </a:lnTo>
                  <a:lnTo>
                    <a:pt x="6920283" y="1943762"/>
                  </a:lnTo>
                  <a:lnTo>
                    <a:pt x="6921341" y="1944185"/>
                  </a:lnTo>
                  <a:lnTo>
                    <a:pt x="6922398" y="1944489"/>
                  </a:lnTo>
                  <a:lnTo>
                    <a:pt x="6923456" y="1944663"/>
                  </a:lnTo>
                  <a:lnTo>
                    <a:pt x="6924514" y="1944668"/>
                  </a:lnTo>
                  <a:lnTo>
                    <a:pt x="6925572" y="1944471"/>
                  </a:lnTo>
                  <a:lnTo>
                    <a:pt x="6926630" y="1944094"/>
                  </a:lnTo>
                  <a:lnTo>
                    <a:pt x="6927688" y="1943492"/>
                  </a:lnTo>
                  <a:lnTo>
                    <a:pt x="6928745" y="1942518"/>
                  </a:lnTo>
                  <a:lnTo>
                    <a:pt x="6929803" y="1941044"/>
                  </a:lnTo>
                  <a:lnTo>
                    <a:pt x="6930861" y="1939036"/>
                  </a:lnTo>
                  <a:lnTo>
                    <a:pt x="6931919" y="1936575"/>
                  </a:lnTo>
                  <a:lnTo>
                    <a:pt x="6932977" y="1933628"/>
                  </a:lnTo>
                  <a:lnTo>
                    <a:pt x="6934035" y="1930133"/>
                  </a:lnTo>
                  <a:lnTo>
                    <a:pt x="6935093" y="1926011"/>
                  </a:lnTo>
                  <a:lnTo>
                    <a:pt x="6936150" y="1921123"/>
                  </a:lnTo>
                  <a:lnTo>
                    <a:pt x="6937208" y="1915459"/>
                  </a:lnTo>
                  <a:lnTo>
                    <a:pt x="6938266" y="1909104"/>
                  </a:lnTo>
                  <a:lnTo>
                    <a:pt x="6939324" y="1902120"/>
                  </a:lnTo>
                  <a:lnTo>
                    <a:pt x="6940382" y="1894670"/>
                  </a:lnTo>
                  <a:lnTo>
                    <a:pt x="6941440" y="1886843"/>
                  </a:lnTo>
                  <a:lnTo>
                    <a:pt x="6942497" y="1878702"/>
                  </a:lnTo>
                  <a:lnTo>
                    <a:pt x="6943555" y="1870307"/>
                  </a:lnTo>
                  <a:lnTo>
                    <a:pt x="6944613" y="1861799"/>
                  </a:lnTo>
                  <a:lnTo>
                    <a:pt x="6945671" y="1853249"/>
                  </a:lnTo>
                  <a:lnTo>
                    <a:pt x="6946729" y="1844684"/>
                  </a:lnTo>
                  <a:lnTo>
                    <a:pt x="6947787" y="1836036"/>
                  </a:lnTo>
                  <a:lnTo>
                    <a:pt x="6948844" y="1827322"/>
                  </a:lnTo>
                  <a:lnTo>
                    <a:pt x="6949902" y="1818575"/>
                  </a:lnTo>
                  <a:lnTo>
                    <a:pt x="6950960" y="1809899"/>
                  </a:lnTo>
                  <a:lnTo>
                    <a:pt x="6952018" y="1801447"/>
                  </a:lnTo>
                  <a:lnTo>
                    <a:pt x="6953076" y="1793190"/>
                  </a:lnTo>
                  <a:lnTo>
                    <a:pt x="6954134" y="1785269"/>
                  </a:lnTo>
                  <a:lnTo>
                    <a:pt x="6955191" y="1777898"/>
                  </a:lnTo>
                  <a:lnTo>
                    <a:pt x="6956249" y="1771164"/>
                  </a:lnTo>
                  <a:lnTo>
                    <a:pt x="6957307" y="1765095"/>
                  </a:lnTo>
                  <a:lnTo>
                    <a:pt x="6958365" y="1759691"/>
                  </a:lnTo>
                  <a:lnTo>
                    <a:pt x="6959423" y="1754920"/>
                  </a:lnTo>
                  <a:lnTo>
                    <a:pt x="6960481" y="1750696"/>
                  </a:lnTo>
                  <a:lnTo>
                    <a:pt x="6961539" y="1746955"/>
                  </a:lnTo>
                  <a:lnTo>
                    <a:pt x="6962596" y="1743747"/>
                  </a:lnTo>
                  <a:lnTo>
                    <a:pt x="6963654" y="1741262"/>
                  </a:lnTo>
                  <a:lnTo>
                    <a:pt x="6964712" y="1739592"/>
                  </a:lnTo>
                  <a:lnTo>
                    <a:pt x="6965770" y="1738771"/>
                  </a:lnTo>
                  <a:lnTo>
                    <a:pt x="6966828" y="1738740"/>
                  </a:lnTo>
                  <a:lnTo>
                    <a:pt x="6967886" y="1739401"/>
                  </a:lnTo>
                  <a:lnTo>
                    <a:pt x="6968943" y="1740782"/>
                  </a:lnTo>
                  <a:lnTo>
                    <a:pt x="6970001" y="1742734"/>
                  </a:lnTo>
                  <a:lnTo>
                    <a:pt x="6971059" y="1745011"/>
                  </a:lnTo>
                  <a:lnTo>
                    <a:pt x="6972117" y="1747491"/>
                  </a:lnTo>
                  <a:lnTo>
                    <a:pt x="6973175" y="1750097"/>
                  </a:lnTo>
                  <a:lnTo>
                    <a:pt x="6974233" y="1752863"/>
                  </a:lnTo>
                  <a:lnTo>
                    <a:pt x="6975290" y="1755830"/>
                  </a:lnTo>
                  <a:lnTo>
                    <a:pt x="6976348" y="1759018"/>
                  </a:lnTo>
                  <a:lnTo>
                    <a:pt x="6977406" y="1762465"/>
                  </a:lnTo>
                  <a:lnTo>
                    <a:pt x="6978464" y="1766165"/>
                  </a:lnTo>
                  <a:lnTo>
                    <a:pt x="6979522" y="1770006"/>
                  </a:lnTo>
                  <a:lnTo>
                    <a:pt x="6980580" y="1773750"/>
                  </a:lnTo>
                  <a:lnTo>
                    <a:pt x="6981637" y="1777382"/>
                  </a:lnTo>
                  <a:lnTo>
                    <a:pt x="6982695" y="1780985"/>
                  </a:lnTo>
                  <a:lnTo>
                    <a:pt x="6983753" y="1784712"/>
                  </a:lnTo>
                  <a:lnTo>
                    <a:pt x="6984811" y="1788647"/>
                  </a:lnTo>
                  <a:lnTo>
                    <a:pt x="6985869" y="1792791"/>
                  </a:lnTo>
                  <a:lnTo>
                    <a:pt x="6986927" y="1797236"/>
                  </a:lnTo>
                  <a:lnTo>
                    <a:pt x="6987985" y="1801968"/>
                  </a:lnTo>
                  <a:lnTo>
                    <a:pt x="6989042" y="1806988"/>
                  </a:lnTo>
                  <a:lnTo>
                    <a:pt x="6990100" y="1812344"/>
                  </a:lnTo>
                  <a:lnTo>
                    <a:pt x="6991158" y="1818030"/>
                  </a:lnTo>
                  <a:lnTo>
                    <a:pt x="6992216" y="1824008"/>
                  </a:lnTo>
                  <a:lnTo>
                    <a:pt x="6993274" y="1830162"/>
                  </a:lnTo>
                  <a:lnTo>
                    <a:pt x="6994332" y="1836375"/>
                  </a:lnTo>
                  <a:lnTo>
                    <a:pt x="6995389" y="1842588"/>
                  </a:lnTo>
                  <a:lnTo>
                    <a:pt x="6996447" y="1848895"/>
                  </a:lnTo>
                  <a:lnTo>
                    <a:pt x="6997505" y="1855246"/>
                  </a:lnTo>
                  <a:lnTo>
                    <a:pt x="6998563" y="1861542"/>
                  </a:lnTo>
                  <a:lnTo>
                    <a:pt x="6999621" y="1867715"/>
                  </a:lnTo>
                  <a:lnTo>
                    <a:pt x="7000679" y="1873678"/>
                  </a:lnTo>
                  <a:lnTo>
                    <a:pt x="7001736" y="1879429"/>
                  </a:lnTo>
                  <a:lnTo>
                    <a:pt x="7002794" y="1884952"/>
                  </a:lnTo>
                  <a:lnTo>
                    <a:pt x="7003852" y="1890211"/>
                  </a:lnTo>
                  <a:lnTo>
                    <a:pt x="7004910" y="1895144"/>
                  </a:lnTo>
                  <a:lnTo>
                    <a:pt x="7005968" y="1899698"/>
                  </a:lnTo>
                  <a:lnTo>
                    <a:pt x="7007026" y="1903926"/>
                  </a:lnTo>
                  <a:lnTo>
                    <a:pt x="7008083" y="1907655"/>
                  </a:lnTo>
                  <a:lnTo>
                    <a:pt x="7009141" y="1910857"/>
                  </a:lnTo>
                  <a:lnTo>
                    <a:pt x="7010199" y="1913518"/>
                  </a:lnTo>
                  <a:lnTo>
                    <a:pt x="7011257" y="1915675"/>
                  </a:lnTo>
                  <a:lnTo>
                    <a:pt x="7012315" y="1917316"/>
                  </a:lnTo>
                  <a:lnTo>
                    <a:pt x="7013373" y="1918473"/>
                  </a:lnTo>
                  <a:lnTo>
                    <a:pt x="7014431" y="1919233"/>
                  </a:lnTo>
                  <a:lnTo>
                    <a:pt x="7015488" y="1919656"/>
                  </a:lnTo>
                  <a:lnTo>
                    <a:pt x="7016546" y="1919620"/>
                  </a:lnTo>
                  <a:lnTo>
                    <a:pt x="7017604" y="1919006"/>
                  </a:lnTo>
                  <a:lnTo>
                    <a:pt x="7018662" y="1917714"/>
                  </a:lnTo>
                  <a:lnTo>
                    <a:pt x="7019720" y="1915674"/>
                  </a:lnTo>
                  <a:lnTo>
                    <a:pt x="7020778" y="1912891"/>
                  </a:lnTo>
                  <a:lnTo>
                    <a:pt x="7021835" y="1909422"/>
                  </a:lnTo>
                  <a:lnTo>
                    <a:pt x="7022893" y="1905239"/>
                  </a:lnTo>
                  <a:lnTo>
                    <a:pt x="7023951" y="1900510"/>
                  </a:lnTo>
                  <a:lnTo>
                    <a:pt x="7025009" y="1895285"/>
                  </a:lnTo>
                  <a:lnTo>
                    <a:pt x="7026067" y="1889566"/>
                  </a:lnTo>
                  <a:lnTo>
                    <a:pt x="7027125" y="1883328"/>
                  </a:lnTo>
                  <a:lnTo>
                    <a:pt x="7028182" y="1876500"/>
                  </a:lnTo>
                  <a:lnTo>
                    <a:pt x="7029240" y="1869037"/>
                  </a:lnTo>
                  <a:lnTo>
                    <a:pt x="7030298" y="1860961"/>
                  </a:lnTo>
                  <a:lnTo>
                    <a:pt x="7031356" y="1852260"/>
                  </a:lnTo>
                  <a:lnTo>
                    <a:pt x="7032414" y="1843013"/>
                  </a:lnTo>
                  <a:lnTo>
                    <a:pt x="7033472" y="1833415"/>
                  </a:lnTo>
                  <a:lnTo>
                    <a:pt x="7034529" y="1823660"/>
                  </a:lnTo>
                  <a:lnTo>
                    <a:pt x="7035587" y="1813799"/>
                  </a:lnTo>
                  <a:lnTo>
                    <a:pt x="7036645" y="1803791"/>
                  </a:lnTo>
                  <a:lnTo>
                    <a:pt x="7037703" y="1793513"/>
                  </a:lnTo>
                  <a:lnTo>
                    <a:pt x="7038761" y="1782934"/>
                  </a:lnTo>
                  <a:lnTo>
                    <a:pt x="7039819" y="1771975"/>
                  </a:lnTo>
                  <a:lnTo>
                    <a:pt x="7040877" y="1760610"/>
                  </a:lnTo>
                  <a:lnTo>
                    <a:pt x="7041934" y="1748896"/>
                  </a:lnTo>
                  <a:lnTo>
                    <a:pt x="7042992" y="1736845"/>
                  </a:lnTo>
                  <a:lnTo>
                    <a:pt x="7044050" y="1724425"/>
                  </a:lnTo>
                  <a:lnTo>
                    <a:pt x="7045108" y="1711696"/>
                  </a:lnTo>
                  <a:lnTo>
                    <a:pt x="7046166" y="1698656"/>
                  </a:lnTo>
                  <a:lnTo>
                    <a:pt x="7047224" y="1685337"/>
                  </a:lnTo>
                  <a:lnTo>
                    <a:pt x="7048281" y="1671815"/>
                  </a:lnTo>
                  <a:lnTo>
                    <a:pt x="7049339" y="1658032"/>
                  </a:lnTo>
                  <a:lnTo>
                    <a:pt x="7050397" y="1643885"/>
                  </a:lnTo>
                  <a:lnTo>
                    <a:pt x="7051455" y="1629367"/>
                  </a:lnTo>
                  <a:lnTo>
                    <a:pt x="7052513" y="1614516"/>
                  </a:lnTo>
                  <a:lnTo>
                    <a:pt x="7053571" y="1599421"/>
                  </a:lnTo>
                  <a:lnTo>
                    <a:pt x="7054628" y="1584109"/>
                  </a:lnTo>
                  <a:lnTo>
                    <a:pt x="7055686" y="1568651"/>
                  </a:lnTo>
                  <a:lnTo>
                    <a:pt x="7056744" y="1553086"/>
                  </a:lnTo>
                  <a:lnTo>
                    <a:pt x="7057802" y="1537462"/>
                  </a:lnTo>
                  <a:lnTo>
                    <a:pt x="7058860" y="1521833"/>
                  </a:lnTo>
                  <a:lnTo>
                    <a:pt x="7059918" y="1506203"/>
                  </a:lnTo>
                  <a:lnTo>
                    <a:pt x="7060975" y="1490548"/>
                  </a:lnTo>
                  <a:lnTo>
                    <a:pt x="7062033" y="1474835"/>
                  </a:lnTo>
                  <a:lnTo>
                    <a:pt x="7063091" y="1458975"/>
                  </a:lnTo>
                  <a:lnTo>
                    <a:pt x="7064149" y="1442870"/>
                  </a:lnTo>
                  <a:lnTo>
                    <a:pt x="7065207" y="1426508"/>
                  </a:lnTo>
                  <a:lnTo>
                    <a:pt x="7066265" y="1409942"/>
                  </a:lnTo>
                  <a:lnTo>
                    <a:pt x="7067323" y="1393171"/>
                  </a:lnTo>
                  <a:lnTo>
                    <a:pt x="7068380" y="1376155"/>
                  </a:lnTo>
                  <a:lnTo>
                    <a:pt x="7069438" y="1358928"/>
                  </a:lnTo>
                  <a:lnTo>
                    <a:pt x="7070496" y="1341565"/>
                  </a:lnTo>
                  <a:lnTo>
                    <a:pt x="7071554" y="1324075"/>
                  </a:lnTo>
                  <a:lnTo>
                    <a:pt x="7072612" y="1306573"/>
                  </a:lnTo>
                  <a:lnTo>
                    <a:pt x="7073670" y="1289120"/>
                  </a:lnTo>
                  <a:lnTo>
                    <a:pt x="7074727" y="1271730"/>
                  </a:lnTo>
                  <a:lnTo>
                    <a:pt x="7075785" y="1254440"/>
                  </a:lnTo>
                  <a:lnTo>
                    <a:pt x="7076843" y="1237301"/>
                  </a:lnTo>
                  <a:lnTo>
                    <a:pt x="7077901" y="1220346"/>
                  </a:lnTo>
                  <a:lnTo>
                    <a:pt x="7078959" y="1203637"/>
                  </a:lnTo>
                  <a:lnTo>
                    <a:pt x="7080017" y="1187247"/>
                  </a:lnTo>
                  <a:lnTo>
                    <a:pt x="7081074" y="1171182"/>
                  </a:lnTo>
                  <a:lnTo>
                    <a:pt x="7082132" y="1155548"/>
                  </a:lnTo>
                  <a:lnTo>
                    <a:pt x="7083190" y="1140310"/>
                  </a:lnTo>
                  <a:lnTo>
                    <a:pt x="7084248" y="1125463"/>
                  </a:lnTo>
                  <a:lnTo>
                    <a:pt x="7085306" y="1110982"/>
                  </a:lnTo>
                  <a:lnTo>
                    <a:pt x="7086364" y="1096826"/>
                  </a:lnTo>
                  <a:lnTo>
                    <a:pt x="7087421" y="1082914"/>
                  </a:lnTo>
                  <a:lnTo>
                    <a:pt x="7088479" y="1069179"/>
                  </a:lnTo>
                  <a:lnTo>
                    <a:pt x="7089537" y="1055564"/>
                  </a:lnTo>
                  <a:lnTo>
                    <a:pt x="7090595" y="1042082"/>
                  </a:lnTo>
                  <a:lnTo>
                    <a:pt x="7091653" y="1028742"/>
                  </a:lnTo>
                  <a:lnTo>
                    <a:pt x="7092711" y="1015546"/>
                  </a:lnTo>
                  <a:lnTo>
                    <a:pt x="7093769" y="1002579"/>
                  </a:lnTo>
                  <a:lnTo>
                    <a:pt x="7094826" y="989832"/>
                  </a:lnTo>
                  <a:lnTo>
                    <a:pt x="7095884" y="977261"/>
                  </a:lnTo>
                  <a:lnTo>
                    <a:pt x="7096942" y="964922"/>
                  </a:lnTo>
                  <a:lnTo>
                    <a:pt x="7098000" y="952772"/>
                  </a:lnTo>
                  <a:lnTo>
                    <a:pt x="7099058" y="940830"/>
                  </a:lnTo>
                  <a:lnTo>
                    <a:pt x="7100116" y="929092"/>
                  </a:lnTo>
                  <a:lnTo>
                    <a:pt x="7101173" y="917568"/>
                  </a:lnTo>
                  <a:lnTo>
                    <a:pt x="7102231" y="906232"/>
                  </a:lnTo>
                  <a:lnTo>
                    <a:pt x="7103289" y="895150"/>
                  </a:lnTo>
                  <a:lnTo>
                    <a:pt x="7104347" y="884294"/>
                  </a:lnTo>
                  <a:lnTo>
                    <a:pt x="7105405" y="873632"/>
                  </a:lnTo>
                  <a:lnTo>
                    <a:pt x="7106463" y="863068"/>
                  </a:lnTo>
                  <a:lnTo>
                    <a:pt x="7107520" y="852556"/>
                  </a:lnTo>
                  <a:lnTo>
                    <a:pt x="7108578" y="842103"/>
                  </a:lnTo>
                  <a:lnTo>
                    <a:pt x="7109636" y="831674"/>
                  </a:lnTo>
                  <a:lnTo>
                    <a:pt x="7110694" y="821183"/>
                  </a:lnTo>
                  <a:lnTo>
                    <a:pt x="7111752" y="810621"/>
                  </a:lnTo>
                  <a:lnTo>
                    <a:pt x="7112810" y="799918"/>
                  </a:lnTo>
                  <a:lnTo>
                    <a:pt x="7113867" y="789062"/>
                  </a:lnTo>
                  <a:lnTo>
                    <a:pt x="7114925" y="778023"/>
                  </a:lnTo>
                  <a:lnTo>
                    <a:pt x="7115983" y="766926"/>
                  </a:lnTo>
                  <a:lnTo>
                    <a:pt x="7117041" y="755899"/>
                  </a:lnTo>
                  <a:lnTo>
                    <a:pt x="7118099" y="745060"/>
                  </a:lnTo>
                  <a:lnTo>
                    <a:pt x="7119157" y="734420"/>
                  </a:lnTo>
                  <a:lnTo>
                    <a:pt x="7120215" y="724051"/>
                  </a:lnTo>
                  <a:lnTo>
                    <a:pt x="7121272" y="713969"/>
                  </a:lnTo>
                  <a:lnTo>
                    <a:pt x="7122330" y="704219"/>
                  </a:lnTo>
                  <a:lnTo>
                    <a:pt x="7123388" y="694764"/>
                  </a:lnTo>
                  <a:lnTo>
                    <a:pt x="7124446" y="685627"/>
                  </a:lnTo>
                  <a:lnTo>
                    <a:pt x="7125504" y="676779"/>
                  </a:lnTo>
                  <a:lnTo>
                    <a:pt x="7126562" y="668155"/>
                  </a:lnTo>
                  <a:lnTo>
                    <a:pt x="7127619" y="659755"/>
                  </a:lnTo>
                  <a:lnTo>
                    <a:pt x="7128677" y="651554"/>
                  </a:lnTo>
                  <a:lnTo>
                    <a:pt x="7129735" y="643523"/>
                  </a:lnTo>
                  <a:lnTo>
                    <a:pt x="7130793" y="635621"/>
                  </a:lnTo>
                  <a:lnTo>
                    <a:pt x="7131851" y="627762"/>
                  </a:lnTo>
                  <a:lnTo>
                    <a:pt x="7132909" y="619887"/>
                  </a:lnTo>
                  <a:lnTo>
                    <a:pt x="7133966" y="611979"/>
                  </a:lnTo>
                  <a:lnTo>
                    <a:pt x="7135024" y="604012"/>
                  </a:lnTo>
                  <a:lnTo>
                    <a:pt x="7136082" y="595907"/>
                  </a:lnTo>
                  <a:lnTo>
                    <a:pt x="7137140" y="587710"/>
                  </a:lnTo>
                  <a:lnTo>
                    <a:pt x="7138198" y="579406"/>
                  </a:lnTo>
                  <a:lnTo>
                    <a:pt x="7139256" y="571063"/>
                  </a:lnTo>
                  <a:lnTo>
                    <a:pt x="7140313" y="562639"/>
                  </a:lnTo>
                  <a:lnTo>
                    <a:pt x="7141371" y="554138"/>
                  </a:lnTo>
                  <a:lnTo>
                    <a:pt x="7142429" y="545641"/>
                  </a:lnTo>
                  <a:lnTo>
                    <a:pt x="7143487" y="537238"/>
                  </a:lnTo>
                  <a:lnTo>
                    <a:pt x="7144545" y="528963"/>
                  </a:lnTo>
                  <a:lnTo>
                    <a:pt x="7145603" y="520826"/>
                  </a:lnTo>
                  <a:lnTo>
                    <a:pt x="7146661" y="512809"/>
                  </a:lnTo>
                  <a:lnTo>
                    <a:pt x="7147718" y="504906"/>
                  </a:lnTo>
                  <a:lnTo>
                    <a:pt x="7148776" y="497131"/>
                  </a:lnTo>
                  <a:lnTo>
                    <a:pt x="7149834" y="489472"/>
                  </a:lnTo>
                  <a:lnTo>
                    <a:pt x="7150892" y="481942"/>
                  </a:lnTo>
                  <a:lnTo>
                    <a:pt x="7151950" y="474592"/>
                  </a:lnTo>
                  <a:lnTo>
                    <a:pt x="7153008" y="467406"/>
                  </a:lnTo>
                  <a:lnTo>
                    <a:pt x="7154065" y="460327"/>
                  </a:lnTo>
                  <a:lnTo>
                    <a:pt x="7155123" y="453347"/>
                  </a:lnTo>
                  <a:lnTo>
                    <a:pt x="7156181" y="446532"/>
                  </a:lnTo>
                  <a:lnTo>
                    <a:pt x="7157239" y="439915"/>
                  </a:lnTo>
                  <a:lnTo>
                    <a:pt x="7158297" y="433546"/>
                  </a:lnTo>
                  <a:lnTo>
                    <a:pt x="7159355" y="427547"/>
                  </a:lnTo>
                  <a:lnTo>
                    <a:pt x="7160412" y="421975"/>
                  </a:lnTo>
                  <a:lnTo>
                    <a:pt x="7161470" y="416833"/>
                  </a:lnTo>
                  <a:lnTo>
                    <a:pt x="7162528" y="412105"/>
                  </a:lnTo>
                  <a:lnTo>
                    <a:pt x="7163586" y="407848"/>
                  </a:lnTo>
                  <a:lnTo>
                    <a:pt x="7164644" y="404140"/>
                  </a:lnTo>
                  <a:lnTo>
                    <a:pt x="7165702" y="400991"/>
                  </a:lnTo>
                  <a:lnTo>
                    <a:pt x="7166759" y="398498"/>
                  </a:lnTo>
                  <a:lnTo>
                    <a:pt x="7167817" y="396739"/>
                  </a:lnTo>
                  <a:lnTo>
                    <a:pt x="7168875" y="395792"/>
                  </a:lnTo>
                  <a:lnTo>
                    <a:pt x="7169933" y="395728"/>
                  </a:lnTo>
                  <a:lnTo>
                    <a:pt x="7170991" y="396524"/>
                  </a:lnTo>
                  <a:lnTo>
                    <a:pt x="7172049" y="398110"/>
                  </a:lnTo>
                  <a:lnTo>
                    <a:pt x="7173107" y="400426"/>
                  </a:lnTo>
                  <a:lnTo>
                    <a:pt x="7174164" y="403450"/>
                  </a:lnTo>
                  <a:lnTo>
                    <a:pt x="7175222" y="407125"/>
                  </a:lnTo>
                  <a:lnTo>
                    <a:pt x="7176280" y="411467"/>
                  </a:lnTo>
                  <a:lnTo>
                    <a:pt x="7177338" y="416531"/>
                  </a:lnTo>
                  <a:lnTo>
                    <a:pt x="7178396" y="422370"/>
                  </a:lnTo>
                  <a:lnTo>
                    <a:pt x="7179454" y="429052"/>
                  </a:lnTo>
                  <a:lnTo>
                    <a:pt x="7180511" y="436599"/>
                  </a:lnTo>
                  <a:lnTo>
                    <a:pt x="7181569" y="445025"/>
                  </a:lnTo>
                  <a:lnTo>
                    <a:pt x="7182627" y="454278"/>
                  </a:lnTo>
                  <a:lnTo>
                    <a:pt x="7183685" y="464307"/>
                  </a:lnTo>
                  <a:lnTo>
                    <a:pt x="7184743" y="475118"/>
                  </a:lnTo>
                  <a:lnTo>
                    <a:pt x="7185801" y="486697"/>
                  </a:lnTo>
                  <a:lnTo>
                    <a:pt x="7186858" y="499116"/>
                  </a:lnTo>
                  <a:lnTo>
                    <a:pt x="7187916" y="512445"/>
                  </a:lnTo>
                  <a:lnTo>
                    <a:pt x="7188974" y="526764"/>
                  </a:lnTo>
                  <a:lnTo>
                    <a:pt x="7190032" y="542110"/>
                  </a:lnTo>
                  <a:lnTo>
                    <a:pt x="7191090" y="558551"/>
                  </a:lnTo>
                  <a:lnTo>
                    <a:pt x="7192148" y="576088"/>
                  </a:lnTo>
                  <a:lnTo>
                    <a:pt x="7193205" y="594717"/>
                  </a:lnTo>
                  <a:lnTo>
                    <a:pt x="7194263" y="614490"/>
                  </a:lnTo>
                  <a:lnTo>
                    <a:pt x="7195321" y="635443"/>
                  </a:lnTo>
                  <a:lnTo>
                    <a:pt x="7196379" y="657502"/>
                  </a:lnTo>
                  <a:lnTo>
                    <a:pt x="7197437" y="680589"/>
                  </a:lnTo>
                  <a:lnTo>
                    <a:pt x="7198495" y="704734"/>
                  </a:lnTo>
                  <a:lnTo>
                    <a:pt x="7199553" y="729965"/>
                  </a:lnTo>
                  <a:lnTo>
                    <a:pt x="7200610" y="756346"/>
                  </a:lnTo>
                  <a:lnTo>
                    <a:pt x="7201668" y="783889"/>
                  </a:lnTo>
                  <a:lnTo>
                    <a:pt x="7202726" y="812569"/>
                  </a:lnTo>
                  <a:lnTo>
                    <a:pt x="7203784" y="842363"/>
                  </a:lnTo>
                  <a:lnTo>
                    <a:pt x="7204842" y="873204"/>
                  </a:lnTo>
                  <a:lnTo>
                    <a:pt x="7205900" y="905072"/>
                  </a:lnTo>
                  <a:lnTo>
                    <a:pt x="7206957" y="937944"/>
                  </a:lnTo>
                  <a:lnTo>
                    <a:pt x="7208015" y="971832"/>
                  </a:lnTo>
                  <a:lnTo>
                    <a:pt x="7209073" y="1006695"/>
                  </a:lnTo>
                  <a:lnTo>
                    <a:pt x="7210131" y="1042478"/>
                  </a:lnTo>
                  <a:lnTo>
                    <a:pt x="7211189" y="1079140"/>
                  </a:lnTo>
                  <a:lnTo>
                    <a:pt x="7212247" y="1116611"/>
                  </a:lnTo>
                  <a:lnTo>
                    <a:pt x="7213304" y="1154753"/>
                  </a:lnTo>
                  <a:lnTo>
                    <a:pt x="7214362" y="1193444"/>
                  </a:lnTo>
                  <a:lnTo>
                    <a:pt x="7215420" y="1232681"/>
                  </a:lnTo>
                  <a:lnTo>
                    <a:pt x="7216478" y="1272440"/>
                  </a:lnTo>
                  <a:lnTo>
                    <a:pt x="7217536" y="1312617"/>
                  </a:lnTo>
                  <a:lnTo>
                    <a:pt x="7218594" y="1353134"/>
                  </a:lnTo>
                  <a:lnTo>
                    <a:pt x="7219651" y="1393883"/>
                  </a:lnTo>
                  <a:lnTo>
                    <a:pt x="7220709" y="1434787"/>
                  </a:lnTo>
                  <a:lnTo>
                    <a:pt x="7221767" y="1475724"/>
                  </a:lnTo>
                  <a:lnTo>
                    <a:pt x="7222825" y="1516463"/>
                  </a:lnTo>
                  <a:lnTo>
                    <a:pt x="7223883" y="1556780"/>
                  </a:lnTo>
                  <a:lnTo>
                    <a:pt x="7224941" y="1596627"/>
                  </a:lnTo>
                  <a:lnTo>
                    <a:pt x="7225999" y="1636030"/>
                  </a:lnTo>
                  <a:lnTo>
                    <a:pt x="7227056" y="1675000"/>
                  </a:lnTo>
                  <a:lnTo>
                    <a:pt x="7228114" y="1713470"/>
                  </a:lnTo>
                  <a:lnTo>
                    <a:pt x="7229172" y="1751515"/>
                  </a:lnTo>
                  <a:lnTo>
                    <a:pt x="7230230" y="1789095"/>
                  </a:lnTo>
                  <a:lnTo>
                    <a:pt x="7231288" y="1826061"/>
                  </a:lnTo>
                  <a:lnTo>
                    <a:pt x="7232346" y="1862321"/>
                  </a:lnTo>
                  <a:lnTo>
                    <a:pt x="7233403" y="1897737"/>
                  </a:lnTo>
                  <a:lnTo>
                    <a:pt x="7234461" y="1932251"/>
                  </a:lnTo>
                  <a:lnTo>
                    <a:pt x="7235519" y="1965894"/>
                  </a:lnTo>
                  <a:lnTo>
                    <a:pt x="7236577" y="1998751"/>
                  </a:lnTo>
                  <a:lnTo>
                    <a:pt x="7237635" y="2030855"/>
                  </a:lnTo>
                  <a:lnTo>
                    <a:pt x="7238693" y="2062276"/>
                  </a:lnTo>
                  <a:lnTo>
                    <a:pt x="7239750" y="2093078"/>
                  </a:lnTo>
                  <a:lnTo>
                    <a:pt x="7240808" y="2123157"/>
                  </a:lnTo>
                  <a:lnTo>
                    <a:pt x="7241866" y="2152342"/>
                  </a:lnTo>
                  <a:lnTo>
                    <a:pt x="7242924" y="2180501"/>
                  </a:lnTo>
                  <a:lnTo>
                    <a:pt x="7243982" y="2207539"/>
                  </a:lnTo>
                  <a:lnTo>
                    <a:pt x="7245040" y="2233350"/>
                  </a:lnTo>
                  <a:lnTo>
                    <a:pt x="7246097" y="2257911"/>
                  </a:lnTo>
                  <a:lnTo>
                    <a:pt x="7247155" y="2281177"/>
                  </a:lnTo>
                  <a:lnTo>
                    <a:pt x="7248213" y="2303078"/>
                  </a:lnTo>
                  <a:lnTo>
                    <a:pt x="7249271" y="2323620"/>
                  </a:lnTo>
                  <a:lnTo>
                    <a:pt x="7250329" y="2342876"/>
                  </a:lnTo>
                  <a:lnTo>
                    <a:pt x="7251387" y="2360824"/>
                  </a:lnTo>
                  <a:lnTo>
                    <a:pt x="7252445" y="2377370"/>
                  </a:lnTo>
                  <a:lnTo>
                    <a:pt x="7253502" y="2392463"/>
                  </a:lnTo>
                  <a:lnTo>
                    <a:pt x="7254560" y="2406031"/>
                  </a:lnTo>
                  <a:lnTo>
                    <a:pt x="7255618" y="2418036"/>
                  </a:lnTo>
                  <a:lnTo>
                    <a:pt x="7256676" y="2428480"/>
                  </a:lnTo>
                  <a:lnTo>
                    <a:pt x="7257734" y="2437442"/>
                  </a:lnTo>
                  <a:lnTo>
                    <a:pt x="7258792" y="2444992"/>
                  </a:lnTo>
                  <a:lnTo>
                    <a:pt x="7259849" y="2451222"/>
                  </a:lnTo>
                  <a:lnTo>
                    <a:pt x="7260907" y="2456153"/>
                  </a:lnTo>
                  <a:lnTo>
                    <a:pt x="7261965" y="2459869"/>
                  </a:lnTo>
                  <a:lnTo>
                    <a:pt x="7263023" y="2462445"/>
                  </a:lnTo>
                  <a:lnTo>
                    <a:pt x="7264081" y="2463881"/>
                  </a:lnTo>
                  <a:lnTo>
                    <a:pt x="7265139" y="2464142"/>
                  </a:lnTo>
                  <a:lnTo>
                    <a:pt x="7266196" y="2463252"/>
                  </a:lnTo>
                  <a:lnTo>
                    <a:pt x="7267254" y="2461303"/>
                  </a:lnTo>
                  <a:lnTo>
                    <a:pt x="7268312" y="2458386"/>
                  </a:lnTo>
                  <a:lnTo>
                    <a:pt x="7269370" y="2454511"/>
                  </a:lnTo>
                  <a:lnTo>
                    <a:pt x="7270428" y="2449722"/>
                  </a:lnTo>
                  <a:lnTo>
                    <a:pt x="7271486" y="2444119"/>
                  </a:lnTo>
                  <a:lnTo>
                    <a:pt x="7272543" y="2437792"/>
                  </a:lnTo>
                  <a:lnTo>
                    <a:pt x="7273601" y="2430880"/>
                  </a:lnTo>
                  <a:lnTo>
                    <a:pt x="7274659" y="2423419"/>
                  </a:lnTo>
                  <a:lnTo>
                    <a:pt x="7275717" y="2415530"/>
                  </a:lnTo>
                  <a:lnTo>
                    <a:pt x="7276775" y="2407430"/>
                  </a:lnTo>
                  <a:lnTo>
                    <a:pt x="7277833" y="2399255"/>
                  </a:lnTo>
                  <a:lnTo>
                    <a:pt x="7278891" y="2391011"/>
                  </a:lnTo>
                  <a:lnTo>
                    <a:pt x="7279948" y="2382681"/>
                  </a:lnTo>
                  <a:lnTo>
                    <a:pt x="7281006" y="2374390"/>
                  </a:lnTo>
                  <a:lnTo>
                    <a:pt x="7282064" y="2366178"/>
                  </a:lnTo>
                  <a:lnTo>
                    <a:pt x="7283122" y="2358007"/>
                  </a:lnTo>
                  <a:lnTo>
                    <a:pt x="7284180" y="2349965"/>
                  </a:lnTo>
                  <a:lnTo>
                    <a:pt x="7285238" y="2342136"/>
                  </a:lnTo>
                  <a:lnTo>
                    <a:pt x="7286295" y="2334571"/>
                  </a:lnTo>
                  <a:lnTo>
                    <a:pt x="7287353" y="2327364"/>
                  </a:lnTo>
                  <a:lnTo>
                    <a:pt x="7288411" y="2320536"/>
                  </a:lnTo>
                  <a:lnTo>
                    <a:pt x="7289469" y="2314027"/>
                  </a:lnTo>
                  <a:lnTo>
                    <a:pt x="7290527" y="2307857"/>
                  </a:lnTo>
                  <a:lnTo>
                    <a:pt x="7291585" y="2301987"/>
                  </a:lnTo>
                  <a:lnTo>
                    <a:pt x="7292642" y="2296381"/>
                  </a:lnTo>
                  <a:lnTo>
                    <a:pt x="7293700" y="2291010"/>
                  </a:lnTo>
                  <a:lnTo>
                    <a:pt x="7294758" y="2285973"/>
                  </a:lnTo>
                  <a:lnTo>
                    <a:pt x="7295816" y="2281379"/>
                  </a:lnTo>
                  <a:lnTo>
                    <a:pt x="7296874" y="2277315"/>
                  </a:lnTo>
                  <a:lnTo>
                    <a:pt x="7297932" y="2273876"/>
                  </a:lnTo>
                  <a:lnTo>
                    <a:pt x="7298989" y="2271177"/>
                  </a:lnTo>
                  <a:lnTo>
                    <a:pt x="7300047" y="2269245"/>
                  </a:lnTo>
                  <a:lnTo>
                    <a:pt x="7301105" y="2268087"/>
                  </a:lnTo>
                  <a:lnTo>
                    <a:pt x="7302163" y="2267746"/>
                  </a:lnTo>
                  <a:lnTo>
                    <a:pt x="7303221" y="2268063"/>
                  </a:lnTo>
                  <a:lnTo>
                    <a:pt x="7304279" y="2268980"/>
                  </a:lnTo>
                  <a:lnTo>
                    <a:pt x="7305337" y="2270502"/>
                  </a:lnTo>
                  <a:lnTo>
                    <a:pt x="7306394" y="2272626"/>
                  </a:lnTo>
                  <a:lnTo>
                    <a:pt x="7307452" y="2275363"/>
                  </a:lnTo>
                  <a:lnTo>
                    <a:pt x="7308510" y="2278714"/>
                  </a:lnTo>
                  <a:lnTo>
                    <a:pt x="7309568" y="2282721"/>
                  </a:lnTo>
                  <a:lnTo>
                    <a:pt x="7310626" y="2287377"/>
                  </a:lnTo>
                  <a:lnTo>
                    <a:pt x="7311684" y="2292578"/>
                  </a:lnTo>
                  <a:lnTo>
                    <a:pt x="7312741" y="2298210"/>
                  </a:lnTo>
                  <a:lnTo>
                    <a:pt x="7313799" y="2304183"/>
                  </a:lnTo>
                  <a:lnTo>
                    <a:pt x="7314857" y="2310396"/>
                  </a:lnTo>
                  <a:lnTo>
                    <a:pt x="7315915" y="2316707"/>
                  </a:lnTo>
                  <a:lnTo>
                    <a:pt x="7316973" y="2323083"/>
                  </a:lnTo>
                  <a:lnTo>
                    <a:pt x="7318031" y="2329605"/>
                  </a:lnTo>
                  <a:lnTo>
                    <a:pt x="7319088" y="2336524"/>
                  </a:lnTo>
                  <a:lnTo>
                    <a:pt x="7320146" y="2343942"/>
                  </a:lnTo>
                  <a:lnTo>
                    <a:pt x="7321204" y="2351861"/>
                  </a:lnTo>
                  <a:lnTo>
                    <a:pt x="7322262" y="2360302"/>
                  </a:lnTo>
                  <a:lnTo>
                    <a:pt x="7323320" y="2369265"/>
                  </a:lnTo>
                  <a:lnTo>
                    <a:pt x="7324378" y="2378706"/>
                  </a:lnTo>
                  <a:lnTo>
                    <a:pt x="7325435" y="2388557"/>
                  </a:lnTo>
                  <a:lnTo>
                    <a:pt x="7326493" y="2398721"/>
                  </a:lnTo>
                  <a:lnTo>
                    <a:pt x="7327551" y="2409207"/>
                  </a:lnTo>
                  <a:lnTo>
                    <a:pt x="7328609" y="2420015"/>
                  </a:lnTo>
                  <a:lnTo>
                    <a:pt x="7329667" y="2431098"/>
                  </a:lnTo>
                  <a:lnTo>
                    <a:pt x="7330725" y="2442415"/>
                  </a:lnTo>
                  <a:lnTo>
                    <a:pt x="7331783" y="2453988"/>
                  </a:lnTo>
                  <a:lnTo>
                    <a:pt x="7332840" y="2465860"/>
                  </a:lnTo>
                  <a:lnTo>
                    <a:pt x="7333898" y="2477966"/>
                  </a:lnTo>
                  <a:lnTo>
                    <a:pt x="7334956" y="2490136"/>
                  </a:lnTo>
                  <a:lnTo>
                    <a:pt x="7336014" y="2502315"/>
                  </a:lnTo>
                  <a:lnTo>
                    <a:pt x="7337072" y="2514445"/>
                  </a:lnTo>
                  <a:lnTo>
                    <a:pt x="7338130" y="2526452"/>
                  </a:lnTo>
                  <a:lnTo>
                    <a:pt x="7339187" y="2538381"/>
                  </a:lnTo>
                  <a:lnTo>
                    <a:pt x="7340245" y="2550241"/>
                  </a:lnTo>
                  <a:lnTo>
                    <a:pt x="7341303" y="2562023"/>
                  </a:lnTo>
                  <a:lnTo>
                    <a:pt x="7342361" y="2573762"/>
                  </a:lnTo>
                  <a:lnTo>
                    <a:pt x="7343419" y="2585453"/>
                  </a:lnTo>
                  <a:lnTo>
                    <a:pt x="7344477" y="2597059"/>
                  </a:lnTo>
                  <a:lnTo>
                    <a:pt x="7345534" y="2608560"/>
                  </a:lnTo>
                  <a:lnTo>
                    <a:pt x="7346592" y="2619943"/>
                  </a:lnTo>
                  <a:lnTo>
                    <a:pt x="7347650" y="2631237"/>
                  </a:lnTo>
                  <a:lnTo>
                    <a:pt x="7348708" y="2642445"/>
                  </a:lnTo>
                  <a:lnTo>
                    <a:pt x="7349766" y="2653556"/>
                  </a:lnTo>
                  <a:lnTo>
                    <a:pt x="7350824" y="2664536"/>
                  </a:lnTo>
                  <a:lnTo>
                    <a:pt x="7351881" y="2675300"/>
                  </a:lnTo>
                  <a:lnTo>
                    <a:pt x="7352939" y="2685766"/>
                  </a:lnTo>
                  <a:lnTo>
                    <a:pt x="7353997" y="2695944"/>
                  </a:lnTo>
                  <a:lnTo>
                    <a:pt x="7355055" y="2705792"/>
                  </a:lnTo>
                  <a:lnTo>
                    <a:pt x="7356113" y="2715400"/>
                  </a:lnTo>
                  <a:lnTo>
                    <a:pt x="7357171" y="2724907"/>
                  </a:lnTo>
                  <a:lnTo>
                    <a:pt x="7358229" y="2734369"/>
                  </a:lnTo>
                  <a:lnTo>
                    <a:pt x="7359286" y="2743816"/>
                  </a:lnTo>
                  <a:lnTo>
                    <a:pt x="7360344" y="2753284"/>
                  </a:lnTo>
                  <a:lnTo>
                    <a:pt x="7361402" y="2762811"/>
                  </a:lnTo>
                  <a:lnTo>
                    <a:pt x="7362460" y="2772363"/>
                  </a:lnTo>
                  <a:lnTo>
                    <a:pt x="7363518" y="2781911"/>
                  </a:lnTo>
                  <a:lnTo>
                    <a:pt x="7364576" y="2791493"/>
                  </a:lnTo>
                  <a:lnTo>
                    <a:pt x="7365633" y="2801175"/>
                  </a:lnTo>
                  <a:lnTo>
                    <a:pt x="7366691" y="2811023"/>
                  </a:lnTo>
                  <a:lnTo>
                    <a:pt x="7367749" y="2820993"/>
                  </a:lnTo>
                  <a:lnTo>
                    <a:pt x="7368807" y="2831098"/>
                  </a:lnTo>
                  <a:lnTo>
                    <a:pt x="7369865" y="2841405"/>
                  </a:lnTo>
                  <a:lnTo>
                    <a:pt x="7370923" y="2851901"/>
                  </a:lnTo>
                  <a:lnTo>
                    <a:pt x="7371980" y="2862392"/>
                  </a:lnTo>
                  <a:lnTo>
                    <a:pt x="7373038" y="2872652"/>
                  </a:lnTo>
                  <a:lnTo>
                    <a:pt x="7374096" y="2882526"/>
                  </a:lnTo>
                  <a:lnTo>
                    <a:pt x="7375154" y="2891980"/>
                  </a:lnTo>
                  <a:lnTo>
                    <a:pt x="7376212" y="2900872"/>
                  </a:lnTo>
                  <a:lnTo>
                    <a:pt x="7377270" y="2909150"/>
                  </a:lnTo>
                  <a:lnTo>
                    <a:pt x="7378327" y="2916847"/>
                  </a:lnTo>
                  <a:lnTo>
                    <a:pt x="7379385" y="2923956"/>
                  </a:lnTo>
                  <a:lnTo>
                    <a:pt x="7380443" y="2930443"/>
                  </a:lnTo>
                  <a:lnTo>
                    <a:pt x="7381501" y="2936256"/>
                  </a:lnTo>
                  <a:lnTo>
                    <a:pt x="7382559" y="2941395"/>
                  </a:lnTo>
                  <a:lnTo>
                    <a:pt x="7383617" y="2945853"/>
                  </a:lnTo>
                  <a:lnTo>
                    <a:pt x="7384675" y="2949635"/>
                  </a:lnTo>
                  <a:lnTo>
                    <a:pt x="7385732" y="2952615"/>
                  </a:lnTo>
                  <a:lnTo>
                    <a:pt x="7386790" y="2954675"/>
                  </a:lnTo>
                  <a:lnTo>
                    <a:pt x="7387848" y="2955879"/>
                  </a:lnTo>
                  <a:lnTo>
                    <a:pt x="7388906" y="2956294"/>
                  </a:lnTo>
                  <a:lnTo>
                    <a:pt x="7389964" y="2956016"/>
                  </a:lnTo>
                  <a:lnTo>
                    <a:pt x="7391022" y="2955145"/>
                  </a:lnTo>
                  <a:lnTo>
                    <a:pt x="7392079" y="2953789"/>
                  </a:lnTo>
                  <a:lnTo>
                    <a:pt x="7393137" y="2951923"/>
                  </a:lnTo>
                  <a:lnTo>
                    <a:pt x="7394195" y="2949536"/>
                  </a:lnTo>
                  <a:lnTo>
                    <a:pt x="7395253" y="2946634"/>
                  </a:lnTo>
                  <a:lnTo>
                    <a:pt x="7396311" y="2943155"/>
                  </a:lnTo>
                  <a:lnTo>
                    <a:pt x="7397369" y="2939047"/>
                  </a:lnTo>
                  <a:lnTo>
                    <a:pt x="7398426" y="2934284"/>
                  </a:lnTo>
                  <a:lnTo>
                    <a:pt x="7399484" y="2928917"/>
                  </a:lnTo>
                  <a:lnTo>
                    <a:pt x="7400542" y="2922983"/>
                  </a:lnTo>
                  <a:lnTo>
                    <a:pt x="7401600" y="2916469"/>
                  </a:lnTo>
                  <a:lnTo>
                    <a:pt x="7402658" y="2909435"/>
                  </a:lnTo>
                  <a:lnTo>
                    <a:pt x="7403716" y="2901910"/>
                  </a:lnTo>
                  <a:lnTo>
                    <a:pt x="7404773" y="2893939"/>
                  </a:lnTo>
                  <a:lnTo>
                    <a:pt x="7405831" y="2885569"/>
                  </a:lnTo>
                  <a:lnTo>
                    <a:pt x="7406889" y="2876797"/>
                  </a:lnTo>
                  <a:lnTo>
                    <a:pt x="7407947" y="2867635"/>
                  </a:lnTo>
                  <a:lnTo>
                    <a:pt x="7409005" y="2858108"/>
                  </a:lnTo>
                  <a:lnTo>
                    <a:pt x="7410063" y="2848110"/>
                  </a:lnTo>
                  <a:lnTo>
                    <a:pt x="7411121" y="2837611"/>
                  </a:lnTo>
                  <a:lnTo>
                    <a:pt x="7412178" y="2826686"/>
                  </a:lnTo>
                  <a:lnTo>
                    <a:pt x="7413236" y="2815420"/>
                  </a:lnTo>
                  <a:lnTo>
                    <a:pt x="7414294" y="2803862"/>
                  </a:lnTo>
                  <a:lnTo>
                    <a:pt x="7415352" y="2791975"/>
                  </a:lnTo>
                  <a:lnTo>
                    <a:pt x="7416410" y="2779718"/>
                  </a:lnTo>
                  <a:lnTo>
                    <a:pt x="7417468" y="2767108"/>
                  </a:lnTo>
                  <a:lnTo>
                    <a:pt x="7418525" y="2754060"/>
                  </a:lnTo>
                  <a:lnTo>
                    <a:pt x="7419583" y="2740560"/>
                  </a:lnTo>
                  <a:lnTo>
                    <a:pt x="7420641" y="2726626"/>
                  </a:lnTo>
                  <a:lnTo>
                    <a:pt x="7421699" y="2712376"/>
                  </a:lnTo>
                  <a:lnTo>
                    <a:pt x="7422757" y="2697871"/>
                  </a:lnTo>
                  <a:lnTo>
                    <a:pt x="7423815" y="2683063"/>
                  </a:lnTo>
                  <a:lnTo>
                    <a:pt x="7424872" y="2668013"/>
                  </a:lnTo>
                  <a:lnTo>
                    <a:pt x="7425930" y="2652848"/>
                  </a:lnTo>
                  <a:lnTo>
                    <a:pt x="7426988" y="2637636"/>
                  </a:lnTo>
                  <a:lnTo>
                    <a:pt x="7428046" y="2622418"/>
                  </a:lnTo>
                  <a:lnTo>
                    <a:pt x="7429104" y="2607333"/>
                  </a:lnTo>
                  <a:lnTo>
                    <a:pt x="7430162" y="2592536"/>
                  </a:lnTo>
                  <a:lnTo>
                    <a:pt x="7431219" y="2578113"/>
                  </a:lnTo>
                  <a:lnTo>
                    <a:pt x="7432277" y="2564098"/>
                  </a:lnTo>
                  <a:lnTo>
                    <a:pt x="7433335" y="2550521"/>
                  </a:lnTo>
                  <a:lnTo>
                    <a:pt x="7434393" y="2537440"/>
                  </a:lnTo>
                  <a:lnTo>
                    <a:pt x="7435451" y="2524831"/>
                  </a:lnTo>
                  <a:lnTo>
                    <a:pt x="7436509" y="2512705"/>
                  </a:lnTo>
                  <a:lnTo>
                    <a:pt x="7437566" y="2501036"/>
                  </a:lnTo>
                  <a:lnTo>
                    <a:pt x="7438624" y="2489876"/>
                  </a:lnTo>
                  <a:lnTo>
                    <a:pt x="7439682" y="2479441"/>
                  </a:lnTo>
                  <a:lnTo>
                    <a:pt x="7440740" y="2469823"/>
                  </a:lnTo>
                  <a:lnTo>
                    <a:pt x="7441798" y="2461031"/>
                  </a:lnTo>
                  <a:lnTo>
                    <a:pt x="7442856" y="2453068"/>
                  </a:lnTo>
                  <a:lnTo>
                    <a:pt x="7443914" y="2445814"/>
                  </a:lnTo>
                  <a:lnTo>
                    <a:pt x="7444971" y="2439144"/>
                  </a:lnTo>
                  <a:lnTo>
                    <a:pt x="7446029" y="2432985"/>
                  </a:lnTo>
                  <a:lnTo>
                    <a:pt x="7447087" y="2427306"/>
                  </a:lnTo>
                  <a:lnTo>
                    <a:pt x="7448145" y="2422092"/>
                  </a:lnTo>
                  <a:lnTo>
                    <a:pt x="7449203" y="2417405"/>
                  </a:lnTo>
                  <a:lnTo>
                    <a:pt x="7450261" y="2413390"/>
                  </a:lnTo>
                  <a:lnTo>
                    <a:pt x="7451318" y="2410042"/>
                  </a:lnTo>
                  <a:lnTo>
                    <a:pt x="7452376" y="2407369"/>
                  </a:lnTo>
                  <a:lnTo>
                    <a:pt x="7453434" y="2405351"/>
                  </a:lnTo>
                  <a:lnTo>
                    <a:pt x="7454492" y="2403932"/>
                  </a:lnTo>
                  <a:lnTo>
                    <a:pt x="7455550" y="2402942"/>
                  </a:lnTo>
                  <a:lnTo>
                    <a:pt x="7456608" y="2402262"/>
                  </a:lnTo>
                  <a:lnTo>
                    <a:pt x="7457665" y="2401836"/>
                  </a:lnTo>
                  <a:lnTo>
                    <a:pt x="7458723" y="2401648"/>
                  </a:lnTo>
                  <a:lnTo>
                    <a:pt x="7459781" y="2401754"/>
                  </a:lnTo>
                  <a:lnTo>
                    <a:pt x="7460839" y="2402108"/>
                  </a:lnTo>
                  <a:lnTo>
                    <a:pt x="7461897" y="2402692"/>
                  </a:lnTo>
                  <a:lnTo>
                    <a:pt x="7462955" y="2403490"/>
                  </a:lnTo>
                  <a:lnTo>
                    <a:pt x="7464012" y="2404525"/>
                  </a:lnTo>
                  <a:lnTo>
                    <a:pt x="7465070" y="2405700"/>
                  </a:lnTo>
                  <a:lnTo>
                    <a:pt x="7466128" y="2406845"/>
                  </a:lnTo>
                  <a:lnTo>
                    <a:pt x="7467186" y="2407909"/>
                  </a:lnTo>
                  <a:lnTo>
                    <a:pt x="7468244" y="2408898"/>
                  </a:lnTo>
                  <a:lnTo>
                    <a:pt x="7469302" y="2409887"/>
                  </a:lnTo>
                  <a:lnTo>
                    <a:pt x="7470360" y="2410922"/>
                  </a:lnTo>
                  <a:lnTo>
                    <a:pt x="7471417" y="2412126"/>
                  </a:lnTo>
                  <a:lnTo>
                    <a:pt x="7472475" y="2413590"/>
                  </a:lnTo>
                  <a:lnTo>
                    <a:pt x="7473533" y="2415378"/>
                  </a:lnTo>
                  <a:lnTo>
                    <a:pt x="7474591" y="2417518"/>
                  </a:lnTo>
                  <a:lnTo>
                    <a:pt x="7475649" y="2419966"/>
                  </a:lnTo>
                  <a:lnTo>
                    <a:pt x="7476707" y="2422815"/>
                  </a:lnTo>
                  <a:lnTo>
                    <a:pt x="7477764" y="2426091"/>
                  </a:lnTo>
                  <a:lnTo>
                    <a:pt x="7478822" y="2429835"/>
                  </a:lnTo>
                  <a:lnTo>
                    <a:pt x="7479880" y="2434063"/>
                  </a:lnTo>
                  <a:lnTo>
                    <a:pt x="7480938" y="2438686"/>
                  </a:lnTo>
                  <a:lnTo>
                    <a:pt x="7481996" y="2443731"/>
                  </a:lnTo>
                  <a:lnTo>
                    <a:pt x="7483054" y="2449102"/>
                  </a:lnTo>
                  <a:lnTo>
                    <a:pt x="7484111" y="2454768"/>
                  </a:lnTo>
                  <a:lnTo>
                    <a:pt x="7485169" y="2460619"/>
                  </a:lnTo>
                  <a:lnTo>
                    <a:pt x="7486227" y="2466630"/>
                  </a:lnTo>
                  <a:lnTo>
                    <a:pt x="7487285" y="2472724"/>
                  </a:lnTo>
                  <a:lnTo>
                    <a:pt x="7488343" y="2478917"/>
                  </a:lnTo>
                  <a:lnTo>
                    <a:pt x="7489401" y="2485188"/>
                  </a:lnTo>
                  <a:lnTo>
                    <a:pt x="7490458" y="2491453"/>
                  </a:lnTo>
                  <a:lnTo>
                    <a:pt x="7491516" y="2497610"/>
                  </a:lnTo>
                  <a:lnTo>
                    <a:pt x="7492574" y="2503559"/>
                  </a:lnTo>
                  <a:lnTo>
                    <a:pt x="7493632" y="2509131"/>
                  </a:lnTo>
                  <a:lnTo>
                    <a:pt x="7494690" y="2514295"/>
                  </a:lnTo>
                  <a:lnTo>
                    <a:pt x="7495748" y="2518953"/>
                  </a:lnTo>
                  <a:lnTo>
                    <a:pt x="7496806" y="2523148"/>
                  </a:lnTo>
                  <a:lnTo>
                    <a:pt x="7497863" y="2526928"/>
                  </a:lnTo>
                  <a:lnTo>
                    <a:pt x="7498921" y="2530334"/>
                  </a:lnTo>
                  <a:lnTo>
                    <a:pt x="7499979" y="2533337"/>
                  </a:lnTo>
                  <a:lnTo>
                    <a:pt x="7501037" y="2535982"/>
                  </a:lnTo>
                  <a:lnTo>
                    <a:pt x="7502095" y="2538231"/>
                  </a:lnTo>
                  <a:lnTo>
                    <a:pt x="7503153" y="2540003"/>
                  </a:lnTo>
                  <a:lnTo>
                    <a:pt x="7504210" y="2541297"/>
                  </a:lnTo>
                  <a:lnTo>
                    <a:pt x="7505268" y="2542142"/>
                  </a:lnTo>
                  <a:lnTo>
                    <a:pt x="7506326" y="2542575"/>
                  </a:lnTo>
                  <a:lnTo>
                    <a:pt x="7507384" y="2542693"/>
                  </a:lnTo>
                  <a:lnTo>
                    <a:pt x="7508442" y="2542581"/>
                  </a:lnTo>
                  <a:lnTo>
                    <a:pt x="7509500" y="2542426"/>
                  </a:lnTo>
                  <a:lnTo>
                    <a:pt x="7510557" y="2542279"/>
                  </a:lnTo>
                  <a:lnTo>
                    <a:pt x="7511615" y="2542230"/>
                  </a:lnTo>
                  <a:lnTo>
                    <a:pt x="7512673" y="2542273"/>
                  </a:lnTo>
                  <a:lnTo>
                    <a:pt x="7513731" y="2542388"/>
                  </a:lnTo>
                  <a:lnTo>
                    <a:pt x="7514789" y="2542646"/>
                  </a:lnTo>
                  <a:lnTo>
                    <a:pt x="7515847" y="2543112"/>
                  </a:lnTo>
                  <a:lnTo>
                    <a:pt x="7516904" y="2543815"/>
                  </a:lnTo>
                  <a:lnTo>
                    <a:pt x="7517962" y="2544777"/>
                  </a:lnTo>
                  <a:lnTo>
                    <a:pt x="7519020" y="2546137"/>
                  </a:lnTo>
                  <a:lnTo>
                    <a:pt x="7520078" y="2547881"/>
                  </a:lnTo>
                  <a:lnTo>
                    <a:pt x="7521136" y="2550044"/>
                  </a:lnTo>
                  <a:lnTo>
                    <a:pt x="7522194" y="2552577"/>
                  </a:lnTo>
                  <a:lnTo>
                    <a:pt x="7523252" y="2555437"/>
                  </a:lnTo>
                  <a:lnTo>
                    <a:pt x="7524309" y="2558565"/>
                  </a:lnTo>
                  <a:lnTo>
                    <a:pt x="7525367" y="2561829"/>
                  </a:lnTo>
                  <a:lnTo>
                    <a:pt x="7526425" y="2565203"/>
                  </a:lnTo>
                  <a:lnTo>
                    <a:pt x="7527483" y="2568638"/>
                  </a:lnTo>
                  <a:lnTo>
                    <a:pt x="7528541" y="2572087"/>
                  </a:lnTo>
                  <a:lnTo>
                    <a:pt x="7529599" y="2575500"/>
                  </a:lnTo>
                  <a:lnTo>
                    <a:pt x="7530656" y="2578756"/>
                  </a:lnTo>
                  <a:lnTo>
                    <a:pt x="7531714" y="2581785"/>
                  </a:lnTo>
                  <a:lnTo>
                    <a:pt x="7532772" y="2584503"/>
                  </a:lnTo>
                  <a:lnTo>
                    <a:pt x="7533830" y="2586968"/>
                  </a:lnTo>
                  <a:lnTo>
                    <a:pt x="7534888" y="2589240"/>
                  </a:lnTo>
                  <a:lnTo>
                    <a:pt x="7535946" y="2591309"/>
                  </a:lnTo>
                  <a:lnTo>
                    <a:pt x="7537003" y="2593134"/>
                  </a:lnTo>
                  <a:lnTo>
                    <a:pt x="7538061" y="2594784"/>
                  </a:lnTo>
                  <a:lnTo>
                    <a:pt x="7539119" y="2596359"/>
                  </a:lnTo>
                  <a:lnTo>
                    <a:pt x="7540177" y="2597887"/>
                  </a:lnTo>
                  <a:lnTo>
                    <a:pt x="7541235" y="2599400"/>
                  </a:lnTo>
                  <a:lnTo>
                    <a:pt x="7542293" y="2600876"/>
                  </a:lnTo>
                  <a:lnTo>
                    <a:pt x="7543350" y="2602384"/>
                  </a:lnTo>
                  <a:lnTo>
                    <a:pt x="7544408" y="2604044"/>
                  </a:lnTo>
                  <a:lnTo>
                    <a:pt x="7545466" y="2605848"/>
                  </a:lnTo>
                  <a:lnTo>
                    <a:pt x="7546524" y="2607890"/>
                  </a:lnTo>
                  <a:lnTo>
                    <a:pt x="7547582" y="2610220"/>
                  </a:lnTo>
                  <a:lnTo>
                    <a:pt x="7548640" y="2612904"/>
                  </a:lnTo>
                  <a:lnTo>
                    <a:pt x="7549698" y="2616015"/>
                  </a:lnTo>
                  <a:lnTo>
                    <a:pt x="7550755" y="2619516"/>
                  </a:lnTo>
                  <a:lnTo>
                    <a:pt x="7551813" y="2623420"/>
                  </a:lnTo>
                  <a:lnTo>
                    <a:pt x="7552871" y="2627775"/>
                  </a:lnTo>
                  <a:lnTo>
                    <a:pt x="7553929" y="2632540"/>
                  </a:lnTo>
                  <a:lnTo>
                    <a:pt x="7554987" y="2637708"/>
                  </a:lnTo>
                  <a:lnTo>
                    <a:pt x="7556045" y="2643281"/>
                  </a:lnTo>
                  <a:lnTo>
                    <a:pt x="7557102" y="2649284"/>
                  </a:lnTo>
                  <a:lnTo>
                    <a:pt x="7558160" y="2655679"/>
                  </a:lnTo>
                  <a:lnTo>
                    <a:pt x="7559218" y="2662476"/>
                  </a:lnTo>
                  <a:lnTo>
                    <a:pt x="7560276" y="2669591"/>
                  </a:lnTo>
                  <a:lnTo>
                    <a:pt x="7561334" y="2677005"/>
                  </a:lnTo>
                  <a:lnTo>
                    <a:pt x="7562392" y="2684620"/>
                  </a:lnTo>
                  <a:lnTo>
                    <a:pt x="7563449" y="2692376"/>
                  </a:lnTo>
                  <a:lnTo>
                    <a:pt x="7564507" y="2700182"/>
                  </a:lnTo>
                  <a:lnTo>
                    <a:pt x="7565565" y="2707921"/>
                  </a:lnTo>
                  <a:lnTo>
                    <a:pt x="7566623" y="2715592"/>
                  </a:lnTo>
                  <a:lnTo>
                    <a:pt x="7567681" y="2723155"/>
                  </a:lnTo>
                  <a:lnTo>
                    <a:pt x="7568739" y="2730522"/>
                  </a:lnTo>
                  <a:lnTo>
                    <a:pt x="7569796" y="2737639"/>
                  </a:lnTo>
                  <a:lnTo>
                    <a:pt x="7570854" y="2744494"/>
                  </a:lnTo>
                  <a:lnTo>
                    <a:pt x="7571912" y="2751068"/>
                  </a:lnTo>
                  <a:lnTo>
                    <a:pt x="7572970" y="2757321"/>
                  </a:lnTo>
                  <a:lnTo>
                    <a:pt x="7574028" y="2763250"/>
                  </a:lnTo>
                  <a:lnTo>
                    <a:pt x="7575086" y="2768782"/>
                  </a:lnTo>
                  <a:lnTo>
                    <a:pt x="7576144" y="2773941"/>
                  </a:lnTo>
                  <a:lnTo>
                    <a:pt x="7577201" y="2778780"/>
                  </a:lnTo>
                  <a:lnTo>
                    <a:pt x="7578259" y="2783355"/>
                  </a:lnTo>
                  <a:lnTo>
                    <a:pt x="7579317" y="2787676"/>
                  </a:lnTo>
                  <a:lnTo>
                    <a:pt x="7580375" y="2791744"/>
                  </a:lnTo>
                  <a:lnTo>
                    <a:pt x="7581433" y="2795558"/>
                  </a:lnTo>
                  <a:lnTo>
                    <a:pt x="7582491" y="2799119"/>
                  </a:lnTo>
                  <a:lnTo>
                    <a:pt x="7583548" y="2802476"/>
                  </a:lnTo>
                  <a:lnTo>
                    <a:pt x="7584606" y="2805744"/>
                  </a:lnTo>
                  <a:lnTo>
                    <a:pt x="7585664" y="2809012"/>
                  </a:lnTo>
                  <a:lnTo>
                    <a:pt x="7586722" y="2812275"/>
                  </a:lnTo>
                  <a:lnTo>
                    <a:pt x="7587780" y="2815450"/>
                  </a:lnTo>
                  <a:lnTo>
                    <a:pt x="7588838" y="2818537"/>
                  </a:lnTo>
                  <a:lnTo>
                    <a:pt x="7589895" y="2821535"/>
                  </a:lnTo>
                  <a:lnTo>
                    <a:pt x="7590953" y="2824451"/>
                  </a:lnTo>
                  <a:lnTo>
                    <a:pt x="7592011" y="2827204"/>
                  </a:lnTo>
                  <a:lnTo>
                    <a:pt x="7593069" y="2829812"/>
                  </a:lnTo>
                  <a:lnTo>
                    <a:pt x="7594127" y="2832291"/>
                  </a:lnTo>
                  <a:lnTo>
                    <a:pt x="7595185" y="2834681"/>
                  </a:lnTo>
                  <a:lnTo>
                    <a:pt x="7596242" y="2836984"/>
                  </a:lnTo>
                  <a:lnTo>
                    <a:pt x="7597300" y="2839215"/>
                  </a:lnTo>
                  <a:lnTo>
                    <a:pt x="7598358" y="2841431"/>
                  </a:lnTo>
                  <a:lnTo>
                    <a:pt x="7599416" y="2843732"/>
                  </a:lnTo>
                  <a:lnTo>
                    <a:pt x="7600474" y="2846078"/>
                  </a:lnTo>
                  <a:lnTo>
                    <a:pt x="7601532" y="2848447"/>
                  </a:lnTo>
                  <a:lnTo>
                    <a:pt x="7602590" y="2850707"/>
                  </a:lnTo>
                  <a:lnTo>
                    <a:pt x="7603647" y="2852869"/>
                  </a:lnTo>
                  <a:lnTo>
                    <a:pt x="7604705" y="2854933"/>
                  </a:lnTo>
                  <a:lnTo>
                    <a:pt x="7605763" y="2856898"/>
                  </a:lnTo>
                  <a:lnTo>
                    <a:pt x="7606821" y="2858771"/>
                  </a:lnTo>
                  <a:lnTo>
                    <a:pt x="7607879" y="2860600"/>
                  </a:lnTo>
                  <a:lnTo>
                    <a:pt x="7608937" y="2862383"/>
                  </a:lnTo>
                  <a:lnTo>
                    <a:pt x="7609994" y="2864129"/>
                  </a:lnTo>
                  <a:lnTo>
                    <a:pt x="7611052" y="2865777"/>
                  </a:lnTo>
                  <a:lnTo>
                    <a:pt x="7612110" y="2867283"/>
                  </a:lnTo>
                  <a:lnTo>
                    <a:pt x="7613168" y="2868652"/>
                  </a:lnTo>
                  <a:lnTo>
                    <a:pt x="7614226" y="2869893"/>
                  </a:lnTo>
                  <a:lnTo>
                    <a:pt x="7615284" y="2870942"/>
                  </a:lnTo>
                  <a:lnTo>
                    <a:pt x="7616341" y="2871783"/>
                  </a:lnTo>
                  <a:lnTo>
                    <a:pt x="7617399" y="2872438"/>
                  </a:lnTo>
                  <a:lnTo>
                    <a:pt x="7618457" y="2873042"/>
                  </a:lnTo>
                  <a:lnTo>
                    <a:pt x="7619515" y="2873646"/>
                  </a:lnTo>
                  <a:lnTo>
                    <a:pt x="7620573" y="2874253"/>
                  </a:lnTo>
                  <a:lnTo>
                    <a:pt x="7621631" y="2874932"/>
                  </a:lnTo>
                  <a:lnTo>
                    <a:pt x="7622688" y="2875746"/>
                  </a:lnTo>
                  <a:lnTo>
                    <a:pt x="7623746" y="2876685"/>
                  </a:lnTo>
                  <a:lnTo>
                    <a:pt x="7624804" y="2877704"/>
                  </a:lnTo>
                  <a:lnTo>
                    <a:pt x="7625862" y="2878755"/>
                  </a:lnTo>
                  <a:lnTo>
                    <a:pt x="7626920" y="2879907"/>
                  </a:lnTo>
                  <a:lnTo>
                    <a:pt x="7627978" y="2881252"/>
                  </a:lnTo>
                  <a:lnTo>
                    <a:pt x="7629036" y="2882768"/>
                  </a:lnTo>
                  <a:lnTo>
                    <a:pt x="7630093" y="2884379"/>
                  </a:lnTo>
                  <a:lnTo>
                    <a:pt x="7631151" y="2886044"/>
                  </a:lnTo>
                  <a:lnTo>
                    <a:pt x="7632209" y="2887830"/>
                  </a:lnTo>
                  <a:lnTo>
                    <a:pt x="7633267" y="2889736"/>
                  </a:lnTo>
                  <a:lnTo>
                    <a:pt x="7634325" y="2891762"/>
                  </a:lnTo>
                  <a:lnTo>
                    <a:pt x="7635383" y="2893908"/>
                  </a:lnTo>
                  <a:lnTo>
                    <a:pt x="7636440" y="2896171"/>
                  </a:lnTo>
                  <a:lnTo>
                    <a:pt x="7637498" y="2898461"/>
                  </a:lnTo>
                  <a:lnTo>
                    <a:pt x="7638556" y="2900695"/>
                  </a:lnTo>
                  <a:lnTo>
                    <a:pt x="7639614" y="2902872"/>
                  </a:lnTo>
                  <a:lnTo>
                    <a:pt x="7640672" y="2904953"/>
                  </a:lnTo>
                  <a:lnTo>
                    <a:pt x="7641730" y="2906973"/>
                  </a:lnTo>
                  <a:lnTo>
                    <a:pt x="7642787" y="2908937"/>
                  </a:lnTo>
                  <a:lnTo>
                    <a:pt x="7643845" y="2910790"/>
                  </a:lnTo>
                  <a:lnTo>
                    <a:pt x="7644903" y="2912502"/>
                  </a:lnTo>
                  <a:lnTo>
                    <a:pt x="7645961" y="2914075"/>
                  </a:lnTo>
                  <a:lnTo>
                    <a:pt x="7647019" y="2915468"/>
                  </a:lnTo>
                  <a:lnTo>
                    <a:pt x="7648077" y="2916641"/>
                  </a:lnTo>
                  <a:lnTo>
                    <a:pt x="7649134" y="2917592"/>
                  </a:lnTo>
                  <a:lnTo>
                    <a:pt x="7650192" y="2918321"/>
                  </a:lnTo>
                  <a:lnTo>
                    <a:pt x="7651250" y="2918785"/>
                  </a:lnTo>
                  <a:lnTo>
                    <a:pt x="7652308" y="2918884"/>
                  </a:lnTo>
                  <a:lnTo>
                    <a:pt x="7653366" y="2918615"/>
                  </a:lnTo>
                  <a:lnTo>
                    <a:pt x="7654424" y="2917959"/>
                  </a:lnTo>
                  <a:lnTo>
                    <a:pt x="7655482" y="2917016"/>
                  </a:lnTo>
                  <a:lnTo>
                    <a:pt x="7656539" y="2915846"/>
                  </a:lnTo>
                  <a:lnTo>
                    <a:pt x="7657597" y="2914476"/>
                  </a:lnTo>
                  <a:lnTo>
                    <a:pt x="7658655" y="2912907"/>
                  </a:lnTo>
                  <a:lnTo>
                    <a:pt x="7659713" y="2911182"/>
                  </a:lnTo>
                  <a:lnTo>
                    <a:pt x="7660771" y="2909325"/>
                  </a:lnTo>
                  <a:lnTo>
                    <a:pt x="7661829" y="2907323"/>
                  </a:lnTo>
                  <a:lnTo>
                    <a:pt x="7662886" y="2905174"/>
                  </a:lnTo>
                  <a:lnTo>
                    <a:pt x="7663944" y="2902961"/>
                  </a:lnTo>
                  <a:lnTo>
                    <a:pt x="7665002" y="2900738"/>
                  </a:lnTo>
                  <a:lnTo>
                    <a:pt x="7666060" y="2898504"/>
                  </a:lnTo>
                  <a:lnTo>
                    <a:pt x="7667118" y="2896273"/>
                  </a:lnTo>
                  <a:lnTo>
                    <a:pt x="7668176" y="2894110"/>
                  </a:lnTo>
                  <a:lnTo>
                    <a:pt x="7669233" y="2892114"/>
                  </a:lnTo>
                  <a:lnTo>
                    <a:pt x="7670291" y="2890352"/>
                  </a:lnTo>
                  <a:lnTo>
                    <a:pt x="7671349" y="2888773"/>
                  </a:lnTo>
                  <a:lnTo>
                    <a:pt x="7672407" y="2887384"/>
                  </a:lnTo>
                  <a:lnTo>
                    <a:pt x="7673465" y="2886160"/>
                  </a:lnTo>
                  <a:lnTo>
                    <a:pt x="7674523" y="2885098"/>
                  </a:lnTo>
                  <a:lnTo>
                    <a:pt x="7675580" y="2884133"/>
                  </a:lnTo>
                  <a:lnTo>
                    <a:pt x="7676638" y="2883265"/>
                  </a:lnTo>
                  <a:lnTo>
                    <a:pt x="7677696" y="2882504"/>
                  </a:lnTo>
                  <a:lnTo>
                    <a:pt x="7678754" y="2881953"/>
                  </a:lnTo>
                  <a:lnTo>
                    <a:pt x="7679812" y="2881587"/>
                  </a:lnTo>
                  <a:lnTo>
                    <a:pt x="7680870" y="2881334"/>
                  </a:lnTo>
                  <a:lnTo>
                    <a:pt x="7681928" y="2881186"/>
                  </a:lnTo>
                  <a:lnTo>
                    <a:pt x="7682985" y="2881164"/>
                  </a:lnTo>
                  <a:lnTo>
                    <a:pt x="7684043" y="2881310"/>
                  </a:lnTo>
                  <a:lnTo>
                    <a:pt x="7685101" y="2881546"/>
                  </a:lnTo>
                  <a:lnTo>
                    <a:pt x="7686159" y="2881806"/>
                  </a:lnTo>
                  <a:lnTo>
                    <a:pt x="7687217" y="2882091"/>
                  </a:lnTo>
                  <a:lnTo>
                    <a:pt x="7688275" y="2882401"/>
                  </a:lnTo>
                  <a:lnTo>
                    <a:pt x="7689332" y="2882736"/>
                  </a:lnTo>
                  <a:lnTo>
                    <a:pt x="7690390" y="2883099"/>
                  </a:lnTo>
                  <a:lnTo>
                    <a:pt x="7691448" y="2883576"/>
                  </a:lnTo>
                  <a:lnTo>
                    <a:pt x="7692506" y="2884166"/>
                  </a:lnTo>
                  <a:lnTo>
                    <a:pt x="7693564" y="2884908"/>
                  </a:lnTo>
                  <a:lnTo>
                    <a:pt x="7694622" y="2885807"/>
                  </a:lnTo>
                  <a:lnTo>
                    <a:pt x="7695679" y="2886823"/>
                  </a:lnTo>
                  <a:lnTo>
                    <a:pt x="7696737" y="2888007"/>
                  </a:lnTo>
                  <a:lnTo>
                    <a:pt x="7697795" y="2889442"/>
                  </a:lnTo>
                  <a:lnTo>
                    <a:pt x="7698853" y="2891183"/>
                  </a:lnTo>
                  <a:lnTo>
                    <a:pt x="7699911" y="2893254"/>
                  </a:lnTo>
                  <a:lnTo>
                    <a:pt x="7700969" y="2895655"/>
                  </a:lnTo>
                  <a:lnTo>
                    <a:pt x="7702026" y="2898386"/>
                  </a:lnTo>
                  <a:lnTo>
                    <a:pt x="7703084" y="2901447"/>
                  </a:lnTo>
                  <a:lnTo>
                    <a:pt x="7704142" y="2904838"/>
                  </a:lnTo>
                  <a:lnTo>
                    <a:pt x="7705200" y="2908559"/>
                  </a:lnTo>
                  <a:lnTo>
                    <a:pt x="7706258" y="2912611"/>
                  </a:lnTo>
                  <a:lnTo>
                    <a:pt x="7707316" y="2917032"/>
                  </a:lnTo>
                  <a:lnTo>
                    <a:pt x="7708374" y="2921827"/>
                  </a:lnTo>
                  <a:lnTo>
                    <a:pt x="7709431" y="2926926"/>
                  </a:lnTo>
                  <a:lnTo>
                    <a:pt x="7710489" y="2932316"/>
                  </a:lnTo>
                  <a:lnTo>
                    <a:pt x="7711547" y="2937968"/>
                  </a:lnTo>
                  <a:lnTo>
                    <a:pt x="7712605" y="2943839"/>
                  </a:lnTo>
                  <a:lnTo>
                    <a:pt x="7713663" y="2949863"/>
                  </a:lnTo>
                  <a:lnTo>
                    <a:pt x="7714721" y="2955930"/>
                  </a:lnTo>
                  <a:lnTo>
                    <a:pt x="7715778" y="2962035"/>
                  </a:lnTo>
                  <a:lnTo>
                    <a:pt x="7716836" y="2968156"/>
                  </a:lnTo>
                  <a:lnTo>
                    <a:pt x="7717894" y="2974238"/>
                  </a:lnTo>
                  <a:lnTo>
                    <a:pt x="7718952" y="2980284"/>
                  </a:lnTo>
                  <a:lnTo>
                    <a:pt x="7720010" y="2986291"/>
                  </a:lnTo>
                  <a:lnTo>
                    <a:pt x="7721068" y="2992261"/>
                  </a:lnTo>
                  <a:lnTo>
                    <a:pt x="7722125" y="2998151"/>
                  </a:lnTo>
                  <a:lnTo>
                    <a:pt x="7723183" y="3003852"/>
                  </a:lnTo>
                  <a:lnTo>
                    <a:pt x="7724241" y="3009290"/>
                  </a:lnTo>
                  <a:lnTo>
                    <a:pt x="7725299" y="3014413"/>
                  </a:lnTo>
                  <a:lnTo>
                    <a:pt x="7726357" y="3019154"/>
                  </a:lnTo>
                  <a:lnTo>
                    <a:pt x="7727415" y="3023472"/>
                  </a:lnTo>
                  <a:lnTo>
                    <a:pt x="7728472" y="3027333"/>
                  </a:lnTo>
                  <a:lnTo>
                    <a:pt x="7729530" y="3030735"/>
                  </a:lnTo>
                  <a:lnTo>
                    <a:pt x="7730588" y="3033737"/>
                  </a:lnTo>
                  <a:lnTo>
                    <a:pt x="7731646" y="3036341"/>
                  </a:lnTo>
                  <a:lnTo>
                    <a:pt x="7732704" y="3038503"/>
                  </a:lnTo>
                  <a:lnTo>
                    <a:pt x="7733762" y="3040292"/>
                  </a:lnTo>
                  <a:lnTo>
                    <a:pt x="7734820" y="3041712"/>
                  </a:lnTo>
                  <a:lnTo>
                    <a:pt x="7735877" y="3042766"/>
                  </a:lnTo>
                  <a:lnTo>
                    <a:pt x="7736935" y="3043454"/>
                  </a:lnTo>
                  <a:lnTo>
                    <a:pt x="7737993" y="3043814"/>
                  </a:lnTo>
                  <a:lnTo>
                    <a:pt x="7739051" y="3043912"/>
                  </a:lnTo>
                  <a:lnTo>
                    <a:pt x="7740109" y="3043793"/>
                  </a:lnTo>
                  <a:lnTo>
                    <a:pt x="7741167" y="3043485"/>
                  </a:lnTo>
                  <a:lnTo>
                    <a:pt x="7742224" y="3043016"/>
                  </a:lnTo>
                  <a:lnTo>
                    <a:pt x="7743282" y="3042468"/>
                  </a:lnTo>
                  <a:lnTo>
                    <a:pt x="7744340" y="3041923"/>
                  </a:lnTo>
                  <a:lnTo>
                    <a:pt x="7745398" y="3041379"/>
                  </a:lnTo>
                  <a:lnTo>
                    <a:pt x="7746456" y="3040835"/>
                  </a:lnTo>
                  <a:lnTo>
                    <a:pt x="7747514" y="3040252"/>
                  </a:lnTo>
                  <a:lnTo>
                    <a:pt x="7748571" y="3039665"/>
                  </a:lnTo>
                  <a:lnTo>
                    <a:pt x="7749629" y="3039080"/>
                  </a:lnTo>
                  <a:lnTo>
                    <a:pt x="7750687" y="3038440"/>
                  </a:lnTo>
                  <a:lnTo>
                    <a:pt x="7751745" y="3037717"/>
                  </a:lnTo>
                  <a:lnTo>
                    <a:pt x="7752803" y="3036886"/>
                  </a:lnTo>
                  <a:lnTo>
                    <a:pt x="7753861" y="3035949"/>
                  </a:lnTo>
                  <a:lnTo>
                    <a:pt x="7754918" y="3034908"/>
                  </a:lnTo>
                  <a:lnTo>
                    <a:pt x="7755976" y="3033734"/>
                  </a:lnTo>
                  <a:lnTo>
                    <a:pt x="7757034" y="3032426"/>
                  </a:lnTo>
                  <a:lnTo>
                    <a:pt x="7758092" y="3030985"/>
                  </a:lnTo>
                  <a:lnTo>
                    <a:pt x="7759150" y="3029412"/>
                  </a:lnTo>
                  <a:lnTo>
                    <a:pt x="7760208" y="3027699"/>
                  </a:lnTo>
                  <a:lnTo>
                    <a:pt x="7761266" y="3025786"/>
                  </a:lnTo>
                  <a:lnTo>
                    <a:pt x="7762323" y="3023684"/>
                  </a:lnTo>
                  <a:lnTo>
                    <a:pt x="7763381" y="3021379"/>
                  </a:lnTo>
                  <a:lnTo>
                    <a:pt x="7764439" y="3018898"/>
                  </a:lnTo>
                  <a:lnTo>
                    <a:pt x="7765497" y="3016242"/>
                  </a:lnTo>
                  <a:lnTo>
                    <a:pt x="7766555" y="3013453"/>
                  </a:lnTo>
                  <a:lnTo>
                    <a:pt x="7767613" y="3010641"/>
                  </a:lnTo>
                  <a:lnTo>
                    <a:pt x="7768670" y="3007893"/>
                  </a:lnTo>
                  <a:lnTo>
                    <a:pt x="7769728" y="3005215"/>
                  </a:lnTo>
                  <a:lnTo>
                    <a:pt x="7770786" y="3002605"/>
                  </a:lnTo>
                  <a:lnTo>
                    <a:pt x="7771844" y="3000064"/>
                  </a:lnTo>
                  <a:lnTo>
                    <a:pt x="7772902" y="2997617"/>
                  </a:lnTo>
                  <a:lnTo>
                    <a:pt x="7773960" y="2995268"/>
                  </a:lnTo>
                  <a:lnTo>
                    <a:pt x="7775017" y="2993018"/>
                  </a:lnTo>
                  <a:lnTo>
                    <a:pt x="7776075" y="2990902"/>
                  </a:lnTo>
                  <a:lnTo>
                    <a:pt x="7777133" y="2988986"/>
                  </a:lnTo>
                  <a:lnTo>
                    <a:pt x="7778191" y="2987362"/>
                  </a:lnTo>
                  <a:lnTo>
                    <a:pt x="7779249" y="2986152"/>
                  </a:lnTo>
                  <a:lnTo>
                    <a:pt x="7780307" y="2985425"/>
                  </a:lnTo>
                  <a:lnTo>
                    <a:pt x="7781364" y="2985280"/>
                  </a:lnTo>
                  <a:lnTo>
                    <a:pt x="7782422" y="2985752"/>
                  </a:lnTo>
                  <a:lnTo>
                    <a:pt x="7783480" y="2986786"/>
                  </a:lnTo>
                  <a:lnTo>
                    <a:pt x="7784538" y="2988319"/>
                  </a:lnTo>
                  <a:lnTo>
                    <a:pt x="7785596" y="2990349"/>
                  </a:lnTo>
                  <a:lnTo>
                    <a:pt x="7786654" y="2992876"/>
                  </a:lnTo>
                  <a:lnTo>
                    <a:pt x="7787712" y="2995900"/>
                  </a:lnTo>
                  <a:lnTo>
                    <a:pt x="7788769" y="2999417"/>
                  </a:lnTo>
                  <a:lnTo>
                    <a:pt x="7789827" y="3003425"/>
                  </a:lnTo>
                  <a:lnTo>
                    <a:pt x="7790885" y="3007872"/>
                  </a:lnTo>
                  <a:lnTo>
                    <a:pt x="7791943" y="3012730"/>
                  </a:lnTo>
                  <a:lnTo>
                    <a:pt x="7793001" y="3017953"/>
                  </a:lnTo>
                  <a:lnTo>
                    <a:pt x="7794059" y="3023471"/>
                  </a:lnTo>
                  <a:lnTo>
                    <a:pt x="7795116" y="3029225"/>
                  </a:lnTo>
                  <a:lnTo>
                    <a:pt x="7796174" y="3035087"/>
                  </a:lnTo>
                  <a:lnTo>
                    <a:pt x="7797232" y="3040751"/>
                  </a:lnTo>
                  <a:lnTo>
                    <a:pt x="7798290" y="3046088"/>
                  </a:lnTo>
                  <a:lnTo>
                    <a:pt x="7799348" y="3051078"/>
                  </a:lnTo>
                  <a:lnTo>
                    <a:pt x="7800406" y="3055721"/>
                  </a:lnTo>
                  <a:lnTo>
                    <a:pt x="7801463" y="3060018"/>
                  </a:lnTo>
                  <a:lnTo>
                    <a:pt x="7802521" y="3063968"/>
                  </a:lnTo>
                  <a:lnTo>
                    <a:pt x="7803579" y="3067572"/>
                  </a:lnTo>
                  <a:lnTo>
                    <a:pt x="7804637" y="3070779"/>
                  </a:lnTo>
                  <a:lnTo>
                    <a:pt x="7805695" y="3073507"/>
                  </a:lnTo>
                  <a:lnTo>
                    <a:pt x="7806753" y="3075677"/>
                  </a:lnTo>
                  <a:lnTo>
                    <a:pt x="7807810" y="3077246"/>
                  </a:lnTo>
                  <a:lnTo>
                    <a:pt x="7808868" y="3078236"/>
                  </a:lnTo>
                  <a:lnTo>
                    <a:pt x="7809926" y="3078675"/>
                  </a:lnTo>
                  <a:lnTo>
                    <a:pt x="7810984" y="3078525"/>
                  </a:lnTo>
                  <a:lnTo>
                    <a:pt x="7812042" y="3077793"/>
                  </a:lnTo>
                  <a:lnTo>
                    <a:pt x="7813100" y="3076556"/>
                  </a:lnTo>
                  <a:lnTo>
                    <a:pt x="7814158" y="3074876"/>
                  </a:lnTo>
                  <a:lnTo>
                    <a:pt x="7815215" y="3072799"/>
                  </a:lnTo>
                  <a:lnTo>
                    <a:pt x="7816273" y="3070306"/>
                  </a:lnTo>
                  <a:lnTo>
                    <a:pt x="7817331" y="3067370"/>
                  </a:lnTo>
                  <a:lnTo>
                    <a:pt x="7818389" y="3063981"/>
                  </a:lnTo>
                  <a:lnTo>
                    <a:pt x="7819447" y="3060100"/>
                  </a:lnTo>
                  <a:lnTo>
                    <a:pt x="7820505" y="3055717"/>
                  </a:lnTo>
                  <a:lnTo>
                    <a:pt x="7821562" y="3050778"/>
                  </a:lnTo>
                  <a:lnTo>
                    <a:pt x="7822620" y="3045352"/>
                  </a:lnTo>
                  <a:lnTo>
                    <a:pt x="7823678" y="3039441"/>
                  </a:lnTo>
                  <a:lnTo>
                    <a:pt x="7824736" y="3033045"/>
                  </a:lnTo>
                  <a:lnTo>
                    <a:pt x="7825794" y="3026140"/>
                  </a:lnTo>
                  <a:lnTo>
                    <a:pt x="7826852" y="3018746"/>
                  </a:lnTo>
                  <a:lnTo>
                    <a:pt x="7827909" y="3010856"/>
                  </a:lnTo>
                  <a:lnTo>
                    <a:pt x="7828967" y="3002467"/>
                  </a:lnTo>
                  <a:lnTo>
                    <a:pt x="7830025" y="2993578"/>
                  </a:lnTo>
                  <a:lnTo>
                    <a:pt x="7831083" y="2984142"/>
                  </a:lnTo>
                  <a:lnTo>
                    <a:pt x="7832141" y="2974151"/>
                  </a:lnTo>
                  <a:lnTo>
                    <a:pt x="7833199" y="2963610"/>
                  </a:lnTo>
                  <a:lnTo>
                    <a:pt x="7834256" y="2952467"/>
                  </a:lnTo>
                  <a:lnTo>
                    <a:pt x="7835314" y="2940744"/>
                  </a:lnTo>
                  <a:lnTo>
                    <a:pt x="7836372" y="2928540"/>
                  </a:lnTo>
                  <a:lnTo>
                    <a:pt x="7837430" y="2915975"/>
                  </a:lnTo>
                  <a:lnTo>
                    <a:pt x="7838488" y="2903054"/>
                  </a:lnTo>
                  <a:lnTo>
                    <a:pt x="7839546" y="2889854"/>
                  </a:lnTo>
                  <a:lnTo>
                    <a:pt x="7840604" y="2876390"/>
                  </a:lnTo>
                  <a:lnTo>
                    <a:pt x="7841661" y="2862665"/>
                  </a:lnTo>
                  <a:lnTo>
                    <a:pt x="7842719" y="2848686"/>
                  </a:lnTo>
                  <a:lnTo>
                    <a:pt x="7843777" y="2834480"/>
                  </a:lnTo>
                  <a:lnTo>
                    <a:pt x="7844835" y="2820100"/>
                  </a:lnTo>
                  <a:lnTo>
                    <a:pt x="7845893" y="2805546"/>
                  </a:lnTo>
                  <a:lnTo>
                    <a:pt x="7846951" y="2790864"/>
                  </a:lnTo>
                  <a:lnTo>
                    <a:pt x="7848008" y="2776035"/>
                  </a:lnTo>
                  <a:lnTo>
                    <a:pt x="7849066" y="2761064"/>
                  </a:lnTo>
                  <a:lnTo>
                    <a:pt x="7850124" y="2746194"/>
                  </a:lnTo>
                  <a:lnTo>
                    <a:pt x="7851182" y="2731698"/>
                  </a:lnTo>
                  <a:lnTo>
                    <a:pt x="7852240" y="2717646"/>
                  </a:lnTo>
                  <a:lnTo>
                    <a:pt x="7853298" y="2704055"/>
                  </a:lnTo>
                  <a:lnTo>
                    <a:pt x="7854355" y="2690923"/>
                  </a:lnTo>
                  <a:lnTo>
                    <a:pt x="7855413" y="2678225"/>
                  </a:lnTo>
                  <a:lnTo>
                    <a:pt x="7856471" y="2665945"/>
                  </a:lnTo>
                  <a:lnTo>
                    <a:pt x="7857529" y="2654029"/>
                  </a:lnTo>
                  <a:lnTo>
                    <a:pt x="7858587" y="2642469"/>
                  </a:lnTo>
                  <a:lnTo>
                    <a:pt x="7859645" y="2631334"/>
                  </a:lnTo>
                  <a:lnTo>
                    <a:pt x="7860702" y="2620739"/>
                  </a:lnTo>
                  <a:lnTo>
                    <a:pt x="7861760" y="2610728"/>
                  </a:lnTo>
                  <a:lnTo>
                    <a:pt x="7862818" y="2601311"/>
                  </a:lnTo>
                  <a:lnTo>
                    <a:pt x="7863876" y="2592507"/>
                  </a:lnTo>
                  <a:lnTo>
                    <a:pt x="7864934" y="2584339"/>
                  </a:lnTo>
                  <a:lnTo>
                    <a:pt x="7865992" y="2576672"/>
                  </a:lnTo>
                  <a:lnTo>
                    <a:pt x="7867050" y="2569344"/>
                  </a:lnTo>
                  <a:lnTo>
                    <a:pt x="7868107" y="2562276"/>
                  </a:lnTo>
                  <a:lnTo>
                    <a:pt x="7869165" y="2555398"/>
                  </a:lnTo>
                  <a:lnTo>
                    <a:pt x="7870223" y="2548739"/>
                  </a:lnTo>
                  <a:lnTo>
                    <a:pt x="7871281" y="2542338"/>
                  </a:lnTo>
                  <a:lnTo>
                    <a:pt x="7872339" y="2536247"/>
                  </a:lnTo>
                  <a:lnTo>
                    <a:pt x="7873397" y="2530543"/>
                  </a:lnTo>
                  <a:lnTo>
                    <a:pt x="7874454" y="2525220"/>
                  </a:lnTo>
                  <a:lnTo>
                    <a:pt x="7875512" y="2520175"/>
                  </a:lnTo>
                  <a:lnTo>
                    <a:pt x="7876570" y="2515340"/>
                  </a:lnTo>
                  <a:lnTo>
                    <a:pt x="7877628" y="2510709"/>
                  </a:lnTo>
                  <a:lnTo>
                    <a:pt x="7878686" y="2506262"/>
                  </a:lnTo>
                  <a:lnTo>
                    <a:pt x="7879744" y="2501953"/>
                  </a:lnTo>
                  <a:lnTo>
                    <a:pt x="7880801" y="2497806"/>
                  </a:lnTo>
                  <a:lnTo>
                    <a:pt x="7881859" y="2493923"/>
                  </a:lnTo>
                  <a:lnTo>
                    <a:pt x="7882917" y="2490370"/>
                  </a:lnTo>
                  <a:lnTo>
                    <a:pt x="7883975" y="2487131"/>
                  </a:lnTo>
                  <a:lnTo>
                    <a:pt x="7885033" y="2484255"/>
                  </a:lnTo>
                  <a:lnTo>
                    <a:pt x="7886091" y="2481713"/>
                  </a:lnTo>
                  <a:lnTo>
                    <a:pt x="7887148" y="2479456"/>
                  </a:lnTo>
                  <a:lnTo>
                    <a:pt x="7888206" y="2477391"/>
                  </a:lnTo>
                  <a:lnTo>
                    <a:pt x="7889264" y="2475360"/>
                  </a:lnTo>
                  <a:lnTo>
                    <a:pt x="7890322" y="2473234"/>
                  </a:lnTo>
                  <a:lnTo>
                    <a:pt x="7891380" y="2471007"/>
                  </a:lnTo>
                  <a:lnTo>
                    <a:pt x="7892438" y="2468611"/>
                  </a:lnTo>
                  <a:lnTo>
                    <a:pt x="7893496" y="2465923"/>
                  </a:lnTo>
                  <a:lnTo>
                    <a:pt x="7894553" y="2462947"/>
                  </a:lnTo>
                  <a:lnTo>
                    <a:pt x="7895611" y="2459729"/>
                  </a:lnTo>
                  <a:lnTo>
                    <a:pt x="7896669" y="2456251"/>
                  </a:lnTo>
                  <a:lnTo>
                    <a:pt x="7897727" y="2452445"/>
                  </a:lnTo>
                  <a:lnTo>
                    <a:pt x="7898785" y="2448324"/>
                  </a:lnTo>
                  <a:lnTo>
                    <a:pt x="7899843" y="2443942"/>
                  </a:lnTo>
                  <a:lnTo>
                    <a:pt x="7900900" y="2439332"/>
                  </a:lnTo>
                  <a:lnTo>
                    <a:pt x="7901958" y="2434561"/>
                  </a:lnTo>
                  <a:lnTo>
                    <a:pt x="7903016" y="2429662"/>
                  </a:lnTo>
                  <a:lnTo>
                    <a:pt x="7904074" y="2424514"/>
                  </a:lnTo>
                  <a:lnTo>
                    <a:pt x="7905132" y="2419074"/>
                  </a:lnTo>
                  <a:lnTo>
                    <a:pt x="7906190" y="2413343"/>
                  </a:lnTo>
                  <a:lnTo>
                    <a:pt x="7907247" y="2407355"/>
                  </a:lnTo>
                  <a:lnTo>
                    <a:pt x="7908305" y="2401177"/>
                  </a:lnTo>
                  <a:lnTo>
                    <a:pt x="7909363" y="2394945"/>
                  </a:lnTo>
                  <a:lnTo>
                    <a:pt x="7910421" y="2388800"/>
                  </a:lnTo>
                  <a:lnTo>
                    <a:pt x="7911479" y="2382938"/>
                  </a:lnTo>
                  <a:lnTo>
                    <a:pt x="7912537" y="2377489"/>
                  </a:lnTo>
                  <a:lnTo>
                    <a:pt x="7913594" y="2372473"/>
                  </a:lnTo>
                  <a:lnTo>
                    <a:pt x="7914652" y="2367857"/>
                  </a:lnTo>
                  <a:lnTo>
                    <a:pt x="7915710" y="2363606"/>
                  </a:lnTo>
                  <a:lnTo>
                    <a:pt x="7916768" y="2359706"/>
                  </a:lnTo>
                  <a:lnTo>
                    <a:pt x="7917826" y="2356136"/>
                  </a:lnTo>
                  <a:lnTo>
                    <a:pt x="7918884" y="2352897"/>
                  </a:lnTo>
                  <a:lnTo>
                    <a:pt x="7919942" y="2350171"/>
                  </a:lnTo>
                  <a:lnTo>
                    <a:pt x="7920999" y="2348074"/>
                  </a:lnTo>
                  <a:lnTo>
                    <a:pt x="7922057" y="2346725"/>
                  </a:lnTo>
                  <a:lnTo>
                    <a:pt x="7923115" y="2346192"/>
                  </a:lnTo>
                  <a:lnTo>
                    <a:pt x="7924173" y="2346385"/>
                  </a:lnTo>
                  <a:lnTo>
                    <a:pt x="7925231" y="2347266"/>
                  </a:lnTo>
                  <a:lnTo>
                    <a:pt x="7926289" y="2348763"/>
                  </a:lnTo>
                  <a:lnTo>
                    <a:pt x="7927346" y="2350848"/>
                  </a:lnTo>
                  <a:lnTo>
                    <a:pt x="7928404" y="2353478"/>
                  </a:lnTo>
                  <a:lnTo>
                    <a:pt x="7929462" y="2356714"/>
                  </a:lnTo>
                  <a:lnTo>
                    <a:pt x="7930520" y="2360498"/>
                  </a:lnTo>
                  <a:lnTo>
                    <a:pt x="7931578" y="2364835"/>
                  </a:lnTo>
                  <a:lnTo>
                    <a:pt x="7932636" y="2369751"/>
                  </a:lnTo>
                  <a:lnTo>
                    <a:pt x="7933693" y="2375227"/>
                  </a:lnTo>
                  <a:lnTo>
                    <a:pt x="7934751" y="2381145"/>
                  </a:lnTo>
                  <a:lnTo>
                    <a:pt x="7935809" y="2387337"/>
                  </a:lnTo>
                  <a:lnTo>
                    <a:pt x="7936867" y="2393700"/>
                  </a:lnTo>
                  <a:lnTo>
                    <a:pt x="7937925" y="2400182"/>
                  </a:lnTo>
                  <a:lnTo>
                    <a:pt x="7938983" y="2406706"/>
                  </a:lnTo>
                  <a:lnTo>
                    <a:pt x="7940040" y="2413317"/>
                  </a:lnTo>
                  <a:lnTo>
                    <a:pt x="7941098" y="2420079"/>
                  </a:lnTo>
                  <a:lnTo>
                    <a:pt x="7942156" y="2427013"/>
                  </a:lnTo>
                  <a:lnTo>
                    <a:pt x="7943214" y="2434139"/>
                  </a:lnTo>
                  <a:lnTo>
                    <a:pt x="7944272" y="2441452"/>
                  </a:lnTo>
                  <a:lnTo>
                    <a:pt x="7945330" y="2448886"/>
                  </a:lnTo>
                  <a:lnTo>
                    <a:pt x="7946388" y="2456591"/>
                  </a:lnTo>
                  <a:lnTo>
                    <a:pt x="7947445" y="2464608"/>
                  </a:lnTo>
                  <a:lnTo>
                    <a:pt x="7948503" y="2472918"/>
                  </a:lnTo>
                  <a:lnTo>
                    <a:pt x="7949561" y="2481488"/>
                  </a:lnTo>
                  <a:lnTo>
                    <a:pt x="7950619" y="2490375"/>
                  </a:lnTo>
                  <a:lnTo>
                    <a:pt x="7951677" y="2499509"/>
                  </a:lnTo>
                  <a:lnTo>
                    <a:pt x="7952735" y="2508864"/>
                  </a:lnTo>
                  <a:lnTo>
                    <a:pt x="7953792" y="2518396"/>
                  </a:lnTo>
                  <a:lnTo>
                    <a:pt x="7954850" y="2528120"/>
                  </a:lnTo>
                  <a:lnTo>
                    <a:pt x="7955908" y="2538009"/>
                  </a:lnTo>
                  <a:lnTo>
                    <a:pt x="7956966" y="2548027"/>
                  </a:lnTo>
                  <a:lnTo>
                    <a:pt x="7958024" y="2558218"/>
                  </a:lnTo>
                  <a:lnTo>
                    <a:pt x="7959082" y="2568615"/>
                  </a:lnTo>
                  <a:lnTo>
                    <a:pt x="7960139" y="2579150"/>
                  </a:lnTo>
                  <a:lnTo>
                    <a:pt x="7961197" y="2589708"/>
                  </a:lnTo>
                  <a:lnTo>
                    <a:pt x="7962255" y="2600127"/>
                  </a:lnTo>
                  <a:lnTo>
                    <a:pt x="7963313" y="2610271"/>
                  </a:lnTo>
                  <a:lnTo>
                    <a:pt x="7964371" y="2619989"/>
                  </a:lnTo>
                  <a:lnTo>
                    <a:pt x="7965429" y="2629185"/>
                  </a:lnTo>
                  <a:lnTo>
                    <a:pt x="7966486" y="2637809"/>
                  </a:lnTo>
                  <a:lnTo>
                    <a:pt x="7967544" y="2645992"/>
                  </a:lnTo>
                  <a:lnTo>
                    <a:pt x="7968602" y="2653780"/>
                  </a:lnTo>
                  <a:lnTo>
                    <a:pt x="7969660" y="2661224"/>
                  </a:lnTo>
                  <a:lnTo>
                    <a:pt x="7970718" y="2668325"/>
                  </a:lnTo>
                  <a:lnTo>
                    <a:pt x="7971776" y="2675155"/>
                  </a:lnTo>
                  <a:lnTo>
                    <a:pt x="7972834" y="2681718"/>
                  </a:lnTo>
                  <a:lnTo>
                    <a:pt x="7973891" y="2687940"/>
                  </a:lnTo>
                  <a:lnTo>
                    <a:pt x="7974949" y="2693766"/>
                  </a:lnTo>
                  <a:lnTo>
                    <a:pt x="7976007" y="2699119"/>
                  </a:lnTo>
                  <a:lnTo>
                    <a:pt x="7977065" y="2704129"/>
                  </a:lnTo>
                  <a:lnTo>
                    <a:pt x="7978123" y="2708897"/>
                  </a:lnTo>
                  <a:lnTo>
                    <a:pt x="7979181" y="2713453"/>
                  </a:lnTo>
                  <a:lnTo>
                    <a:pt x="7980238" y="2717800"/>
                  </a:lnTo>
                  <a:lnTo>
                    <a:pt x="7981296" y="2721990"/>
                  </a:lnTo>
                  <a:lnTo>
                    <a:pt x="7982354" y="2726074"/>
                  </a:lnTo>
                  <a:lnTo>
                    <a:pt x="7983412" y="2730104"/>
                  </a:lnTo>
                  <a:lnTo>
                    <a:pt x="7984470" y="2734121"/>
                  </a:lnTo>
                  <a:lnTo>
                    <a:pt x="7985528" y="2738120"/>
                  </a:lnTo>
                  <a:lnTo>
                    <a:pt x="7986585" y="2742097"/>
                  </a:lnTo>
                  <a:lnTo>
                    <a:pt x="7987643" y="2746090"/>
                  </a:lnTo>
                  <a:lnTo>
                    <a:pt x="7988701" y="2750154"/>
                  </a:lnTo>
                  <a:lnTo>
                    <a:pt x="7989759" y="2754408"/>
                  </a:lnTo>
                  <a:lnTo>
                    <a:pt x="7990817" y="2758860"/>
                  </a:lnTo>
                  <a:lnTo>
                    <a:pt x="7991875" y="2763583"/>
                  </a:lnTo>
                  <a:lnTo>
                    <a:pt x="7992932" y="2768570"/>
                  </a:lnTo>
                  <a:lnTo>
                    <a:pt x="7993990" y="2773758"/>
                  </a:lnTo>
                  <a:lnTo>
                    <a:pt x="7995048" y="2779162"/>
                  </a:lnTo>
                  <a:lnTo>
                    <a:pt x="7996106" y="2784890"/>
                  </a:lnTo>
                  <a:lnTo>
                    <a:pt x="7997164" y="2790938"/>
                  </a:lnTo>
                  <a:lnTo>
                    <a:pt x="7998222" y="2797279"/>
                  </a:lnTo>
                  <a:lnTo>
                    <a:pt x="7999280" y="2803869"/>
                  </a:lnTo>
                  <a:lnTo>
                    <a:pt x="8000337" y="2810613"/>
                  </a:lnTo>
                  <a:lnTo>
                    <a:pt x="8001395" y="2817463"/>
                  </a:lnTo>
                  <a:lnTo>
                    <a:pt x="8002453" y="2824419"/>
                  </a:lnTo>
                  <a:lnTo>
                    <a:pt x="8003511" y="2831466"/>
                  </a:lnTo>
                  <a:lnTo>
                    <a:pt x="8004569" y="2838630"/>
                  </a:lnTo>
                  <a:lnTo>
                    <a:pt x="8005627" y="2845938"/>
                  </a:lnTo>
                  <a:lnTo>
                    <a:pt x="8006684" y="2853405"/>
                  </a:lnTo>
                  <a:lnTo>
                    <a:pt x="8007742" y="2860996"/>
                  </a:lnTo>
                  <a:lnTo>
                    <a:pt x="8008800" y="2868659"/>
                  </a:lnTo>
                  <a:lnTo>
                    <a:pt x="8009858" y="2876405"/>
                  </a:lnTo>
                  <a:lnTo>
                    <a:pt x="8010916" y="2884187"/>
                  </a:lnTo>
                  <a:lnTo>
                    <a:pt x="8011974" y="2891882"/>
                  </a:lnTo>
                  <a:lnTo>
                    <a:pt x="8013031" y="2899516"/>
                  </a:lnTo>
                  <a:lnTo>
                    <a:pt x="8014089" y="2907211"/>
                  </a:lnTo>
                  <a:lnTo>
                    <a:pt x="8015147" y="2915053"/>
                  </a:lnTo>
                  <a:lnTo>
                    <a:pt x="8016205" y="2923141"/>
                  </a:lnTo>
                  <a:lnTo>
                    <a:pt x="8017263" y="2931528"/>
                  </a:lnTo>
                  <a:lnTo>
                    <a:pt x="8018321" y="2940209"/>
                  </a:lnTo>
                  <a:lnTo>
                    <a:pt x="8019378" y="2949115"/>
                  </a:lnTo>
                  <a:lnTo>
                    <a:pt x="8020436" y="2958118"/>
                  </a:lnTo>
                  <a:lnTo>
                    <a:pt x="8021494" y="2967088"/>
                  </a:lnTo>
                  <a:lnTo>
                    <a:pt x="8022552" y="2975955"/>
                  </a:lnTo>
                  <a:lnTo>
                    <a:pt x="8023610" y="2984692"/>
                  </a:lnTo>
                  <a:lnTo>
                    <a:pt x="8024668" y="2993277"/>
                  </a:lnTo>
                  <a:lnTo>
                    <a:pt x="8025726" y="3001651"/>
                  </a:lnTo>
                  <a:lnTo>
                    <a:pt x="8026783" y="3009815"/>
                  </a:lnTo>
                  <a:lnTo>
                    <a:pt x="8027841" y="3017788"/>
                  </a:lnTo>
                  <a:lnTo>
                    <a:pt x="8028899" y="3025574"/>
                  </a:lnTo>
                  <a:lnTo>
                    <a:pt x="8029957" y="3033082"/>
                  </a:lnTo>
                  <a:lnTo>
                    <a:pt x="8031015" y="3040170"/>
                  </a:lnTo>
                  <a:lnTo>
                    <a:pt x="8032073" y="3046814"/>
                  </a:lnTo>
                  <a:lnTo>
                    <a:pt x="8033130" y="3053012"/>
                  </a:lnTo>
                  <a:lnTo>
                    <a:pt x="8034188" y="3058789"/>
                  </a:lnTo>
                  <a:lnTo>
                    <a:pt x="8035246" y="3064094"/>
                  </a:lnTo>
                  <a:lnTo>
                    <a:pt x="8036304" y="3068871"/>
                  </a:lnTo>
                  <a:lnTo>
                    <a:pt x="8037362" y="3073105"/>
                  </a:lnTo>
                  <a:lnTo>
                    <a:pt x="8038420" y="3076825"/>
                  </a:lnTo>
                  <a:lnTo>
                    <a:pt x="8039477" y="3080052"/>
                  </a:lnTo>
                  <a:lnTo>
                    <a:pt x="8040535" y="3082715"/>
                  </a:lnTo>
                  <a:lnTo>
                    <a:pt x="8041593" y="3084858"/>
                  </a:lnTo>
                  <a:lnTo>
                    <a:pt x="8042651" y="3086481"/>
                  </a:lnTo>
                  <a:lnTo>
                    <a:pt x="8043709" y="3087561"/>
                  </a:lnTo>
                  <a:lnTo>
                    <a:pt x="8044767" y="3088122"/>
                  </a:lnTo>
                  <a:lnTo>
                    <a:pt x="8045824" y="3088163"/>
                  </a:lnTo>
                  <a:lnTo>
                    <a:pt x="8046882" y="3087718"/>
                  </a:lnTo>
                  <a:lnTo>
                    <a:pt x="8047940" y="3086810"/>
                  </a:lnTo>
                  <a:lnTo>
                    <a:pt x="8048998" y="3085378"/>
                  </a:lnTo>
                  <a:lnTo>
                    <a:pt x="8050056" y="3083435"/>
                  </a:lnTo>
                  <a:lnTo>
                    <a:pt x="8051114" y="3081123"/>
                  </a:lnTo>
                  <a:lnTo>
                    <a:pt x="8052172" y="3078576"/>
                  </a:lnTo>
                  <a:lnTo>
                    <a:pt x="8053229" y="3075850"/>
                  </a:lnTo>
                  <a:lnTo>
                    <a:pt x="8054287" y="3072963"/>
                  </a:lnTo>
                  <a:lnTo>
                    <a:pt x="8055345" y="3069964"/>
                  </a:lnTo>
                  <a:lnTo>
                    <a:pt x="8056403" y="3066936"/>
                  </a:lnTo>
                  <a:lnTo>
                    <a:pt x="8057461" y="3063916"/>
                  </a:lnTo>
                  <a:lnTo>
                    <a:pt x="8058519" y="3060882"/>
                  </a:lnTo>
                  <a:lnTo>
                    <a:pt x="8059576" y="3057917"/>
                  </a:lnTo>
                  <a:lnTo>
                    <a:pt x="8060634" y="3055020"/>
                  </a:lnTo>
                  <a:lnTo>
                    <a:pt x="8061692" y="3052216"/>
                  </a:lnTo>
                  <a:lnTo>
                    <a:pt x="8062750" y="3049510"/>
                  </a:lnTo>
                  <a:lnTo>
                    <a:pt x="8063808" y="3046897"/>
                  </a:lnTo>
                  <a:lnTo>
                    <a:pt x="8064866" y="3044448"/>
                  </a:lnTo>
                  <a:lnTo>
                    <a:pt x="8065923" y="3042177"/>
                  </a:lnTo>
                  <a:lnTo>
                    <a:pt x="8066981" y="3039989"/>
                  </a:lnTo>
                  <a:lnTo>
                    <a:pt x="8068039" y="3037805"/>
                  </a:lnTo>
                  <a:lnTo>
                    <a:pt x="8069097" y="3035626"/>
                  </a:lnTo>
                  <a:lnTo>
                    <a:pt x="8070155" y="3033446"/>
                  </a:lnTo>
                  <a:lnTo>
                    <a:pt x="8071213" y="3031243"/>
                  </a:lnTo>
                  <a:lnTo>
                    <a:pt x="8072270" y="3029044"/>
                  </a:lnTo>
                  <a:lnTo>
                    <a:pt x="8073328" y="3026839"/>
                  </a:lnTo>
                  <a:lnTo>
                    <a:pt x="8074386" y="3024703"/>
                  </a:lnTo>
                  <a:lnTo>
                    <a:pt x="8075444" y="3022620"/>
                  </a:lnTo>
                  <a:lnTo>
                    <a:pt x="8076502" y="3020538"/>
                  </a:lnTo>
                  <a:lnTo>
                    <a:pt x="8077560" y="3018468"/>
                  </a:lnTo>
                  <a:lnTo>
                    <a:pt x="8078618" y="3016408"/>
                  </a:lnTo>
                  <a:lnTo>
                    <a:pt x="8079675" y="3014351"/>
                  </a:lnTo>
                  <a:lnTo>
                    <a:pt x="8080733" y="3012304"/>
                  </a:lnTo>
                  <a:lnTo>
                    <a:pt x="8081791" y="3010269"/>
                  </a:lnTo>
                  <a:lnTo>
                    <a:pt x="8082849" y="3008266"/>
                  </a:lnTo>
                  <a:lnTo>
                    <a:pt x="8083907" y="3006292"/>
                  </a:lnTo>
                  <a:lnTo>
                    <a:pt x="8084965" y="3004367"/>
                  </a:lnTo>
                  <a:lnTo>
                    <a:pt x="8086022" y="3002492"/>
                  </a:lnTo>
                  <a:lnTo>
                    <a:pt x="8087080" y="3000665"/>
                  </a:lnTo>
                  <a:lnTo>
                    <a:pt x="8088138" y="2998886"/>
                  </a:lnTo>
                  <a:lnTo>
                    <a:pt x="8089196" y="2997227"/>
                  </a:lnTo>
                  <a:lnTo>
                    <a:pt x="8090254" y="2995738"/>
                  </a:lnTo>
                  <a:lnTo>
                    <a:pt x="8091312" y="2994348"/>
                  </a:lnTo>
                  <a:lnTo>
                    <a:pt x="8092369" y="2993014"/>
                  </a:lnTo>
                  <a:lnTo>
                    <a:pt x="8093427" y="2991790"/>
                  </a:lnTo>
                  <a:lnTo>
                    <a:pt x="8094485" y="2990751"/>
                  </a:lnTo>
                  <a:lnTo>
                    <a:pt x="8095543" y="2989901"/>
                  </a:lnTo>
                  <a:lnTo>
                    <a:pt x="8096601" y="2989237"/>
                  </a:lnTo>
                  <a:lnTo>
                    <a:pt x="8097659" y="2988733"/>
                  </a:lnTo>
                  <a:lnTo>
                    <a:pt x="8098716" y="2988391"/>
                  </a:lnTo>
                  <a:lnTo>
                    <a:pt x="8099774" y="2988270"/>
                  </a:lnTo>
                  <a:lnTo>
                    <a:pt x="8100832" y="2988374"/>
                  </a:lnTo>
                  <a:lnTo>
                    <a:pt x="8101890" y="2988703"/>
                  </a:lnTo>
                  <a:lnTo>
                    <a:pt x="8102948" y="2989229"/>
                  </a:lnTo>
                  <a:lnTo>
                    <a:pt x="8104006" y="2989893"/>
                  </a:lnTo>
                  <a:lnTo>
                    <a:pt x="8105064" y="2990566"/>
                  </a:lnTo>
                  <a:lnTo>
                    <a:pt x="8106121" y="2991188"/>
                  </a:lnTo>
                  <a:lnTo>
                    <a:pt x="8107179" y="2991826"/>
                  </a:lnTo>
                  <a:lnTo>
                    <a:pt x="8108237" y="2992553"/>
                  </a:lnTo>
                  <a:lnTo>
                    <a:pt x="8109295" y="2993285"/>
                  </a:lnTo>
                  <a:lnTo>
                    <a:pt x="8110353" y="2993933"/>
                  </a:lnTo>
                  <a:lnTo>
                    <a:pt x="8111411" y="2994373"/>
                  </a:lnTo>
                  <a:lnTo>
                    <a:pt x="8112468" y="2994559"/>
                  </a:lnTo>
                  <a:lnTo>
                    <a:pt x="8113526" y="2994491"/>
                  </a:lnTo>
                  <a:lnTo>
                    <a:pt x="8114584" y="2994171"/>
                  </a:lnTo>
                  <a:lnTo>
                    <a:pt x="8115642" y="2993597"/>
                  </a:lnTo>
                  <a:lnTo>
                    <a:pt x="8116700" y="2992769"/>
                  </a:lnTo>
                  <a:lnTo>
                    <a:pt x="8117758" y="2991688"/>
                  </a:lnTo>
                  <a:lnTo>
                    <a:pt x="8118815" y="2990354"/>
                  </a:lnTo>
                  <a:lnTo>
                    <a:pt x="8119873" y="2988799"/>
                  </a:lnTo>
                  <a:lnTo>
                    <a:pt x="8120931" y="2986991"/>
                  </a:lnTo>
                  <a:lnTo>
                    <a:pt x="8121989" y="2984929"/>
                  </a:lnTo>
                  <a:lnTo>
                    <a:pt x="8123047" y="2982614"/>
                  </a:lnTo>
                  <a:lnTo>
                    <a:pt x="8124105" y="2980045"/>
                  </a:lnTo>
                  <a:lnTo>
                    <a:pt x="8125162" y="2977223"/>
                  </a:lnTo>
                  <a:lnTo>
                    <a:pt x="8126220" y="2974148"/>
                  </a:lnTo>
                  <a:lnTo>
                    <a:pt x="8127278" y="2970905"/>
                  </a:lnTo>
                  <a:lnTo>
                    <a:pt x="8128336" y="2967536"/>
                  </a:lnTo>
                  <a:lnTo>
                    <a:pt x="8129394" y="2964121"/>
                  </a:lnTo>
                  <a:lnTo>
                    <a:pt x="8130452" y="2960731"/>
                  </a:lnTo>
                  <a:lnTo>
                    <a:pt x="8131510" y="2957365"/>
                  </a:lnTo>
                  <a:lnTo>
                    <a:pt x="8132567" y="2954024"/>
                  </a:lnTo>
                  <a:lnTo>
                    <a:pt x="8133625" y="2950708"/>
                  </a:lnTo>
                  <a:lnTo>
                    <a:pt x="8134683" y="2947417"/>
                  </a:lnTo>
                  <a:lnTo>
                    <a:pt x="8135741" y="2944162"/>
                  </a:lnTo>
                  <a:lnTo>
                    <a:pt x="8136799" y="2941115"/>
                  </a:lnTo>
                  <a:lnTo>
                    <a:pt x="8137857" y="2938330"/>
                  </a:lnTo>
                  <a:lnTo>
                    <a:pt x="8138914" y="2935788"/>
                  </a:lnTo>
                  <a:lnTo>
                    <a:pt x="8139972" y="2933410"/>
                  </a:lnTo>
                  <a:lnTo>
                    <a:pt x="8141030" y="2931191"/>
                  </a:lnTo>
                  <a:lnTo>
                    <a:pt x="8142088" y="2929092"/>
                  </a:lnTo>
                  <a:lnTo>
                    <a:pt x="8143146" y="2927013"/>
                  </a:lnTo>
                  <a:lnTo>
                    <a:pt x="8144204" y="2924977"/>
                  </a:lnTo>
                  <a:lnTo>
                    <a:pt x="8145261" y="2922945"/>
                  </a:lnTo>
                  <a:lnTo>
                    <a:pt x="8146319" y="2920935"/>
                  </a:lnTo>
                  <a:lnTo>
                    <a:pt x="8147377" y="2918901"/>
                  </a:lnTo>
                  <a:lnTo>
                    <a:pt x="8148435" y="2916806"/>
                  </a:lnTo>
                  <a:lnTo>
                    <a:pt x="8149493" y="2914613"/>
                  </a:lnTo>
                  <a:lnTo>
                    <a:pt x="8150551" y="2912250"/>
                  </a:lnTo>
                  <a:lnTo>
                    <a:pt x="8151608" y="2909654"/>
                  </a:lnTo>
                  <a:lnTo>
                    <a:pt x="8152666" y="2906724"/>
                  </a:lnTo>
                  <a:lnTo>
                    <a:pt x="8153724" y="2903392"/>
                  </a:lnTo>
                  <a:lnTo>
                    <a:pt x="8154782" y="2899657"/>
                  </a:lnTo>
                  <a:lnTo>
                    <a:pt x="8155840" y="2895527"/>
                  </a:lnTo>
                  <a:lnTo>
                    <a:pt x="8156898" y="2890981"/>
                  </a:lnTo>
                  <a:lnTo>
                    <a:pt x="8157956" y="2886011"/>
                  </a:lnTo>
                  <a:lnTo>
                    <a:pt x="8159013" y="2880671"/>
                  </a:lnTo>
                  <a:lnTo>
                    <a:pt x="8160071" y="2874882"/>
                  </a:lnTo>
                  <a:lnTo>
                    <a:pt x="8161129" y="2868562"/>
                  </a:lnTo>
                  <a:lnTo>
                    <a:pt x="8162187" y="2861575"/>
                  </a:lnTo>
                  <a:lnTo>
                    <a:pt x="8163245" y="2853967"/>
                  </a:lnTo>
                  <a:lnTo>
                    <a:pt x="8164303" y="2845802"/>
                  </a:lnTo>
                  <a:lnTo>
                    <a:pt x="8165360" y="2837167"/>
                  </a:lnTo>
                  <a:lnTo>
                    <a:pt x="8166418" y="2828111"/>
                  </a:lnTo>
                  <a:lnTo>
                    <a:pt x="8167476" y="2818708"/>
                  </a:lnTo>
                  <a:lnTo>
                    <a:pt x="8168534" y="2808956"/>
                  </a:lnTo>
                  <a:lnTo>
                    <a:pt x="8169592" y="2798840"/>
                  </a:lnTo>
                  <a:lnTo>
                    <a:pt x="8170650" y="2788364"/>
                  </a:lnTo>
                  <a:lnTo>
                    <a:pt x="8171707" y="2777575"/>
                  </a:lnTo>
                  <a:lnTo>
                    <a:pt x="8172765" y="2766437"/>
                  </a:lnTo>
                  <a:lnTo>
                    <a:pt x="8173823" y="2755012"/>
                  </a:lnTo>
                  <a:lnTo>
                    <a:pt x="8174881" y="2743361"/>
                  </a:lnTo>
                  <a:lnTo>
                    <a:pt x="8175939" y="2731509"/>
                  </a:lnTo>
                  <a:lnTo>
                    <a:pt x="8176997" y="2719456"/>
                  </a:lnTo>
                  <a:lnTo>
                    <a:pt x="8178054" y="2707246"/>
                  </a:lnTo>
                  <a:lnTo>
                    <a:pt x="8179112" y="2694934"/>
                  </a:lnTo>
                  <a:lnTo>
                    <a:pt x="8180170" y="2682510"/>
                  </a:lnTo>
                  <a:lnTo>
                    <a:pt x="8181228" y="2669883"/>
                  </a:lnTo>
                  <a:lnTo>
                    <a:pt x="8182286" y="2657034"/>
                  </a:lnTo>
                  <a:lnTo>
                    <a:pt x="8183344" y="2643897"/>
                  </a:lnTo>
                  <a:lnTo>
                    <a:pt x="8184402" y="2630535"/>
                  </a:lnTo>
                  <a:lnTo>
                    <a:pt x="8185459" y="2616946"/>
                  </a:lnTo>
                  <a:lnTo>
                    <a:pt x="8186517" y="2603130"/>
                  </a:lnTo>
                  <a:lnTo>
                    <a:pt x="8187575" y="2589086"/>
                  </a:lnTo>
                  <a:lnTo>
                    <a:pt x="8188633" y="2574931"/>
                  </a:lnTo>
                  <a:lnTo>
                    <a:pt x="8189691" y="2560635"/>
                  </a:lnTo>
                  <a:lnTo>
                    <a:pt x="8190749" y="2546072"/>
                  </a:lnTo>
                  <a:lnTo>
                    <a:pt x="8191806" y="2531256"/>
                  </a:lnTo>
                  <a:lnTo>
                    <a:pt x="8192864" y="2516267"/>
                  </a:lnTo>
                  <a:lnTo>
                    <a:pt x="8193922" y="2501187"/>
                  </a:lnTo>
                  <a:lnTo>
                    <a:pt x="8194980" y="2486062"/>
                  </a:lnTo>
                  <a:lnTo>
                    <a:pt x="8196038" y="2470971"/>
                  </a:lnTo>
                  <a:lnTo>
                    <a:pt x="8197096" y="2456043"/>
                  </a:lnTo>
                  <a:lnTo>
                    <a:pt x="8198153" y="2441394"/>
                  </a:lnTo>
                  <a:lnTo>
                    <a:pt x="8199211" y="2427119"/>
                  </a:lnTo>
                  <a:lnTo>
                    <a:pt x="8200269" y="2413198"/>
                  </a:lnTo>
                  <a:lnTo>
                    <a:pt x="8201327" y="2399637"/>
                  </a:lnTo>
                  <a:lnTo>
                    <a:pt x="8202385" y="2386508"/>
                  </a:lnTo>
                  <a:lnTo>
                    <a:pt x="8203443" y="2373920"/>
                  </a:lnTo>
                  <a:lnTo>
                    <a:pt x="8204500" y="2362006"/>
                  </a:lnTo>
                  <a:lnTo>
                    <a:pt x="8205558" y="2350871"/>
                  </a:lnTo>
                  <a:lnTo>
                    <a:pt x="8206616" y="2340619"/>
                  </a:lnTo>
                  <a:lnTo>
                    <a:pt x="8207674" y="2331257"/>
                  </a:lnTo>
                  <a:lnTo>
                    <a:pt x="8208732" y="2322803"/>
                  </a:lnTo>
                  <a:lnTo>
                    <a:pt x="8209790" y="2315297"/>
                  </a:lnTo>
                  <a:lnTo>
                    <a:pt x="8210848" y="2308795"/>
                  </a:lnTo>
                  <a:lnTo>
                    <a:pt x="8211905" y="2303303"/>
                  </a:lnTo>
                  <a:lnTo>
                    <a:pt x="8212963" y="2298828"/>
                  </a:lnTo>
                  <a:lnTo>
                    <a:pt x="8214021" y="2295375"/>
                  </a:lnTo>
                  <a:lnTo>
                    <a:pt x="8215079" y="2293015"/>
                  </a:lnTo>
                  <a:lnTo>
                    <a:pt x="8216137" y="2291850"/>
                  </a:lnTo>
                  <a:lnTo>
                    <a:pt x="8217195" y="2291946"/>
                  </a:lnTo>
                  <a:lnTo>
                    <a:pt x="8218252" y="2293246"/>
                  </a:lnTo>
                  <a:lnTo>
                    <a:pt x="8219310" y="2295703"/>
                  </a:lnTo>
                  <a:lnTo>
                    <a:pt x="8220368" y="2299193"/>
                  </a:lnTo>
                  <a:lnTo>
                    <a:pt x="8221426" y="2303645"/>
                  </a:lnTo>
                  <a:lnTo>
                    <a:pt x="8222484" y="2309073"/>
                  </a:lnTo>
                  <a:lnTo>
                    <a:pt x="8223542" y="2315491"/>
                  </a:lnTo>
                  <a:lnTo>
                    <a:pt x="8224599" y="2322848"/>
                  </a:lnTo>
                  <a:lnTo>
                    <a:pt x="8225657" y="2331144"/>
                  </a:lnTo>
                  <a:lnTo>
                    <a:pt x="8226715" y="2340430"/>
                  </a:lnTo>
                  <a:lnTo>
                    <a:pt x="8227773" y="2350659"/>
                  </a:lnTo>
                  <a:lnTo>
                    <a:pt x="8228831" y="2361810"/>
                  </a:lnTo>
                  <a:lnTo>
                    <a:pt x="8229889" y="2373858"/>
                  </a:lnTo>
                  <a:lnTo>
                    <a:pt x="8230946" y="2386683"/>
                  </a:lnTo>
                  <a:lnTo>
                    <a:pt x="8232004" y="2400174"/>
                  </a:lnTo>
                  <a:lnTo>
                    <a:pt x="8233062" y="2414208"/>
                  </a:lnTo>
                  <a:lnTo>
                    <a:pt x="8234120" y="2428778"/>
                  </a:lnTo>
                  <a:lnTo>
                    <a:pt x="8235178" y="2443911"/>
                  </a:lnTo>
                  <a:lnTo>
                    <a:pt x="8236236" y="2459610"/>
                  </a:lnTo>
                  <a:lnTo>
                    <a:pt x="8237294" y="2475810"/>
                  </a:lnTo>
                  <a:lnTo>
                    <a:pt x="8238351" y="2492421"/>
                  </a:lnTo>
                  <a:lnTo>
                    <a:pt x="8239409" y="2509406"/>
                  </a:lnTo>
                  <a:lnTo>
                    <a:pt x="8240467" y="2526688"/>
                  </a:lnTo>
                  <a:lnTo>
                    <a:pt x="8241525" y="2544044"/>
                  </a:lnTo>
                  <a:lnTo>
                    <a:pt x="8242583" y="2561237"/>
                  </a:lnTo>
                  <a:lnTo>
                    <a:pt x="8243641" y="2578234"/>
                  </a:lnTo>
                  <a:lnTo>
                    <a:pt x="8244698" y="2594968"/>
                  </a:lnTo>
                  <a:lnTo>
                    <a:pt x="8245756" y="2611447"/>
                  </a:lnTo>
                  <a:lnTo>
                    <a:pt x="8246814" y="2627632"/>
                  </a:lnTo>
                  <a:lnTo>
                    <a:pt x="8247872" y="2643526"/>
                  </a:lnTo>
                  <a:lnTo>
                    <a:pt x="8248930" y="2659088"/>
                  </a:lnTo>
                  <a:lnTo>
                    <a:pt x="8249988" y="2674243"/>
                  </a:lnTo>
                  <a:lnTo>
                    <a:pt x="8251045" y="2688877"/>
                  </a:lnTo>
                  <a:lnTo>
                    <a:pt x="8252103" y="2702841"/>
                  </a:lnTo>
                  <a:lnTo>
                    <a:pt x="8253161" y="2716067"/>
                  </a:lnTo>
                  <a:lnTo>
                    <a:pt x="8254219" y="2728581"/>
                  </a:lnTo>
                  <a:lnTo>
                    <a:pt x="8255277" y="2740336"/>
                  </a:lnTo>
                  <a:lnTo>
                    <a:pt x="8256335" y="2751314"/>
                  </a:lnTo>
                  <a:lnTo>
                    <a:pt x="8257392" y="2761528"/>
                  </a:lnTo>
                  <a:lnTo>
                    <a:pt x="8258450" y="2770956"/>
                  </a:lnTo>
                  <a:lnTo>
                    <a:pt x="8259508" y="2779559"/>
                  </a:lnTo>
                  <a:lnTo>
                    <a:pt x="8260566" y="2787362"/>
                  </a:lnTo>
                  <a:lnTo>
                    <a:pt x="8261624" y="2794384"/>
                  </a:lnTo>
                  <a:lnTo>
                    <a:pt x="8262682" y="2800556"/>
                  </a:lnTo>
                  <a:lnTo>
                    <a:pt x="8263740" y="2805752"/>
                  </a:lnTo>
                  <a:lnTo>
                    <a:pt x="8264797" y="2809960"/>
                  </a:lnTo>
                  <a:lnTo>
                    <a:pt x="8265855" y="2813187"/>
                  </a:lnTo>
                  <a:lnTo>
                    <a:pt x="8266913" y="2815437"/>
                  </a:lnTo>
                  <a:lnTo>
                    <a:pt x="8267971" y="2816794"/>
                  </a:lnTo>
                  <a:lnTo>
                    <a:pt x="8269029" y="2817271"/>
                  </a:lnTo>
                  <a:lnTo>
                    <a:pt x="8270087" y="2816853"/>
                  </a:lnTo>
                  <a:lnTo>
                    <a:pt x="8271144" y="2815571"/>
                  </a:lnTo>
                  <a:lnTo>
                    <a:pt x="8272202" y="2813477"/>
                  </a:lnTo>
                  <a:lnTo>
                    <a:pt x="8273260" y="2810619"/>
                  </a:lnTo>
                  <a:lnTo>
                    <a:pt x="8274318" y="2807073"/>
                  </a:lnTo>
                  <a:lnTo>
                    <a:pt x="8275376" y="2802836"/>
                  </a:lnTo>
                  <a:lnTo>
                    <a:pt x="8276434" y="2797894"/>
                  </a:lnTo>
                  <a:lnTo>
                    <a:pt x="8277491" y="2792257"/>
                  </a:lnTo>
                  <a:lnTo>
                    <a:pt x="8278549" y="2786042"/>
                  </a:lnTo>
                  <a:lnTo>
                    <a:pt x="8279607" y="2779283"/>
                  </a:lnTo>
                  <a:lnTo>
                    <a:pt x="8280665" y="2771974"/>
                  </a:lnTo>
                  <a:lnTo>
                    <a:pt x="8281723" y="2764107"/>
                  </a:lnTo>
                  <a:lnTo>
                    <a:pt x="8282781" y="2755710"/>
                  </a:lnTo>
                  <a:lnTo>
                    <a:pt x="8283838" y="2746858"/>
                  </a:lnTo>
                  <a:lnTo>
                    <a:pt x="8284896" y="2737682"/>
                  </a:lnTo>
                  <a:lnTo>
                    <a:pt x="8285954" y="2728252"/>
                  </a:lnTo>
                  <a:lnTo>
                    <a:pt x="8287012" y="2718655"/>
                  </a:lnTo>
                  <a:lnTo>
                    <a:pt x="8288070" y="2708876"/>
                  </a:lnTo>
                  <a:lnTo>
                    <a:pt x="8289128" y="2698927"/>
                  </a:lnTo>
                  <a:lnTo>
                    <a:pt x="8290186" y="2688811"/>
                  </a:lnTo>
                  <a:lnTo>
                    <a:pt x="8291243" y="2678620"/>
                  </a:lnTo>
                  <a:lnTo>
                    <a:pt x="8292301" y="2668418"/>
                  </a:lnTo>
                  <a:lnTo>
                    <a:pt x="8293359" y="2658323"/>
                  </a:lnTo>
                  <a:lnTo>
                    <a:pt x="8294417" y="2648506"/>
                  </a:lnTo>
                  <a:lnTo>
                    <a:pt x="8295475" y="2639229"/>
                  </a:lnTo>
                  <a:lnTo>
                    <a:pt x="8296533" y="2630615"/>
                  </a:lnTo>
                  <a:lnTo>
                    <a:pt x="8297590" y="2622734"/>
                  </a:lnTo>
                  <a:lnTo>
                    <a:pt x="8298648" y="2615593"/>
                  </a:lnTo>
                  <a:lnTo>
                    <a:pt x="8299706" y="2609083"/>
                  </a:lnTo>
                  <a:lnTo>
                    <a:pt x="8300764" y="2603094"/>
                  </a:lnTo>
                  <a:lnTo>
                    <a:pt x="8301822" y="2597579"/>
                  </a:lnTo>
                  <a:lnTo>
                    <a:pt x="8302880" y="2592527"/>
                  </a:lnTo>
                  <a:lnTo>
                    <a:pt x="8303937" y="2588003"/>
                  </a:lnTo>
                  <a:lnTo>
                    <a:pt x="8304995" y="2584029"/>
                  </a:lnTo>
                  <a:lnTo>
                    <a:pt x="8306053" y="2580686"/>
                  </a:lnTo>
                  <a:lnTo>
                    <a:pt x="8307111" y="2578039"/>
                  </a:lnTo>
                  <a:lnTo>
                    <a:pt x="8308169" y="2576100"/>
                  </a:lnTo>
                  <a:lnTo>
                    <a:pt x="8309227" y="2574865"/>
                  </a:lnTo>
                  <a:lnTo>
                    <a:pt x="8310284" y="2574230"/>
                  </a:lnTo>
                  <a:lnTo>
                    <a:pt x="8311342" y="2574068"/>
                  </a:lnTo>
                  <a:lnTo>
                    <a:pt x="8312400" y="2574336"/>
                  </a:lnTo>
                  <a:lnTo>
                    <a:pt x="8313458" y="2575007"/>
                  </a:lnTo>
                  <a:lnTo>
                    <a:pt x="8314516" y="2576039"/>
                  </a:lnTo>
                  <a:lnTo>
                    <a:pt x="8315574" y="2577545"/>
                  </a:lnTo>
                  <a:lnTo>
                    <a:pt x="8316632" y="2579730"/>
                  </a:lnTo>
                  <a:lnTo>
                    <a:pt x="8317689" y="2582706"/>
                  </a:lnTo>
                  <a:lnTo>
                    <a:pt x="8318747" y="2586478"/>
                  </a:lnTo>
                  <a:lnTo>
                    <a:pt x="8319805" y="2591045"/>
                  </a:lnTo>
                  <a:lnTo>
                    <a:pt x="8320863" y="2596387"/>
                  </a:lnTo>
                  <a:lnTo>
                    <a:pt x="8321921" y="2602409"/>
                  </a:lnTo>
                  <a:lnTo>
                    <a:pt x="8322979" y="2609011"/>
                  </a:lnTo>
                  <a:lnTo>
                    <a:pt x="8324036" y="2616111"/>
                  </a:lnTo>
                  <a:lnTo>
                    <a:pt x="8325094" y="2623596"/>
                  </a:lnTo>
                  <a:lnTo>
                    <a:pt x="8326152" y="2631410"/>
                  </a:lnTo>
                  <a:lnTo>
                    <a:pt x="8327210" y="2639555"/>
                  </a:lnTo>
                  <a:lnTo>
                    <a:pt x="8328268" y="2648029"/>
                  </a:lnTo>
                  <a:lnTo>
                    <a:pt x="8329326" y="2656834"/>
                  </a:lnTo>
                  <a:lnTo>
                    <a:pt x="8330383" y="2665961"/>
                  </a:lnTo>
                  <a:lnTo>
                    <a:pt x="8331441" y="2675334"/>
                  </a:lnTo>
                  <a:lnTo>
                    <a:pt x="8332499" y="2684800"/>
                  </a:lnTo>
                  <a:lnTo>
                    <a:pt x="8333557" y="2694272"/>
                  </a:lnTo>
                  <a:lnTo>
                    <a:pt x="8334615" y="2703743"/>
                  </a:lnTo>
                  <a:lnTo>
                    <a:pt x="8335673" y="2713214"/>
                  </a:lnTo>
                  <a:lnTo>
                    <a:pt x="8336730" y="2722685"/>
                  </a:lnTo>
                  <a:lnTo>
                    <a:pt x="8337788" y="2732080"/>
                  </a:lnTo>
                  <a:lnTo>
                    <a:pt x="8338846" y="2741387"/>
                  </a:lnTo>
                  <a:lnTo>
                    <a:pt x="8339904" y="2750643"/>
                  </a:lnTo>
                  <a:lnTo>
                    <a:pt x="8340962" y="2759877"/>
                  </a:lnTo>
                  <a:lnTo>
                    <a:pt x="8342020" y="2769122"/>
                  </a:lnTo>
                  <a:lnTo>
                    <a:pt x="8343078" y="2778380"/>
                  </a:lnTo>
                  <a:lnTo>
                    <a:pt x="8344135" y="2787650"/>
                  </a:lnTo>
                  <a:lnTo>
                    <a:pt x="8345193" y="2796903"/>
                  </a:lnTo>
                  <a:lnTo>
                    <a:pt x="8346251" y="2806125"/>
                  </a:lnTo>
                  <a:lnTo>
                    <a:pt x="8347309" y="2815246"/>
                  </a:lnTo>
                  <a:lnTo>
                    <a:pt x="8348367" y="2824172"/>
                  </a:lnTo>
                  <a:lnTo>
                    <a:pt x="8349425" y="2832862"/>
                  </a:lnTo>
                  <a:lnTo>
                    <a:pt x="8350482" y="2841318"/>
                  </a:lnTo>
                  <a:lnTo>
                    <a:pt x="8351540" y="2849527"/>
                  </a:lnTo>
                  <a:lnTo>
                    <a:pt x="8352598" y="2857572"/>
                  </a:lnTo>
                  <a:lnTo>
                    <a:pt x="8353656" y="2865613"/>
                  </a:lnTo>
                  <a:lnTo>
                    <a:pt x="8354714" y="2873760"/>
                  </a:lnTo>
                  <a:lnTo>
                    <a:pt x="8355772" y="2882025"/>
                  </a:lnTo>
                  <a:lnTo>
                    <a:pt x="8356829" y="2890383"/>
                  </a:lnTo>
                  <a:lnTo>
                    <a:pt x="8357887" y="2898809"/>
                  </a:lnTo>
                  <a:lnTo>
                    <a:pt x="8358945" y="2907283"/>
                  </a:lnTo>
                  <a:lnTo>
                    <a:pt x="8360003" y="2915767"/>
                  </a:lnTo>
                  <a:lnTo>
                    <a:pt x="8361061" y="2924264"/>
                  </a:lnTo>
                  <a:lnTo>
                    <a:pt x="8362119" y="2932756"/>
                  </a:lnTo>
                  <a:lnTo>
                    <a:pt x="8363176" y="2941265"/>
                  </a:lnTo>
                  <a:lnTo>
                    <a:pt x="8364234" y="2949848"/>
                  </a:lnTo>
                  <a:lnTo>
                    <a:pt x="8365292" y="2958548"/>
                  </a:lnTo>
                  <a:lnTo>
                    <a:pt x="8366350" y="2967366"/>
                  </a:lnTo>
                  <a:lnTo>
                    <a:pt x="8367408" y="2976321"/>
                  </a:lnTo>
                  <a:lnTo>
                    <a:pt x="8368466" y="2985344"/>
                  </a:lnTo>
                  <a:lnTo>
                    <a:pt x="8369524" y="2994228"/>
                  </a:lnTo>
                  <a:lnTo>
                    <a:pt x="8370581" y="3002786"/>
                  </a:lnTo>
                  <a:lnTo>
                    <a:pt x="8371639" y="3010978"/>
                  </a:lnTo>
                  <a:lnTo>
                    <a:pt x="8372697" y="3018805"/>
                  </a:lnTo>
                  <a:lnTo>
                    <a:pt x="8373755" y="3026266"/>
                  </a:lnTo>
                  <a:lnTo>
                    <a:pt x="8374813" y="3033381"/>
                  </a:lnTo>
                  <a:lnTo>
                    <a:pt x="8375871" y="3040222"/>
                  </a:lnTo>
                  <a:lnTo>
                    <a:pt x="8376928" y="3046812"/>
                  </a:lnTo>
                  <a:lnTo>
                    <a:pt x="8377986" y="3053209"/>
                  </a:lnTo>
                  <a:lnTo>
                    <a:pt x="8379044" y="3059441"/>
                  </a:lnTo>
                  <a:lnTo>
                    <a:pt x="8380102" y="3065508"/>
                  </a:lnTo>
                  <a:lnTo>
                    <a:pt x="8381160" y="3071410"/>
                  </a:lnTo>
                  <a:lnTo>
                    <a:pt x="8382218" y="3077147"/>
                  </a:lnTo>
                  <a:lnTo>
                    <a:pt x="8383275" y="3082719"/>
                  </a:lnTo>
                  <a:lnTo>
                    <a:pt x="8384333" y="3088133"/>
                  </a:lnTo>
                  <a:lnTo>
                    <a:pt x="8385391" y="3093459"/>
                  </a:lnTo>
                  <a:lnTo>
                    <a:pt x="8386449" y="3098780"/>
                  </a:lnTo>
                  <a:lnTo>
                    <a:pt x="8387507" y="3104102"/>
                  </a:lnTo>
                  <a:lnTo>
                    <a:pt x="8388492" y="3109058"/>
                  </a:lnTo>
                  <a:lnTo>
                    <a:pt x="8439111" y="3109058"/>
                  </a:lnTo>
                  <a:lnTo>
                    <a:pt x="8439341" y="3107751"/>
                  </a:lnTo>
                  <a:lnTo>
                    <a:pt x="8440399" y="3101742"/>
                  </a:lnTo>
                  <a:lnTo>
                    <a:pt x="8441457" y="3095733"/>
                  </a:lnTo>
                  <a:lnTo>
                    <a:pt x="8442514" y="3089724"/>
                  </a:lnTo>
                  <a:lnTo>
                    <a:pt x="8443572" y="3083716"/>
                  </a:lnTo>
                  <a:lnTo>
                    <a:pt x="8444630" y="3077707"/>
                  </a:lnTo>
                  <a:lnTo>
                    <a:pt x="8445688" y="3071698"/>
                  </a:lnTo>
                  <a:lnTo>
                    <a:pt x="8446746" y="3065689"/>
                  </a:lnTo>
                  <a:lnTo>
                    <a:pt x="8447804" y="3059681"/>
                  </a:lnTo>
                  <a:lnTo>
                    <a:pt x="8448862" y="3053672"/>
                  </a:lnTo>
                  <a:lnTo>
                    <a:pt x="8449919" y="3047663"/>
                  </a:lnTo>
                  <a:lnTo>
                    <a:pt x="8450977" y="3041654"/>
                  </a:lnTo>
                  <a:lnTo>
                    <a:pt x="8452035" y="3035646"/>
                  </a:lnTo>
                  <a:lnTo>
                    <a:pt x="8453093" y="3029661"/>
                  </a:lnTo>
                  <a:lnTo>
                    <a:pt x="8454151" y="3023709"/>
                  </a:lnTo>
                  <a:lnTo>
                    <a:pt x="8455209" y="3017831"/>
                  </a:lnTo>
                  <a:lnTo>
                    <a:pt x="8456266" y="3012114"/>
                  </a:lnTo>
                  <a:lnTo>
                    <a:pt x="8457324" y="3006605"/>
                  </a:lnTo>
                  <a:lnTo>
                    <a:pt x="8458382" y="3001306"/>
                  </a:lnTo>
                  <a:lnTo>
                    <a:pt x="8459440" y="2996215"/>
                  </a:lnTo>
                  <a:lnTo>
                    <a:pt x="8460498" y="2991332"/>
                  </a:lnTo>
                  <a:lnTo>
                    <a:pt x="8461556" y="2986658"/>
                  </a:lnTo>
                  <a:lnTo>
                    <a:pt x="8462613" y="2982193"/>
                  </a:lnTo>
                  <a:lnTo>
                    <a:pt x="8463671" y="2977848"/>
                  </a:lnTo>
                  <a:lnTo>
                    <a:pt x="8464729" y="2973624"/>
                  </a:lnTo>
                  <a:lnTo>
                    <a:pt x="8465787" y="2969523"/>
                  </a:lnTo>
                  <a:lnTo>
                    <a:pt x="8466845" y="2965586"/>
                  </a:lnTo>
                  <a:lnTo>
                    <a:pt x="8467903" y="2961873"/>
                  </a:lnTo>
                  <a:lnTo>
                    <a:pt x="8468960" y="2958332"/>
                  </a:lnTo>
                  <a:lnTo>
                    <a:pt x="8470018" y="2955021"/>
                  </a:lnTo>
                  <a:lnTo>
                    <a:pt x="8471076" y="2951886"/>
                  </a:lnTo>
                  <a:lnTo>
                    <a:pt x="8472134" y="2948851"/>
                  </a:lnTo>
                  <a:lnTo>
                    <a:pt x="8473192" y="2945859"/>
                  </a:lnTo>
                  <a:lnTo>
                    <a:pt x="8474250" y="2942913"/>
                  </a:lnTo>
                  <a:lnTo>
                    <a:pt x="8475308" y="2940038"/>
                  </a:lnTo>
                  <a:lnTo>
                    <a:pt x="8476365" y="2937276"/>
                  </a:lnTo>
                  <a:lnTo>
                    <a:pt x="8477423" y="2934684"/>
                  </a:lnTo>
                  <a:lnTo>
                    <a:pt x="8478481" y="2932284"/>
                  </a:lnTo>
                  <a:lnTo>
                    <a:pt x="8479539" y="2930096"/>
                  </a:lnTo>
                  <a:lnTo>
                    <a:pt x="8480597" y="2928096"/>
                  </a:lnTo>
                  <a:lnTo>
                    <a:pt x="8481655" y="2926199"/>
                  </a:lnTo>
                  <a:lnTo>
                    <a:pt x="8482712" y="2924319"/>
                  </a:lnTo>
                  <a:lnTo>
                    <a:pt x="8483770" y="2922400"/>
                  </a:lnTo>
                  <a:lnTo>
                    <a:pt x="8484828" y="2920463"/>
                  </a:lnTo>
                  <a:lnTo>
                    <a:pt x="8485886" y="2918410"/>
                  </a:lnTo>
                  <a:lnTo>
                    <a:pt x="8486944" y="2916184"/>
                  </a:lnTo>
                  <a:lnTo>
                    <a:pt x="8488002" y="2913781"/>
                  </a:lnTo>
                  <a:lnTo>
                    <a:pt x="8489059" y="2911239"/>
                  </a:lnTo>
                  <a:lnTo>
                    <a:pt x="8490117" y="2908544"/>
                  </a:lnTo>
                  <a:lnTo>
                    <a:pt x="8491175" y="2905679"/>
                  </a:lnTo>
                  <a:lnTo>
                    <a:pt x="8492233" y="2902593"/>
                  </a:lnTo>
                  <a:lnTo>
                    <a:pt x="8493291" y="2899208"/>
                  </a:lnTo>
                  <a:lnTo>
                    <a:pt x="8494349" y="2895506"/>
                  </a:lnTo>
                  <a:lnTo>
                    <a:pt x="8495406" y="2891489"/>
                  </a:lnTo>
                  <a:lnTo>
                    <a:pt x="8496464" y="2887195"/>
                  </a:lnTo>
                  <a:lnTo>
                    <a:pt x="8497522" y="2882722"/>
                  </a:lnTo>
                  <a:lnTo>
                    <a:pt x="8498580" y="2878161"/>
                  </a:lnTo>
                  <a:lnTo>
                    <a:pt x="8499638" y="2873511"/>
                  </a:lnTo>
                  <a:lnTo>
                    <a:pt x="8500696" y="2868772"/>
                  </a:lnTo>
                  <a:lnTo>
                    <a:pt x="8501754" y="2863945"/>
                  </a:lnTo>
                  <a:lnTo>
                    <a:pt x="8502811" y="2859100"/>
                  </a:lnTo>
                  <a:lnTo>
                    <a:pt x="8503869" y="2854254"/>
                  </a:lnTo>
                  <a:lnTo>
                    <a:pt x="8504927" y="2849409"/>
                  </a:lnTo>
                  <a:lnTo>
                    <a:pt x="8505985" y="2844588"/>
                  </a:lnTo>
                  <a:lnTo>
                    <a:pt x="8507043" y="2844588"/>
                  </a:lnTo>
                  <a:lnTo>
                    <a:pt x="8508101" y="2844588"/>
                  </a:lnTo>
                  <a:lnTo>
                    <a:pt x="8509158" y="2844588"/>
                  </a:lnTo>
                  <a:lnTo>
                    <a:pt x="8510216" y="2844588"/>
                  </a:lnTo>
                  <a:lnTo>
                    <a:pt x="8511274" y="2844588"/>
                  </a:lnTo>
                  <a:lnTo>
                    <a:pt x="8512332" y="2844588"/>
                  </a:lnTo>
                  <a:lnTo>
                    <a:pt x="8513390" y="2844588"/>
                  </a:lnTo>
                  <a:lnTo>
                    <a:pt x="8514448" y="2844588"/>
                  </a:lnTo>
                  <a:lnTo>
                    <a:pt x="8515505" y="2844588"/>
                  </a:lnTo>
                  <a:lnTo>
                    <a:pt x="8516563" y="2844588"/>
                  </a:lnTo>
                  <a:lnTo>
                    <a:pt x="8517621" y="2844588"/>
                  </a:lnTo>
                  <a:lnTo>
                    <a:pt x="8518679" y="2844588"/>
                  </a:lnTo>
                  <a:lnTo>
                    <a:pt x="8519737" y="2844588"/>
                  </a:lnTo>
                  <a:lnTo>
                    <a:pt x="8520795" y="2844588"/>
                  </a:lnTo>
                  <a:lnTo>
                    <a:pt x="8521852" y="2844588"/>
                  </a:lnTo>
                  <a:lnTo>
                    <a:pt x="8522910" y="2844588"/>
                  </a:lnTo>
                  <a:lnTo>
                    <a:pt x="8523968" y="2844588"/>
                  </a:lnTo>
                  <a:lnTo>
                    <a:pt x="8525026" y="2844588"/>
                  </a:lnTo>
                  <a:lnTo>
                    <a:pt x="8526084" y="2844588"/>
                  </a:lnTo>
                  <a:lnTo>
                    <a:pt x="8527142" y="2844588"/>
                  </a:lnTo>
                  <a:lnTo>
                    <a:pt x="8528200" y="2844588"/>
                  </a:lnTo>
                  <a:lnTo>
                    <a:pt x="8529257" y="2844588"/>
                  </a:lnTo>
                  <a:lnTo>
                    <a:pt x="8530315" y="2844588"/>
                  </a:lnTo>
                  <a:lnTo>
                    <a:pt x="8531373" y="2844588"/>
                  </a:lnTo>
                  <a:lnTo>
                    <a:pt x="8532431" y="2844588"/>
                  </a:lnTo>
                  <a:lnTo>
                    <a:pt x="8532431" y="3109058"/>
                  </a:lnTo>
                  <a:lnTo>
                    <a:pt x="8531373" y="3109058"/>
                  </a:lnTo>
                  <a:lnTo>
                    <a:pt x="8530315" y="3109058"/>
                  </a:lnTo>
                  <a:lnTo>
                    <a:pt x="8529257" y="3109058"/>
                  </a:lnTo>
                  <a:lnTo>
                    <a:pt x="8528200" y="3109058"/>
                  </a:lnTo>
                  <a:lnTo>
                    <a:pt x="8527142" y="3109058"/>
                  </a:lnTo>
                  <a:lnTo>
                    <a:pt x="8526084" y="3109058"/>
                  </a:lnTo>
                  <a:lnTo>
                    <a:pt x="8525026" y="3109058"/>
                  </a:lnTo>
                  <a:lnTo>
                    <a:pt x="8523968" y="3109058"/>
                  </a:lnTo>
                  <a:lnTo>
                    <a:pt x="8522910" y="3109058"/>
                  </a:lnTo>
                  <a:lnTo>
                    <a:pt x="8521852" y="3109058"/>
                  </a:lnTo>
                  <a:lnTo>
                    <a:pt x="8520795" y="3109058"/>
                  </a:lnTo>
                  <a:lnTo>
                    <a:pt x="8519737" y="3109058"/>
                  </a:lnTo>
                  <a:lnTo>
                    <a:pt x="8518679" y="3109058"/>
                  </a:lnTo>
                  <a:lnTo>
                    <a:pt x="8517621" y="3109058"/>
                  </a:lnTo>
                  <a:lnTo>
                    <a:pt x="8516563" y="3109058"/>
                  </a:lnTo>
                  <a:lnTo>
                    <a:pt x="8515505" y="3109058"/>
                  </a:lnTo>
                  <a:lnTo>
                    <a:pt x="8514448" y="3109058"/>
                  </a:lnTo>
                  <a:lnTo>
                    <a:pt x="8513390" y="3109058"/>
                  </a:lnTo>
                  <a:lnTo>
                    <a:pt x="8512332" y="3109058"/>
                  </a:lnTo>
                  <a:lnTo>
                    <a:pt x="8511274" y="3109058"/>
                  </a:lnTo>
                  <a:lnTo>
                    <a:pt x="8510216" y="3109058"/>
                  </a:lnTo>
                  <a:lnTo>
                    <a:pt x="8509158" y="3109058"/>
                  </a:lnTo>
                  <a:lnTo>
                    <a:pt x="8508101" y="3109058"/>
                  </a:lnTo>
                  <a:lnTo>
                    <a:pt x="8507043" y="3109058"/>
                  </a:lnTo>
                  <a:lnTo>
                    <a:pt x="8505985" y="3109058"/>
                  </a:lnTo>
                  <a:lnTo>
                    <a:pt x="8504927" y="3109058"/>
                  </a:lnTo>
                  <a:lnTo>
                    <a:pt x="8503869" y="3109058"/>
                  </a:lnTo>
                  <a:lnTo>
                    <a:pt x="8502811" y="3109058"/>
                  </a:lnTo>
                  <a:lnTo>
                    <a:pt x="8501754" y="3109058"/>
                  </a:lnTo>
                  <a:lnTo>
                    <a:pt x="8500696" y="3109058"/>
                  </a:lnTo>
                  <a:lnTo>
                    <a:pt x="8499638" y="3109058"/>
                  </a:lnTo>
                  <a:lnTo>
                    <a:pt x="8498580" y="3109058"/>
                  </a:lnTo>
                  <a:lnTo>
                    <a:pt x="8497522" y="3109058"/>
                  </a:lnTo>
                  <a:lnTo>
                    <a:pt x="8496464" y="3109058"/>
                  </a:lnTo>
                  <a:lnTo>
                    <a:pt x="8495406" y="3109058"/>
                  </a:lnTo>
                  <a:lnTo>
                    <a:pt x="8494349" y="3109058"/>
                  </a:lnTo>
                  <a:lnTo>
                    <a:pt x="8493291" y="3109058"/>
                  </a:lnTo>
                  <a:lnTo>
                    <a:pt x="8492233" y="3109058"/>
                  </a:lnTo>
                  <a:lnTo>
                    <a:pt x="8491175" y="3109058"/>
                  </a:lnTo>
                  <a:lnTo>
                    <a:pt x="8490117" y="3109058"/>
                  </a:lnTo>
                  <a:lnTo>
                    <a:pt x="8489059" y="3109058"/>
                  </a:lnTo>
                  <a:lnTo>
                    <a:pt x="8488002" y="3109058"/>
                  </a:lnTo>
                  <a:lnTo>
                    <a:pt x="8486944" y="3109058"/>
                  </a:lnTo>
                  <a:lnTo>
                    <a:pt x="8485886" y="3109058"/>
                  </a:lnTo>
                  <a:lnTo>
                    <a:pt x="8484828" y="3109058"/>
                  </a:lnTo>
                  <a:lnTo>
                    <a:pt x="8483770" y="3109058"/>
                  </a:lnTo>
                  <a:lnTo>
                    <a:pt x="8482712" y="3109058"/>
                  </a:lnTo>
                  <a:lnTo>
                    <a:pt x="8481655" y="3109058"/>
                  </a:lnTo>
                  <a:lnTo>
                    <a:pt x="8480597" y="3109058"/>
                  </a:lnTo>
                  <a:lnTo>
                    <a:pt x="8479539" y="3109058"/>
                  </a:lnTo>
                  <a:lnTo>
                    <a:pt x="8478481" y="3109058"/>
                  </a:lnTo>
                  <a:lnTo>
                    <a:pt x="8477423" y="3109058"/>
                  </a:lnTo>
                  <a:lnTo>
                    <a:pt x="8476365" y="3109058"/>
                  </a:lnTo>
                  <a:lnTo>
                    <a:pt x="8475308" y="3109058"/>
                  </a:lnTo>
                  <a:lnTo>
                    <a:pt x="8474250" y="3109058"/>
                  </a:lnTo>
                  <a:lnTo>
                    <a:pt x="8473192" y="3109058"/>
                  </a:lnTo>
                  <a:lnTo>
                    <a:pt x="8472134" y="3109058"/>
                  </a:lnTo>
                  <a:lnTo>
                    <a:pt x="8471076" y="3109058"/>
                  </a:lnTo>
                  <a:lnTo>
                    <a:pt x="8470018" y="3109058"/>
                  </a:lnTo>
                  <a:lnTo>
                    <a:pt x="8468960" y="3109058"/>
                  </a:lnTo>
                  <a:lnTo>
                    <a:pt x="8467903" y="3109058"/>
                  </a:lnTo>
                  <a:lnTo>
                    <a:pt x="8466845" y="3109058"/>
                  </a:lnTo>
                  <a:lnTo>
                    <a:pt x="8465787" y="3109058"/>
                  </a:lnTo>
                  <a:lnTo>
                    <a:pt x="8464729" y="3109058"/>
                  </a:lnTo>
                  <a:lnTo>
                    <a:pt x="8463671" y="3109058"/>
                  </a:lnTo>
                  <a:lnTo>
                    <a:pt x="8462613" y="3109058"/>
                  </a:lnTo>
                  <a:lnTo>
                    <a:pt x="8461556" y="3109058"/>
                  </a:lnTo>
                  <a:lnTo>
                    <a:pt x="8460498" y="3109058"/>
                  </a:lnTo>
                  <a:lnTo>
                    <a:pt x="8459440" y="3109058"/>
                  </a:lnTo>
                  <a:lnTo>
                    <a:pt x="8458382" y="3109058"/>
                  </a:lnTo>
                  <a:lnTo>
                    <a:pt x="8457324" y="3109058"/>
                  </a:lnTo>
                  <a:lnTo>
                    <a:pt x="8456266" y="3109058"/>
                  </a:lnTo>
                  <a:lnTo>
                    <a:pt x="8455209" y="3109058"/>
                  </a:lnTo>
                  <a:lnTo>
                    <a:pt x="8454151" y="3109058"/>
                  </a:lnTo>
                  <a:lnTo>
                    <a:pt x="8453093" y="3109058"/>
                  </a:lnTo>
                  <a:lnTo>
                    <a:pt x="8452035" y="3109058"/>
                  </a:lnTo>
                  <a:lnTo>
                    <a:pt x="8450977" y="3109058"/>
                  </a:lnTo>
                  <a:lnTo>
                    <a:pt x="8449919" y="3109058"/>
                  </a:lnTo>
                  <a:lnTo>
                    <a:pt x="8448862" y="3109058"/>
                  </a:lnTo>
                  <a:lnTo>
                    <a:pt x="8447804" y="3109058"/>
                  </a:lnTo>
                  <a:lnTo>
                    <a:pt x="8446746" y="3109058"/>
                  </a:lnTo>
                  <a:lnTo>
                    <a:pt x="8445688" y="3109058"/>
                  </a:lnTo>
                  <a:lnTo>
                    <a:pt x="8444630" y="3109058"/>
                  </a:lnTo>
                  <a:lnTo>
                    <a:pt x="8443572" y="3109058"/>
                  </a:lnTo>
                  <a:lnTo>
                    <a:pt x="8442514" y="3109058"/>
                  </a:lnTo>
                  <a:lnTo>
                    <a:pt x="8441457" y="3109058"/>
                  </a:lnTo>
                  <a:lnTo>
                    <a:pt x="8440399" y="3109058"/>
                  </a:lnTo>
                  <a:lnTo>
                    <a:pt x="8439341" y="3109058"/>
                  </a:lnTo>
                  <a:lnTo>
                    <a:pt x="8438283" y="3109058"/>
                  </a:lnTo>
                  <a:lnTo>
                    <a:pt x="8437225" y="3109058"/>
                  </a:lnTo>
                  <a:lnTo>
                    <a:pt x="8436167" y="3109058"/>
                  </a:lnTo>
                  <a:lnTo>
                    <a:pt x="8435110" y="3109058"/>
                  </a:lnTo>
                  <a:lnTo>
                    <a:pt x="8434052" y="3109058"/>
                  </a:lnTo>
                  <a:lnTo>
                    <a:pt x="8432994" y="3109058"/>
                  </a:lnTo>
                  <a:lnTo>
                    <a:pt x="8431936" y="3109058"/>
                  </a:lnTo>
                  <a:lnTo>
                    <a:pt x="8430878" y="3109058"/>
                  </a:lnTo>
                  <a:lnTo>
                    <a:pt x="8429820" y="3109058"/>
                  </a:lnTo>
                  <a:lnTo>
                    <a:pt x="8428763" y="3109058"/>
                  </a:lnTo>
                  <a:lnTo>
                    <a:pt x="8427705" y="3109058"/>
                  </a:lnTo>
                  <a:lnTo>
                    <a:pt x="8426647" y="3109058"/>
                  </a:lnTo>
                  <a:lnTo>
                    <a:pt x="8425589" y="3109058"/>
                  </a:lnTo>
                  <a:lnTo>
                    <a:pt x="8424531" y="3109058"/>
                  </a:lnTo>
                  <a:lnTo>
                    <a:pt x="8423473" y="3109058"/>
                  </a:lnTo>
                  <a:lnTo>
                    <a:pt x="8422416" y="3109058"/>
                  </a:lnTo>
                  <a:lnTo>
                    <a:pt x="8421358" y="3109058"/>
                  </a:lnTo>
                  <a:lnTo>
                    <a:pt x="8420300" y="3109058"/>
                  </a:lnTo>
                  <a:lnTo>
                    <a:pt x="8419242" y="3109058"/>
                  </a:lnTo>
                  <a:lnTo>
                    <a:pt x="8418184" y="3109058"/>
                  </a:lnTo>
                  <a:lnTo>
                    <a:pt x="8417126" y="3109058"/>
                  </a:lnTo>
                  <a:lnTo>
                    <a:pt x="8416068" y="3109058"/>
                  </a:lnTo>
                  <a:lnTo>
                    <a:pt x="8415011" y="3109058"/>
                  </a:lnTo>
                  <a:lnTo>
                    <a:pt x="8413953" y="3109058"/>
                  </a:lnTo>
                  <a:lnTo>
                    <a:pt x="8412895" y="3109058"/>
                  </a:lnTo>
                  <a:lnTo>
                    <a:pt x="8411837" y="3109058"/>
                  </a:lnTo>
                  <a:lnTo>
                    <a:pt x="8410779" y="3109058"/>
                  </a:lnTo>
                  <a:lnTo>
                    <a:pt x="8409721" y="3109058"/>
                  </a:lnTo>
                  <a:lnTo>
                    <a:pt x="8408664" y="3109058"/>
                  </a:lnTo>
                  <a:lnTo>
                    <a:pt x="8407606" y="3109058"/>
                  </a:lnTo>
                  <a:lnTo>
                    <a:pt x="8406548" y="3109058"/>
                  </a:lnTo>
                  <a:lnTo>
                    <a:pt x="8405490" y="3109058"/>
                  </a:lnTo>
                  <a:lnTo>
                    <a:pt x="8404432" y="3109058"/>
                  </a:lnTo>
                  <a:lnTo>
                    <a:pt x="8403374" y="3109058"/>
                  </a:lnTo>
                  <a:lnTo>
                    <a:pt x="8402317" y="3109058"/>
                  </a:lnTo>
                  <a:lnTo>
                    <a:pt x="8401259" y="3109058"/>
                  </a:lnTo>
                  <a:lnTo>
                    <a:pt x="8400201" y="3109058"/>
                  </a:lnTo>
                  <a:lnTo>
                    <a:pt x="8399143" y="3109058"/>
                  </a:lnTo>
                  <a:lnTo>
                    <a:pt x="8398085" y="3109058"/>
                  </a:lnTo>
                  <a:lnTo>
                    <a:pt x="8397027" y="3109058"/>
                  </a:lnTo>
                  <a:lnTo>
                    <a:pt x="8395970" y="3109058"/>
                  </a:lnTo>
                  <a:lnTo>
                    <a:pt x="8394912" y="3109058"/>
                  </a:lnTo>
                  <a:lnTo>
                    <a:pt x="8393854" y="3109058"/>
                  </a:lnTo>
                  <a:lnTo>
                    <a:pt x="8392796" y="3109058"/>
                  </a:lnTo>
                  <a:lnTo>
                    <a:pt x="8391738" y="3109058"/>
                  </a:lnTo>
                  <a:lnTo>
                    <a:pt x="8390680" y="3109058"/>
                  </a:lnTo>
                  <a:lnTo>
                    <a:pt x="8389622" y="3109058"/>
                  </a:lnTo>
                  <a:lnTo>
                    <a:pt x="8388565" y="3109058"/>
                  </a:lnTo>
                  <a:lnTo>
                    <a:pt x="8387507" y="3109058"/>
                  </a:lnTo>
                  <a:lnTo>
                    <a:pt x="8386449" y="3109058"/>
                  </a:lnTo>
                  <a:lnTo>
                    <a:pt x="8385391" y="3109058"/>
                  </a:lnTo>
                  <a:lnTo>
                    <a:pt x="8384333" y="3109058"/>
                  </a:lnTo>
                  <a:lnTo>
                    <a:pt x="8383275" y="3109058"/>
                  </a:lnTo>
                  <a:lnTo>
                    <a:pt x="8382218" y="3109058"/>
                  </a:lnTo>
                  <a:lnTo>
                    <a:pt x="8381160" y="3109058"/>
                  </a:lnTo>
                  <a:lnTo>
                    <a:pt x="8380102" y="3109058"/>
                  </a:lnTo>
                  <a:lnTo>
                    <a:pt x="8379044" y="3109058"/>
                  </a:lnTo>
                  <a:lnTo>
                    <a:pt x="8377986" y="3109058"/>
                  </a:lnTo>
                  <a:lnTo>
                    <a:pt x="8376928" y="3109058"/>
                  </a:lnTo>
                  <a:lnTo>
                    <a:pt x="8375871" y="3109058"/>
                  </a:lnTo>
                  <a:lnTo>
                    <a:pt x="8374813" y="3109058"/>
                  </a:lnTo>
                  <a:lnTo>
                    <a:pt x="8373755" y="3109058"/>
                  </a:lnTo>
                  <a:lnTo>
                    <a:pt x="8372697" y="3109058"/>
                  </a:lnTo>
                  <a:lnTo>
                    <a:pt x="8371639" y="3109058"/>
                  </a:lnTo>
                  <a:lnTo>
                    <a:pt x="8370581" y="3109058"/>
                  </a:lnTo>
                  <a:lnTo>
                    <a:pt x="8369524" y="3109058"/>
                  </a:lnTo>
                  <a:lnTo>
                    <a:pt x="8368466" y="3109058"/>
                  </a:lnTo>
                  <a:lnTo>
                    <a:pt x="8367408" y="3109058"/>
                  </a:lnTo>
                  <a:lnTo>
                    <a:pt x="8366350" y="3109058"/>
                  </a:lnTo>
                  <a:lnTo>
                    <a:pt x="8365292" y="3109058"/>
                  </a:lnTo>
                  <a:lnTo>
                    <a:pt x="8364234" y="3109058"/>
                  </a:lnTo>
                  <a:lnTo>
                    <a:pt x="8363176" y="3109058"/>
                  </a:lnTo>
                  <a:lnTo>
                    <a:pt x="8362119" y="3109058"/>
                  </a:lnTo>
                  <a:lnTo>
                    <a:pt x="8361061" y="3109058"/>
                  </a:lnTo>
                  <a:lnTo>
                    <a:pt x="8360003" y="3109058"/>
                  </a:lnTo>
                  <a:lnTo>
                    <a:pt x="8358945" y="3109058"/>
                  </a:lnTo>
                  <a:lnTo>
                    <a:pt x="8357887" y="3109058"/>
                  </a:lnTo>
                  <a:lnTo>
                    <a:pt x="8356829" y="3109058"/>
                  </a:lnTo>
                  <a:lnTo>
                    <a:pt x="8355772" y="3109058"/>
                  </a:lnTo>
                  <a:lnTo>
                    <a:pt x="8354714" y="3109058"/>
                  </a:lnTo>
                  <a:lnTo>
                    <a:pt x="8353656" y="3109058"/>
                  </a:lnTo>
                  <a:lnTo>
                    <a:pt x="8352598" y="3109058"/>
                  </a:lnTo>
                  <a:lnTo>
                    <a:pt x="8351540" y="3109058"/>
                  </a:lnTo>
                  <a:lnTo>
                    <a:pt x="8350482" y="3109058"/>
                  </a:lnTo>
                  <a:lnTo>
                    <a:pt x="8349425" y="3109058"/>
                  </a:lnTo>
                  <a:lnTo>
                    <a:pt x="8348367" y="3109058"/>
                  </a:lnTo>
                  <a:lnTo>
                    <a:pt x="8347309" y="3109058"/>
                  </a:lnTo>
                  <a:lnTo>
                    <a:pt x="8346251" y="3109058"/>
                  </a:lnTo>
                  <a:lnTo>
                    <a:pt x="8345193" y="3109058"/>
                  </a:lnTo>
                  <a:lnTo>
                    <a:pt x="8344135" y="3109058"/>
                  </a:lnTo>
                  <a:lnTo>
                    <a:pt x="8343078" y="3109058"/>
                  </a:lnTo>
                  <a:lnTo>
                    <a:pt x="8342020" y="3109058"/>
                  </a:lnTo>
                  <a:lnTo>
                    <a:pt x="8340962" y="3109058"/>
                  </a:lnTo>
                  <a:lnTo>
                    <a:pt x="8339904" y="3109058"/>
                  </a:lnTo>
                  <a:lnTo>
                    <a:pt x="8338846" y="3109058"/>
                  </a:lnTo>
                  <a:lnTo>
                    <a:pt x="8337788" y="3109058"/>
                  </a:lnTo>
                  <a:lnTo>
                    <a:pt x="8336730" y="3109058"/>
                  </a:lnTo>
                  <a:lnTo>
                    <a:pt x="8335673" y="3109058"/>
                  </a:lnTo>
                  <a:lnTo>
                    <a:pt x="8334615" y="3109058"/>
                  </a:lnTo>
                  <a:lnTo>
                    <a:pt x="8333557" y="3109058"/>
                  </a:lnTo>
                  <a:lnTo>
                    <a:pt x="8332499" y="3109058"/>
                  </a:lnTo>
                  <a:lnTo>
                    <a:pt x="8331441" y="3109058"/>
                  </a:lnTo>
                  <a:lnTo>
                    <a:pt x="8330383" y="3109058"/>
                  </a:lnTo>
                  <a:lnTo>
                    <a:pt x="8329326" y="3109058"/>
                  </a:lnTo>
                  <a:lnTo>
                    <a:pt x="8328268" y="3109058"/>
                  </a:lnTo>
                  <a:lnTo>
                    <a:pt x="8327210" y="3109058"/>
                  </a:lnTo>
                  <a:lnTo>
                    <a:pt x="8326152" y="3109058"/>
                  </a:lnTo>
                  <a:lnTo>
                    <a:pt x="8325094" y="3109058"/>
                  </a:lnTo>
                  <a:lnTo>
                    <a:pt x="8324036" y="3109058"/>
                  </a:lnTo>
                  <a:lnTo>
                    <a:pt x="8322979" y="3109058"/>
                  </a:lnTo>
                  <a:lnTo>
                    <a:pt x="8321921" y="3109058"/>
                  </a:lnTo>
                  <a:lnTo>
                    <a:pt x="8320863" y="3109058"/>
                  </a:lnTo>
                  <a:lnTo>
                    <a:pt x="8319805" y="3109058"/>
                  </a:lnTo>
                  <a:lnTo>
                    <a:pt x="8318747" y="3109058"/>
                  </a:lnTo>
                  <a:lnTo>
                    <a:pt x="8317689" y="3109058"/>
                  </a:lnTo>
                  <a:lnTo>
                    <a:pt x="8316632" y="3109058"/>
                  </a:lnTo>
                  <a:lnTo>
                    <a:pt x="8315574" y="3109058"/>
                  </a:lnTo>
                  <a:lnTo>
                    <a:pt x="8314516" y="3109058"/>
                  </a:lnTo>
                  <a:lnTo>
                    <a:pt x="8313458" y="3109058"/>
                  </a:lnTo>
                  <a:lnTo>
                    <a:pt x="8312400" y="3109058"/>
                  </a:lnTo>
                  <a:lnTo>
                    <a:pt x="8311342" y="3109058"/>
                  </a:lnTo>
                  <a:lnTo>
                    <a:pt x="8310284" y="3109058"/>
                  </a:lnTo>
                  <a:lnTo>
                    <a:pt x="8309227" y="3109058"/>
                  </a:lnTo>
                  <a:lnTo>
                    <a:pt x="8308169" y="3109058"/>
                  </a:lnTo>
                  <a:lnTo>
                    <a:pt x="8307111" y="3109058"/>
                  </a:lnTo>
                  <a:lnTo>
                    <a:pt x="8306053" y="3109058"/>
                  </a:lnTo>
                  <a:lnTo>
                    <a:pt x="8304995" y="3109058"/>
                  </a:lnTo>
                  <a:lnTo>
                    <a:pt x="8303937" y="3109058"/>
                  </a:lnTo>
                  <a:lnTo>
                    <a:pt x="8302880" y="3109058"/>
                  </a:lnTo>
                  <a:lnTo>
                    <a:pt x="8301822" y="3109058"/>
                  </a:lnTo>
                  <a:lnTo>
                    <a:pt x="8300764" y="3109058"/>
                  </a:lnTo>
                  <a:lnTo>
                    <a:pt x="8299706" y="3109058"/>
                  </a:lnTo>
                  <a:lnTo>
                    <a:pt x="8298648" y="3109058"/>
                  </a:lnTo>
                  <a:lnTo>
                    <a:pt x="8297590" y="3109058"/>
                  </a:lnTo>
                  <a:lnTo>
                    <a:pt x="8296533" y="3109058"/>
                  </a:lnTo>
                  <a:lnTo>
                    <a:pt x="8295475" y="3109058"/>
                  </a:lnTo>
                  <a:lnTo>
                    <a:pt x="8294417" y="3109058"/>
                  </a:lnTo>
                  <a:lnTo>
                    <a:pt x="8293359" y="3109058"/>
                  </a:lnTo>
                  <a:lnTo>
                    <a:pt x="8292301" y="3109058"/>
                  </a:lnTo>
                  <a:lnTo>
                    <a:pt x="8291243" y="3109058"/>
                  </a:lnTo>
                  <a:lnTo>
                    <a:pt x="8290186" y="3109058"/>
                  </a:lnTo>
                  <a:lnTo>
                    <a:pt x="8289128" y="3109058"/>
                  </a:lnTo>
                  <a:lnTo>
                    <a:pt x="8288070" y="3109058"/>
                  </a:lnTo>
                  <a:lnTo>
                    <a:pt x="8287012" y="3109058"/>
                  </a:lnTo>
                  <a:lnTo>
                    <a:pt x="8285954" y="3109058"/>
                  </a:lnTo>
                  <a:lnTo>
                    <a:pt x="8284896" y="3109058"/>
                  </a:lnTo>
                  <a:lnTo>
                    <a:pt x="8283838" y="3109058"/>
                  </a:lnTo>
                  <a:lnTo>
                    <a:pt x="8282781" y="3109058"/>
                  </a:lnTo>
                  <a:lnTo>
                    <a:pt x="8281723" y="3109058"/>
                  </a:lnTo>
                  <a:lnTo>
                    <a:pt x="8280665" y="3109058"/>
                  </a:lnTo>
                  <a:lnTo>
                    <a:pt x="8279607" y="3109058"/>
                  </a:lnTo>
                  <a:lnTo>
                    <a:pt x="8278549" y="3109058"/>
                  </a:lnTo>
                  <a:lnTo>
                    <a:pt x="8277491" y="3109058"/>
                  </a:lnTo>
                  <a:lnTo>
                    <a:pt x="8276434" y="3109058"/>
                  </a:lnTo>
                  <a:lnTo>
                    <a:pt x="8275376" y="3109058"/>
                  </a:lnTo>
                  <a:lnTo>
                    <a:pt x="8274318" y="3109058"/>
                  </a:lnTo>
                  <a:lnTo>
                    <a:pt x="8273260" y="3109058"/>
                  </a:lnTo>
                  <a:lnTo>
                    <a:pt x="8272202" y="3109058"/>
                  </a:lnTo>
                  <a:lnTo>
                    <a:pt x="8271144" y="3109058"/>
                  </a:lnTo>
                  <a:lnTo>
                    <a:pt x="8270087" y="3109058"/>
                  </a:lnTo>
                  <a:lnTo>
                    <a:pt x="8269029" y="3109058"/>
                  </a:lnTo>
                  <a:lnTo>
                    <a:pt x="8267971" y="3109058"/>
                  </a:lnTo>
                  <a:lnTo>
                    <a:pt x="8266913" y="3109058"/>
                  </a:lnTo>
                  <a:lnTo>
                    <a:pt x="8265855" y="3109058"/>
                  </a:lnTo>
                  <a:lnTo>
                    <a:pt x="8264797" y="3109058"/>
                  </a:lnTo>
                  <a:lnTo>
                    <a:pt x="8263740" y="3109058"/>
                  </a:lnTo>
                  <a:lnTo>
                    <a:pt x="8262682" y="3109058"/>
                  </a:lnTo>
                  <a:lnTo>
                    <a:pt x="8261624" y="3109058"/>
                  </a:lnTo>
                  <a:lnTo>
                    <a:pt x="8260566" y="3109058"/>
                  </a:lnTo>
                  <a:lnTo>
                    <a:pt x="8259508" y="3109058"/>
                  </a:lnTo>
                  <a:lnTo>
                    <a:pt x="8258450" y="3109058"/>
                  </a:lnTo>
                  <a:lnTo>
                    <a:pt x="8257392" y="3109058"/>
                  </a:lnTo>
                  <a:lnTo>
                    <a:pt x="8256335" y="3109058"/>
                  </a:lnTo>
                  <a:lnTo>
                    <a:pt x="8255277" y="3109058"/>
                  </a:lnTo>
                  <a:lnTo>
                    <a:pt x="8254219" y="3109058"/>
                  </a:lnTo>
                  <a:lnTo>
                    <a:pt x="8253161" y="3109058"/>
                  </a:lnTo>
                  <a:lnTo>
                    <a:pt x="8252103" y="3109058"/>
                  </a:lnTo>
                  <a:lnTo>
                    <a:pt x="8251045" y="3109058"/>
                  </a:lnTo>
                  <a:lnTo>
                    <a:pt x="8249988" y="3109058"/>
                  </a:lnTo>
                  <a:lnTo>
                    <a:pt x="8248930" y="3109058"/>
                  </a:lnTo>
                  <a:lnTo>
                    <a:pt x="8247872" y="3109058"/>
                  </a:lnTo>
                  <a:lnTo>
                    <a:pt x="8246814" y="3109058"/>
                  </a:lnTo>
                  <a:lnTo>
                    <a:pt x="8245756" y="3109058"/>
                  </a:lnTo>
                  <a:lnTo>
                    <a:pt x="8244698" y="3109058"/>
                  </a:lnTo>
                  <a:lnTo>
                    <a:pt x="8243641" y="3109058"/>
                  </a:lnTo>
                  <a:lnTo>
                    <a:pt x="8242583" y="3109058"/>
                  </a:lnTo>
                  <a:lnTo>
                    <a:pt x="8241525" y="3109058"/>
                  </a:lnTo>
                  <a:lnTo>
                    <a:pt x="8240467" y="3109058"/>
                  </a:lnTo>
                  <a:lnTo>
                    <a:pt x="8239409" y="3109058"/>
                  </a:lnTo>
                  <a:lnTo>
                    <a:pt x="8238351" y="3109058"/>
                  </a:lnTo>
                  <a:lnTo>
                    <a:pt x="8237294" y="3109058"/>
                  </a:lnTo>
                  <a:lnTo>
                    <a:pt x="8236236" y="3109058"/>
                  </a:lnTo>
                  <a:lnTo>
                    <a:pt x="8235178" y="3109058"/>
                  </a:lnTo>
                  <a:lnTo>
                    <a:pt x="8234120" y="3109058"/>
                  </a:lnTo>
                  <a:lnTo>
                    <a:pt x="8233062" y="3109058"/>
                  </a:lnTo>
                  <a:lnTo>
                    <a:pt x="8232004" y="3109058"/>
                  </a:lnTo>
                  <a:lnTo>
                    <a:pt x="8230946" y="3109058"/>
                  </a:lnTo>
                  <a:lnTo>
                    <a:pt x="8229889" y="3109058"/>
                  </a:lnTo>
                  <a:lnTo>
                    <a:pt x="8228831" y="3109058"/>
                  </a:lnTo>
                  <a:lnTo>
                    <a:pt x="8227773" y="3109058"/>
                  </a:lnTo>
                  <a:lnTo>
                    <a:pt x="8226715" y="3109058"/>
                  </a:lnTo>
                  <a:lnTo>
                    <a:pt x="8225657" y="3109058"/>
                  </a:lnTo>
                  <a:lnTo>
                    <a:pt x="8224599" y="3109058"/>
                  </a:lnTo>
                  <a:lnTo>
                    <a:pt x="8223542" y="3109058"/>
                  </a:lnTo>
                  <a:lnTo>
                    <a:pt x="8222484" y="3109058"/>
                  </a:lnTo>
                  <a:lnTo>
                    <a:pt x="8221426" y="3109058"/>
                  </a:lnTo>
                  <a:lnTo>
                    <a:pt x="8220368" y="3109058"/>
                  </a:lnTo>
                  <a:lnTo>
                    <a:pt x="8219310" y="3109058"/>
                  </a:lnTo>
                  <a:lnTo>
                    <a:pt x="8218252" y="3109058"/>
                  </a:lnTo>
                  <a:lnTo>
                    <a:pt x="8217195" y="3109058"/>
                  </a:lnTo>
                  <a:lnTo>
                    <a:pt x="8216137" y="3109058"/>
                  </a:lnTo>
                  <a:lnTo>
                    <a:pt x="8215079" y="3109058"/>
                  </a:lnTo>
                  <a:lnTo>
                    <a:pt x="8214021" y="3109058"/>
                  </a:lnTo>
                  <a:lnTo>
                    <a:pt x="8212963" y="3109058"/>
                  </a:lnTo>
                  <a:lnTo>
                    <a:pt x="8211905" y="3109058"/>
                  </a:lnTo>
                  <a:lnTo>
                    <a:pt x="8210848" y="3109058"/>
                  </a:lnTo>
                  <a:lnTo>
                    <a:pt x="8209790" y="3109058"/>
                  </a:lnTo>
                  <a:lnTo>
                    <a:pt x="8208732" y="3109058"/>
                  </a:lnTo>
                  <a:lnTo>
                    <a:pt x="8207674" y="3109058"/>
                  </a:lnTo>
                  <a:lnTo>
                    <a:pt x="8206616" y="3109058"/>
                  </a:lnTo>
                  <a:lnTo>
                    <a:pt x="8205558" y="3109058"/>
                  </a:lnTo>
                  <a:lnTo>
                    <a:pt x="8204500" y="3109058"/>
                  </a:lnTo>
                  <a:lnTo>
                    <a:pt x="8203443" y="3109058"/>
                  </a:lnTo>
                  <a:lnTo>
                    <a:pt x="8202385" y="3109058"/>
                  </a:lnTo>
                  <a:lnTo>
                    <a:pt x="8201327" y="3109058"/>
                  </a:lnTo>
                  <a:lnTo>
                    <a:pt x="8200269" y="3109058"/>
                  </a:lnTo>
                  <a:lnTo>
                    <a:pt x="8199211" y="3109058"/>
                  </a:lnTo>
                  <a:lnTo>
                    <a:pt x="8198153" y="3109058"/>
                  </a:lnTo>
                  <a:lnTo>
                    <a:pt x="8197096" y="3109058"/>
                  </a:lnTo>
                  <a:lnTo>
                    <a:pt x="8196038" y="3109058"/>
                  </a:lnTo>
                  <a:lnTo>
                    <a:pt x="8194980" y="3109058"/>
                  </a:lnTo>
                  <a:lnTo>
                    <a:pt x="8193922" y="3109058"/>
                  </a:lnTo>
                  <a:lnTo>
                    <a:pt x="8192864" y="3109058"/>
                  </a:lnTo>
                  <a:lnTo>
                    <a:pt x="8191806" y="3109058"/>
                  </a:lnTo>
                  <a:lnTo>
                    <a:pt x="8190749" y="3109058"/>
                  </a:lnTo>
                  <a:lnTo>
                    <a:pt x="8189691" y="3109058"/>
                  </a:lnTo>
                  <a:lnTo>
                    <a:pt x="8188633" y="3109058"/>
                  </a:lnTo>
                  <a:lnTo>
                    <a:pt x="8187575" y="3109058"/>
                  </a:lnTo>
                  <a:lnTo>
                    <a:pt x="8186517" y="3109058"/>
                  </a:lnTo>
                  <a:lnTo>
                    <a:pt x="8185459" y="3109058"/>
                  </a:lnTo>
                  <a:lnTo>
                    <a:pt x="8184402" y="3109058"/>
                  </a:lnTo>
                  <a:lnTo>
                    <a:pt x="8183344" y="3109058"/>
                  </a:lnTo>
                  <a:lnTo>
                    <a:pt x="8182286" y="3109058"/>
                  </a:lnTo>
                  <a:lnTo>
                    <a:pt x="8181228" y="3109058"/>
                  </a:lnTo>
                  <a:lnTo>
                    <a:pt x="8180170" y="3109058"/>
                  </a:lnTo>
                  <a:lnTo>
                    <a:pt x="8179112" y="3109058"/>
                  </a:lnTo>
                  <a:lnTo>
                    <a:pt x="8178054" y="3109058"/>
                  </a:lnTo>
                  <a:lnTo>
                    <a:pt x="8176997" y="3109058"/>
                  </a:lnTo>
                  <a:lnTo>
                    <a:pt x="8175939" y="3109058"/>
                  </a:lnTo>
                  <a:lnTo>
                    <a:pt x="8174881" y="3109058"/>
                  </a:lnTo>
                  <a:lnTo>
                    <a:pt x="8173823" y="3109058"/>
                  </a:lnTo>
                  <a:lnTo>
                    <a:pt x="8172765" y="3109058"/>
                  </a:lnTo>
                  <a:lnTo>
                    <a:pt x="8171707" y="3109058"/>
                  </a:lnTo>
                  <a:lnTo>
                    <a:pt x="8170650" y="3109058"/>
                  </a:lnTo>
                  <a:lnTo>
                    <a:pt x="8169592" y="3109058"/>
                  </a:lnTo>
                  <a:lnTo>
                    <a:pt x="8168534" y="3109058"/>
                  </a:lnTo>
                  <a:lnTo>
                    <a:pt x="8167476" y="3109058"/>
                  </a:lnTo>
                  <a:lnTo>
                    <a:pt x="8166418" y="3109058"/>
                  </a:lnTo>
                  <a:lnTo>
                    <a:pt x="8165360" y="3109058"/>
                  </a:lnTo>
                  <a:lnTo>
                    <a:pt x="8164303" y="3109058"/>
                  </a:lnTo>
                  <a:lnTo>
                    <a:pt x="8163245" y="3109058"/>
                  </a:lnTo>
                  <a:lnTo>
                    <a:pt x="8162187" y="3109058"/>
                  </a:lnTo>
                  <a:lnTo>
                    <a:pt x="8161129" y="3109058"/>
                  </a:lnTo>
                  <a:lnTo>
                    <a:pt x="8160071" y="3109058"/>
                  </a:lnTo>
                  <a:lnTo>
                    <a:pt x="8159013" y="3109058"/>
                  </a:lnTo>
                  <a:lnTo>
                    <a:pt x="8157956" y="3109058"/>
                  </a:lnTo>
                  <a:lnTo>
                    <a:pt x="8156898" y="3109058"/>
                  </a:lnTo>
                  <a:lnTo>
                    <a:pt x="8155840" y="3109058"/>
                  </a:lnTo>
                  <a:lnTo>
                    <a:pt x="8154782" y="3109058"/>
                  </a:lnTo>
                  <a:lnTo>
                    <a:pt x="8153724" y="3109058"/>
                  </a:lnTo>
                  <a:lnTo>
                    <a:pt x="8152666" y="3109058"/>
                  </a:lnTo>
                  <a:lnTo>
                    <a:pt x="8151608" y="3109058"/>
                  </a:lnTo>
                  <a:lnTo>
                    <a:pt x="8150551" y="3109058"/>
                  </a:lnTo>
                  <a:lnTo>
                    <a:pt x="8149493" y="3109058"/>
                  </a:lnTo>
                  <a:lnTo>
                    <a:pt x="8148435" y="3109058"/>
                  </a:lnTo>
                  <a:lnTo>
                    <a:pt x="8147377" y="3109058"/>
                  </a:lnTo>
                  <a:lnTo>
                    <a:pt x="8146319" y="3109058"/>
                  </a:lnTo>
                  <a:lnTo>
                    <a:pt x="8145261" y="3109058"/>
                  </a:lnTo>
                  <a:lnTo>
                    <a:pt x="8144204" y="3109058"/>
                  </a:lnTo>
                  <a:lnTo>
                    <a:pt x="8143146" y="3109058"/>
                  </a:lnTo>
                  <a:lnTo>
                    <a:pt x="8142088" y="3109058"/>
                  </a:lnTo>
                  <a:lnTo>
                    <a:pt x="8141030" y="3109058"/>
                  </a:lnTo>
                  <a:lnTo>
                    <a:pt x="8139972" y="3109058"/>
                  </a:lnTo>
                  <a:lnTo>
                    <a:pt x="8138914" y="3109058"/>
                  </a:lnTo>
                  <a:lnTo>
                    <a:pt x="8137857" y="3109058"/>
                  </a:lnTo>
                  <a:lnTo>
                    <a:pt x="8136799" y="3109058"/>
                  </a:lnTo>
                  <a:lnTo>
                    <a:pt x="8135741" y="3109058"/>
                  </a:lnTo>
                  <a:lnTo>
                    <a:pt x="8134683" y="3109058"/>
                  </a:lnTo>
                  <a:lnTo>
                    <a:pt x="8133625" y="3109058"/>
                  </a:lnTo>
                  <a:lnTo>
                    <a:pt x="8132567" y="3109058"/>
                  </a:lnTo>
                  <a:lnTo>
                    <a:pt x="8131510" y="3109058"/>
                  </a:lnTo>
                  <a:lnTo>
                    <a:pt x="8130452" y="3109058"/>
                  </a:lnTo>
                  <a:lnTo>
                    <a:pt x="8129394" y="3109058"/>
                  </a:lnTo>
                  <a:lnTo>
                    <a:pt x="8128336" y="3109058"/>
                  </a:lnTo>
                  <a:lnTo>
                    <a:pt x="8127278" y="3109058"/>
                  </a:lnTo>
                  <a:lnTo>
                    <a:pt x="8126220" y="3109058"/>
                  </a:lnTo>
                  <a:lnTo>
                    <a:pt x="8125162" y="3109058"/>
                  </a:lnTo>
                  <a:lnTo>
                    <a:pt x="8124105" y="3109058"/>
                  </a:lnTo>
                  <a:lnTo>
                    <a:pt x="8123047" y="3109058"/>
                  </a:lnTo>
                  <a:lnTo>
                    <a:pt x="8121989" y="3109058"/>
                  </a:lnTo>
                  <a:lnTo>
                    <a:pt x="8120931" y="3109058"/>
                  </a:lnTo>
                  <a:lnTo>
                    <a:pt x="8119873" y="3109058"/>
                  </a:lnTo>
                  <a:lnTo>
                    <a:pt x="8118815" y="3109058"/>
                  </a:lnTo>
                  <a:lnTo>
                    <a:pt x="8117758" y="3109058"/>
                  </a:lnTo>
                  <a:lnTo>
                    <a:pt x="8116700" y="3109058"/>
                  </a:lnTo>
                  <a:lnTo>
                    <a:pt x="8115642" y="3109058"/>
                  </a:lnTo>
                  <a:lnTo>
                    <a:pt x="8114584" y="3109058"/>
                  </a:lnTo>
                  <a:lnTo>
                    <a:pt x="8113526" y="3109058"/>
                  </a:lnTo>
                  <a:lnTo>
                    <a:pt x="8112468" y="3109058"/>
                  </a:lnTo>
                  <a:lnTo>
                    <a:pt x="8111411" y="3109058"/>
                  </a:lnTo>
                  <a:lnTo>
                    <a:pt x="8110353" y="3109058"/>
                  </a:lnTo>
                  <a:lnTo>
                    <a:pt x="8109295" y="3109058"/>
                  </a:lnTo>
                  <a:lnTo>
                    <a:pt x="8108237" y="3109058"/>
                  </a:lnTo>
                  <a:lnTo>
                    <a:pt x="8107179" y="3109058"/>
                  </a:lnTo>
                  <a:lnTo>
                    <a:pt x="8106121" y="3109058"/>
                  </a:lnTo>
                  <a:lnTo>
                    <a:pt x="8105064" y="3109058"/>
                  </a:lnTo>
                  <a:lnTo>
                    <a:pt x="8104006" y="3109058"/>
                  </a:lnTo>
                  <a:lnTo>
                    <a:pt x="8102948" y="3109058"/>
                  </a:lnTo>
                  <a:lnTo>
                    <a:pt x="8101890" y="3109058"/>
                  </a:lnTo>
                  <a:lnTo>
                    <a:pt x="8100832" y="3109058"/>
                  </a:lnTo>
                  <a:lnTo>
                    <a:pt x="8099774" y="3109058"/>
                  </a:lnTo>
                  <a:lnTo>
                    <a:pt x="8098716" y="3109058"/>
                  </a:lnTo>
                  <a:lnTo>
                    <a:pt x="8097659" y="3109058"/>
                  </a:lnTo>
                  <a:lnTo>
                    <a:pt x="8096601" y="3109058"/>
                  </a:lnTo>
                  <a:lnTo>
                    <a:pt x="8095543" y="3109058"/>
                  </a:lnTo>
                  <a:lnTo>
                    <a:pt x="8094485" y="3109058"/>
                  </a:lnTo>
                  <a:lnTo>
                    <a:pt x="8093427" y="3109058"/>
                  </a:lnTo>
                  <a:lnTo>
                    <a:pt x="8092369" y="3109058"/>
                  </a:lnTo>
                  <a:lnTo>
                    <a:pt x="8091312" y="3109058"/>
                  </a:lnTo>
                  <a:lnTo>
                    <a:pt x="8090254" y="3109058"/>
                  </a:lnTo>
                  <a:lnTo>
                    <a:pt x="8089196" y="3109058"/>
                  </a:lnTo>
                  <a:lnTo>
                    <a:pt x="8088138" y="3109058"/>
                  </a:lnTo>
                  <a:lnTo>
                    <a:pt x="8087080" y="3109058"/>
                  </a:lnTo>
                  <a:lnTo>
                    <a:pt x="8086022" y="3109058"/>
                  </a:lnTo>
                  <a:lnTo>
                    <a:pt x="8084965" y="3109058"/>
                  </a:lnTo>
                  <a:lnTo>
                    <a:pt x="8083907" y="3109058"/>
                  </a:lnTo>
                  <a:lnTo>
                    <a:pt x="8082849" y="3109058"/>
                  </a:lnTo>
                  <a:lnTo>
                    <a:pt x="8081791" y="3109058"/>
                  </a:lnTo>
                  <a:lnTo>
                    <a:pt x="8080733" y="3109058"/>
                  </a:lnTo>
                  <a:lnTo>
                    <a:pt x="8079675" y="3109058"/>
                  </a:lnTo>
                  <a:lnTo>
                    <a:pt x="8078618" y="3109058"/>
                  </a:lnTo>
                  <a:lnTo>
                    <a:pt x="8077560" y="3109058"/>
                  </a:lnTo>
                  <a:lnTo>
                    <a:pt x="8076502" y="3109058"/>
                  </a:lnTo>
                  <a:lnTo>
                    <a:pt x="8075444" y="3109058"/>
                  </a:lnTo>
                  <a:lnTo>
                    <a:pt x="8074386" y="3109058"/>
                  </a:lnTo>
                  <a:lnTo>
                    <a:pt x="8073328" y="3109058"/>
                  </a:lnTo>
                  <a:lnTo>
                    <a:pt x="8072270" y="3109058"/>
                  </a:lnTo>
                  <a:lnTo>
                    <a:pt x="8071213" y="3109058"/>
                  </a:lnTo>
                  <a:lnTo>
                    <a:pt x="8070155" y="3109058"/>
                  </a:lnTo>
                  <a:lnTo>
                    <a:pt x="8069097" y="3109058"/>
                  </a:lnTo>
                  <a:lnTo>
                    <a:pt x="8068039" y="3109058"/>
                  </a:lnTo>
                  <a:lnTo>
                    <a:pt x="8066981" y="3109058"/>
                  </a:lnTo>
                  <a:lnTo>
                    <a:pt x="8065923" y="3109058"/>
                  </a:lnTo>
                  <a:lnTo>
                    <a:pt x="8064866" y="3109058"/>
                  </a:lnTo>
                  <a:lnTo>
                    <a:pt x="8063808" y="3109058"/>
                  </a:lnTo>
                  <a:lnTo>
                    <a:pt x="8062750" y="3109058"/>
                  </a:lnTo>
                  <a:lnTo>
                    <a:pt x="8061692" y="3109058"/>
                  </a:lnTo>
                  <a:lnTo>
                    <a:pt x="8060634" y="3109058"/>
                  </a:lnTo>
                  <a:lnTo>
                    <a:pt x="8059576" y="3109058"/>
                  </a:lnTo>
                  <a:lnTo>
                    <a:pt x="8058519" y="3109058"/>
                  </a:lnTo>
                  <a:lnTo>
                    <a:pt x="8057461" y="3109058"/>
                  </a:lnTo>
                  <a:lnTo>
                    <a:pt x="8056403" y="3109058"/>
                  </a:lnTo>
                  <a:lnTo>
                    <a:pt x="8055345" y="3109058"/>
                  </a:lnTo>
                  <a:lnTo>
                    <a:pt x="8054287" y="3109058"/>
                  </a:lnTo>
                  <a:lnTo>
                    <a:pt x="8053229" y="3109058"/>
                  </a:lnTo>
                  <a:lnTo>
                    <a:pt x="8052172" y="3109058"/>
                  </a:lnTo>
                  <a:lnTo>
                    <a:pt x="8051114" y="3109058"/>
                  </a:lnTo>
                  <a:lnTo>
                    <a:pt x="8050056" y="3109058"/>
                  </a:lnTo>
                  <a:lnTo>
                    <a:pt x="8048998" y="3109058"/>
                  </a:lnTo>
                  <a:lnTo>
                    <a:pt x="8047940" y="3109058"/>
                  </a:lnTo>
                  <a:lnTo>
                    <a:pt x="8046882" y="3109058"/>
                  </a:lnTo>
                  <a:lnTo>
                    <a:pt x="8045824" y="3109058"/>
                  </a:lnTo>
                  <a:lnTo>
                    <a:pt x="8044767" y="3109058"/>
                  </a:lnTo>
                  <a:lnTo>
                    <a:pt x="8043709" y="3109058"/>
                  </a:lnTo>
                  <a:lnTo>
                    <a:pt x="8042651" y="3109058"/>
                  </a:lnTo>
                  <a:lnTo>
                    <a:pt x="8041593" y="3109058"/>
                  </a:lnTo>
                  <a:lnTo>
                    <a:pt x="8040535" y="3109058"/>
                  </a:lnTo>
                  <a:lnTo>
                    <a:pt x="8039477" y="3109058"/>
                  </a:lnTo>
                  <a:lnTo>
                    <a:pt x="8038420" y="3109058"/>
                  </a:lnTo>
                  <a:lnTo>
                    <a:pt x="8037362" y="3109058"/>
                  </a:lnTo>
                  <a:lnTo>
                    <a:pt x="8036304" y="3109058"/>
                  </a:lnTo>
                  <a:lnTo>
                    <a:pt x="8035246" y="3109058"/>
                  </a:lnTo>
                  <a:lnTo>
                    <a:pt x="8034188" y="3109058"/>
                  </a:lnTo>
                  <a:lnTo>
                    <a:pt x="8033130" y="3109058"/>
                  </a:lnTo>
                  <a:lnTo>
                    <a:pt x="8032073" y="3109058"/>
                  </a:lnTo>
                  <a:lnTo>
                    <a:pt x="8031015" y="3109058"/>
                  </a:lnTo>
                  <a:lnTo>
                    <a:pt x="8029957" y="3109058"/>
                  </a:lnTo>
                  <a:lnTo>
                    <a:pt x="8028899" y="3109058"/>
                  </a:lnTo>
                  <a:lnTo>
                    <a:pt x="8027841" y="3109058"/>
                  </a:lnTo>
                  <a:lnTo>
                    <a:pt x="8026783" y="3109058"/>
                  </a:lnTo>
                  <a:lnTo>
                    <a:pt x="8025726" y="3109058"/>
                  </a:lnTo>
                  <a:lnTo>
                    <a:pt x="8024668" y="3109058"/>
                  </a:lnTo>
                  <a:lnTo>
                    <a:pt x="8023610" y="3109058"/>
                  </a:lnTo>
                  <a:lnTo>
                    <a:pt x="8022552" y="3109058"/>
                  </a:lnTo>
                  <a:lnTo>
                    <a:pt x="8021494" y="3109058"/>
                  </a:lnTo>
                  <a:lnTo>
                    <a:pt x="8020436" y="3109058"/>
                  </a:lnTo>
                  <a:lnTo>
                    <a:pt x="8019378" y="3109058"/>
                  </a:lnTo>
                  <a:lnTo>
                    <a:pt x="8018321" y="3109058"/>
                  </a:lnTo>
                  <a:lnTo>
                    <a:pt x="8017263" y="3109058"/>
                  </a:lnTo>
                  <a:lnTo>
                    <a:pt x="8016205" y="3109058"/>
                  </a:lnTo>
                  <a:lnTo>
                    <a:pt x="8015147" y="3109058"/>
                  </a:lnTo>
                  <a:lnTo>
                    <a:pt x="8014089" y="3109058"/>
                  </a:lnTo>
                  <a:lnTo>
                    <a:pt x="8013031" y="3109058"/>
                  </a:lnTo>
                  <a:lnTo>
                    <a:pt x="8011974" y="3109058"/>
                  </a:lnTo>
                  <a:lnTo>
                    <a:pt x="8010916" y="3109058"/>
                  </a:lnTo>
                  <a:lnTo>
                    <a:pt x="8009858" y="3109058"/>
                  </a:lnTo>
                  <a:lnTo>
                    <a:pt x="8008800" y="3109058"/>
                  </a:lnTo>
                  <a:lnTo>
                    <a:pt x="8007742" y="3109058"/>
                  </a:lnTo>
                  <a:lnTo>
                    <a:pt x="8006684" y="3109058"/>
                  </a:lnTo>
                  <a:lnTo>
                    <a:pt x="8005627" y="3109058"/>
                  </a:lnTo>
                  <a:lnTo>
                    <a:pt x="8004569" y="3109058"/>
                  </a:lnTo>
                  <a:lnTo>
                    <a:pt x="8003511" y="3109058"/>
                  </a:lnTo>
                  <a:lnTo>
                    <a:pt x="8002453" y="3109058"/>
                  </a:lnTo>
                  <a:lnTo>
                    <a:pt x="8001395" y="3109058"/>
                  </a:lnTo>
                  <a:lnTo>
                    <a:pt x="8000337" y="3109058"/>
                  </a:lnTo>
                  <a:lnTo>
                    <a:pt x="7999280" y="3109058"/>
                  </a:lnTo>
                  <a:lnTo>
                    <a:pt x="7998222" y="3109058"/>
                  </a:lnTo>
                  <a:lnTo>
                    <a:pt x="7997164" y="3109058"/>
                  </a:lnTo>
                  <a:lnTo>
                    <a:pt x="7996106" y="3109058"/>
                  </a:lnTo>
                  <a:lnTo>
                    <a:pt x="7995048" y="3109058"/>
                  </a:lnTo>
                  <a:lnTo>
                    <a:pt x="7993990" y="3109058"/>
                  </a:lnTo>
                  <a:lnTo>
                    <a:pt x="7992932" y="3109058"/>
                  </a:lnTo>
                  <a:lnTo>
                    <a:pt x="7991875" y="3109058"/>
                  </a:lnTo>
                  <a:lnTo>
                    <a:pt x="7990817" y="3109058"/>
                  </a:lnTo>
                  <a:lnTo>
                    <a:pt x="7989759" y="3109058"/>
                  </a:lnTo>
                  <a:lnTo>
                    <a:pt x="7988701" y="3109058"/>
                  </a:lnTo>
                  <a:lnTo>
                    <a:pt x="7987643" y="3109058"/>
                  </a:lnTo>
                  <a:lnTo>
                    <a:pt x="7986585" y="3109058"/>
                  </a:lnTo>
                  <a:lnTo>
                    <a:pt x="7985528" y="3109058"/>
                  </a:lnTo>
                  <a:lnTo>
                    <a:pt x="7984470" y="3109058"/>
                  </a:lnTo>
                  <a:lnTo>
                    <a:pt x="7983412" y="3109058"/>
                  </a:lnTo>
                  <a:lnTo>
                    <a:pt x="7982354" y="3109058"/>
                  </a:lnTo>
                  <a:lnTo>
                    <a:pt x="7981296" y="3109058"/>
                  </a:lnTo>
                  <a:lnTo>
                    <a:pt x="7980238" y="3109058"/>
                  </a:lnTo>
                  <a:lnTo>
                    <a:pt x="7979181" y="3109058"/>
                  </a:lnTo>
                  <a:lnTo>
                    <a:pt x="7978123" y="3109058"/>
                  </a:lnTo>
                  <a:lnTo>
                    <a:pt x="7977065" y="3109058"/>
                  </a:lnTo>
                  <a:lnTo>
                    <a:pt x="7976007" y="3109058"/>
                  </a:lnTo>
                  <a:lnTo>
                    <a:pt x="7974949" y="3109058"/>
                  </a:lnTo>
                  <a:lnTo>
                    <a:pt x="7973891" y="3109058"/>
                  </a:lnTo>
                  <a:lnTo>
                    <a:pt x="7972834" y="3109058"/>
                  </a:lnTo>
                  <a:lnTo>
                    <a:pt x="7971776" y="3109058"/>
                  </a:lnTo>
                  <a:lnTo>
                    <a:pt x="7970718" y="3109058"/>
                  </a:lnTo>
                  <a:lnTo>
                    <a:pt x="7969660" y="3109058"/>
                  </a:lnTo>
                  <a:lnTo>
                    <a:pt x="7968602" y="3109058"/>
                  </a:lnTo>
                  <a:lnTo>
                    <a:pt x="7967544" y="3109058"/>
                  </a:lnTo>
                  <a:lnTo>
                    <a:pt x="7966486" y="3109058"/>
                  </a:lnTo>
                  <a:lnTo>
                    <a:pt x="7965429" y="3109058"/>
                  </a:lnTo>
                  <a:lnTo>
                    <a:pt x="7964371" y="3109058"/>
                  </a:lnTo>
                  <a:lnTo>
                    <a:pt x="7963313" y="3109058"/>
                  </a:lnTo>
                  <a:lnTo>
                    <a:pt x="7962255" y="3109058"/>
                  </a:lnTo>
                  <a:lnTo>
                    <a:pt x="7961197" y="3109058"/>
                  </a:lnTo>
                  <a:lnTo>
                    <a:pt x="7960139" y="3109058"/>
                  </a:lnTo>
                  <a:lnTo>
                    <a:pt x="7959082" y="3109058"/>
                  </a:lnTo>
                  <a:lnTo>
                    <a:pt x="7958024" y="3109058"/>
                  </a:lnTo>
                  <a:lnTo>
                    <a:pt x="7956966" y="3109058"/>
                  </a:lnTo>
                  <a:lnTo>
                    <a:pt x="7955908" y="3109058"/>
                  </a:lnTo>
                  <a:lnTo>
                    <a:pt x="7954850" y="3109058"/>
                  </a:lnTo>
                  <a:lnTo>
                    <a:pt x="7953792" y="3109058"/>
                  </a:lnTo>
                  <a:lnTo>
                    <a:pt x="7952735" y="3109058"/>
                  </a:lnTo>
                  <a:lnTo>
                    <a:pt x="7951677" y="3109058"/>
                  </a:lnTo>
                  <a:lnTo>
                    <a:pt x="7950619" y="3109058"/>
                  </a:lnTo>
                  <a:lnTo>
                    <a:pt x="7949561" y="3109058"/>
                  </a:lnTo>
                  <a:lnTo>
                    <a:pt x="7948503" y="3109058"/>
                  </a:lnTo>
                  <a:lnTo>
                    <a:pt x="7947445" y="3109058"/>
                  </a:lnTo>
                  <a:lnTo>
                    <a:pt x="7946388" y="3109058"/>
                  </a:lnTo>
                  <a:lnTo>
                    <a:pt x="7945330" y="3109058"/>
                  </a:lnTo>
                  <a:lnTo>
                    <a:pt x="7944272" y="3109058"/>
                  </a:lnTo>
                  <a:lnTo>
                    <a:pt x="7943214" y="3109058"/>
                  </a:lnTo>
                  <a:lnTo>
                    <a:pt x="7942156" y="3109058"/>
                  </a:lnTo>
                  <a:lnTo>
                    <a:pt x="7941098" y="3109058"/>
                  </a:lnTo>
                  <a:lnTo>
                    <a:pt x="7940040" y="3109058"/>
                  </a:lnTo>
                  <a:lnTo>
                    <a:pt x="7938983" y="3109058"/>
                  </a:lnTo>
                  <a:lnTo>
                    <a:pt x="7937925" y="3109058"/>
                  </a:lnTo>
                  <a:lnTo>
                    <a:pt x="7936867" y="3109058"/>
                  </a:lnTo>
                  <a:lnTo>
                    <a:pt x="7935809" y="3109058"/>
                  </a:lnTo>
                  <a:lnTo>
                    <a:pt x="7934751" y="3109058"/>
                  </a:lnTo>
                  <a:lnTo>
                    <a:pt x="7933693" y="3109058"/>
                  </a:lnTo>
                  <a:lnTo>
                    <a:pt x="7932636" y="3109058"/>
                  </a:lnTo>
                  <a:lnTo>
                    <a:pt x="7931578" y="3109058"/>
                  </a:lnTo>
                  <a:lnTo>
                    <a:pt x="7930520" y="3109058"/>
                  </a:lnTo>
                  <a:lnTo>
                    <a:pt x="7929462" y="3109058"/>
                  </a:lnTo>
                  <a:lnTo>
                    <a:pt x="7928404" y="3109058"/>
                  </a:lnTo>
                  <a:lnTo>
                    <a:pt x="7927346" y="3109058"/>
                  </a:lnTo>
                  <a:lnTo>
                    <a:pt x="7926289" y="3109058"/>
                  </a:lnTo>
                  <a:lnTo>
                    <a:pt x="7925231" y="3109058"/>
                  </a:lnTo>
                  <a:lnTo>
                    <a:pt x="7924173" y="3109058"/>
                  </a:lnTo>
                  <a:lnTo>
                    <a:pt x="7923115" y="3109058"/>
                  </a:lnTo>
                  <a:lnTo>
                    <a:pt x="7922057" y="3109058"/>
                  </a:lnTo>
                  <a:lnTo>
                    <a:pt x="7920999" y="3109058"/>
                  </a:lnTo>
                  <a:lnTo>
                    <a:pt x="7919942" y="3109058"/>
                  </a:lnTo>
                  <a:lnTo>
                    <a:pt x="7918884" y="3109058"/>
                  </a:lnTo>
                  <a:lnTo>
                    <a:pt x="7917826" y="3109058"/>
                  </a:lnTo>
                  <a:lnTo>
                    <a:pt x="7916768" y="3109058"/>
                  </a:lnTo>
                  <a:lnTo>
                    <a:pt x="7915710" y="3109058"/>
                  </a:lnTo>
                  <a:lnTo>
                    <a:pt x="7914652" y="3109058"/>
                  </a:lnTo>
                  <a:lnTo>
                    <a:pt x="7913594" y="3109058"/>
                  </a:lnTo>
                  <a:lnTo>
                    <a:pt x="7912537" y="3109058"/>
                  </a:lnTo>
                  <a:lnTo>
                    <a:pt x="7911479" y="3109058"/>
                  </a:lnTo>
                  <a:lnTo>
                    <a:pt x="7910421" y="3109058"/>
                  </a:lnTo>
                  <a:lnTo>
                    <a:pt x="7909363" y="3109058"/>
                  </a:lnTo>
                  <a:lnTo>
                    <a:pt x="7908305" y="3109058"/>
                  </a:lnTo>
                  <a:lnTo>
                    <a:pt x="7907247" y="3109058"/>
                  </a:lnTo>
                  <a:lnTo>
                    <a:pt x="7906190" y="3109058"/>
                  </a:lnTo>
                  <a:lnTo>
                    <a:pt x="7905132" y="3109058"/>
                  </a:lnTo>
                  <a:lnTo>
                    <a:pt x="7904074" y="3109058"/>
                  </a:lnTo>
                  <a:lnTo>
                    <a:pt x="7903016" y="3109058"/>
                  </a:lnTo>
                  <a:lnTo>
                    <a:pt x="7901958" y="3109058"/>
                  </a:lnTo>
                  <a:lnTo>
                    <a:pt x="7900900" y="3109058"/>
                  </a:lnTo>
                  <a:lnTo>
                    <a:pt x="7899843" y="3109058"/>
                  </a:lnTo>
                  <a:lnTo>
                    <a:pt x="7898785" y="3109058"/>
                  </a:lnTo>
                  <a:lnTo>
                    <a:pt x="7897727" y="3109058"/>
                  </a:lnTo>
                  <a:lnTo>
                    <a:pt x="7896669" y="3109058"/>
                  </a:lnTo>
                  <a:lnTo>
                    <a:pt x="7895611" y="3109058"/>
                  </a:lnTo>
                  <a:lnTo>
                    <a:pt x="7894553" y="3109058"/>
                  </a:lnTo>
                  <a:lnTo>
                    <a:pt x="7893496" y="3109058"/>
                  </a:lnTo>
                  <a:lnTo>
                    <a:pt x="7892438" y="3109058"/>
                  </a:lnTo>
                  <a:lnTo>
                    <a:pt x="7891380" y="3109058"/>
                  </a:lnTo>
                  <a:lnTo>
                    <a:pt x="7890322" y="3109058"/>
                  </a:lnTo>
                  <a:lnTo>
                    <a:pt x="7889264" y="3109058"/>
                  </a:lnTo>
                  <a:lnTo>
                    <a:pt x="7888206" y="3109058"/>
                  </a:lnTo>
                  <a:lnTo>
                    <a:pt x="7887148" y="3109058"/>
                  </a:lnTo>
                  <a:lnTo>
                    <a:pt x="7886091" y="3109058"/>
                  </a:lnTo>
                  <a:lnTo>
                    <a:pt x="7885033" y="3109058"/>
                  </a:lnTo>
                  <a:lnTo>
                    <a:pt x="7883975" y="3109058"/>
                  </a:lnTo>
                  <a:lnTo>
                    <a:pt x="7882917" y="3109058"/>
                  </a:lnTo>
                  <a:lnTo>
                    <a:pt x="7881859" y="3109058"/>
                  </a:lnTo>
                  <a:lnTo>
                    <a:pt x="7880801" y="3109058"/>
                  </a:lnTo>
                  <a:lnTo>
                    <a:pt x="7879744" y="3109058"/>
                  </a:lnTo>
                  <a:lnTo>
                    <a:pt x="7878686" y="3109058"/>
                  </a:lnTo>
                  <a:lnTo>
                    <a:pt x="7877628" y="3109058"/>
                  </a:lnTo>
                  <a:lnTo>
                    <a:pt x="7876570" y="3109058"/>
                  </a:lnTo>
                  <a:lnTo>
                    <a:pt x="7875512" y="3109058"/>
                  </a:lnTo>
                  <a:lnTo>
                    <a:pt x="7874454" y="3109058"/>
                  </a:lnTo>
                  <a:lnTo>
                    <a:pt x="7873397" y="3109058"/>
                  </a:lnTo>
                  <a:lnTo>
                    <a:pt x="7872339" y="3109058"/>
                  </a:lnTo>
                  <a:lnTo>
                    <a:pt x="7871281" y="3109058"/>
                  </a:lnTo>
                  <a:lnTo>
                    <a:pt x="7870223" y="3109058"/>
                  </a:lnTo>
                  <a:lnTo>
                    <a:pt x="7869165" y="3109058"/>
                  </a:lnTo>
                  <a:lnTo>
                    <a:pt x="7868107" y="3109058"/>
                  </a:lnTo>
                  <a:lnTo>
                    <a:pt x="7867050" y="3109058"/>
                  </a:lnTo>
                  <a:lnTo>
                    <a:pt x="7865992" y="3109058"/>
                  </a:lnTo>
                  <a:lnTo>
                    <a:pt x="7864934" y="3109058"/>
                  </a:lnTo>
                  <a:lnTo>
                    <a:pt x="7863876" y="3109058"/>
                  </a:lnTo>
                  <a:lnTo>
                    <a:pt x="7862818" y="3109058"/>
                  </a:lnTo>
                  <a:lnTo>
                    <a:pt x="7861760" y="3109058"/>
                  </a:lnTo>
                  <a:lnTo>
                    <a:pt x="7860702" y="3109058"/>
                  </a:lnTo>
                  <a:lnTo>
                    <a:pt x="7859645" y="3109058"/>
                  </a:lnTo>
                  <a:lnTo>
                    <a:pt x="7858587" y="3109058"/>
                  </a:lnTo>
                  <a:lnTo>
                    <a:pt x="7857529" y="3109058"/>
                  </a:lnTo>
                  <a:lnTo>
                    <a:pt x="7856471" y="3109058"/>
                  </a:lnTo>
                  <a:lnTo>
                    <a:pt x="7855413" y="3109058"/>
                  </a:lnTo>
                  <a:lnTo>
                    <a:pt x="7854355" y="3109058"/>
                  </a:lnTo>
                  <a:lnTo>
                    <a:pt x="7853298" y="3109058"/>
                  </a:lnTo>
                  <a:lnTo>
                    <a:pt x="7852240" y="3109058"/>
                  </a:lnTo>
                  <a:lnTo>
                    <a:pt x="7851182" y="3109058"/>
                  </a:lnTo>
                  <a:lnTo>
                    <a:pt x="7850124" y="3109058"/>
                  </a:lnTo>
                  <a:lnTo>
                    <a:pt x="7849066" y="3109058"/>
                  </a:lnTo>
                  <a:lnTo>
                    <a:pt x="7848008" y="3109058"/>
                  </a:lnTo>
                  <a:lnTo>
                    <a:pt x="7846951" y="3109058"/>
                  </a:lnTo>
                  <a:lnTo>
                    <a:pt x="7845893" y="3109058"/>
                  </a:lnTo>
                  <a:lnTo>
                    <a:pt x="7844835" y="3109058"/>
                  </a:lnTo>
                  <a:lnTo>
                    <a:pt x="7843777" y="3109058"/>
                  </a:lnTo>
                  <a:lnTo>
                    <a:pt x="7842719" y="3109058"/>
                  </a:lnTo>
                  <a:lnTo>
                    <a:pt x="7841661" y="3109058"/>
                  </a:lnTo>
                  <a:lnTo>
                    <a:pt x="7840604" y="3109058"/>
                  </a:lnTo>
                  <a:lnTo>
                    <a:pt x="7839546" y="3109058"/>
                  </a:lnTo>
                  <a:lnTo>
                    <a:pt x="7838488" y="3109058"/>
                  </a:lnTo>
                  <a:lnTo>
                    <a:pt x="7837430" y="3109058"/>
                  </a:lnTo>
                  <a:lnTo>
                    <a:pt x="7836372" y="3109058"/>
                  </a:lnTo>
                  <a:lnTo>
                    <a:pt x="7835314" y="3109058"/>
                  </a:lnTo>
                  <a:lnTo>
                    <a:pt x="7834256" y="3109058"/>
                  </a:lnTo>
                  <a:lnTo>
                    <a:pt x="7833199" y="3109058"/>
                  </a:lnTo>
                  <a:lnTo>
                    <a:pt x="7832141" y="3109058"/>
                  </a:lnTo>
                  <a:lnTo>
                    <a:pt x="7831083" y="3109058"/>
                  </a:lnTo>
                  <a:lnTo>
                    <a:pt x="7830025" y="3109058"/>
                  </a:lnTo>
                  <a:lnTo>
                    <a:pt x="7828967" y="3109058"/>
                  </a:lnTo>
                  <a:lnTo>
                    <a:pt x="7827909" y="3109058"/>
                  </a:lnTo>
                  <a:lnTo>
                    <a:pt x="7826852" y="3109058"/>
                  </a:lnTo>
                  <a:lnTo>
                    <a:pt x="7825794" y="3109058"/>
                  </a:lnTo>
                  <a:lnTo>
                    <a:pt x="7824736" y="3109058"/>
                  </a:lnTo>
                  <a:lnTo>
                    <a:pt x="7823678" y="3109058"/>
                  </a:lnTo>
                  <a:lnTo>
                    <a:pt x="7822620" y="3109058"/>
                  </a:lnTo>
                  <a:lnTo>
                    <a:pt x="7821562" y="3109058"/>
                  </a:lnTo>
                  <a:lnTo>
                    <a:pt x="7820505" y="3109058"/>
                  </a:lnTo>
                  <a:lnTo>
                    <a:pt x="7819447" y="3109058"/>
                  </a:lnTo>
                  <a:lnTo>
                    <a:pt x="7818389" y="3109058"/>
                  </a:lnTo>
                  <a:lnTo>
                    <a:pt x="7817331" y="3109058"/>
                  </a:lnTo>
                  <a:lnTo>
                    <a:pt x="7816273" y="3109058"/>
                  </a:lnTo>
                  <a:lnTo>
                    <a:pt x="7815215" y="3109058"/>
                  </a:lnTo>
                  <a:lnTo>
                    <a:pt x="7814158" y="3109058"/>
                  </a:lnTo>
                  <a:lnTo>
                    <a:pt x="7813100" y="3109058"/>
                  </a:lnTo>
                  <a:lnTo>
                    <a:pt x="7812042" y="3109058"/>
                  </a:lnTo>
                  <a:lnTo>
                    <a:pt x="7810984" y="3109058"/>
                  </a:lnTo>
                  <a:lnTo>
                    <a:pt x="7809926" y="3109058"/>
                  </a:lnTo>
                  <a:lnTo>
                    <a:pt x="7808868" y="3109058"/>
                  </a:lnTo>
                  <a:lnTo>
                    <a:pt x="7807810" y="3109058"/>
                  </a:lnTo>
                  <a:lnTo>
                    <a:pt x="7806753" y="3109058"/>
                  </a:lnTo>
                  <a:lnTo>
                    <a:pt x="7805695" y="3109058"/>
                  </a:lnTo>
                  <a:lnTo>
                    <a:pt x="7804637" y="3109058"/>
                  </a:lnTo>
                  <a:lnTo>
                    <a:pt x="7803579" y="3109058"/>
                  </a:lnTo>
                  <a:lnTo>
                    <a:pt x="7802521" y="3109058"/>
                  </a:lnTo>
                  <a:lnTo>
                    <a:pt x="7801463" y="3109058"/>
                  </a:lnTo>
                  <a:lnTo>
                    <a:pt x="7800406" y="3109058"/>
                  </a:lnTo>
                  <a:lnTo>
                    <a:pt x="7799348" y="3109058"/>
                  </a:lnTo>
                  <a:lnTo>
                    <a:pt x="7798290" y="3109058"/>
                  </a:lnTo>
                  <a:lnTo>
                    <a:pt x="7797232" y="3109058"/>
                  </a:lnTo>
                  <a:lnTo>
                    <a:pt x="7796174" y="3109058"/>
                  </a:lnTo>
                  <a:lnTo>
                    <a:pt x="7795116" y="3109058"/>
                  </a:lnTo>
                  <a:lnTo>
                    <a:pt x="7794059" y="3109058"/>
                  </a:lnTo>
                  <a:lnTo>
                    <a:pt x="7793001" y="3109058"/>
                  </a:lnTo>
                  <a:lnTo>
                    <a:pt x="7791943" y="3109058"/>
                  </a:lnTo>
                  <a:lnTo>
                    <a:pt x="7790885" y="3109058"/>
                  </a:lnTo>
                  <a:lnTo>
                    <a:pt x="7789827" y="3109058"/>
                  </a:lnTo>
                  <a:lnTo>
                    <a:pt x="7788769" y="3109058"/>
                  </a:lnTo>
                  <a:lnTo>
                    <a:pt x="7787712" y="3109058"/>
                  </a:lnTo>
                  <a:lnTo>
                    <a:pt x="7786654" y="3109058"/>
                  </a:lnTo>
                  <a:lnTo>
                    <a:pt x="7785596" y="3109058"/>
                  </a:lnTo>
                  <a:lnTo>
                    <a:pt x="7784538" y="3109058"/>
                  </a:lnTo>
                  <a:lnTo>
                    <a:pt x="7783480" y="3109058"/>
                  </a:lnTo>
                  <a:lnTo>
                    <a:pt x="7782422" y="3109058"/>
                  </a:lnTo>
                  <a:lnTo>
                    <a:pt x="7781364" y="3109058"/>
                  </a:lnTo>
                  <a:lnTo>
                    <a:pt x="7780307" y="3109058"/>
                  </a:lnTo>
                  <a:lnTo>
                    <a:pt x="7779249" y="3109058"/>
                  </a:lnTo>
                  <a:lnTo>
                    <a:pt x="7778191" y="3109058"/>
                  </a:lnTo>
                  <a:lnTo>
                    <a:pt x="7777133" y="3109058"/>
                  </a:lnTo>
                  <a:lnTo>
                    <a:pt x="7776075" y="3109058"/>
                  </a:lnTo>
                  <a:lnTo>
                    <a:pt x="7775017" y="3109058"/>
                  </a:lnTo>
                  <a:lnTo>
                    <a:pt x="7773960" y="3109058"/>
                  </a:lnTo>
                  <a:lnTo>
                    <a:pt x="7772902" y="3109058"/>
                  </a:lnTo>
                  <a:lnTo>
                    <a:pt x="7771844" y="3109058"/>
                  </a:lnTo>
                  <a:lnTo>
                    <a:pt x="7770786" y="3109058"/>
                  </a:lnTo>
                  <a:lnTo>
                    <a:pt x="7769728" y="3109058"/>
                  </a:lnTo>
                  <a:lnTo>
                    <a:pt x="7768670" y="3109058"/>
                  </a:lnTo>
                  <a:lnTo>
                    <a:pt x="7767613" y="3109058"/>
                  </a:lnTo>
                  <a:lnTo>
                    <a:pt x="7766555" y="3109058"/>
                  </a:lnTo>
                  <a:lnTo>
                    <a:pt x="7765497" y="3109058"/>
                  </a:lnTo>
                  <a:lnTo>
                    <a:pt x="7764439" y="3109058"/>
                  </a:lnTo>
                  <a:lnTo>
                    <a:pt x="7763381" y="3109058"/>
                  </a:lnTo>
                  <a:lnTo>
                    <a:pt x="7762323" y="3109058"/>
                  </a:lnTo>
                  <a:lnTo>
                    <a:pt x="7761266" y="3109058"/>
                  </a:lnTo>
                  <a:lnTo>
                    <a:pt x="7760208" y="3109058"/>
                  </a:lnTo>
                  <a:lnTo>
                    <a:pt x="7759150" y="3109058"/>
                  </a:lnTo>
                  <a:lnTo>
                    <a:pt x="7758092" y="3109058"/>
                  </a:lnTo>
                  <a:lnTo>
                    <a:pt x="7757034" y="3109058"/>
                  </a:lnTo>
                  <a:lnTo>
                    <a:pt x="7755976" y="3109058"/>
                  </a:lnTo>
                  <a:lnTo>
                    <a:pt x="7754918" y="3109058"/>
                  </a:lnTo>
                  <a:lnTo>
                    <a:pt x="7753861" y="3109058"/>
                  </a:lnTo>
                  <a:lnTo>
                    <a:pt x="7752803" y="3109058"/>
                  </a:lnTo>
                  <a:lnTo>
                    <a:pt x="7751745" y="3109058"/>
                  </a:lnTo>
                  <a:lnTo>
                    <a:pt x="7750687" y="3109058"/>
                  </a:lnTo>
                  <a:lnTo>
                    <a:pt x="7749629" y="3109058"/>
                  </a:lnTo>
                  <a:lnTo>
                    <a:pt x="7748571" y="3109058"/>
                  </a:lnTo>
                  <a:lnTo>
                    <a:pt x="7747514" y="3109058"/>
                  </a:lnTo>
                  <a:lnTo>
                    <a:pt x="7746456" y="3109058"/>
                  </a:lnTo>
                  <a:lnTo>
                    <a:pt x="7745398" y="3109058"/>
                  </a:lnTo>
                  <a:lnTo>
                    <a:pt x="7744340" y="3109058"/>
                  </a:lnTo>
                  <a:lnTo>
                    <a:pt x="7743282" y="3109058"/>
                  </a:lnTo>
                  <a:lnTo>
                    <a:pt x="7742224" y="3109058"/>
                  </a:lnTo>
                  <a:lnTo>
                    <a:pt x="7741167" y="3109058"/>
                  </a:lnTo>
                  <a:lnTo>
                    <a:pt x="7740109" y="3109058"/>
                  </a:lnTo>
                  <a:lnTo>
                    <a:pt x="7739051" y="3109058"/>
                  </a:lnTo>
                  <a:lnTo>
                    <a:pt x="7737993" y="3109058"/>
                  </a:lnTo>
                  <a:lnTo>
                    <a:pt x="7736935" y="3109058"/>
                  </a:lnTo>
                  <a:lnTo>
                    <a:pt x="7735877" y="3109058"/>
                  </a:lnTo>
                  <a:lnTo>
                    <a:pt x="7734820" y="3109058"/>
                  </a:lnTo>
                  <a:lnTo>
                    <a:pt x="7733762" y="3109058"/>
                  </a:lnTo>
                  <a:lnTo>
                    <a:pt x="7732704" y="3109058"/>
                  </a:lnTo>
                  <a:lnTo>
                    <a:pt x="7731646" y="3109058"/>
                  </a:lnTo>
                  <a:lnTo>
                    <a:pt x="7730588" y="3109058"/>
                  </a:lnTo>
                  <a:lnTo>
                    <a:pt x="7729530" y="3109058"/>
                  </a:lnTo>
                  <a:lnTo>
                    <a:pt x="7728472" y="3109058"/>
                  </a:lnTo>
                  <a:lnTo>
                    <a:pt x="7727415" y="3109058"/>
                  </a:lnTo>
                  <a:lnTo>
                    <a:pt x="7726357" y="3109058"/>
                  </a:lnTo>
                  <a:lnTo>
                    <a:pt x="7725299" y="3109058"/>
                  </a:lnTo>
                  <a:lnTo>
                    <a:pt x="7724241" y="3109058"/>
                  </a:lnTo>
                  <a:lnTo>
                    <a:pt x="7723183" y="3109058"/>
                  </a:lnTo>
                  <a:lnTo>
                    <a:pt x="7722125" y="3109058"/>
                  </a:lnTo>
                  <a:lnTo>
                    <a:pt x="7721068" y="3109058"/>
                  </a:lnTo>
                  <a:lnTo>
                    <a:pt x="7720010" y="3109058"/>
                  </a:lnTo>
                  <a:lnTo>
                    <a:pt x="7718952" y="3109058"/>
                  </a:lnTo>
                  <a:lnTo>
                    <a:pt x="7717894" y="3109058"/>
                  </a:lnTo>
                  <a:lnTo>
                    <a:pt x="7716836" y="3109058"/>
                  </a:lnTo>
                  <a:lnTo>
                    <a:pt x="7715778" y="3109058"/>
                  </a:lnTo>
                  <a:lnTo>
                    <a:pt x="7714721" y="3109058"/>
                  </a:lnTo>
                  <a:lnTo>
                    <a:pt x="7713663" y="3109058"/>
                  </a:lnTo>
                  <a:lnTo>
                    <a:pt x="7712605" y="3109058"/>
                  </a:lnTo>
                  <a:lnTo>
                    <a:pt x="7711547" y="3109058"/>
                  </a:lnTo>
                  <a:lnTo>
                    <a:pt x="7710489" y="3109058"/>
                  </a:lnTo>
                  <a:lnTo>
                    <a:pt x="7709431" y="3109058"/>
                  </a:lnTo>
                  <a:lnTo>
                    <a:pt x="7708374" y="3109058"/>
                  </a:lnTo>
                  <a:lnTo>
                    <a:pt x="7707316" y="3109058"/>
                  </a:lnTo>
                  <a:lnTo>
                    <a:pt x="7706258" y="3109058"/>
                  </a:lnTo>
                  <a:lnTo>
                    <a:pt x="7705200" y="3109058"/>
                  </a:lnTo>
                  <a:lnTo>
                    <a:pt x="7704142" y="3109058"/>
                  </a:lnTo>
                  <a:lnTo>
                    <a:pt x="7703084" y="3109058"/>
                  </a:lnTo>
                  <a:lnTo>
                    <a:pt x="7702026" y="3109058"/>
                  </a:lnTo>
                  <a:lnTo>
                    <a:pt x="7700969" y="3109058"/>
                  </a:lnTo>
                  <a:lnTo>
                    <a:pt x="7699911" y="3109058"/>
                  </a:lnTo>
                  <a:lnTo>
                    <a:pt x="7698853" y="3109058"/>
                  </a:lnTo>
                  <a:lnTo>
                    <a:pt x="7697795" y="3109058"/>
                  </a:lnTo>
                  <a:lnTo>
                    <a:pt x="7696737" y="3109058"/>
                  </a:lnTo>
                  <a:lnTo>
                    <a:pt x="7695679" y="3109058"/>
                  </a:lnTo>
                  <a:lnTo>
                    <a:pt x="7694622" y="3109058"/>
                  </a:lnTo>
                  <a:lnTo>
                    <a:pt x="7693564" y="3109058"/>
                  </a:lnTo>
                  <a:lnTo>
                    <a:pt x="7692506" y="3109058"/>
                  </a:lnTo>
                  <a:lnTo>
                    <a:pt x="7691448" y="3109058"/>
                  </a:lnTo>
                  <a:lnTo>
                    <a:pt x="7690390" y="3109058"/>
                  </a:lnTo>
                  <a:lnTo>
                    <a:pt x="7689332" y="3109058"/>
                  </a:lnTo>
                  <a:lnTo>
                    <a:pt x="7688275" y="3109058"/>
                  </a:lnTo>
                  <a:lnTo>
                    <a:pt x="7687217" y="3109058"/>
                  </a:lnTo>
                  <a:lnTo>
                    <a:pt x="7686159" y="3109058"/>
                  </a:lnTo>
                  <a:lnTo>
                    <a:pt x="7685101" y="3109058"/>
                  </a:lnTo>
                  <a:lnTo>
                    <a:pt x="7684043" y="3109058"/>
                  </a:lnTo>
                  <a:lnTo>
                    <a:pt x="7682985" y="3109058"/>
                  </a:lnTo>
                  <a:lnTo>
                    <a:pt x="7681928" y="3109058"/>
                  </a:lnTo>
                  <a:lnTo>
                    <a:pt x="7680870" y="3109058"/>
                  </a:lnTo>
                  <a:lnTo>
                    <a:pt x="7679812" y="3109058"/>
                  </a:lnTo>
                  <a:lnTo>
                    <a:pt x="7678754" y="3109058"/>
                  </a:lnTo>
                  <a:lnTo>
                    <a:pt x="7677696" y="3109058"/>
                  </a:lnTo>
                  <a:lnTo>
                    <a:pt x="7676638" y="3109058"/>
                  </a:lnTo>
                  <a:lnTo>
                    <a:pt x="7675580" y="3109058"/>
                  </a:lnTo>
                  <a:lnTo>
                    <a:pt x="7674523" y="3109058"/>
                  </a:lnTo>
                  <a:lnTo>
                    <a:pt x="7673465" y="3109058"/>
                  </a:lnTo>
                  <a:lnTo>
                    <a:pt x="7672407" y="3109058"/>
                  </a:lnTo>
                  <a:lnTo>
                    <a:pt x="7671349" y="3109058"/>
                  </a:lnTo>
                  <a:lnTo>
                    <a:pt x="7670291" y="3109058"/>
                  </a:lnTo>
                  <a:lnTo>
                    <a:pt x="7669233" y="3109058"/>
                  </a:lnTo>
                  <a:lnTo>
                    <a:pt x="7668176" y="3109058"/>
                  </a:lnTo>
                  <a:lnTo>
                    <a:pt x="7667118" y="3109058"/>
                  </a:lnTo>
                  <a:lnTo>
                    <a:pt x="7666060" y="3109058"/>
                  </a:lnTo>
                  <a:lnTo>
                    <a:pt x="7665002" y="3109058"/>
                  </a:lnTo>
                  <a:lnTo>
                    <a:pt x="7663944" y="3109058"/>
                  </a:lnTo>
                  <a:lnTo>
                    <a:pt x="7662886" y="3109058"/>
                  </a:lnTo>
                  <a:lnTo>
                    <a:pt x="7661829" y="3109058"/>
                  </a:lnTo>
                  <a:lnTo>
                    <a:pt x="7660771" y="3109058"/>
                  </a:lnTo>
                  <a:lnTo>
                    <a:pt x="7659713" y="3109058"/>
                  </a:lnTo>
                  <a:lnTo>
                    <a:pt x="7658655" y="3109058"/>
                  </a:lnTo>
                  <a:lnTo>
                    <a:pt x="7657597" y="3109058"/>
                  </a:lnTo>
                  <a:lnTo>
                    <a:pt x="7656539" y="3109058"/>
                  </a:lnTo>
                  <a:lnTo>
                    <a:pt x="7655482" y="3109058"/>
                  </a:lnTo>
                  <a:lnTo>
                    <a:pt x="7654424" y="3109058"/>
                  </a:lnTo>
                  <a:lnTo>
                    <a:pt x="7653366" y="3109058"/>
                  </a:lnTo>
                  <a:lnTo>
                    <a:pt x="7652308" y="3109058"/>
                  </a:lnTo>
                  <a:lnTo>
                    <a:pt x="7651250" y="3109058"/>
                  </a:lnTo>
                  <a:lnTo>
                    <a:pt x="7650192" y="3109058"/>
                  </a:lnTo>
                  <a:lnTo>
                    <a:pt x="7649134" y="3109058"/>
                  </a:lnTo>
                  <a:lnTo>
                    <a:pt x="7648077" y="3109058"/>
                  </a:lnTo>
                  <a:lnTo>
                    <a:pt x="7647019" y="3109058"/>
                  </a:lnTo>
                  <a:lnTo>
                    <a:pt x="7645961" y="3109058"/>
                  </a:lnTo>
                  <a:lnTo>
                    <a:pt x="7644903" y="3109058"/>
                  </a:lnTo>
                  <a:lnTo>
                    <a:pt x="7643845" y="3109058"/>
                  </a:lnTo>
                  <a:lnTo>
                    <a:pt x="7642787" y="3109058"/>
                  </a:lnTo>
                  <a:lnTo>
                    <a:pt x="7641730" y="3109058"/>
                  </a:lnTo>
                  <a:lnTo>
                    <a:pt x="7640672" y="3109058"/>
                  </a:lnTo>
                  <a:lnTo>
                    <a:pt x="7639614" y="3109058"/>
                  </a:lnTo>
                  <a:lnTo>
                    <a:pt x="7638556" y="3109058"/>
                  </a:lnTo>
                  <a:lnTo>
                    <a:pt x="7637498" y="3109058"/>
                  </a:lnTo>
                  <a:lnTo>
                    <a:pt x="7636440" y="3109058"/>
                  </a:lnTo>
                  <a:lnTo>
                    <a:pt x="7635383" y="3109058"/>
                  </a:lnTo>
                  <a:lnTo>
                    <a:pt x="7634325" y="3109058"/>
                  </a:lnTo>
                  <a:lnTo>
                    <a:pt x="7633267" y="3109058"/>
                  </a:lnTo>
                  <a:lnTo>
                    <a:pt x="7632209" y="3109058"/>
                  </a:lnTo>
                  <a:lnTo>
                    <a:pt x="7631151" y="3109058"/>
                  </a:lnTo>
                  <a:lnTo>
                    <a:pt x="7630093" y="3109058"/>
                  </a:lnTo>
                  <a:lnTo>
                    <a:pt x="7629036" y="3109058"/>
                  </a:lnTo>
                  <a:lnTo>
                    <a:pt x="7627978" y="3109058"/>
                  </a:lnTo>
                  <a:lnTo>
                    <a:pt x="7626920" y="3109058"/>
                  </a:lnTo>
                  <a:lnTo>
                    <a:pt x="7625862" y="3109058"/>
                  </a:lnTo>
                  <a:lnTo>
                    <a:pt x="7624804" y="3109058"/>
                  </a:lnTo>
                  <a:lnTo>
                    <a:pt x="7623746" y="3109058"/>
                  </a:lnTo>
                  <a:lnTo>
                    <a:pt x="7622688" y="3109058"/>
                  </a:lnTo>
                  <a:lnTo>
                    <a:pt x="7621631" y="3109058"/>
                  </a:lnTo>
                  <a:lnTo>
                    <a:pt x="7620573" y="3109058"/>
                  </a:lnTo>
                  <a:lnTo>
                    <a:pt x="7619515" y="3109058"/>
                  </a:lnTo>
                  <a:lnTo>
                    <a:pt x="7618457" y="3109058"/>
                  </a:lnTo>
                  <a:lnTo>
                    <a:pt x="7617399" y="3109058"/>
                  </a:lnTo>
                  <a:lnTo>
                    <a:pt x="7616341" y="3109058"/>
                  </a:lnTo>
                  <a:lnTo>
                    <a:pt x="7615284" y="3109058"/>
                  </a:lnTo>
                  <a:lnTo>
                    <a:pt x="7614226" y="3109058"/>
                  </a:lnTo>
                  <a:lnTo>
                    <a:pt x="7613168" y="3109058"/>
                  </a:lnTo>
                  <a:lnTo>
                    <a:pt x="7612110" y="3109058"/>
                  </a:lnTo>
                  <a:lnTo>
                    <a:pt x="7611052" y="3109058"/>
                  </a:lnTo>
                  <a:lnTo>
                    <a:pt x="7609994" y="3109058"/>
                  </a:lnTo>
                  <a:lnTo>
                    <a:pt x="7608937" y="3109058"/>
                  </a:lnTo>
                  <a:lnTo>
                    <a:pt x="7607879" y="3109058"/>
                  </a:lnTo>
                  <a:lnTo>
                    <a:pt x="7606821" y="3109058"/>
                  </a:lnTo>
                  <a:lnTo>
                    <a:pt x="7605763" y="3109058"/>
                  </a:lnTo>
                  <a:lnTo>
                    <a:pt x="7604705" y="3109058"/>
                  </a:lnTo>
                  <a:lnTo>
                    <a:pt x="7603647" y="3109058"/>
                  </a:lnTo>
                  <a:lnTo>
                    <a:pt x="7602590" y="3109058"/>
                  </a:lnTo>
                  <a:lnTo>
                    <a:pt x="7601532" y="3109058"/>
                  </a:lnTo>
                  <a:lnTo>
                    <a:pt x="7600474" y="3109058"/>
                  </a:lnTo>
                  <a:lnTo>
                    <a:pt x="7599416" y="3109058"/>
                  </a:lnTo>
                  <a:lnTo>
                    <a:pt x="7598358" y="3109058"/>
                  </a:lnTo>
                  <a:lnTo>
                    <a:pt x="7597300" y="3109058"/>
                  </a:lnTo>
                  <a:lnTo>
                    <a:pt x="7596242" y="3109058"/>
                  </a:lnTo>
                  <a:lnTo>
                    <a:pt x="7595185" y="3109058"/>
                  </a:lnTo>
                  <a:lnTo>
                    <a:pt x="7594127" y="3109058"/>
                  </a:lnTo>
                  <a:lnTo>
                    <a:pt x="7593069" y="3109058"/>
                  </a:lnTo>
                  <a:lnTo>
                    <a:pt x="7592011" y="3109058"/>
                  </a:lnTo>
                  <a:lnTo>
                    <a:pt x="7590953" y="3109058"/>
                  </a:lnTo>
                  <a:lnTo>
                    <a:pt x="7589895" y="3109058"/>
                  </a:lnTo>
                  <a:lnTo>
                    <a:pt x="7588838" y="3109058"/>
                  </a:lnTo>
                  <a:lnTo>
                    <a:pt x="7587780" y="3109058"/>
                  </a:lnTo>
                  <a:lnTo>
                    <a:pt x="7586722" y="3109058"/>
                  </a:lnTo>
                  <a:lnTo>
                    <a:pt x="7585664" y="3109058"/>
                  </a:lnTo>
                  <a:lnTo>
                    <a:pt x="7584606" y="3109058"/>
                  </a:lnTo>
                  <a:lnTo>
                    <a:pt x="7583548" y="3109058"/>
                  </a:lnTo>
                  <a:lnTo>
                    <a:pt x="7582491" y="3109058"/>
                  </a:lnTo>
                  <a:lnTo>
                    <a:pt x="7581433" y="3109058"/>
                  </a:lnTo>
                  <a:lnTo>
                    <a:pt x="7580375" y="3109058"/>
                  </a:lnTo>
                  <a:lnTo>
                    <a:pt x="7579317" y="3109058"/>
                  </a:lnTo>
                  <a:lnTo>
                    <a:pt x="7578259" y="3109058"/>
                  </a:lnTo>
                  <a:lnTo>
                    <a:pt x="7577201" y="3109058"/>
                  </a:lnTo>
                  <a:lnTo>
                    <a:pt x="7576144" y="3109058"/>
                  </a:lnTo>
                  <a:lnTo>
                    <a:pt x="7575086" y="3109058"/>
                  </a:lnTo>
                  <a:lnTo>
                    <a:pt x="7574028" y="3109058"/>
                  </a:lnTo>
                  <a:lnTo>
                    <a:pt x="7572970" y="3109058"/>
                  </a:lnTo>
                  <a:lnTo>
                    <a:pt x="7571912" y="3109058"/>
                  </a:lnTo>
                  <a:lnTo>
                    <a:pt x="7570854" y="3109058"/>
                  </a:lnTo>
                  <a:lnTo>
                    <a:pt x="7569796" y="3109058"/>
                  </a:lnTo>
                  <a:lnTo>
                    <a:pt x="7568739" y="3109058"/>
                  </a:lnTo>
                  <a:lnTo>
                    <a:pt x="7567681" y="3109058"/>
                  </a:lnTo>
                  <a:lnTo>
                    <a:pt x="7566623" y="3109058"/>
                  </a:lnTo>
                  <a:lnTo>
                    <a:pt x="7565565" y="3109058"/>
                  </a:lnTo>
                  <a:lnTo>
                    <a:pt x="7564507" y="3109058"/>
                  </a:lnTo>
                  <a:lnTo>
                    <a:pt x="7563449" y="3109058"/>
                  </a:lnTo>
                  <a:lnTo>
                    <a:pt x="7562392" y="3109058"/>
                  </a:lnTo>
                  <a:lnTo>
                    <a:pt x="7561334" y="3109058"/>
                  </a:lnTo>
                  <a:lnTo>
                    <a:pt x="7560276" y="3109058"/>
                  </a:lnTo>
                  <a:lnTo>
                    <a:pt x="7559218" y="3109058"/>
                  </a:lnTo>
                  <a:lnTo>
                    <a:pt x="7558160" y="3109058"/>
                  </a:lnTo>
                  <a:lnTo>
                    <a:pt x="7557102" y="3109058"/>
                  </a:lnTo>
                  <a:lnTo>
                    <a:pt x="7556045" y="3109058"/>
                  </a:lnTo>
                  <a:lnTo>
                    <a:pt x="7554987" y="3109058"/>
                  </a:lnTo>
                  <a:lnTo>
                    <a:pt x="7553929" y="3109058"/>
                  </a:lnTo>
                  <a:lnTo>
                    <a:pt x="7552871" y="3109058"/>
                  </a:lnTo>
                  <a:lnTo>
                    <a:pt x="7551813" y="3109058"/>
                  </a:lnTo>
                  <a:lnTo>
                    <a:pt x="7550755" y="3109058"/>
                  </a:lnTo>
                  <a:lnTo>
                    <a:pt x="7549698" y="3109058"/>
                  </a:lnTo>
                  <a:lnTo>
                    <a:pt x="7548640" y="3109058"/>
                  </a:lnTo>
                  <a:lnTo>
                    <a:pt x="7547582" y="3109058"/>
                  </a:lnTo>
                  <a:lnTo>
                    <a:pt x="7546524" y="3109058"/>
                  </a:lnTo>
                  <a:lnTo>
                    <a:pt x="7545466" y="3109058"/>
                  </a:lnTo>
                  <a:lnTo>
                    <a:pt x="7544408" y="3109058"/>
                  </a:lnTo>
                  <a:lnTo>
                    <a:pt x="7543350" y="3109058"/>
                  </a:lnTo>
                  <a:lnTo>
                    <a:pt x="7542293" y="3109058"/>
                  </a:lnTo>
                  <a:lnTo>
                    <a:pt x="7541235" y="3109058"/>
                  </a:lnTo>
                  <a:lnTo>
                    <a:pt x="7540177" y="3109058"/>
                  </a:lnTo>
                  <a:lnTo>
                    <a:pt x="7539119" y="3109058"/>
                  </a:lnTo>
                  <a:lnTo>
                    <a:pt x="7538061" y="3109058"/>
                  </a:lnTo>
                  <a:lnTo>
                    <a:pt x="7537003" y="3109058"/>
                  </a:lnTo>
                  <a:lnTo>
                    <a:pt x="7535946" y="3109058"/>
                  </a:lnTo>
                  <a:lnTo>
                    <a:pt x="7534888" y="3109058"/>
                  </a:lnTo>
                  <a:lnTo>
                    <a:pt x="7533830" y="3109058"/>
                  </a:lnTo>
                  <a:lnTo>
                    <a:pt x="7532772" y="3109058"/>
                  </a:lnTo>
                  <a:lnTo>
                    <a:pt x="7531714" y="3109058"/>
                  </a:lnTo>
                  <a:lnTo>
                    <a:pt x="7530656" y="3109058"/>
                  </a:lnTo>
                  <a:lnTo>
                    <a:pt x="7529599" y="3109058"/>
                  </a:lnTo>
                  <a:lnTo>
                    <a:pt x="7528541" y="3109058"/>
                  </a:lnTo>
                  <a:lnTo>
                    <a:pt x="7527483" y="3109058"/>
                  </a:lnTo>
                  <a:lnTo>
                    <a:pt x="7526425" y="3109058"/>
                  </a:lnTo>
                  <a:lnTo>
                    <a:pt x="7525367" y="3109058"/>
                  </a:lnTo>
                  <a:lnTo>
                    <a:pt x="7524309" y="3109058"/>
                  </a:lnTo>
                  <a:lnTo>
                    <a:pt x="7523252" y="3109058"/>
                  </a:lnTo>
                  <a:lnTo>
                    <a:pt x="7522194" y="3109058"/>
                  </a:lnTo>
                  <a:lnTo>
                    <a:pt x="7521136" y="3109058"/>
                  </a:lnTo>
                  <a:lnTo>
                    <a:pt x="7520078" y="3109058"/>
                  </a:lnTo>
                  <a:lnTo>
                    <a:pt x="7519020" y="3109058"/>
                  </a:lnTo>
                  <a:lnTo>
                    <a:pt x="7517962" y="3109058"/>
                  </a:lnTo>
                  <a:lnTo>
                    <a:pt x="7516904" y="3109058"/>
                  </a:lnTo>
                  <a:lnTo>
                    <a:pt x="7515847" y="3109058"/>
                  </a:lnTo>
                  <a:lnTo>
                    <a:pt x="7514789" y="3109058"/>
                  </a:lnTo>
                  <a:lnTo>
                    <a:pt x="7513731" y="3109058"/>
                  </a:lnTo>
                  <a:lnTo>
                    <a:pt x="7512673" y="3109058"/>
                  </a:lnTo>
                  <a:lnTo>
                    <a:pt x="7511615" y="3109058"/>
                  </a:lnTo>
                  <a:lnTo>
                    <a:pt x="7510557" y="3109058"/>
                  </a:lnTo>
                  <a:lnTo>
                    <a:pt x="7509500" y="3109058"/>
                  </a:lnTo>
                  <a:lnTo>
                    <a:pt x="7508442" y="3109058"/>
                  </a:lnTo>
                  <a:lnTo>
                    <a:pt x="7507384" y="3109058"/>
                  </a:lnTo>
                  <a:lnTo>
                    <a:pt x="7506326" y="3109058"/>
                  </a:lnTo>
                  <a:lnTo>
                    <a:pt x="7505268" y="3109058"/>
                  </a:lnTo>
                  <a:lnTo>
                    <a:pt x="7504210" y="3109058"/>
                  </a:lnTo>
                  <a:lnTo>
                    <a:pt x="7503153" y="3109058"/>
                  </a:lnTo>
                  <a:lnTo>
                    <a:pt x="7502095" y="3109058"/>
                  </a:lnTo>
                  <a:lnTo>
                    <a:pt x="7501037" y="3109058"/>
                  </a:lnTo>
                  <a:lnTo>
                    <a:pt x="7499979" y="3109058"/>
                  </a:lnTo>
                  <a:lnTo>
                    <a:pt x="7498921" y="3109058"/>
                  </a:lnTo>
                  <a:lnTo>
                    <a:pt x="7497863" y="3109058"/>
                  </a:lnTo>
                  <a:lnTo>
                    <a:pt x="7496806" y="3109058"/>
                  </a:lnTo>
                  <a:lnTo>
                    <a:pt x="7495748" y="3109058"/>
                  </a:lnTo>
                  <a:lnTo>
                    <a:pt x="7494690" y="3109058"/>
                  </a:lnTo>
                  <a:lnTo>
                    <a:pt x="7493632" y="3109058"/>
                  </a:lnTo>
                  <a:lnTo>
                    <a:pt x="7492574" y="3109058"/>
                  </a:lnTo>
                  <a:lnTo>
                    <a:pt x="7491516" y="3109058"/>
                  </a:lnTo>
                  <a:lnTo>
                    <a:pt x="7490458" y="3109058"/>
                  </a:lnTo>
                  <a:lnTo>
                    <a:pt x="7489401" y="3109058"/>
                  </a:lnTo>
                  <a:lnTo>
                    <a:pt x="7488343" y="3109058"/>
                  </a:lnTo>
                  <a:lnTo>
                    <a:pt x="7487285" y="3109058"/>
                  </a:lnTo>
                  <a:lnTo>
                    <a:pt x="7486227" y="3109058"/>
                  </a:lnTo>
                  <a:lnTo>
                    <a:pt x="7485169" y="3109058"/>
                  </a:lnTo>
                  <a:lnTo>
                    <a:pt x="7484111" y="3109058"/>
                  </a:lnTo>
                  <a:lnTo>
                    <a:pt x="7483054" y="3109058"/>
                  </a:lnTo>
                  <a:lnTo>
                    <a:pt x="7481996" y="3109058"/>
                  </a:lnTo>
                  <a:lnTo>
                    <a:pt x="7480938" y="3109058"/>
                  </a:lnTo>
                  <a:lnTo>
                    <a:pt x="7479880" y="3109058"/>
                  </a:lnTo>
                  <a:lnTo>
                    <a:pt x="7478822" y="3109058"/>
                  </a:lnTo>
                  <a:lnTo>
                    <a:pt x="7477764" y="3109058"/>
                  </a:lnTo>
                  <a:lnTo>
                    <a:pt x="7476707" y="3109058"/>
                  </a:lnTo>
                  <a:lnTo>
                    <a:pt x="7475649" y="3109058"/>
                  </a:lnTo>
                  <a:lnTo>
                    <a:pt x="7474591" y="3109058"/>
                  </a:lnTo>
                  <a:lnTo>
                    <a:pt x="7473533" y="3109058"/>
                  </a:lnTo>
                  <a:lnTo>
                    <a:pt x="7472475" y="3109058"/>
                  </a:lnTo>
                  <a:lnTo>
                    <a:pt x="7471417" y="3109058"/>
                  </a:lnTo>
                  <a:lnTo>
                    <a:pt x="7470360" y="3109058"/>
                  </a:lnTo>
                  <a:lnTo>
                    <a:pt x="7469302" y="3109058"/>
                  </a:lnTo>
                  <a:lnTo>
                    <a:pt x="7468244" y="3109058"/>
                  </a:lnTo>
                  <a:lnTo>
                    <a:pt x="7467186" y="3109058"/>
                  </a:lnTo>
                  <a:lnTo>
                    <a:pt x="7466128" y="3109058"/>
                  </a:lnTo>
                  <a:lnTo>
                    <a:pt x="7465070" y="3109058"/>
                  </a:lnTo>
                  <a:lnTo>
                    <a:pt x="7464012" y="3109058"/>
                  </a:lnTo>
                  <a:lnTo>
                    <a:pt x="7462955" y="3109058"/>
                  </a:lnTo>
                  <a:lnTo>
                    <a:pt x="7461897" y="3109058"/>
                  </a:lnTo>
                  <a:lnTo>
                    <a:pt x="7460839" y="3109058"/>
                  </a:lnTo>
                  <a:lnTo>
                    <a:pt x="7459781" y="3109058"/>
                  </a:lnTo>
                  <a:lnTo>
                    <a:pt x="7458723" y="3109058"/>
                  </a:lnTo>
                  <a:lnTo>
                    <a:pt x="7457665" y="3109058"/>
                  </a:lnTo>
                  <a:lnTo>
                    <a:pt x="7456608" y="3109058"/>
                  </a:lnTo>
                  <a:lnTo>
                    <a:pt x="7455550" y="3109058"/>
                  </a:lnTo>
                  <a:lnTo>
                    <a:pt x="7454492" y="3109058"/>
                  </a:lnTo>
                  <a:lnTo>
                    <a:pt x="7453434" y="3109058"/>
                  </a:lnTo>
                  <a:lnTo>
                    <a:pt x="7452376" y="3109058"/>
                  </a:lnTo>
                  <a:lnTo>
                    <a:pt x="7451318" y="3109058"/>
                  </a:lnTo>
                  <a:lnTo>
                    <a:pt x="7450261" y="3109058"/>
                  </a:lnTo>
                  <a:lnTo>
                    <a:pt x="7449203" y="3109058"/>
                  </a:lnTo>
                  <a:lnTo>
                    <a:pt x="7448145" y="3109058"/>
                  </a:lnTo>
                  <a:lnTo>
                    <a:pt x="7447087" y="3109058"/>
                  </a:lnTo>
                  <a:lnTo>
                    <a:pt x="7446029" y="3109058"/>
                  </a:lnTo>
                  <a:lnTo>
                    <a:pt x="7444971" y="3109058"/>
                  </a:lnTo>
                  <a:lnTo>
                    <a:pt x="7443914" y="3109058"/>
                  </a:lnTo>
                  <a:lnTo>
                    <a:pt x="7442856" y="3109058"/>
                  </a:lnTo>
                  <a:lnTo>
                    <a:pt x="7441798" y="3109058"/>
                  </a:lnTo>
                  <a:lnTo>
                    <a:pt x="7440740" y="3109058"/>
                  </a:lnTo>
                  <a:lnTo>
                    <a:pt x="7439682" y="3109058"/>
                  </a:lnTo>
                  <a:lnTo>
                    <a:pt x="7438624" y="3109058"/>
                  </a:lnTo>
                  <a:lnTo>
                    <a:pt x="7437566" y="3109058"/>
                  </a:lnTo>
                  <a:lnTo>
                    <a:pt x="7436509" y="3109058"/>
                  </a:lnTo>
                  <a:lnTo>
                    <a:pt x="7435451" y="3109058"/>
                  </a:lnTo>
                  <a:lnTo>
                    <a:pt x="7434393" y="3109058"/>
                  </a:lnTo>
                  <a:lnTo>
                    <a:pt x="7433335" y="3109058"/>
                  </a:lnTo>
                  <a:lnTo>
                    <a:pt x="7432277" y="3109058"/>
                  </a:lnTo>
                  <a:lnTo>
                    <a:pt x="7431219" y="3109058"/>
                  </a:lnTo>
                  <a:lnTo>
                    <a:pt x="7430162" y="3109058"/>
                  </a:lnTo>
                  <a:lnTo>
                    <a:pt x="7429104" y="3109058"/>
                  </a:lnTo>
                  <a:lnTo>
                    <a:pt x="7428046" y="3109058"/>
                  </a:lnTo>
                  <a:lnTo>
                    <a:pt x="7426988" y="3109058"/>
                  </a:lnTo>
                  <a:lnTo>
                    <a:pt x="7425930" y="3109058"/>
                  </a:lnTo>
                  <a:lnTo>
                    <a:pt x="7424872" y="3109058"/>
                  </a:lnTo>
                  <a:lnTo>
                    <a:pt x="7423815" y="3109058"/>
                  </a:lnTo>
                  <a:lnTo>
                    <a:pt x="7422757" y="3109058"/>
                  </a:lnTo>
                  <a:lnTo>
                    <a:pt x="7421699" y="3109058"/>
                  </a:lnTo>
                  <a:lnTo>
                    <a:pt x="7420641" y="3109058"/>
                  </a:lnTo>
                  <a:lnTo>
                    <a:pt x="7419583" y="3109058"/>
                  </a:lnTo>
                  <a:lnTo>
                    <a:pt x="7418525" y="3109058"/>
                  </a:lnTo>
                  <a:lnTo>
                    <a:pt x="7417468" y="3109058"/>
                  </a:lnTo>
                  <a:lnTo>
                    <a:pt x="7416410" y="3109058"/>
                  </a:lnTo>
                  <a:lnTo>
                    <a:pt x="7415352" y="3109058"/>
                  </a:lnTo>
                  <a:lnTo>
                    <a:pt x="7414294" y="3109058"/>
                  </a:lnTo>
                  <a:lnTo>
                    <a:pt x="7413236" y="3109058"/>
                  </a:lnTo>
                  <a:lnTo>
                    <a:pt x="7412178" y="3109058"/>
                  </a:lnTo>
                  <a:lnTo>
                    <a:pt x="7411121" y="3109058"/>
                  </a:lnTo>
                  <a:lnTo>
                    <a:pt x="7410063" y="3109058"/>
                  </a:lnTo>
                  <a:lnTo>
                    <a:pt x="7409005" y="3109058"/>
                  </a:lnTo>
                  <a:lnTo>
                    <a:pt x="7407947" y="3109058"/>
                  </a:lnTo>
                  <a:lnTo>
                    <a:pt x="7406889" y="3109058"/>
                  </a:lnTo>
                  <a:lnTo>
                    <a:pt x="7405831" y="3109058"/>
                  </a:lnTo>
                  <a:lnTo>
                    <a:pt x="7404773" y="3109058"/>
                  </a:lnTo>
                  <a:lnTo>
                    <a:pt x="7403716" y="3109058"/>
                  </a:lnTo>
                  <a:lnTo>
                    <a:pt x="7402658" y="3109058"/>
                  </a:lnTo>
                  <a:lnTo>
                    <a:pt x="7401600" y="3109058"/>
                  </a:lnTo>
                  <a:lnTo>
                    <a:pt x="7400542" y="3109058"/>
                  </a:lnTo>
                  <a:lnTo>
                    <a:pt x="7399484" y="3109058"/>
                  </a:lnTo>
                  <a:lnTo>
                    <a:pt x="7398426" y="3109058"/>
                  </a:lnTo>
                  <a:lnTo>
                    <a:pt x="7397369" y="3109058"/>
                  </a:lnTo>
                  <a:lnTo>
                    <a:pt x="7396311" y="3109058"/>
                  </a:lnTo>
                  <a:lnTo>
                    <a:pt x="7395253" y="3109058"/>
                  </a:lnTo>
                  <a:lnTo>
                    <a:pt x="7394195" y="3109058"/>
                  </a:lnTo>
                  <a:lnTo>
                    <a:pt x="7393137" y="3109058"/>
                  </a:lnTo>
                  <a:lnTo>
                    <a:pt x="7392079" y="3109058"/>
                  </a:lnTo>
                  <a:lnTo>
                    <a:pt x="7391022" y="3109058"/>
                  </a:lnTo>
                  <a:lnTo>
                    <a:pt x="7389964" y="3109058"/>
                  </a:lnTo>
                  <a:lnTo>
                    <a:pt x="7388906" y="3109058"/>
                  </a:lnTo>
                  <a:lnTo>
                    <a:pt x="7387848" y="3109058"/>
                  </a:lnTo>
                  <a:lnTo>
                    <a:pt x="7386790" y="3109058"/>
                  </a:lnTo>
                  <a:lnTo>
                    <a:pt x="7385732" y="3109058"/>
                  </a:lnTo>
                  <a:lnTo>
                    <a:pt x="7384675" y="3109058"/>
                  </a:lnTo>
                  <a:lnTo>
                    <a:pt x="7383617" y="3109058"/>
                  </a:lnTo>
                  <a:lnTo>
                    <a:pt x="7382559" y="3109058"/>
                  </a:lnTo>
                  <a:lnTo>
                    <a:pt x="7381501" y="3109058"/>
                  </a:lnTo>
                  <a:lnTo>
                    <a:pt x="7380443" y="3109058"/>
                  </a:lnTo>
                  <a:lnTo>
                    <a:pt x="7379385" y="3109058"/>
                  </a:lnTo>
                  <a:lnTo>
                    <a:pt x="7378327" y="3109058"/>
                  </a:lnTo>
                  <a:lnTo>
                    <a:pt x="7377270" y="3109058"/>
                  </a:lnTo>
                  <a:lnTo>
                    <a:pt x="7376212" y="3109058"/>
                  </a:lnTo>
                  <a:lnTo>
                    <a:pt x="7375154" y="3109058"/>
                  </a:lnTo>
                  <a:lnTo>
                    <a:pt x="7374096" y="3109058"/>
                  </a:lnTo>
                  <a:lnTo>
                    <a:pt x="7373038" y="3109058"/>
                  </a:lnTo>
                  <a:lnTo>
                    <a:pt x="7371980" y="3109058"/>
                  </a:lnTo>
                  <a:lnTo>
                    <a:pt x="7370923" y="3109058"/>
                  </a:lnTo>
                  <a:lnTo>
                    <a:pt x="7369865" y="3109058"/>
                  </a:lnTo>
                  <a:lnTo>
                    <a:pt x="7368807" y="3109058"/>
                  </a:lnTo>
                  <a:lnTo>
                    <a:pt x="7367749" y="3109058"/>
                  </a:lnTo>
                  <a:lnTo>
                    <a:pt x="7366691" y="3109058"/>
                  </a:lnTo>
                  <a:lnTo>
                    <a:pt x="7365633" y="3109058"/>
                  </a:lnTo>
                  <a:lnTo>
                    <a:pt x="7364576" y="3109058"/>
                  </a:lnTo>
                  <a:lnTo>
                    <a:pt x="7363518" y="3109058"/>
                  </a:lnTo>
                  <a:lnTo>
                    <a:pt x="7362460" y="3109058"/>
                  </a:lnTo>
                  <a:lnTo>
                    <a:pt x="7361402" y="3109058"/>
                  </a:lnTo>
                  <a:lnTo>
                    <a:pt x="7360344" y="3109058"/>
                  </a:lnTo>
                  <a:lnTo>
                    <a:pt x="7359286" y="3109058"/>
                  </a:lnTo>
                  <a:lnTo>
                    <a:pt x="7358229" y="3109058"/>
                  </a:lnTo>
                  <a:lnTo>
                    <a:pt x="7357171" y="3109058"/>
                  </a:lnTo>
                  <a:lnTo>
                    <a:pt x="7356113" y="3109058"/>
                  </a:lnTo>
                  <a:lnTo>
                    <a:pt x="7355055" y="3109058"/>
                  </a:lnTo>
                  <a:lnTo>
                    <a:pt x="7353997" y="3109058"/>
                  </a:lnTo>
                  <a:lnTo>
                    <a:pt x="7352939" y="3109058"/>
                  </a:lnTo>
                  <a:lnTo>
                    <a:pt x="7351881" y="3109058"/>
                  </a:lnTo>
                  <a:lnTo>
                    <a:pt x="7350824" y="3109058"/>
                  </a:lnTo>
                  <a:lnTo>
                    <a:pt x="7349766" y="3109058"/>
                  </a:lnTo>
                  <a:lnTo>
                    <a:pt x="7348708" y="3109058"/>
                  </a:lnTo>
                  <a:lnTo>
                    <a:pt x="7347650" y="3109058"/>
                  </a:lnTo>
                  <a:lnTo>
                    <a:pt x="7346592" y="3109058"/>
                  </a:lnTo>
                  <a:lnTo>
                    <a:pt x="7345534" y="3109058"/>
                  </a:lnTo>
                  <a:lnTo>
                    <a:pt x="7344477" y="3109058"/>
                  </a:lnTo>
                  <a:lnTo>
                    <a:pt x="7343419" y="3109058"/>
                  </a:lnTo>
                  <a:lnTo>
                    <a:pt x="7342361" y="3109058"/>
                  </a:lnTo>
                  <a:lnTo>
                    <a:pt x="7341303" y="3109058"/>
                  </a:lnTo>
                  <a:lnTo>
                    <a:pt x="7340245" y="3109058"/>
                  </a:lnTo>
                  <a:lnTo>
                    <a:pt x="7339187" y="3109058"/>
                  </a:lnTo>
                  <a:lnTo>
                    <a:pt x="7338130" y="3109058"/>
                  </a:lnTo>
                  <a:lnTo>
                    <a:pt x="7337072" y="3109058"/>
                  </a:lnTo>
                  <a:lnTo>
                    <a:pt x="7336014" y="3109058"/>
                  </a:lnTo>
                  <a:lnTo>
                    <a:pt x="7334956" y="3109058"/>
                  </a:lnTo>
                  <a:lnTo>
                    <a:pt x="7333898" y="3109058"/>
                  </a:lnTo>
                  <a:lnTo>
                    <a:pt x="7332840" y="3109058"/>
                  </a:lnTo>
                  <a:lnTo>
                    <a:pt x="7331783" y="3109058"/>
                  </a:lnTo>
                  <a:lnTo>
                    <a:pt x="7330725" y="3109058"/>
                  </a:lnTo>
                  <a:lnTo>
                    <a:pt x="7329667" y="3109058"/>
                  </a:lnTo>
                  <a:lnTo>
                    <a:pt x="7328609" y="3109058"/>
                  </a:lnTo>
                  <a:lnTo>
                    <a:pt x="7327551" y="3109058"/>
                  </a:lnTo>
                  <a:lnTo>
                    <a:pt x="7326493" y="3109058"/>
                  </a:lnTo>
                  <a:lnTo>
                    <a:pt x="7325435" y="3109058"/>
                  </a:lnTo>
                  <a:lnTo>
                    <a:pt x="7324378" y="3109058"/>
                  </a:lnTo>
                  <a:lnTo>
                    <a:pt x="7323320" y="3109058"/>
                  </a:lnTo>
                  <a:lnTo>
                    <a:pt x="7322262" y="3109058"/>
                  </a:lnTo>
                  <a:lnTo>
                    <a:pt x="7321204" y="3109058"/>
                  </a:lnTo>
                  <a:lnTo>
                    <a:pt x="7320146" y="3109058"/>
                  </a:lnTo>
                  <a:lnTo>
                    <a:pt x="7319088" y="3109058"/>
                  </a:lnTo>
                  <a:lnTo>
                    <a:pt x="7318031" y="3109058"/>
                  </a:lnTo>
                  <a:lnTo>
                    <a:pt x="7316973" y="3109058"/>
                  </a:lnTo>
                  <a:lnTo>
                    <a:pt x="7315915" y="3109058"/>
                  </a:lnTo>
                  <a:lnTo>
                    <a:pt x="7314857" y="3109058"/>
                  </a:lnTo>
                  <a:lnTo>
                    <a:pt x="7313799" y="3109058"/>
                  </a:lnTo>
                  <a:lnTo>
                    <a:pt x="7312741" y="3109058"/>
                  </a:lnTo>
                  <a:lnTo>
                    <a:pt x="7311684" y="3109058"/>
                  </a:lnTo>
                  <a:lnTo>
                    <a:pt x="7310626" y="3109058"/>
                  </a:lnTo>
                  <a:lnTo>
                    <a:pt x="7309568" y="3109058"/>
                  </a:lnTo>
                  <a:lnTo>
                    <a:pt x="7308510" y="3109058"/>
                  </a:lnTo>
                  <a:lnTo>
                    <a:pt x="7307452" y="3109058"/>
                  </a:lnTo>
                  <a:lnTo>
                    <a:pt x="7306394" y="3109058"/>
                  </a:lnTo>
                  <a:lnTo>
                    <a:pt x="7305337" y="3109058"/>
                  </a:lnTo>
                  <a:lnTo>
                    <a:pt x="7304279" y="3109058"/>
                  </a:lnTo>
                  <a:lnTo>
                    <a:pt x="7303221" y="3109058"/>
                  </a:lnTo>
                  <a:lnTo>
                    <a:pt x="7302163" y="3109058"/>
                  </a:lnTo>
                  <a:lnTo>
                    <a:pt x="7301105" y="3109058"/>
                  </a:lnTo>
                  <a:lnTo>
                    <a:pt x="7300047" y="3109058"/>
                  </a:lnTo>
                  <a:lnTo>
                    <a:pt x="7298989" y="3109058"/>
                  </a:lnTo>
                  <a:lnTo>
                    <a:pt x="7297932" y="3109058"/>
                  </a:lnTo>
                  <a:lnTo>
                    <a:pt x="7296874" y="3109058"/>
                  </a:lnTo>
                  <a:lnTo>
                    <a:pt x="7295816" y="3109058"/>
                  </a:lnTo>
                  <a:lnTo>
                    <a:pt x="7294758" y="3109058"/>
                  </a:lnTo>
                  <a:lnTo>
                    <a:pt x="7293700" y="3109058"/>
                  </a:lnTo>
                  <a:lnTo>
                    <a:pt x="7292642" y="3109058"/>
                  </a:lnTo>
                  <a:lnTo>
                    <a:pt x="7291585" y="3109058"/>
                  </a:lnTo>
                  <a:lnTo>
                    <a:pt x="7290527" y="3109058"/>
                  </a:lnTo>
                  <a:lnTo>
                    <a:pt x="7289469" y="3109058"/>
                  </a:lnTo>
                  <a:lnTo>
                    <a:pt x="7288411" y="3109058"/>
                  </a:lnTo>
                  <a:lnTo>
                    <a:pt x="7287353" y="3109058"/>
                  </a:lnTo>
                  <a:lnTo>
                    <a:pt x="7286295" y="3109058"/>
                  </a:lnTo>
                  <a:lnTo>
                    <a:pt x="7285238" y="3109058"/>
                  </a:lnTo>
                  <a:lnTo>
                    <a:pt x="7284180" y="3109058"/>
                  </a:lnTo>
                  <a:lnTo>
                    <a:pt x="7283122" y="3109058"/>
                  </a:lnTo>
                  <a:lnTo>
                    <a:pt x="7282064" y="3109058"/>
                  </a:lnTo>
                  <a:lnTo>
                    <a:pt x="7281006" y="3109058"/>
                  </a:lnTo>
                  <a:lnTo>
                    <a:pt x="7279948" y="3109058"/>
                  </a:lnTo>
                  <a:lnTo>
                    <a:pt x="7278891" y="3109058"/>
                  </a:lnTo>
                  <a:lnTo>
                    <a:pt x="7277833" y="3109058"/>
                  </a:lnTo>
                  <a:lnTo>
                    <a:pt x="7276775" y="3109058"/>
                  </a:lnTo>
                  <a:lnTo>
                    <a:pt x="7275717" y="3109058"/>
                  </a:lnTo>
                  <a:lnTo>
                    <a:pt x="7274659" y="3109058"/>
                  </a:lnTo>
                  <a:lnTo>
                    <a:pt x="7273601" y="3109058"/>
                  </a:lnTo>
                  <a:lnTo>
                    <a:pt x="7272543" y="3109058"/>
                  </a:lnTo>
                  <a:lnTo>
                    <a:pt x="7271486" y="3109058"/>
                  </a:lnTo>
                  <a:lnTo>
                    <a:pt x="7270428" y="3109058"/>
                  </a:lnTo>
                  <a:lnTo>
                    <a:pt x="7269370" y="3109058"/>
                  </a:lnTo>
                  <a:lnTo>
                    <a:pt x="7268312" y="3109058"/>
                  </a:lnTo>
                  <a:lnTo>
                    <a:pt x="7267254" y="3109058"/>
                  </a:lnTo>
                  <a:lnTo>
                    <a:pt x="7266196" y="3109058"/>
                  </a:lnTo>
                  <a:lnTo>
                    <a:pt x="7265139" y="3109058"/>
                  </a:lnTo>
                  <a:lnTo>
                    <a:pt x="7264081" y="3109058"/>
                  </a:lnTo>
                  <a:lnTo>
                    <a:pt x="7263023" y="3109058"/>
                  </a:lnTo>
                  <a:lnTo>
                    <a:pt x="7261965" y="3109058"/>
                  </a:lnTo>
                  <a:lnTo>
                    <a:pt x="7260907" y="3109058"/>
                  </a:lnTo>
                  <a:lnTo>
                    <a:pt x="7259849" y="3109058"/>
                  </a:lnTo>
                  <a:lnTo>
                    <a:pt x="7258792" y="3109058"/>
                  </a:lnTo>
                  <a:lnTo>
                    <a:pt x="7257734" y="3109058"/>
                  </a:lnTo>
                  <a:lnTo>
                    <a:pt x="7256676" y="3109058"/>
                  </a:lnTo>
                  <a:lnTo>
                    <a:pt x="7255618" y="3109058"/>
                  </a:lnTo>
                  <a:lnTo>
                    <a:pt x="7254560" y="3109058"/>
                  </a:lnTo>
                  <a:lnTo>
                    <a:pt x="7253502" y="3109058"/>
                  </a:lnTo>
                  <a:lnTo>
                    <a:pt x="7252445" y="3109058"/>
                  </a:lnTo>
                  <a:lnTo>
                    <a:pt x="7251387" y="3109058"/>
                  </a:lnTo>
                  <a:lnTo>
                    <a:pt x="7250329" y="3109058"/>
                  </a:lnTo>
                  <a:lnTo>
                    <a:pt x="7249271" y="3109058"/>
                  </a:lnTo>
                  <a:lnTo>
                    <a:pt x="7248213" y="3109058"/>
                  </a:lnTo>
                  <a:lnTo>
                    <a:pt x="7247155" y="3109058"/>
                  </a:lnTo>
                  <a:lnTo>
                    <a:pt x="7246097" y="3109058"/>
                  </a:lnTo>
                  <a:lnTo>
                    <a:pt x="7245040" y="3109058"/>
                  </a:lnTo>
                  <a:lnTo>
                    <a:pt x="7243982" y="3109058"/>
                  </a:lnTo>
                  <a:lnTo>
                    <a:pt x="7242924" y="3109058"/>
                  </a:lnTo>
                  <a:lnTo>
                    <a:pt x="7241866" y="3109058"/>
                  </a:lnTo>
                  <a:lnTo>
                    <a:pt x="7240808" y="3109058"/>
                  </a:lnTo>
                  <a:lnTo>
                    <a:pt x="7239750" y="3109058"/>
                  </a:lnTo>
                  <a:lnTo>
                    <a:pt x="7238693" y="3109058"/>
                  </a:lnTo>
                  <a:lnTo>
                    <a:pt x="7237635" y="3109058"/>
                  </a:lnTo>
                  <a:lnTo>
                    <a:pt x="7236577" y="3109058"/>
                  </a:lnTo>
                  <a:lnTo>
                    <a:pt x="7235519" y="3109058"/>
                  </a:lnTo>
                  <a:lnTo>
                    <a:pt x="7234461" y="3109058"/>
                  </a:lnTo>
                  <a:lnTo>
                    <a:pt x="7233403" y="3109058"/>
                  </a:lnTo>
                  <a:lnTo>
                    <a:pt x="7232346" y="3109058"/>
                  </a:lnTo>
                  <a:lnTo>
                    <a:pt x="7231288" y="3109058"/>
                  </a:lnTo>
                  <a:lnTo>
                    <a:pt x="7230230" y="3109058"/>
                  </a:lnTo>
                  <a:lnTo>
                    <a:pt x="7229172" y="3109058"/>
                  </a:lnTo>
                  <a:lnTo>
                    <a:pt x="7228114" y="3109058"/>
                  </a:lnTo>
                  <a:lnTo>
                    <a:pt x="7227056" y="3109058"/>
                  </a:lnTo>
                  <a:lnTo>
                    <a:pt x="7225999" y="3109058"/>
                  </a:lnTo>
                  <a:lnTo>
                    <a:pt x="7224941" y="3109058"/>
                  </a:lnTo>
                  <a:lnTo>
                    <a:pt x="7223883" y="3109058"/>
                  </a:lnTo>
                  <a:lnTo>
                    <a:pt x="7222825" y="3109058"/>
                  </a:lnTo>
                  <a:lnTo>
                    <a:pt x="7221767" y="3109058"/>
                  </a:lnTo>
                  <a:lnTo>
                    <a:pt x="7220709" y="3109058"/>
                  </a:lnTo>
                  <a:lnTo>
                    <a:pt x="7219651" y="3109058"/>
                  </a:lnTo>
                  <a:lnTo>
                    <a:pt x="7218594" y="3109058"/>
                  </a:lnTo>
                  <a:lnTo>
                    <a:pt x="7217536" y="3109058"/>
                  </a:lnTo>
                  <a:lnTo>
                    <a:pt x="7216478" y="3109058"/>
                  </a:lnTo>
                  <a:lnTo>
                    <a:pt x="7215420" y="3109058"/>
                  </a:lnTo>
                  <a:lnTo>
                    <a:pt x="7214362" y="3109058"/>
                  </a:lnTo>
                  <a:lnTo>
                    <a:pt x="7213304" y="3109058"/>
                  </a:lnTo>
                  <a:lnTo>
                    <a:pt x="7212247" y="3109058"/>
                  </a:lnTo>
                  <a:lnTo>
                    <a:pt x="7211189" y="3109058"/>
                  </a:lnTo>
                  <a:lnTo>
                    <a:pt x="7210131" y="3109058"/>
                  </a:lnTo>
                  <a:lnTo>
                    <a:pt x="7209073" y="3109058"/>
                  </a:lnTo>
                  <a:lnTo>
                    <a:pt x="7208015" y="3109058"/>
                  </a:lnTo>
                  <a:lnTo>
                    <a:pt x="7206957" y="3109058"/>
                  </a:lnTo>
                  <a:lnTo>
                    <a:pt x="7205900" y="3109058"/>
                  </a:lnTo>
                  <a:lnTo>
                    <a:pt x="7204842" y="3109058"/>
                  </a:lnTo>
                  <a:lnTo>
                    <a:pt x="7203784" y="3109058"/>
                  </a:lnTo>
                  <a:lnTo>
                    <a:pt x="7202726" y="3109058"/>
                  </a:lnTo>
                  <a:lnTo>
                    <a:pt x="7201668" y="3109058"/>
                  </a:lnTo>
                  <a:lnTo>
                    <a:pt x="7200610" y="3109058"/>
                  </a:lnTo>
                  <a:lnTo>
                    <a:pt x="7199553" y="3109058"/>
                  </a:lnTo>
                  <a:lnTo>
                    <a:pt x="7198495" y="3109058"/>
                  </a:lnTo>
                  <a:lnTo>
                    <a:pt x="7197437" y="3109058"/>
                  </a:lnTo>
                  <a:lnTo>
                    <a:pt x="7196379" y="3109058"/>
                  </a:lnTo>
                  <a:lnTo>
                    <a:pt x="7195321" y="3109058"/>
                  </a:lnTo>
                  <a:lnTo>
                    <a:pt x="7194263" y="3109058"/>
                  </a:lnTo>
                  <a:lnTo>
                    <a:pt x="7193205" y="3109058"/>
                  </a:lnTo>
                  <a:lnTo>
                    <a:pt x="7192148" y="3109058"/>
                  </a:lnTo>
                  <a:lnTo>
                    <a:pt x="7191090" y="3109058"/>
                  </a:lnTo>
                  <a:lnTo>
                    <a:pt x="7190032" y="3109058"/>
                  </a:lnTo>
                  <a:lnTo>
                    <a:pt x="7188974" y="3109058"/>
                  </a:lnTo>
                  <a:lnTo>
                    <a:pt x="7187916" y="3109058"/>
                  </a:lnTo>
                  <a:lnTo>
                    <a:pt x="7186858" y="3109058"/>
                  </a:lnTo>
                  <a:lnTo>
                    <a:pt x="7185801" y="3109058"/>
                  </a:lnTo>
                  <a:lnTo>
                    <a:pt x="7184743" y="3109058"/>
                  </a:lnTo>
                  <a:lnTo>
                    <a:pt x="7183685" y="3109058"/>
                  </a:lnTo>
                  <a:lnTo>
                    <a:pt x="7182627" y="3109058"/>
                  </a:lnTo>
                  <a:lnTo>
                    <a:pt x="7181569" y="3109058"/>
                  </a:lnTo>
                  <a:lnTo>
                    <a:pt x="7180511" y="3109058"/>
                  </a:lnTo>
                  <a:lnTo>
                    <a:pt x="7179454" y="3109058"/>
                  </a:lnTo>
                  <a:lnTo>
                    <a:pt x="7178396" y="3109058"/>
                  </a:lnTo>
                  <a:lnTo>
                    <a:pt x="7177338" y="3109058"/>
                  </a:lnTo>
                  <a:lnTo>
                    <a:pt x="7176280" y="3109058"/>
                  </a:lnTo>
                  <a:lnTo>
                    <a:pt x="7175222" y="3109058"/>
                  </a:lnTo>
                  <a:lnTo>
                    <a:pt x="7174164" y="3109058"/>
                  </a:lnTo>
                  <a:lnTo>
                    <a:pt x="7173107" y="3109058"/>
                  </a:lnTo>
                  <a:lnTo>
                    <a:pt x="7172049" y="3109058"/>
                  </a:lnTo>
                  <a:lnTo>
                    <a:pt x="7170991" y="3109058"/>
                  </a:lnTo>
                  <a:lnTo>
                    <a:pt x="7169933" y="3109058"/>
                  </a:lnTo>
                  <a:lnTo>
                    <a:pt x="7168875" y="3109058"/>
                  </a:lnTo>
                  <a:lnTo>
                    <a:pt x="7167817" y="3109058"/>
                  </a:lnTo>
                  <a:lnTo>
                    <a:pt x="7166759" y="3109058"/>
                  </a:lnTo>
                  <a:lnTo>
                    <a:pt x="7165702" y="3109058"/>
                  </a:lnTo>
                  <a:lnTo>
                    <a:pt x="7164644" y="3109058"/>
                  </a:lnTo>
                  <a:lnTo>
                    <a:pt x="7163586" y="3109058"/>
                  </a:lnTo>
                  <a:lnTo>
                    <a:pt x="7162528" y="3109058"/>
                  </a:lnTo>
                  <a:lnTo>
                    <a:pt x="7161470" y="3109058"/>
                  </a:lnTo>
                  <a:lnTo>
                    <a:pt x="7160412" y="3109058"/>
                  </a:lnTo>
                  <a:lnTo>
                    <a:pt x="7159355" y="3109058"/>
                  </a:lnTo>
                  <a:lnTo>
                    <a:pt x="7158297" y="3109058"/>
                  </a:lnTo>
                  <a:lnTo>
                    <a:pt x="7157239" y="3109058"/>
                  </a:lnTo>
                  <a:lnTo>
                    <a:pt x="7156181" y="3109058"/>
                  </a:lnTo>
                  <a:lnTo>
                    <a:pt x="7155123" y="3109058"/>
                  </a:lnTo>
                  <a:lnTo>
                    <a:pt x="7154065" y="3109058"/>
                  </a:lnTo>
                  <a:lnTo>
                    <a:pt x="7153008" y="3109058"/>
                  </a:lnTo>
                  <a:lnTo>
                    <a:pt x="7151950" y="3109058"/>
                  </a:lnTo>
                  <a:lnTo>
                    <a:pt x="7150892" y="3109058"/>
                  </a:lnTo>
                  <a:lnTo>
                    <a:pt x="7149834" y="3109058"/>
                  </a:lnTo>
                  <a:lnTo>
                    <a:pt x="7148776" y="3109058"/>
                  </a:lnTo>
                  <a:lnTo>
                    <a:pt x="7147718" y="3109058"/>
                  </a:lnTo>
                  <a:lnTo>
                    <a:pt x="7146661" y="3109058"/>
                  </a:lnTo>
                  <a:lnTo>
                    <a:pt x="7145603" y="3109058"/>
                  </a:lnTo>
                  <a:lnTo>
                    <a:pt x="7144545" y="3109058"/>
                  </a:lnTo>
                  <a:lnTo>
                    <a:pt x="7143487" y="3109058"/>
                  </a:lnTo>
                  <a:lnTo>
                    <a:pt x="7142429" y="3109058"/>
                  </a:lnTo>
                  <a:lnTo>
                    <a:pt x="7141371" y="3109058"/>
                  </a:lnTo>
                  <a:lnTo>
                    <a:pt x="7140313" y="3109058"/>
                  </a:lnTo>
                  <a:lnTo>
                    <a:pt x="7139256" y="3109058"/>
                  </a:lnTo>
                  <a:lnTo>
                    <a:pt x="7138198" y="3109058"/>
                  </a:lnTo>
                  <a:lnTo>
                    <a:pt x="7137140" y="3109058"/>
                  </a:lnTo>
                  <a:lnTo>
                    <a:pt x="7136082" y="3109058"/>
                  </a:lnTo>
                  <a:lnTo>
                    <a:pt x="7135024" y="3109058"/>
                  </a:lnTo>
                  <a:lnTo>
                    <a:pt x="7133966" y="3109058"/>
                  </a:lnTo>
                  <a:lnTo>
                    <a:pt x="7132909" y="3109058"/>
                  </a:lnTo>
                  <a:lnTo>
                    <a:pt x="7131851" y="3109058"/>
                  </a:lnTo>
                  <a:lnTo>
                    <a:pt x="7130793" y="3109058"/>
                  </a:lnTo>
                  <a:lnTo>
                    <a:pt x="7129735" y="3109058"/>
                  </a:lnTo>
                  <a:lnTo>
                    <a:pt x="7128677" y="3109058"/>
                  </a:lnTo>
                  <a:lnTo>
                    <a:pt x="7127619" y="3109058"/>
                  </a:lnTo>
                  <a:lnTo>
                    <a:pt x="7126562" y="3109058"/>
                  </a:lnTo>
                  <a:lnTo>
                    <a:pt x="7125504" y="3109058"/>
                  </a:lnTo>
                  <a:lnTo>
                    <a:pt x="7124446" y="3109058"/>
                  </a:lnTo>
                  <a:lnTo>
                    <a:pt x="7123388" y="3109058"/>
                  </a:lnTo>
                  <a:lnTo>
                    <a:pt x="7122330" y="3109058"/>
                  </a:lnTo>
                  <a:lnTo>
                    <a:pt x="7121272" y="3109058"/>
                  </a:lnTo>
                  <a:lnTo>
                    <a:pt x="7120215" y="3109058"/>
                  </a:lnTo>
                  <a:lnTo>
                    <a:pt x="7119157" y="3109058"/>
                  </a:lnTo>
                  <a:lnTo>
                    <a:pt x="7118099" y="3109058"/>
                  </a:lnTo>
                  <a:lnTo>
                    <a:pt x="7117041" y="3109058"/>
                  </a:lnTo>
                  <a:lnTo>
                    <a:pt x="7115983" y="3109058"/>
                  </a:lnTo>
                  <a:lnTo>
                    <a:pt x="7114925" y="3109058"/>
                  </a:lnTo>
                  <a:lnTo>
                    <a:pt x="7113867" y="3109058"/>
                  </a:lnTo>
                  <a:lnTo>
                    <a:pt x="7112810" y="3109058"/>
                  </a:lnTo>
                  <a:lnTo>
                    <a:pt x="7111752" y="3109058"/>
                  </a:lnTo>
                  <a:lnTo>
                    <a:pt x="7110694" y="3109058"/>
                  </a:lnTo>
                  <a:lnTo>
                    <a:pt x="7109636" y="3109058"/>
                  </a:lnTo>
                  <a:lnTo>
                    <a:pt x="7108578" y="3109058"/>
                  </a:lnTo>
                  <a:lnTo>
                    <a:pt x="7107520" y="3109058"/>
                  </a:lnTo>
                  <a:lnTo>
                    <a:pt x="7106463" y="3109058"/>
                  </a:lnTo>
                  <a:lnTo>
                    <a:pt x="7105405" y="3109058"/>
                  </a:lnTo>
                  <a:lnTo>
                    <a:pt x="7104347" y="3109058"/>
                  </a:lnTo>
                  <a:lnTo>
                    <a:pt x="7103289" y="3109058"/>
                  </a:lnTo>
                  <a:lnTo>
                    <a:pt x="7102231" y="3109058"/>
                  </a:lnTo>
                  <a:lnTo>
                    <a:pt x="7101173" y="3109058"/>
                  </a:lnTo>
                  <a:lnTo>
                    <a:pt x="7100116" y="3109058"/>
                  </a:lnTo>
                  <a:lnTo>
                    <a:pt x="7099058" y="3109058"/>
                  </a:lnTo>
                  <a:lnTo>
                    <a:pt x="7098000" y="3109058"/>
                  </a:lnTo>
                  <a:lnTo>
                    <a:pt x="7096942" y="3109058"/>
                  </a:lnTo>
                  <a:lnTo>
                    <a:pt x="7095884" y="3109058"/>
                  </a:lnTo>
                  <a:lnTo>
                    <a:pt x="7094826" y="3109058"/>
                  </a:lnTo>
                  <a:lnTo>
                    <a:pt x="7093769" y="3109058"/>
                  </a:lnTo>
                  <a:lnTo>
                    <a:pt x="7092711" y="3109058"/>
                  </a:lnTo>
                  <a:lnTo>
                    <a:pt x="7091653" y="3109058"/>
                  </a:lnTo>
                  <a:lnTo>
                    <a:pt x="7090595" y="3109058"/>
                  </a:lnTo>
                  <a:lnTo>
                    <a:pt x="7089537" y="3109058"/>
                  </a:lnTo>
                  <a:lnTo>
                    <a:pt x="7088479" y="3109058"/>
                  </a:lnTo>
                  <a:lnTo>
                    <a:pt x="7087421" y="3109058"/>
                  </a:lnTo>
                  <a:lnTo>
                    <a:pt x="7086364" y="3109058"/>
                  </a:lnTo>
                  <a:lnTo>
                    <a:pt x="7085306" y="3109058"/>
                  </a:lnTo>
                  <a:lnTo>
                    <a:pt x="7084248" y="3109058"/>
                  </a:lnTo>
                  <a:lnTo>
                    <a:pt x="7083190" y="3109058"/>
                  </a:lnTo>
                  <a:lnTo>
                    <a:pt x="7082132" y="3109058"/>
                  </a:lnTo>
                  <a:lnTo>
                    <a:pt x="7081074" y="3109058"/>
                  </a:lnTo>
                  <a:lnTo>
                    <a:pt x="7080017" y="3109058"/>
                  </a:lnTo>
                  <a:lnTo>
                    <a:pt x="7078959" y="3109058"/>
                  </a:lnTo>
                  <a:lnTo>
                    <a:pt x="7077901" y="3109058"/>
                  </a:lnTo>
                  <a:lnTo>
                    <a:pt x="7076843" y="3109058"/>
                  </a:lnTo>
                  <a:lnTo>
                    <a:pt x="7075785" y="3109058"/>
                  </a:lnTo>
                  <a:lnTo>
                    <a:pt x="7074727" y="3109058"/>
                  </a:lnTo>
                  <a:lnTo>
                    <a:pt x="7073670" y="3109058"/>
                  </a:lnTo>
                  <a:lnTo>
                    <a:pt x="7072612" y="3109058"/>
                  </a:lnTo>
                  <a:lnTo>
                    <a:pt x="7071554" y="3109058"/>
                  </a:lnTo>
                  <a:lnTo>
                    <a:pt x="7070496" y="3109058"/>
                  </a:lnTo>
                  <a:lnTo>
                    <a:pt x="7069438" y="3109058"/>
                  </a:lnTo>
                  <a:lnTo>
                    <a:pt x="7068380" y="3109058"/>
                  </a:lnTo>
                  <a:lnTo>
                    <a:pt x="7067323" y="3109058"/>
                  </a:lnTo>
                  <a:lnTo>
                    <a:pt x="7066265" y="3109058"/>
                  </a:lnTo>
                  <a:lnTo>
                    <a:pt x="7065207" y="3109058"/>
                  </a:lnTo>
                  <a:lnTo>
                    <a:pt x="7064149" y="3109058"/>
                  </a:lnTo>
                  <a:lnTo>
                    <a:pt x="7063091" y="3109058"/>
                  </a:lnTo>
                  <a:lnTo>
                    <a:pt x="7062033" y="3109058"/>
                  </a:lnTo>
                  <a:lnTo>
                    <a:pt x="7060975" y="3109058"/>
                  </a:lnTo>
                  <a:lnTo>
                    <a:pt x="7059918" y="3109058"/>
                  </a:lnTo>
                  <a:lnTo>
                    <a:pt x="7058860" y="3109058"/>
                  </a:lnTo>
                  <a:lnTo>
                    <a:pt x="7057802" y="3109058"/>
                  </a:lnTo>
                  <a:lnTo>
                    <a:pt x="7056744" y="3109058"/>
                  </a:lnTo>
                  <a:lnTo>
                    <a:pt x="7055686" y="3109058"/>
                  </a:lnTo>
                  <a:lnTo>
                    <a:pt x="7054628" y="3109058"/>
                  </a:lnTo>
                  <a:lnTo>
                    <a:pt x="7053571" y="3109058"/>
                  </a:lnTo>
                  <a:lnTo>
                    <a:pt x="7052513" y="3109058"/>
                  </a:lnTo>
                  <a:lnTo>
                    <a:pt x="7051455" y="3109058"/>
                  </a:lnTo>
                  <a:lnTo>
                    <a:pt x="7050397" y="3109058"/>
                  </a:lnTo>
                  <a:lnTo>
                    <a:pt x="7049339" y="3109058"/>
                  </a:lnTo>
                  <a:lnTo>
                    <a:pt x="7048281" y="3109058"/>
                  </a:lnTo>
                  <a:lnTo>
                    <a:pt x="7047224" y="3109058"/>
                  </a:lnTo>
                  <a:lnTo>
                    <a:pt x="7046166" y="3109058"/>
                  </a:lnTo>
                  <a:lnTo>
                    <a:pt x="7045108" y="3109058"/>
                  </a:lnTo>
                  <a:lnTo>
                    <a:pt x="7044050" y="3109058"/>
                  </a:lnTo>
                  <a:lnTo>
                    <a:pt x="7042992" y="3109058"/>
                  </a:lnTo>
                  <a:lnTo>
                    <a:pt x="7041934" y="3109058"/>
                  </a:lnTo>
                  <a:lnTo>
                    <a:pt x="7040877" y="3109058"/>
                  </a:lnTo>
                  <a:lnTo>
                    <a:pt x="7039819" y="3109058"/>
                  </a:lnTo>
                  <a:lnTo>
                    <a:pt x="7038761" y="3109058"/>
                  </a:lnTo>
                  <a:lnTo>
                    <a:pt x="7037703" y="3109058"/>
                  </a:lnTo>
                  <a:lnTo>
                    <a:pt x="7036645" y="3109058"/>
                  </a:lnTo>
                  <a:lnTo>
                    <a:pt x="7035587" y="3109058"/>
                  </a:lnTo>
                  <a:lnTo>
                    <a:pt x="7034529" y="3109058"/>
                  </a:lnTo>
                  <a:lnTo>
                    <a:pt x="7033472" y="3109058"/>
                  </a:lnTo>
                  <a:lnTo>
                    <a:pt x="7032414" y="3109058"/>
                  </a:lnTo>
                  <a:lnTo>
                    <a:pt x="7031356" y="3109058"/>
                  </a:lnTo>
                  <a:lnTo>
                    <a:pt x="7030298" y="3109058"/>
                  </a:lnTo>
                  <a:lnTo>
                    <a:pt x="7029240" y="3109058"/>
                  </a:lnTo>
                  <a:lnTo>
                    <a:pt x="7028182" y="3109058"/>
                  </a:lnTo>
                  <a:lnTo>
                    <a:pt x="7027125" y="3109058"/>
                  </a:lnTo>
                  <a:lnTo>
                    <a:pt x="7026067" y="3109058"/>
                  </a:lnTo>
                  <a:lnTo>
                    <a:pt x="7025009" y="3109058"/>
                  </a:lnTo>
                  <a:lnTo>
                    <a:pt x="7023951" y="3109058"/>
                  </a:lnTo>
                  <a:lnTo>
                    <a:pt x="7022893" y="3109058"/>
                  </a:lnTo>
                  <a:lnTo>
                    <a:pt x="7021835" y="3109058"/>
                  </a:lnTo>
                  <a:lnTo>
                    <a:pt x="7020778" y="3109058"/>
                  </a:lnTo>
                  <a:lnTo>
                    <a:pt x="7019720" y="3109058"/>
                  </a:lnTo>
                  <a:lnTo>
                    <a:pt x="7018662" y="3109058"/>
                  </a:lnTo>
                  <a:lnTo>
                    <a:pt x="7017604" y="3109058"/>
                  </a:lnTo>
                  <a:lnTo>
                    <a:pt x="7016546" y="3109058"/>
                  </a:lnTo>
                  <a:lnTo>
                    <a:pt x="7015488" y="3109058"/>
                  </a:lnTo>
                  <a:lnTo>
                    <a:pt x="7014431" y="3109058"/>
                  </a:lnTo>
                  <a:lnTo>
                    <a:pt x="7013373" y="3109058"/>
                  </a:lnTo>
                  <a:lnTo>
                    <a:pt x="7012315" y="3109058"/>
                  </a:lnTo>
                  <a:lnTo>
                    <a:pt x="7011257" y="3109058"/>
                  </a:lnTo>
                  <a:lnTo>
                    <a:pt x="7010199" y="3109058"/>
                  </a:lnTo>
                  <a:lnTo>
                    <a:pt x="7009141" y="3109058"/>
                  </a:lnTo>
                  <a:lnTo>
                    <a:pt x="7008083" y="3109058"/>
                  </a:lnTo>
                  <a:lnTo>
                    <a:pt x="7007026" y="3109058"/>
                  </a:lnTo>
                  <a:lnTo>
                    <a:pt x="7005968" y="3109058"/>
                  </a:lnTo>
                  <a:lnTo>
                    <a:pt x="7004910" y="3109058"/>
                  </a:lnTo>
                  <a:lnTo>
                    <a:pt x="7003852" y="3109058"/>
                  </a:lnTo>
                  <a:lnTo>
                    <a:pt x="7002794" y="3109058"/>
                  </a:lnTo>
                  <a:lnTo>
                    <a:pt x="7001736" y="3109058"/>
                  </a:lnTo>
                  <a:lnTo>
                    <a:pt x="7000679" y="3109058"/>
                  </a:lnTo>
                  <a:lnTo>
                    <a:pt x="6999621" y="3109058"/>
                  </a:lnTo>
                  <a:lnTo>
                    <a:pt x="6998563" y="3109058"/>
                  </a:lnTo>
                  <a:lnTo>
                    <a:pt x="6997505" y="3109058"/>
                  </a:lnTo>
                  <a:lnTo>
                    <a:pt x="6996447" y="3109058"/>
                  </a:lnTo>
                  <a:lnTo>
                    <a:pt x="6995389" y="3109058"/>
                  </a:lnTo>
                  <a:lnTo>
                    <a:pt x="6994332" y="3109058"/>
                  </a:lnTo>
                  <a:lnTo>
                    <a:pt x="6993274" y="3109058"/>
                  </a:lnTo>
                  <a:lnTo>
                    <a:pt x="6992216" y="3109058"/>
                  </a:lnTo>
                  <a:lnTo>
                    <a:pt x="6991158" y="3109058"/>
                  </a:lnTo>
                  <a:lnTo>
                    <a:pt x="6990100" y="3109058"/>
                  </a:lnTo>
                  <a:lnTo>
                    <a:pt x="6989042" y="3109058"/>
                  </a:lnTo>
                  <a:lnTo>
                    <a:pt x="6987985" y="3109058"/>
                  </a:lnTo>
                  <a:lnTo>
                    <a:pt x="6986927" y="3109058"/>
                  </a:lnTo>
                  <a:lnTo>
                    <a:pt x="6985869" y="3109058"/>
                  </a:lnTo>
                  <a:lnTo>
                    <a:pt x="6984811" y="3109058"/>
                  </a:lnTo>
                  <a:lnTo>
                    <a:pt x="6983753" y="3109058"/>
                  </a:lnTo>
                  <a:lnTo>
                    <a:pt x="6982695" y="3109058"/>
                  </a:lnTo>
                  <a:lnTo>
                    <a:pt x="6981637" y="3109058"/>
                  </a:lnTo>
                  <a:lnTo>
                    <a:pt x="6980580" y="3109058"/>
                  </a:lnTo>
                  <a:lnTo>
                    <a:pt x="6979522" y="3109058"/>
                  </a:lnTo>
                  <a:lnTo>
                    <a:pt x="6978464" y="3109058"/>
                  </a:lnTo>
                  <a:lnTo>
                    <a:pt x="6977406" y="3109058"/>
                  </a:lnTo>
                  <a:lnTo>
                    <a:pt x="6976348" y="3109058"/>
                  </a:lnTo>
                  <a:lnTo>
                    <a:pt x="6975290" y="3109058"/>
                  </a:lnTo>
                  <a:lnTo>
                    <a:pt x="6974233" y="3109058"/>
                  </a:lnTo>
                  <a:lnTo>
                    <a:pt x="6973175" y="3109058"/>
                  </a:lnTo>
                  <a:lnTo>
                    <a:pt x="6972117" y="3109058"/>
                  </a:lnTo>
                  <a:lnTo>
                    <a:pt x="6971059" y="3109058"/>
                  </a:lnTo>
                  <a:lnTo>
                    <a:pt x="6970001" y="3109058"/>
                  </a:lnTo>
                  <a:lnTo>
                    <a:pt x="6968943" y="3109058"/>
                  </a:lnTo>
                  <a:lnTo>
                    <a:pt x="6967886" y="3109058"/>
                  </a:lnTo>
                  <a:lnTo>
                    <a:pt x="6966828" y="3109058"/>
                  </a:lnTo>
                  <a:lnTo>
                    <a:pt x="6965770" y="3109058"/>
                  </a:lnTo>
                  <a:lnTo>
                    <a:pt x="6964712" y="3109058"/>
                  </a:lnTo>
                  <a:lnTo>
                    <a:pt x="6963654" y="3109058"/>
                  </a:lnTo>
                  <a:lnTo>
                    <a:pt x="6962596" y="3109058"/>
                  </a:lnTo>
                  <a:lnTo>
                    <a:pt x="6961539" y="3109058"/>
                  </a:lnTo>
                  <a:lnTo>
                    <a:pt x="6960481" y="3109058"/>
                  </a:lnTo>
                  <a:lnTo>
                    <a:pt x="6959423" y="3109058"/>
                  </a:lnTo>
                  <a:lnTo>
                    <a:pt x="6958365" y="3109058"/>
                  </a:lnTo>
                  <a:lnTo>
                    <a:pt x="6957307" y="3109058"/>
                  </a:lnTo>
                  <a:lnTo>
                    <a:pt x="6956249" y="3109058"/>
                  </a:lnTo>
                  <a:lnTo>
                    <a:pt x="6955191" y="3109058"/>
                  </a:lnTo>
                  <a:lnTo>
                    <a:pt x="6954134" y="3109058"/>
                  </a:lnTo>
                  <a:lnTo>
                    <a:pt x="6953076" y="3109058"/>
                  </a:lnTo>
                  <a:lnTo>
                    <a:pt x="6952018" y="3109058"/>
                  </a:lnTo>
                  <a:lnTo>
                    <a:pt x="6950960" y="3109058"/>
                  </a:lnTo>
                  <a:lnTo>
                    <a:pt x="6949902" y="3109058"/>
                  </a:lnTo>
                  <a:lnTo>
                    <a:pt x="6948844" y="3109058"/>
                  </a:lnTo>
                  <a:lnTo>
                    <a:pt x="6947787" y="3109058"/>
                  </a:lnTo>
                  <a:lnTo>
                    <a:pt x="6946729" y="3109058"/>
                  </a:lnTo>
                  <a:lnTo>
                    <a:pt x="6945671" y="3109058"/>
                  </a:lnTo>
                  <a:lnTo>
                    <a:pt x="6944613" y="3109058"/>
                  </a:lnTo>
                  <a:lnTo>
                    <a:pt x="6943555" y="3109058"/>
                  </a:lnTo>
                  <a:lnTo>
                    <a:pt x="6942497" y="3109058"/>
                  </a:lnTo>
                  <a:lnTo>
                    <a:pt x="6941440" y="3109058"/>
                  </a:lnTo>
                  <a:lnTo>
                    <a:pt x="6940382" y="3109058"/>
                  </a:lnTo>
                  <a:lnTo>
                    <a:pt x="6939324" y="3109058"/>
                  </a:lnTo>
                  <a:lnTo>
                    <a:pt x="6938266" y="3109058"/>
                  </a:lnTo>
                  <a:lnTo>
                    <a:pt x="6937208" y="3109058"/>
                  </a:lnTo>
                  <a:lnTo>
                    <a:pt x="6936150" y="3109058"/>
                  </a:lnTo>
                  <a:lnTo>
                    <a:pt x="6935093" y="3109058"/>
                  </a:lnTo>
                  <a:lnTo>
                    <a:pt x="6934035" y="3109058"/>
                  </a:lnTo>
                  <a:lnTo>
                    <a:pt x="6932977" y="3109058"/>
                  </a:lnTo>
                  <a:lnTo>
                    <a:pt x="6931919" y="3109058"/>
                  </a:lnTo>
                  <a:lnTo>
                    <a:pt x="6930861" y="3109058"/>
                  </a:lnTo>
                  <a:lnTo>
                    <a:pt x="6929803" y="3109058"/>
                  </a:lnTo>
                  <a:lnTo>
                    <a:pt x="6928745" y="3109058"/>
                  </a:lnTo>
                  <a:lnTo>
                    <a:pt x="6927688" y="3109058"/>
                  </a:lnTo>
                  <a:lnTo>
                    <a:pt x="6926630" y="3109058"/>
                  </a:lnTo>
                  <a:lnTo>
                    <a:pt x="6925572" y="3109058"/>
                  </a:lnTo>
                  <a:lnTo>
                    <a:pt x="6924514" y="3109058"/>
                  </a:lnTo>
                  <a:lnTo>
                    <a:pt x="6923456" y="3109058"/>
                  </a:lnTo>
                  <a:lnTo>
                    <a:pt x="6922398" y="3109058"/>
                  </a:lnTo>
                  <a:lnTo>
                    <a:pt x="6921341" y="3109058"/>
                  </a:lnTo>
                  <a:lnTo>
                    <a:pt x="6920283" y="3109058"/>
                  </a:lnTo>
                  <a:lnTo>
                    <a:pt x="6919225" y="3109058"/>
                  </a:lnTo>
                  <a:lnTo>
                    <a:pt x="6918167" y="3109058"/>
                  </a:lnTo>
                  <a:lnTo>
                    <a:pt x="6917109" y="3109058"/>
                  </a:lnTo>
                  <a:lnTo>
                    <a:pt x="6916051" y="3109058"/>
                  </a:lnTo>
                  <a:lnTo>
                    <a:pt x="6914994" y="3109058"/>
                  </a:lnTo>
                  <a:lnTo>
                    <a:pt x="6913936" y="3109058"/>
                  </a:lnTo>
                  <a:lnTo>
                    <a:pt x="6912878" y="3109058"/>
                  </a:lnTo>
                  <a:lnTo>
                    <a:pt x="6911820" y="3109058"/>
                  </a:lnTo>
                  <a:lnTo>
                    <a:pt x="6910762" y="3109058"/>
                  </a:lnTo>
                  <a:lnTo>
                    <a:pt x="6909704" y="3109058"/>
                  </a:lnTo>
                  <a:lnTo>
                    <a:pt x="6908647" y="3109058"/>
                  </a:lnTo>
                  <a:lnTo>
                    <a:pt x="6907589" y="3109058"/>
                  </a:lnTo>
                  <a:lnTo>
                    <a:pt x="6906531" y="3109058"/>
                  </a:lnTo>
                  <a:lnTo>
                    <a:pt x="6905473" y="3109058"/>
                  </a:lnTo>
                  <a:lnTo>
                    <a:pt x="6904415" y="3109058"/>
                  </a:lnTo>
                  <a:lnTo>
                    <a:pt x="6903357" y="3109058"/>
                  </a:lnTo>
                  <a:lnTo>
                    <a:pt x="6902299" y="3109058"/>
                  </a:lnTo>
                  <a:lnTo>
                    <a:pt x="6901242" y="3109058"/>
                  </a:lnTo>
                  <a:lnTo>
                    <a:pt x="6900184" y="3109058"/>
                  </a:lnTo>
                  <a:lnTo>
                    <a:pt x="6899126" y="3109058"/>
                  </a:lnTo>
                  <a:lnTo>
                    <a:pt x="6898068" y="3109058"/>
                  </a:lnTo>
                  <a:lnTo>
                    <a:pt x="6897010" y="3109058"/>
                  </a:lnTo>
                  <a:lnTo>
                    <a:pt x="6895952" y="3109058"/>
                  </a:lnTo>
                  <a:lnTo>
                    <a:pt x="6894895" y="3109058"/>
                  </a:lnTo>
                  <a:lnTo>
                    <a:pt x="6893837" y="3109058"/>
                  </a:lnTo>
                  <a:lnTo>
                    <a:pt x="6892779" y="3109058"/>
                  </a:lnTo>
                  <a:lnTo>
                    <a:pt x="6891721" y="3109058"/>
                  </a:lnTo>
                  <a:lnTo>
                    <a:pt x="6890663" y="3109058"/>
                  </a:lnTo>
                  <a:lnTo>
                    <a:pt x="6889605" y="3109058"/>
                  </a:lnTo>
                  <a:lnTo>
                    <a:pt x="6888548" y="3109058"/>
                  </a:lnTo>
                  <a:lnTo>
                    <a:pt x="6887490" y="3109058"/>
                  </a:lnTo>
                  <a:lnTo>
                    <a:pt x="6886432" y="3109058"/>
                  </a:lnTo>
                  <a:lnTo>
                    <a:pt x="6885374" y="3109058"/>
                  </a:lnTo>
                  <a:lnTo>
                    <a:pt x="6884316" y="3109058"/>
                  </a:lnTo>
                  <a:lnTo>
                    <a:pt x="6883258" y="3109058"/>
                  </a:lnTo>
                  <a:lnTo>
                    <a:pt x="6882201" y="3109058"/>
                  </a:lnTo>
                  <a:lnTo>
                    <a:pt x="6881143" y="3109058"/>
                  </a:lnTo>
                  <a:lnTo>
                    <a:pt x="6880085" y="3109058"/>
                  </a:lnTo>
                  <a:lnTo>
                    <a:pt x="6879027" y="3109058"/>
                  </a:lnTo>
                  <a:lnTo>
                    <a:pt x="6877969" y="3109058"/>
                  </a:lnTo>
                  <a:lnTo>
                    <a:pt x="6876911" y="3109058"/>
                  </a:lnTo>
                  <a:lnTo>
                    <a:pt x="6875853" y="3109058"/>
                  </a:lnTo>
                  <a:lnTo>
                    <a:pt x="6874796" y="3109058"/>
                  </a:lnTo>
                  <a:lnTo>
                    <a:pt x="6873738" y="3109058"/>
                  </a:lnTo>
                  <a:lnTo>
                    <a:pt x="6872680" y="3109058"/>
                  </a:lnTo>
                  <a:lnTo>
                    <a:pt x="6871622" y="3109058"/>
                  </a:lnTo>
                  <a:lnTo>
                    <a:pt x="6870564" y="3109058"/>
                  </a:lnTo>
                  <a:lnTo>
                    <a:pt x="6869506" y="3109058"/>
                  </a:lnTo>
                  <a:lnTo>
                    <a:pt x="6868449" y="3109058"/>
                  </a:lnTo>
                  <a:lnTo>
                    <a:pt x="6867391" y="3109058"/>
                  </a:lnTo>
                  <a:lnTo>
                    <a:pt x="6866333" y="3109058"/>
                  </a:lnTo>
                  <a:lnTo>
                    <a:pt x="6865275" y="3109058"/>
                  </a:lnTo>
                  <a:lnTo>
                    <a:pt x="6864217" y="3109058"/>
                  </a:lnTo>
                  <a:lnTo>
                    <a:pt x="6863159" y="3109058"/>
                  </a:lnTo>
                  <a:lnTo>
                    <a:pt x="6862102" y="3109058"/>
                  </a:lnTo>
                  <a:lnTo>
                    <a:pt x="6861044" y="3109058"/>
                  </a:lnTo>
                  <a:lnTo>
                    <a:pt x="6859986" y="3109058"/>
                  </a:lnTo>
                  <a:lnTo>
                    <a:pt x="6858928" y="3109058"/>
                  </a:lnTo>
                  <a:lnTo>
                    <a:pt x="6857870" y="3109058"/>
                  </a:lnTo>
                  <a:lnTo>
                    <a:pt x="6856812" y="3109058"/>
                  </a:lnTo>
                  <a:lnTo>
                    <a:pt x="6855755" y="3109058"/>
                  </a:lnTo>
                  <a:lnTo>
                    <a:pt x="6854697" y="3109058"/>
                  </a:lnTo>
                  <a:lnTo>
                    <a:pt x="6853639" y="3109058"/>
                  </a:lnTo>
                  <a:lnTo>
                    <a:pt x="6852581" y="3109058"/>
                  </a:lnTo>
                  <a:lnTo>
                    <a:pt x="6851523" y="3109058"/>
                  </a:lnTo>
                  <a:lnTo>
                    <a:pt x="6850465" y="3109058"/>
                  </a:lnTo>
                  <a:lnTo>
                    <a:pt x="6849407" y="3109058"/>
                  </a:lnTo>
                  <a:lnTo>
                    <a:pt x="6848350" y="3109058"/>
                  </a:lnTo>
                  <a:lnTo>
                    <a:pt x="6847292" y="3109058"/>
                  </a:lnTo>
                  <a:lnTo>
                    <a:pt x="6846234" y="3109058"/>
                  </a:lnTo>
                  <a:lnTo>
                    <a:pt x="6845176" y="3109058"/>
                  </a:lnTo>
                  <a:lnTo>
                    <a:pt x="6844118" y="3109058"/>
                  </a:lnTo>
                  <a:lnTo>
                    <a:pt x="6843060" y="3109058"/>
                  </a:lnTo>
                  <a:lnTo>
                    <a:pt x="6842003" y="3109058"/>
                  </a:lnTo>
                  <a:lnTo>
                    <a:pt x="6840945" y="3109058"/>
                  </a:lnTo>
                  <a:lnTo>
                    <a:pt x="6839887" y="3109058"/>
                  </a:lnTo>
                  <a:lnTo>
                    <a:pt x="6838829" y="3109058"/>
                  </a:lnTo>
                  <a:lnTo>
                    <a:pt x="6837771" y="3109058"/>
                  </a:lnTo>
                  <a:lnTo>
                    <a:pt x="6836713" y="3109058"/>
                  </a:lnTo>
                  <a:lnTo>
                    <a:pt x="6835656" y="3109058"/>
                  </a:lnTo>
                  <a:lnTo>
                    <a:pt x="6834598" y="3109058"/>
                  </a:lnTo>
                  <a:lnTo>
                    <a:pt x="6833540" y="3109058"/>
                  </a:lnTo>
                  <a:lnTo>
                    <a:pt x="6832482" y="3109058"/>
                  </a:lnTo>
                  <a:lnTo>
                    <a:pt x="6831424" y="3109058"/>
                  </a:lnTo>
                  <a:lnTo>
                    <a:pt x="6830366" y="3109058"/>
                  </a:lnTo>
                  <a:lnTo>
                    <a:pt x="6829309" y="3109058"/>
                  </a:lnTo>
                  <a:lnTo>
                    <a:pt x="6828251" y="3109058"/>
                  </a:lnTo>
                  <a:lnTo>
                    <a:pt x="6827193" y="3109058"/>
                  </a:lnTo>
                  <a:lnTo>
                    <a:pt x="6826135" y="3109058"/>
                  </a:lnTo>
                  <a:lnTo>
                    <a:pt x="6825077" y="3109058"/>
                  </a:lnTo>
                  <a:lnTo>
                    <a:pt x="6824019" y="3109058"/>
                  </a:lnTo>
                  <a:lnTo>
                    <a:pt x="6822961" y="3109058"/>
                  </a:lnTo>
                  <a:lnTo>
                    <a:pt x="6821904" y="3109058"/>
                  </a:lnTo>
                  <a:lnTo>
                    <a:pt x="6820846" y="3109058"/>
                  </a:lnTo>
                  <a:lnTo>
                    <a:pt x="6819788" y="3109058"/>
                  </a:lnTo>
                  <a:lnTo>
                    <a:pt x="6818730" y="3109058"/>
                  </a:lnTo>
                  <a:lnTo>
                    <a:pt x="6817672" y="3109058"/>
                  </a:lnTo>
                  <a:lnTo>
                    <a:pt x="6816614" y="3109058"/>
                  </a:lnTo>
                  <a:lnTo>
                    <a:pt x="6815557" y="3109058"/>
                  </a:lnTo>
                  <a:lnTo>
                    <a:pt x="6814499" y="3109058"/>
                  </a:lnTo>
                  <a:lnTo>
                    <a:pt x="6813441" y="3109058"/>
                  </a:lnTo>
                  <a:lnTo>
                    <a:pt x="6812383" y="3109058"/>
                  </a:lnTo>
                  <a:lnTo>
                    <a:pt x="6811325" y="3109058"/>
                  </a:lnTo>
                  <a:lnTo>
                    <a:pt x="6810267" y="3109058"/>
                  </a:lnTo>
                  <a:lnTo>
                    <a:pt x="6809210" y="3109058"/>
                  </a:lnTo>
                  <a:lnTo>
                    <a:pt x="6808152" y="3109058"/>
                  </a:lnTo>
                  <a:lnTo>
                    <a:pt x="6807094" y="3109058"/>
                  </a:lnTo>
                  <a:lnTo>
                    <a:pt x="6806036" y="3109058"/>
                  </a:lnTo>
                  <a:lnTo>
                    <a:pt x="6804978" y="3109058"/>
                  </a:lnTo>
                  <a:lnTo>
                    <a:pt x="6803920" y="3109058"/>
                  </a:lnTo>
                  <a:lnTo>
                    <a:pt x="6802863" y="3109058"/>
                  </a:lnTo>
                  <a:lnTo>
                    <a:pt x="6801805" y="3109058"/>
                  </a:lnTo>
                  <a:lnTo>
                    <a:pt x="6800747" y="3109058"/>
                  </a:lnTo>
                  <a:lnTo>
                    <a:pt x="6799689" y="3109058"/>
                  </a:lnTo>
                  <a:lnTo>
                    <a:pt x="6798631" y="3109058"/>
                  </a:lnTo>
                  <a:lnTo>
                    <a:pt x="6797573" y="3109058"/>
                  </a:lnTo>
                  <a:lnTo>
                    <a:pt x="6796515" y="3109058"/>
                  </a:lnTo>
                  <a:lnTo>
                    <a:pt x="6795458" y="3109058"/>
                  </a:lnTo>
                  <a:lnTo>
                    <a:pt x="6794400" y="3109058"/>
                  </a:lnTo>
                  <a:lnTo>
                    <a:pt x="6793342" y="3109058"/>
                  </a:lnTo>
                  <a:lnTo>
                    <a:pt x="6792284" y="3109058"/>
                  </a:lnTo>
                  <a:lnTo>
                    <a:pt x="6791226" y="3109058"/>
                  </a:lnTo>
                  <a:lnTo>
                    <a:pt x="6790168" y="3109058"/>
                  </a:lnTo>
                  <a:lnTo>
                    <a:pt x="6789111" y="3109058"/>
                  </a:lnTo>
                  <a:lnTo>
                    <a:pt x="6788053" y="3109058"/>
                  </a:lnTo>
                  <a:lnTo>
                    <a:pt x="6786995" y="3109058"/>
                  </a:lnTo>
                  <a:lnTo>
                    <a:pt x="6785937" y="3109058"/>
                  </a:lnTo>
                  <a:lnTo>
                    <a:pt x="6784879" y="3109058"/>
                  </a:lnTo>
                  <a:lnTo>
                    <a:pt x="6783821" y="3109058"/>
                  </a:lnTo>
                  <a:lnTo>
                    <a:pt x="6782764" y="3109058"/>
                  </a:lnTo>
                  <a:lnTo>
                    <a:pt x="6781706" y="3109058"/>
                  </a:lnTo>
                  <a:lnTo>
                    <a:pt x="6780648" y="3109058"/>
                  </a:lnTo>
                  <a:lnTo>
                    <a:pt x="6779590" y="3109058"/>
                  </a:lnTo>
                  <a:lnTo>
                    <a:pt x="6778532" y="3109058"/>
                  </a:lnTo>
                  <a:lnTo>
                    <a:pt x="6777474" y="3109058"/>
                  </a:lnTo>
                  <a:lnTo>
                    <a:pt x="6776417" y="3109058"/>
                  </a:lnTo>
                  <a:lnTo>
                    <a:pt x="6775359" y="3109058"/>
                  </a:lnTo>
                  <a:lnTo>
                    <a:pt x="6774301" y="3109058"/>
                  </a:lnTo>
                  <a:lnTo>
                    <a:pt x="6773243" y="3109058"/>
                  </a:lnTo>
                  <a:lnTo>
                    <a:pt x="6772185" y="3109058"/>
                  </a:lnTo>
                  <a:lnTo>
                    <a:pt x="6771127" y="3109058"/>
                  </a:lnTo>
                  <a:lnTo>
                    <a:pt x="6770069" y="3109058"/>
                  </a:lnTo>
                  <a:lnTo>
                    <a:pt x="6769012" y="3109058"/>
                  </a:lnTo>
                  <a:lnTo>
                    <a:pt x="6767954" y="3109058"/>
                  </a:lnTo>
                  <a:lnTo>
                    <a:pt x="6766896" y="3109058"/>
                  </a:lnTo>
                  <a:lnTo>
                    <a:pt x="6765838" y="3109058"/>
                  </a:lnTo>
                  <a:lnTo>
                    <a:pt x="6764780" y="3109058"/>
                  </a:lnTo>
                  <a:lnTo>
                    <a:pt x="6763722" y="3109058"/>
                  </a:lnTo>
                  <a:lnTo>
                    <a:pt x="6762665" y="3109058"/>
                  </a:lnTo>
                  <a:lnTo>
                    <a:pt x="6761607" y="3109058"/>
                  </a:lnTo>
                  <a:lnTo>
                    <a:pt x="6760549" y="3109058"/>
                  </a:lnTo>
                  <a:lnTo>
                    <a:pt x="6759491" y="3109058"/>
                  </a:lnTo>
                  <a:lnTo>
                    <a:pt x="6758433" y="3109058"/>
                  </a:lnTo>
                  <a:lnTo>
                    <a:pt x="6757375" y="3109058"/>
                  </a:lnTo>
                  <a:lnTo>
                    <a:pt x="6756318" y="3109058"/>
                  </a:lnTo>
                  <a:lnTo>
                    <a:pt x="6755260" y="3109058"/>
                  </a:lnTo>
                  <a:lnTo>
                    <a:pt x="6754202" y="3109058"/>
                  </a:lnTo>
                  <a:lnTo>
                    <a:pt x="6753144" y="3109058"/>
                  </a:lnTo>
                  <a:lnTo>
                    <a:pt x="6752086" y="3109058"/>
                  </a:lnTo>
                  <a:lnTo>
                    <a:pt x="6751028" y="3109058"/>
                  </a:lnTo>
                  <a:lnTo>
                    <a:pt x="6749971" y="3109058"/>
                  </a:lnTo>
                  <a:lnTo>
                    <a:pt x="6748913" y="3109058"/>
                  </a:lnTo>
                  <a:lnTo>
                    <a:pt x="6747855" y="3109058"/>
                  </a:lnTo>
                  <a:lnTo>
                    <a:pt x="6746797" y="3109058"/>
                  </a:lnTo>
                  <a:lnTo>
                    <a:pt x="6745739" y="3109058"/>
                  </a:lnTo>
                  <a:lnTo>
                    <a:pt x="6744681" y="3109058"/>
                  </a:lnTo>
                  <a:lnTo>
                    <a:pt x="6743623" y="3109058"/>
                  </a:lnTo>
                  <a:lnTo>
                    <a:pt x="6742566" y="3109058"/>
                  </a:lnTo>
                  <a:lnTo>
                    <a:pt x="6741508" y="3109058"/>
                  </a:lnTo>
                  <a:lnTo>
                    <a:pt x="6740450" y="3109058"/>
                  </a:lnTo>
                  <a:lnTo>
                    <a:pt x="6739392" y="3109058"/>
                  </a:lnTo>
                  <a:lnTo>
                    <a:pt x="6738334" y="3109058"/>
                  </a:lnTo>
                  <a:lnTo>
                    <a:pt x="6737276" y="3109058"/>
                  </a:lnTo>
                  <a:lnTo>
                    <a:pt x="6736219" y="3109058"/>
                  </a:lnTo>
                  <a:lnTo>
                    <a:pt x="6735161" y="3109058"/>
                  </a:lnTo>
                  <a:lnTo>
                    <a:pt x="6734103" y="3109058"/>
                  </a:lnTo>
                  <a:lnTo>
                    <a:pt x="6733045" y="3109058"/>
                  </a:lnTo>
                  <a:lnTo>
                    <a:pt x="6731987" y="3109058"/>
                  </a:lnTo>
                  <a:lnTo>
                    <a:pt x="6730929" y="3109058"/>
                  </a:lnTo>
                  <a:lnTo>
                    <a:pt x="6729872" y="3109058"/>
                  </a:lnTo>
                  <a:lnTo>
                    <a:pt x="6728814" y="3109058"/>
                  </a:lnTo>
                  <a:lnTo>
                    <a:pt x="6727756" y="3109058"/>
                  </a:lnTo>
                  <a:lnTo>
                    <a:pt x="6726698" y="3109058"/>
                  </a:lnTo>
                  <a:lnTo>
                    <a:pt x="6725640" y="3109058"/>
                  </a:lnTo>
                  <a:lnTo>
                    <a:pt x="6724582" y="3109058"/>
                  </a:lnTo>
                  <a:lnTo>
                    <a:pt x="6723525" y="3109058"/>
                  </a:lnTo>
                  <a:lnTo>
                    <a:pt x="6722467" y="3109058"/>
                  </a:lnTo>
                  <a:lnTo>
                    <a:pt x="6721409" y="3109058"/>
                  </a:lnTo>
                  <a:lnTo>
                    <a:pt x="6720351" y="3109058"/>
                  </a:lnTo>
                  <a:lnTo>
                    <a:pt x="6719293" y="3109058"/>
                  </a:lnTo>
                  <a:lnTo>
                    <a:pt x="6718235" y="3109058"/>
                  </a:lnTo>
                  <a:lnTo>
                    <a:pt x="6717177" y="3109058"/>
                  </a:lnTo>
                  <a:lnTo>
                    <a:pt x="6716120" y="3109058"/>
                  </a:lnTo>
                  <a:lnTo>
                    <a:pt x="6715062" y="3109058"/>
                  </a:lnTo>
                  <a:lnTo>
                    <a:pt x="6714004" y="3109058"/>
                  </a:lnTo>
                  <a:lnTo>
                    <a:pt x="6712946" y="3109058"/>
                  </a:lnTo>
                  <a:lnTo>
                    <a:pt x="6711888" y="3109058"/>
                  </a:lnTo>
                  <a:lnTo>
                    <a:pt x="6710830" y="3109058"/>
                  </a:lnTo>
                  <a:lnTo>
                    <a:pt x="6709773" y="3109058"/>
                  </a:lnTo>
                  <a:lnTo>
                    <a:pt x="6708715" y="3109058"/>
                  </a:lnTo>
                  <a:lnTo>
                    <a:pt x="6707657" y="3109058"/>
                  </a:lnTo>
                  <a:lnTo>
                    <a:pt x="6706599" y="3109058"/>
                  </a:lnTo>
                  <a:lnTo>
                    <a:pt x="6705541" y="3109058"/>
                  </a:lnTo>
                  <a:lnTo>
                    <a:pt x="6704483" y="3109058"/>
                  </a:lnTo>
                  <a:lnTo>
                    <a:pt x="6703426" y="3109058"/>
                  </a:lnTo>
                  <a:lnTo>
                    <a:pt x="6702368" y="3109058"/>
                  </a:lnTo>
                  <a:lnTo>
                    <a:pt x="6701310" y="3109058"/>
                  </a:lnTo>
                  <a:lnTo>
                    <a:pt x="6700252" y="3109058"/>
                  </a:lnTo>
                  <a:lnTo>
                    <a:pt x="6699194" y="3109058"/>
                  </a:lnTo>
                  <a:lnTo>
                    <a:pt x="6698136" y="3109058"/>
                  </a:lnTo>
                  <a:lnTo>
                    <a:pt x="6697079" y="3109058"/>
                  </a:lnTo>
                  <a:lnTo>
                    <a:pt x="6696021" y="3109058"/>
                  </a:lnTo>
                  <a:lnTo>
                    <a:pt x="6694963" y="3109058"/>
                  </a:lnTo>
                  <a:lnTo>
                    <a:pt x="6693905" y="3109058"/>
                  </a:lnTo>
                  <a:lnTo>
                    <a:pt x="6692847" y="3109058"/>
                  </a:lnTo>
                  <a:lnTo>
                    <a:pt x="6691789" y="3109058"/>
                  </a:lnTo>
                  <a:lnTo>
                    <a:pt x="6690731" y="3109058"/>
                  </a:lnTo>
                  <a:lnTo>
                    <a:pt x="6689674" y="3109058"/>
                  </a:lnTo>
                  <a:lnTo>
                    <a:pt x="6688616" y="3109058"/>
                  </a:lnTo>
                  <a:lnTo>
                    <a:pt x="6687558" y="3109058"/>
                  </a:lnTo>
                  <a:lnTo>
                    <a:pt x="6686500" y="3109058"/>
                  </a:lnTo>
                  <a:lnTo>
                    <a:pt x="6685442" y="3109058"/>
                  </a:lnTo>
                  <a:lnTo>
                    <a:pt x="6684384" y="3109058"/>
                  </a:lnTo>
                  <a:lnTo>
                    <a:pt x="6683327" y="3109058"/>
                  </a:lnTo>
                  <a:lnTo>
                    <a:pt x="6682269" y="3109058"/>
                  </a:lnTo>
                  <a:lnTo>
                    <a:pt x="6681211" y="3109058"/>
                  </a:lnTo>
                  <a:lnTo>
                    <a:pt x="6680153" y="3109058"/>
                  </a:lnTo>
                  <a:lnTo>
                    <a:pt x="6679095" y="3109058"/>
                  </a:lnTo>
                  <a:lnTo>
                    <a:pt x="6678037" y="3109058"/>
                  </a:lnTo>
                  <a:lnTo>
                    <a:pt x="6676980" y="3109058"/>
                  </a:lnTo>
                  <a:lnTo>
                    <a:pt x="6675922" y="3109058"/>
                  </a:lnTo>
                  <a:lnTo>
                    <a:pt x="6674864" y="3109058"/>
                  </a:lnTo>
                  <a:lnTo>
                    <a:pt x="6673806" y="3109058"/>
                  </a:lnTo>
                  <a:lnTo>
                    <a:pt x="6672748" y="3109058"/>
                  </a:lnTo>
                  <a:lnTo>
                    <a:pt x="6671690" y="3109058"/>
                  </a:lnTo>
                  <a:lnTo>
                    <a:pt x="6670633" y="3109058"/>
                  </a:lnTo>
                  <a:lnTo>
                    <a:pt x="6669575" y="3109058"/>
                  </a:lnTo>
                  <a:lnTo>
                    <a:pt x="6668517" y="3109058"/>
                  </a:lnTo>
                  <a:lnTo>
                    <a:pt x="6667459" y="3109058"/>
                  </a:lnTo>
                  <a:lnTo>
                    <a:pt x="6666401" y="3109058"/>
                  </a:lnTo>
                  <a:lnTo>
                    <a:pt x="6665343" y="3109058"/>
                  </a:lnTo>
                  <a:lnTo>
                    <a:pt x="6664285" y="3109058"/>
                  </a:lnTo>
                  <a:lnTo>
                    <a:pt x="6663228" y="3109058"/>
                  </a:lnTo>
                  <a:lnTo>
                    <a:pt x="6662170" y="3109058"/>
                  </a:lnTo>
                  <a:lnTo>
                    <a:pt x="6661112" y="3109058"/>
                  </a:lnTo>
                  <a:lnTo>
                    <a:pt x="6660054" y="3109058"/>
                  </a:lnTo>
                  <a:lnTo>
                    <a:pt x="6658996" y="3109058"/>
                  </a:lnTo>
                  <a:lnTo>
                    <a:pt x="6657938" y="3109058"/>
                  </a:lnTo>
                  <a:lnTo>
                    <a:pt x="6656881" y="3109058"/>
                  </a:lnTo>
                  <a:lnTo>
                    <a:pt x="6655823" y="3109058"/>
                  </a:lnTo>
                  <a:lnTo>
                    <a:pt x="6654765" y="3109058"/>
                  </a:lnTo>
                  <a:lnTo>
                    <a:pt x="6653707" y="3109058"/>
                  </a:lnTo>
                  <a:lnTo>
                    <a:pt x="6652649" y="3109058"/>
                  </a:lnTo>
                  <a:lnTo>
                    <a:pt x="6651591" y="3109058"/>
                  </a:lnTo>
                  <a:lnTo>
                    <a:pt x="6650534" y="3109058"/>
                  </a:lnTo>
                  <a:lnTo>
                    <a:pt x="6649476" y="3109058"/>
                  </a:lnTo>
                  <a:lnTo>
                    <a:pt x="6648418" y="3109058"/>
                  </a:lnTo>
                  <a:lnTo>
                    <a:pt x="6647360" y="3109058"/>
                  </a:lnTo>
                  <a:lnTo>
                    <a:pt x="6646302" y="3109058"/>
                  </a:lnTo>
                  <a:lnTo>
                    <a:pt x="6645244" y="3109058"/>
                  </a:lnTo>
                  <a:lnTo>
                    <a:pt x="6644187" y="3109058"/>
                  </a:lnTo>
                  <a:lnTo>
                    <a:pt x="6643129" y="3109058"/>
                  </a:lnTo>
                  <a:lnTo>
                    <a:pt x="6642071" y="3109058"/>
                  </a:lnTo>
                  <a:lnTo>
                    <a:pt x="6641013" y="3109058"/>
                  </a:lnTo>
                  <a:lnTo>
                    <a:pt x="6639955" y="3109058"/>
                  </a:lnTo>
                  <a:lnTo>
                    <a:pt x="6638897" y="3109058"/>
                  </a:lnTo>
                  <a:lnTo>
                    <a:pt x="6637839" y="3109058"/>
                  </a:lnTo>
                  <a:lnTo>
                    <a:pt x="6636782" y="3109058"/>
                  </a:lnTo>
                  <a:lnTo>
                    <a:pt x="6635724" y="3109058"/>
                  </a:lnTo>
                  <a:lnTo>
                    <a:pt x="6634666" y="3109058"/>
                  </a:lnTo>
                  <a:lnTo>
                    <a:pt x="6633608" y="3109058"/>
                  </a:lnTo>
                  <a:lnTo>
                    <a:pt x="6632550" y="3109058"/>
                  </a:lnTo>
                  <a:lnTo>
                    <a:pt x="6631492" y="3109058"/>
                  </a:lnTo>
                  <a:lnTo>
                    <a:pt x="6630435" y="3109058"/>
                  </a:lnTo>
                  <a:lnTo>
                    <a:pt x="6629377" y="3109058"/>
                  </a:lnTo>
                  <a:lnTo>
                    <a:pt x="6628319" y="3109058"/>
                  </a:lnTo>
                  <a:lnTo>
                    <a:pt x="6627261" y="3109058"/>
                  </a:lnTo>
                  <a:lnTo>
                    <a:pt x="6626203" y="3109058"/>
                  </a:lnTo>
                  <a:lnTo>
                    <a:pt x="6625145" y="3109058"/>
                  </a:lnTo>
                  <a:lnTo>
                    <a:pt x="6624088" y="3109058"/>
                  </a:lnTo>
                  <a:lnTo>
                    <a:pt x="6623030" y="3109058"/>
                  </a:lnTo>
                  <a:lnTo>
                    <a:pt x="6621972" y="3109058"/>
                  </a:lnTo>
                  <a:lnTo>
                    <a:pt x="6620914" y="3109058"/>
                  </a:lnTo>
                  <a:lnTo>
                    <a:pt x="6619856" y="3109058"/>
                  </a:lnTo>
                  <a:lnTo>
                    <a:pt x="6618798" y="3109058"/>
                  </a:lnTo>
                  <a:lnTo>
                    <a:pt x="6617741" y="3109058"/>
                  </a:lnTo>
                  <a:lnTo>
                    <a:pt x="6616683" y="3109058"/>
                  </a:lnTo>
                  <a:lnTo>
                    <a:pt x="6615625" y="3109058"/>
                  </a:lnTo>
                  <a:lnTo>
                    <a:pt x="6614567" y="3109058"/>
                  </a:lnTo>
                  <a:lnTo>
                    <a:pt x="6613509" y="3109058"/>
                  </a:lnTo>
                  <a:lnTo>
                    <a:pt x="6612451" y="3109058"/>
                  </a:lnTo>
                  <a:lnTo>
                    <a:pt x="6611393" y="3109058"/>
                  </a:lnTo>
                  <a:lnTo>
                    <a:pt x="6610336" y="3109058"/>
                  </a:lnTo>
                  <a:lnTo>
                    <a:pt x="6609278" y="3109058"/>
                  </a:lnTo>
                  <a:lnTo>
                    <a:pt x="6608220" y="3109058"/>
                  </a:lnTo>
                  <a:lnTo>
                    <a:pt x="6607162" y="3109058"/>
                  </a:lnTo>
                  <a:lnTo>
                    <a:pt x="6606104" y="3109058"/>
                  </a:lnTo>
                  <a:lnTo>
                    <a:pt x="6605046" y="3109058"/>
                  </a:lnTo>
                  <a:lnTo>
                    <a:pt x="6603989" y="3109058"/>
                  </a:lnTo>
                  <a:lnTo>
                    <a:pt x="6602931" y="3109058"/>
                  </a:lnTo>
                  <a:lnTo>
                    <a:pt x="6601873" y="3109058"/>
                  </a:lnTo>
                  <a:lnTo>
                    <a:pt x="6600815" y="3109058"/>
                  </a:lnTo>
                  <a:lnTo>
                    <a:pt x="6599757" y="3109058"/>
                  </a:lnTo>
                  <a:lnTo>
                    <a:pt x="6598699" y="3109058"/>
                  </a:lnTo>
                  <a:lnTo>
                    <a:pt x="6597642" y="3109058"/>
                  </a:lnTo>
                  <a:lnTo>
                    <a:pt x="6596584" y="3109058"/>
                  </a:lnTo>
                  <a:lnTo>
                    <a:pt x="6595526" y="3109058"/>
                  </a:lnTo>
                  <a:lnTo>
                    <a:pt x="6594468" y="3109058"/>
                  </a:lnTo>
                  <a:lnTo>
                    <a:pt x="6593410" y="3109058"/>
                  </a:lnTo>
                  <a:lnTo>
                    <a:pt x="6592352" y="3109058"/>
                  </a:lnTo>
                  <a:lnTo>
                    <a:pt x="6591295" y="3109058"/>
                  </a:lnTo>
                  <a:lnTo>
                    <a:pt x="6590237" y="3109058"/>
                  </a:lnTo>
                  <a:lnTo>
                    <a:pt x="6589179" y="3109058"/>
                  </a:lnTo>
                  <a:lnTo>
                    <a:pt x="6588121" y="3109058"/>
                  </a:lnTo>
                  <a:lnTo>
                    <a:pt x="6587063" y="3109058"/>
                  </a:lnTo>
                  <a:lnTo>
                    <a:pt x="6586005" y="3109058"/>
                  </a:lnTo>
                  <a:lnTo>
                    <a:pt x="6584947" y="3109058"/>
                  </a:lnTo>
                  <a:lnTo>
                    <a:pt x="6583890" y="3109058"/>
                  </a:lnTo>
                  <a:lnTo>
                    <a:pt x="6582832" y="3109058"/>
                  </a:lnTo>
                  <a:lnTo>
                    <a:pt x="6581774" y="3109058"/>
                  </a:lnTo>
                  <a:lnTo>
                    <a:pt x="6580716" y="3109058"/>
                  </a:lnTo>
                  <a:lnTo>
                    <a:pt x="6579658" y="3109058"/>
                  </a:lnTo>
                  <a:lnTo>
                    <a:pt x="6578600" y="3109058"/>
                  </a:lnTo>
                  <a:lnTo>
                    <a:pt x="6577543" y="3109058"/>
                  </a:lnTo>
                  <a:lnTo>
                    <a:pt x="6576485" y="3109058"/>
                  </a:lnTo>
                  <a:lnTo>
                    <a:pt x="6575427" y="3109058"/>
                  </a:lnTo>
                  <a:lnTo>
                    <a:pt x="6574369" y="3109058"/>
                  </a:lnTo>
                  <a:lnTo>
                    <a:pt x="6573311" y="3109058"/>
                  </a:lnTo>
                  <a:lnTo>
                    <a:pt x="6572253" y="3109058"/>
                  </a:lnTo>
                  <a:lnTo>
                    <a:pt x="6571196" y="3109058"/>
                  </a:lnTo>
                  <a:lnTo>
                    <a:pt x="6570138" y="3109058"/>
                  </a:lnTo>
                  <a:lnTo>
                    <a:pt x="6569080" y="3109058"/>
                  </a:lnTo>
                  <a:lnTo>
                    <a:pt x="6568022" y="3109058"/>
                  </a:lnTo>
                  <a:lnTo>
                    <a:pt x="6566964" y="3109058"/>
                  </a:lnTo>
                  <a:lnTo>
                    <a:pt x="6565906" y="3109058"/>
                  </a:lnTo>
                  <a:lnTo>
                    <a:pt x="6564849" y="3109058"/>
                  </a:lnTo>
                  <a:lnTo>
                    <a:pt x="6563791" y="3109058"/>
                  </a:lnTo>
                  <a:lnTo>
                    <a:pt x="6562733" y="3109058"/>
                  </a:lnTo>
                  <a:lnTo>
                    <a:pt x="6561675" y="3109058"/>
                  </a:lnTo>
                  <a:lnTo>
                    <a:pt x="6560617" y="3109058"/>
                  </a:lnTo>
                  <a:lnTo>
                    <a:pt x="6559559" y="3109058"/>
                  </a:lnTo>
                  <a:lnTo>
                    <a:pt x="6558501" y="3109058"/>
                  </a:lnTo>
                  <a:lnTo>
                    <a:pt x="6557444" y="3109058"/>
                  </a:lnTo>
                  <a:lnTo>
                    <a:pt x="6556386" y="3109058"/>
                  </a:lnTo>
                  <a:lnTo>
                    <a:pt x="6555328" y="3109058"/>
                  </a:lnTo>
                  <a:lnTo>
                    <a:pt x="6554270" y="3109058"/>
                  </a:lnTo>
                  <a:lnTo>
                    <a:pt x="6553212" y="3109058"/>
                  </a:lnTo>
                  <a:lnTo>
                    <a:pt x="6552154" y="3109058"/>
                  </a:lnTo>
                  <a:lnTo>
                    <a:pt x="6551097" y="3109058"/>
                  </a:lnTo>
                  <a:lnTo>
                    <a:pt x="6550039" y="3109058"/>
                  </a:lnTo>
                  <a:lnTo>
                    <a:pt x="6548981" y="3109058"/>
                  </a:lnTo>
                  <a:lnTo>
                    <a:pt x="6547923" y="3109058"/>
                  </a:lnTo>
                  <a:lnTo>
                    <a:pt x="6546865" y="3109058"/>
                  </a:lnTo>
                  <a:lnTo>
                    <a:pt x="6545807" y="3109058"/>
                  </a:lnTo>
                  <a:lnTo>
                    <a:pt x="6544750" y="3109058"/>
                  </a:lnTo>
                  <a:lnTo>
                    <a:pt x="6543692" y="3109058"/>
                  </a:lnTo>
                  <a:lnTo>
                    <a:pt x="6542634" y="3109058"/>
                  </a:lnTo>
                  <a:lnTo>
                    <a:pt x="6541576" y="3109058"/>
                  </a:lnTo>
                  <a:lnTo>
                    <a:pt x="6540518" y="3109058"/>
                  </a:lnTo>
                  <a:lnTo>
                    <a:pt x="6539460" y="3109058"/>
                  </a:lnTo>
                  <a:lnTo>
                    <a:pt x="6538403" y="3109058"/>
                  </a:lnTo>
                  <a:lnTo>
                    <a:pt x="6537345" y="3109058"/>
                  </a:lnTo>
                  <a:lnTo>
                    <a:pt x="6536287" y="3109058"/>
                  </a:lnTo>
                  <a:lnTo>
                    <a:pt x="6535229" y="3109058"/>
                  </a:lnTo>
                  <a:lnTo>
                    <a:pt x="6534171" y="3109058"/>
                  </a:lnTo>
                  <a:lnTo>
                    <a:pt x="6533113" y="3109058"/>
                  </a:lnTo>
                  <a:lnTo>
                    <a:pt x="6532055" y="3109058"/>
                  </a:lnTo>
                  <a:lnTo>
                    <a:pt x="6530998" y="3109058"/>
                  </a:lnTo>
                  <a:lnTo>
                    <a:pt x="6529940" y="3109058"/>
                  </a:lnTo>
                  <a:lnTo>
                    <a:pt x="6528882" y="3109058"/>
                  </a:lnTo>
                  <a:lnTo>
                    <a:pt x="6527824" y="3109058"/>
                  </a:lnTo>
                  <a:lnTo>
                    <a:pt x="6526766" y="3109058"/>
                  </a:lnTo>
                  <a:lnTo>
                    <a:pt x="6525708" y="3109058"/>
                  </a:lnTo>
                  <a:lnTo>
                    <a:pt x="6524651" y="3109058"/>
                  </a:lnTo>
                  <a:lnTo>
                    <a:pt x="6523593" y="3109058"/>
                  </a:lnTo>
                  <a:lnTo>
                    <a:pt x="6522535" y="3109058"/>
                  </a:lnTo>
                  <a:lnTo>
                    <a:pt x="6521477" y="3109058"/>
                  </a:lnTo>
                  <a:lnTo>
                    <a:pt x="6520419" y="3109058"/>
                  </a:lnTo>
                  <a:lnTo>
                    <a:pt x="6519361" y="3109058"/>
                  </a:lnTo>
                  <a:lnTo>
                    <a:pt x="6518304" y="3109058"/>
                  </a:lnTo>
                  <a:lnTo>
                    <a:pt x="6517246" y="3109058"/>
                  </a:lnTo>
                  <a:lnTo>
                    <a:pt x="6516188" y="3109058"/>
                  </a:lnTo>
                  <a:lnTo>
                    <a:pt x="6515130" y="3109058"/>
                  </a:lnTo>
                  <a:lnTo>
                    <a:pt x="6514072" y="3109058"/>
                  </a:lnTo>
                  <a:lnTo>
                    <a:pt x="6513014" y="3109058"/>
                  </a:lnTo>
                  <a:lnTo>
                    <a:pt x="6511957" y="3109058"/>
                  </a:lnTo>
                  <a:lnTo>
                    <a:pt x="6510899" y="3109058"/>
                  </a:lnTo>
                  <a:lnTo>
                    <a:pt x="6509841" y="3109058"/>
                  </a:lnTo>
                  <a:lnTo>
                    <a:pt x="6508783" y="3109058"/>
                  </a:lnTo>
                  <a:lnTo>
                    <a:pt x="6507725" y="3109058"/>
                  </a:lnTo>
                  <a:lnTo>
                    <a:pt x="6506667" y="3109058"/>
                  </a:lnTo>
                  <a:lnTo>
                    <a:pt x="6505609" y="3109058"/>
                  </a:lnTo>
                  <a:lnTo>
                    <a:pt x="6504552" y="3109058"/>
                  </a:lnTo>
                  <a:lnTo>
                    <a:pt x="6503494" y="3109058"/>
                  </a:lnTo>
                  <a:lnTo>
                    <a:pt x="6502436" y="3109058"/>
                  </a:lnTo>
                  <a:lnTo>
                    <a:pt x="6501378" y="3109058"/>
                  </a:lnTo>
                  <a:lnTo>
                    <a:pt x="6500320" y="3109058"/>
                  </a:lnTo>
                  <a:lnTo>
                    <a:pt x="6499262" y="3109058"/>
                  </a:lnTo>
                  <a:lnTo>
                    <a:pt x="6498205" y="3109058"/>
                  </a:lnTo>
                  <a:lnTo>
                    <a:pt x="6497147" y="3109058"/>
                  </a:lnTo>
                  <a:lnTo>
                    <a:pt x="6496089" y="3109058"/>
                  </a:lnTo>
                  <a:lnTo>
                    <a:pt x="6495031" y="3109058"/>
                  </a:lnTo>
                  <a:lnTo>
                    <a:pt x="6493973" y="3109058"/>
                  </a:lnTo>
                  <a:lnTo>
                    <a:pt x="6492915" y="3109058"/>
                  </a:lnTo>
                  <a:lnTo>
                    <a:pt x="6491858" y="3109058"/>
                  </a:lnTo>
                  <a:lnTo>
                    <a:pt x="6490800" y="3109058"/>
                  </a:lnTo>
                  <a:lnTo>
                    <a:pt x="6489742" y="3109058"/>
                  </a:lnTo>
                  <a:lnTo>
                    <a:pt x="6488684" y="3109058"/>
                  </a:lnTo>
                  <a:lnTo>
                    <a:pt x="6487626" y="3109058"/>
                  </a:lnTo>
                  <a:lnTo>
                    <a:pt x="6486568" y="3109058"/>
                  </a:lnTo>
                  <a:lnTo>
                    <a:pt x="6485511" y="3109058"/>
                  </a:lnTo>
                  <a:lnTo>
                    <a:pt x="6484453" y="3109058"/>
                  </a:lnTo>
                  <a:lnTo>
                    <a:pt x="6483395" y="3109058"/>
                  </a:lnTo>
                  <a:lnTo>
                    <a:pt x="6482337" y="3109058"/>
                  </a:lnTo>
                  <a:lnTo>
                    <a:pt x="6481279" y="3109058"/>
                  </a:lnTo>
                  <a:lnTo>
                    <a:pt x="6480221" y="3109058"/>
                  </a:lnTo>
                  <a:lnTo>
                    <a:pt x="6479163" y="3109058"/>
                  </a:lnTo>
                  <a:lnTo>
                    <a:pt x="6478106" y="3109058"/>
                  </a:lnTo>
                  <a:lnTo>
                    <a:pt x="6477048" y="3109058"/>
                  </a:lnTo>
                  <a:lnTo>
                    <a:pt x="6475990" y="3109058"/>
                  </a:lnTo>
                  <a:lnTo>
                    <a:pt x="6474932" y="3109058"/>
                  </a:lnTo>
                  <a:lnTo>
                    <a:pt x="6473874" y="3109058"/>
                  </a:lnTo>
                  <a:lnTo>
                    <a:pt x="6472816" y="3109058"/>
                  </a:lnTo>
                  <a:lnTo>
                    <a:pt x="6471759" y="3109058"/>
                  </a:lnTo>
                  <a:lnTo>
                    <a:pt x="6470701" y="3109058"/>
                  </a:lnTo>
                  <a:lnTo>
                    <a:pt x="6469643" y="3109058"/>
                  </a:lnTo>
                  <a:lnTo>
                    <a:pt x="6468585" y="3109058"/>
                  </a:lnTo>
                  <a:lnTo>
                    <a:pt x="6467527" y="3109058"/>
                  </a:lnTo>
                  <a:lnTo>
                    <a:pt x="6466469" y="3109058"/>
                  </a:lnTo>
                  <a:lnTo>
                    <a:pt x="6465412" y="3109058"/>
                  </a:lnTo>
                  <a:lnTo>
                    <a:pt x="6464354" y="3109058"/>
                  </a:lnTo>
                  <a:lnTo>
                    <a:pt x="6463296" y="3109058"/>
                  </a:lnTo>
                  <a:lnTo>
                    <a:pt x="6462238" y="3109058"/>
                  </a:lnTo>
                  <a:lnTo>
                    <a:pt x="6461180" y="3109058"/>
                  </a:lnTo>
                  <a:lnTo>
                    <a:pt x="6460122" y="3109058"/>
                  </a:lnTo>
                  <a:lnTo>
                    <a:pt x="6459065" y="3109058"/>
                  </a:lnTo>
                  <a:lnTo>
                    <a:pt x="6458007" y="3109058"/>
                  </a:lnTo>
                  <a:lnTo>
                    <a:pt x="6456949" y="3109058"/>
                  </a:lnTo>
                  <a:lnTo>
                    <a:pt x="6455891" y="3109058"/>
                  </a:lnTo>
                  <a:lnTo>
                    <a:pt x="6454833" y="3109058"/>
                  </a:lnTo>
                  <a:lnTo>
                    <a:pt x="6453775" y="3109058"/>
                  </a:lnTo>
                  <a:lnTo>
                    <a:pt x="6452717" y="3109058"/>
                  </a:lnTo>
                  <a:lnTo>
                    <a:pt x="6451660" y="3109058"/>
                  </a:lnTo>
                  <a:lnTo>
                    <a:pt x="6450602" y="3109058"/>
                  </a:lnTo>
                  <a:lnTo>
                    <a:pt x="6449544" y="3109058"/>
                  </a:lnTo>
                  <a:lnTo>
                    <a:pt x="6448486" y="3109058"/>
                  </a:lnTo>
                  <a:lnTo>
                    <a:pt x="6447428" y="3109058"/>
                  </a:lnTo>
                  <a:lnTo>
                    <a:pt x="6446370" y="3109058"/>
                  </a:lnTo>
                  <a:lnTo>
                    <a:pt x="6445313" y="3109058"/>
                  </a:lnTo>
                  <a:lnTo>
                    <a:pt x="6444255" y="3109058"/>
                  </a:lnTo>
                  <a:lnTo>
                    <a:pt x="6443197" y="3109058"/>
                  </a:lnTo>
                  <a:lnTo>
                    <a:pt x="6442139" y="3109058"/>
                  </a:lnTo>
                  <a:lnTo>
                    <a:pt x="6441081" y="3109058"/>
                  </a:lnTo>
                  <a:lnTo>
                    <a:pt x="6440023" y="3109058"/>
                  </a:lnTo>
                  <a:lnTo>
                    <a:pt x="6438966" y="3109058"/>
                  </a:lnTo>
                  <a:lnTo>
                    <a:pt x="6437908" y="3109058"/>
                  </a:lnTo>
                  <a:lnTo>
                    <a:pt x="6436850" y="3109058"/>
                  </a:lnTo>
                  <a:lnTo>
                    <a:pt x="6435792" y="3109058"/>
                  </a:lnTo>
                  <a:lnTo>
                    <a:pt x="6434734" y="3109058"/>
                  </a:lnTo>
                  <a:lnTo>
                    <a:pt x="6433676" y="3109058"/>
                  </a:lnTo>
                  <a:lnTo>
                    <a:pt x="6432619" y="3109058"/>
                  </a:lnTo>
                  <a:lnTo>
                    <a:pt x="6431561" y="3109058"/>
                  </a:lnTo>
                  <a:lnTo>
                    <a:pt x="6430503" y="3109058"/>
                  </a:lnTo>
                  <a:lnTo>
                    <a:pt x="6429445" y="3109058"/>
                  </a:lnTo>
                  <a:lnTo>
                    <a:pt x="6428387" y="3109058"/>
                  </a:lnTo>
                  <a:lnTo>
                    <a:pt x="6427329" y="3109058"/>
                  </a:lnTo>
                  <a:lnTo>
                    <a:pt x="6426271" y="3109058"/>
                  </a:lnTo>
                  <a:lnTo>
                    <a:pt x="6425214" y="3109058"/>
                  </a:lnTo>
                  <a:lnTo>
                    <a:pt x="6424156" y="3109058"/>
                  </a:lnTo>
                  <a:lnTo>
                    <a:pt x="6423098" y="3109058"/>
                  </a:lnTo>
                  <a:lnTo>
                    <a:pt x="6422040" y="3109058"/>
                  </a:lnTo>
                  <a:lnTo>
                    <a:pt x="6420982" y="3109058"/>
                  </a:lnTo>
                  <a:lnTo>
                    <a:pt x="6419924" y="3109058"/>
                  </a:lnTo>
                  <a:lnTo>
                    <a:pt x="6418867" y="3109058"/>
                  </a:lnTo>
                  <a:lnTo>
                    <a:pt x="6417809" y="3109058"/>
                  </a:lnTo>
                  <a:lnTo>
                    <a:pt x="6416751" y="3109058"/>
                  </a:lnTo>
                  <a:lnTo>
                    <a:pt x="6415693" y="3109058"/>
                  </a:lnTo>
                  <a:lnTo>
                    <a:pt x="6414635" y="3109058"/>
                  </a:lnTo>
                  <a:lnTo>
                    <a:pt x="6413577" y="3109058"/>
                  </a:lnTo>
                  <a:lnTo>
                    <a:pt x="6412520" y="3109058"/>
                  </a:lnTo>
                  <a:lnTo>
                    <a:pt x="6411462" y="3109058"/>
                  </a:lnTo>
                  <a:lnTo>
                    <a:pt x="6410404" y="3109058"/>
                  </a:lnTo>
                  <a:lnTo>
                    <a:pt x="6409346" y="3109058"/>
                  </a:lnTo>
                  <a:lnTo>
                    <a:pt x="6408288" y="3109058"/>
                  </a:lnTo>
                  <a:lnTo>
                    <a:pt x="6407230" y="3109058"/>
                  </a:lnTo>
                  <a:lnTo>
                    <a:pt x="6406173" y="3109058"/>
                  </a:lnTo>
                  <a:lnTo>
                    <a:pt x="6405115" y="3109058"/>
                  </a:lnTo>
                  <a:lnTo>
                    <a:pt x="6404057" y="3109058"/>
                  </a:lnTo>
                  <a:lnTo>
                    <a:pt x="6402999" y="3109058"/>
                  </a:lnTo>
                  <a:lnTo>
                    <a:pt x="6401941" y="3109058"/>
                  </a:lnTo>
                  <a:lnTo>
                    <a:pt x="6400883" y="3109058"/>
                  </a:lnTo>
                  <a:lnTo>
                    <a:pt x="6399825" y="3109058"/>
                  </a:lnTo>
                  <a:lnTo>
                    <a:pt x="6398768" y="3109058"/>
                  </a:lnTo>
                  <a:lnTo>
                    <a:pt x="6397710" y="3109058"/>
                  </a:lnTo>
                  <a:lnTo>
                    <a:pt x="6396652" y="3109058"/>
                  </a:lnTo>
                  <a:lnTo>
                    <a:pt x="6395594" y="3109058"/>
                  </a:lnTo>
                  <a:lnTo>
                    <a:pt x="6394536" y="3109058"/>
                  </a:lnTo>
                  <a:lnTo>
                    <a:pt x="6393478" y="3109058"/>
                  </a:lnTo>
                  <a:lnTo>
                    <a:pt x="6392421" y="3109058"/>
                  </a:lnTo>
                  <a:lnTo>
                    <a:pt x="6391363" y="3109058"/>
                  </a:lnTo>
                  <a:lnTo>
                    <a:pt x="6390305" y="3109058"/>
                  </a:lnTo>
                  <a:lnTo>
                    <a:pt x="6389247" y="3109058"/>
                  </a:lnTo>
                  <a:lnTo>
                    <a:pt x="6388189" y="3109058"/>
                  </a:lnTo>
                  <a:lnTo>
                    <a:pt x="6387131" y="3109058"/>
                  </a:lnTo>
                  <a:lnTo>
                    <a:pt x="6386074" y="3109058"/>
                  </a:lnTo>
                  <a:lnTo>
                    <a:pt x="6385016" y="3109058"/>
                  </a:lnTo>
                  <a:lnTo>
                    <a:pt x="6383958" y="3109058"/>
                  </a:lnTo>
                  <a:lnTo>
                    <a:pt x="6382900" y="3109058"/>
                  </a:lnTo>
                  <a:lnTo>
                    <a:pt x="6381842" y="3109058"/>
                  </a:lnTo>
                  <a:lnTo>
                    <a:pt x="6380784" y="3109058"/>
                  </a:lnTo>
                  <a:lnTo>
                    <a:pt x="6379727" y="3109058"/>
                  </a:lnTo>
                  <a:lnTo>
                    <a:pt x="6378669" y="3109058"/>
                  </a:lnTo>
                  <a:lnTo>
                    <a:pt x="6377611" y="3109058"/>
                  </a:lnTo>
                  <a:lnTo>
                    <a:pt x="6376553" y="3109058"/>
                  </a:lnTo>
                  <a:lnTo>
                    <a:pt x="6375495" y="3109058"/>
                  </a:lnTo>
                  <a:lnTo>
                    <a:pt x="6374437" y="3109058"/>
                  </a:lnTo>
                  <a:lnTo>
                    <a:pt x="6373379" y="3109058"/>
                  </a:lnTo>
                  <a:lnTo>
                    <a:pt x="6372322" y="3109058"/>
                  </a:lnTo>
                  <a:lnTo>
                    <a:pt x="6371264" y="3109058"/>
                  </a:lnTo>
                  <a:lnTo>
                    <a:pt x="6370206" y="3109058"/>
                  </a:lnTo>
                  <a:lnTo>
                    <a:pt x="6369148" y="3109058"/>
                  </a:lnTo>
                  <a:lnTo>
                    <a:pt x="6368090" y="3109058"/>
                  </a:lnTo>
                  <a:lnTo>
                    <a:pt x="6367032" y="3109058"/>
                  </a:lnTo>
                  <a:lnTo>
                    <a:pt x="6365975" y="3109058"/>
                  </a:lnTo>
                  <a:lnTo>
                    <a:pt x="6364917" y="3109058"/>
                  </a:lnTo>
                  <a:lnTo>
                    <a:pt x="6363859" y="3109058"/>
                  </a:lnTo>
                  <a:lnTo>
                    <a:pt x="6362801" y="3109058"/>
                  </a:lnTo>
                  <a:lnTo>
                    <a:pt x="6361743" y="3109058"/>
                  </a:lnTo>
                  <a:lnTo>
                    <a:pt x="6360685" y="3109058"/>
                  </a:lnTo>
                  <a:lnTo>
                    <a:pt x="6359628" y="3109058"/>
                  </a:lnTo>
                  <a:lnTo>
                    <a:pt x="6358570" y="3109058"/>
                  </a:lnTo>
                  <a:lnTo>
                    <a:pt x="6357512" y="3109058"/>
                  </a:lnTo>
                  <a:lnTo>
                    <a:pt x="6356454" y="3109058"/>
                  </a:lnTo>
                  <a:lnTo>
                    <a:pt x="6355396" y="3109058"/>
                  </a:lnTo>
                  <a:lnTo>
                    <a:pt x="6354338" y="3109058"/>
                  </a:lnTo>
                  <a:lnTo>
                    <a:pt x="6353281" y="3109058"/>
                  </a:lnTo>
                  <a:lnTo>
                    <a:pt x="6352223" y="3109058"/>
                  </a:lnTo>
                  <a:lnTo>
                    <a:pt x="6351165" y="3109058"/>
                  </a:lnTo>
                  <a:lnTo>
                    <a:pt x="6350107" y="3109058"/>
                  </a:lnTo>
                  <a:lnTo>
                    <a:pt x="6349049" y="3109058"/>
                  </a:lnTo>
                  <a:lnTo>
                    <a:pt x="6347991" y="3109058"/>
                  </a:lnTo>
                  <a:lnTo>
                    <a:pt x="6346933" y="3109058"/>
                  </a:lnTo>
                  <a:lnTo>
                    <a:pt x="6345876" y="3109058"/>
                  </a:lnTo>
                  <a:lnTo>
                    <a:pt x="6344818" y="3109058"/>
                  </a:lnTo>
                  <a:lnTo>
                    <a:pt x="6343760" y="3109058"/>
                  </a:lnTo>
                  <a:lnTo>
                    <a:pt x="6342702" y="3109058"/>
                  </a:lnTo>
                  <a:lnTo>
                    <a:pt x="6341644" y="3109058"/>
                  </a:lnTo>
                  <a:lnTo>
                    <a:pt x="6340586" y="3109058"/>
                  </a:lnTo>
                  <a:lnTo>
                    <a:pt x="6339529" y="3109058"/>
                  </a:lnTo>
                  <a:lnTo>
                    <a:pt x="6338471" y="3109058"/>
                  </a:lnTo>
                  <a:lnTo>
                    <a:pt x="6337413" y="3109058"/>
                  </a:lnTo>
                  <a:lnTo>
                    <a:pt x="6336355" y="3109058"/>
                  </a:lnTo>
                  <a:lnTo>
                    <a:pt x="6335297" y="3109058"/>
                  </a:lnTo>
                  <a:lnTo>
                    <a:pt x="6334239" y="3109058"/>
                  </a:lnTo>
                  <a:lnTo>
                    <a:pt x="6333182" y="3109058"/>
                  </a:lnTo>
                  <a:lnTo>
                    <a:pt x="6332124" y="3109058"/>
                  </a:lnTo>
                  <a:lnTo>
                    <a:pt x="6331066" y="3109058"/>
                  </a:lnTo>
                  <a:lnTo>
                    <a:pt x="6330008" y="3109058"/>
                  </a:lnTo>
                  <a:lnTo>
                    <a:pt x="6328950" y="3109058"/>
                  </a:lnTo>
                  <a:lnTo>
                    <a:pt x="6327892" y="3109058"/>
                  </a:lnTo>
                  <a:lnTo>
                    <a:pt x="6326835" y="3109058"/>
                  </a:lnTo>
                  <a:lnTo>
                    <a:pt x="6325777" y="3109058"/>
                  </a:lnTo>
                  <a:lnTo>
                    <a:pt x="6324719" y="3109058"/>
                  </a:lnTo>
                  <a:lnTo>
                    <a:pt x="6323661" y="3109058"/>
                  </a:lnTo>
                  <a:lnTo>
                    <a:pt x="6322603" y="3109058"/>
                  </a:lnTo>
                  <a:lnTo>
                    <a:pt x="6321545" y="3109058"/>
                  </a:lnTo>
                  <a:lnTo>
                    <a:pt x="6320487" y="3109058"/>
                  </a:lnTo>
                  <a:lnTo>
                    <a:pt x="6319430" y="3109058"/>
                  </a:lnTo>
                  <a:lnTo>
                    <a:pt x="6318372" y="3109058"/>
                  </a:lnTo>
                  <a:lnTo>
                    <a:pt x="6317314" y="3109058"/>
                  </a:lnTo>
                  <a:lnTo>
                    <a:pt x="6316256" y="3109058"/>
                  </a:lnTo>
                  <a:lnTo>
                    <a:pt x="6315198" y="3109058"/>
                  </a:lnTo>
                  <a:lnTo>
                    <a:pt x="6314140" y="3109058"/>
                  </a:lnTo>
                  <a:lnTo>
                    <a:pt x="6313083" y="3109058"/>
                  </a:lnTo>
                  <a:lnTo>
                    <a:pt x="6312025" y="3109058"/>
                  </a:lnTo>
                  <a:lnTo>
                    <a:pt x="6310967" y="3109058"/>
                  </a:lnTo>
                  <a:lnTo>
                    <a:pt x="6309909" y="3109058"/>
                  </a:lnTo>
                  <a:lnTo>
                    <a:pt x="6308851" y="3109058"/>
                  </a:lnTo>
                  <a:lnTo>
                    <a:pt x="6307793" y="3109058"/>
                  </a:lnTo>
                  <a:lnTo>
                    <a:pt x="6306736" y="3109058"/>
                  </a:lnTo>
                  <a:lnTo>
                    <a:pt x="6305678" y="3109058"/>
                  </a:lnTo>
                  <a:lnTo>
                    <a:pt x="6304620" y="3109058"/>
                  </a:lnTo>
                  <a:lnTo>
                    <a:pt x="6303562" y="3109058"/>
                  </a:lnTo>
                  <a:lnTo>
                    <a:pt x="6302504" y="3109058"/>
                  </a:lnTo>
                  <a:lnTo>
                    <a:pt x="6301446" y="3109058"/>
                  </a:lnTo>
                  <a:lnTo>
                    <a:pt x="6300389" y="3109058"/>
                  </a:lnTo>
                  <a:lnTo>
                    <a:pt x="6299331" y="3109058"/>
                  </a:lnTo>
                  <a:lnTo>
                    <a:pt x="6298273" y="3109058"/>
                  </a:lnTo>
                  <a:lnTo>
                    <a:pt x="6297215" y="3109058"/>
                  </a:lnTo>
                  <a:lnTo>
                    <a:pt x="6296157" y="3109058"/>
                  </a:lnTo>
                  <a:lnTo>
                    <a:pt x="6295099" y="3109058"/>
                  </a:lnTo>
                  <a:lnTo>
                    <a:pt x="6294041" y="3109058"/>
                  </a:lnTo>
                  <a:lnTo>
                    <a:pt x="6292984" y="3109058"/>
                  </a:lnTo>
                  <a:lnTo>
                    <a:pt x="6291926" y="3109058"/>
                  </a:lnTo>
                  <a:lnTo>
                    <a:pt x="6290868" y="3109058"/>
                  </a:lnTo>
                  <a:lnTo>
                    <a:pt x="6289810" y="3109058"/>
                  </a:lnTo>
                  <a:lnTo>
                    <a:pt x="6288752" y="3109058"/>
                  </a:lnTo>
                  <a:lnTo>
                    <a:pt x="6287694" y="3109058"/>
                  </a:lnTo>
                  <a:lnTo>
                    <a:pt x="6286637" y="3109058"/>
                  </a:lnTo>
                  <a:lnTo>
                    <a:pt x="6285579" y="3109058"/>
                  </a:lnTo>
                  <a:lnTo>
                    <a:pt x="6284521" y="3109058"/>
                  </a:lnTo>
                  <a:lnTo>
                    <a:pt x="6283463" y="3109058"/>
                  </a:lnTo>
                  <a:lnTo>
                    <a:pt x="6282405" y="3109058"/>
                  </a:lnTo>
                  <a:lnTo>
                    <a:pt x="6281347" y="3109058"/>
                  </a:lnTo>
                  <a:lnTo>
                    <a:pt x="6280290" y="3109058"/>
                  </a:lnTo>
                  <a:lnTo>
                    <a:pt x="6279232" y="3109058"/>
                  </a:lnTo>
                  <a:lnTo>
                    <a:pt x="6278174" y="3109058"/>
                  </a:lnTo>
                  <a:lnTo>
                    <a:pt x="6277116" y="3109058"/>
                  </a:lnTo>
                  <a:lnTo>
                    <a:pt x="6276058" y="3109058"/>
                  </a:lnTo>
                  <a:lnTo>
                    <a:pt x="6275000" y="3109058"/>
                  </a:lnTo>
                  <a:lnTo>
                    <a:pt x="6273943" y="3109058"/>
                  </a:lnTo>
                  <a:lnTo>
                    <a:pt x="6272885" y="3109058"/>
                  </a:lnTo>
                  <a:lnTo>
                    <a:pt x="6271827" y="3109058"/>
                  </a:lnTo>
                  <a:lnTo>
                    <a:pt x="6270769" y="3109058"/>
                  </a:lnTo>
                  <a:lnTo>
                    <a:pt x="6269711" y="3109058"/>
                  </a:lnTo>
                  <a:lnTo>
                    <a:pt x="6268653" y="3109058"/>
                  </a:lnTo>
                  <a:lnTo>
                    <a:pt x="6267595" y="3109058"/>
                  </a:lnTo>
                  <a:lnTo>
                    <a:pt x="6266538" y="3109058"/>
                  </a:lnTo>
                  <a:lnTo>
                    <a:pt x="6265480" y="3109058"/>
                  </a:lnTo>
                  <a:lnTo>
                    <a:pt x="6264422" y="3109058"/>
                  </a:lnTo>
                  <a:lnTo>
                    <a:pt x="6263364" y="3109058"/>
                  </a:lnTo>
                  <a:lnTo>
                    <a:pt x="6262306" y="3109058"/>
                  </a:lnTo>
                  <a:lnTo>
                    <a:pt x="6261248" y="3109058"/>
                  </a:lnTo>
                  <a:lnTo>
                    <a:pt x="6260191" y="3109058"/>
                  </a:lnTo>
                  <a:lnTo>
                    <a:pt x="6259133" y="3109058"/>
                  </a:lnTo>
                  <a:lnTo>
                    <a:pt x="6258075" y="3109058"/>
                  </a:lnTo>
                  <a:lnTo>
                    <a:pt x="6257017" y="3109058"/>
                  </a:lnTo>
                  <a:lnTo>
                    <a:pt x="6255959" y="3109058"/>
                  </a:lnTo>
                  <a:lnTo>
                    <a:pt x="6254901" y="3109058"/>
                  </a:lnTo>
                  <a:lnTo>
                    <a:pt x="6253844" y="3109058"/>
                  </a:lnTo>
                  <a:lnTo>
                    <a:pt x="6252786" y="3109058"/>
                  </a:lnTo>
                  <a:lnTo>
                    <a:pt x="6251728" y="3109058"/>
                  </a:lnTo>
                  <a:lnTo>
                    <a:pt x="6250670" y="3109058"/>
                  </a:lnTo>
                  <a:lnTo>
                    <a:pt x="6249612" y="3109058"/>
                  </a:lnTo>
                  <a:lnTo>
                    <a:pt x="6248554" y="3109058"/>
                  </a:lnTo>
                  <a:lnTo>
                    <a:pt x="6247497" y="3109058"/>
                  </a:lnTo>
                  <a:lnTo>
                    <a:pt x="6246439" y="3109058"/>
                  </a:lnTo>
                  <a:lnTo>
                    <a:pt x="6245381" y="3109058"/>
                  </a:lnTo>
                  <a:lnTo>
                    <a:pt x="6244323" y="3109058"/>
                  </a:lnTo>
                  <a:lnTo>
                    <a:pt x="6243265" y="3109058"/>
                  </a:lnTo>
                  <a:lnTo>
                    <a:pt x="6242207" y="3109058"/>
                  </a:lnTo>
                  <a:lnTo>
                    <a:pt x="6241150" y="3109058"/>
                  </a:lnTo>
                  <a:lnTo>
                    <a:pt x="6240092" y="3109058"/>
                  </a:lnTo>
                  <a:lnTo>
                    <a:pt x="6239034" y="3109058"/>
                  </a:lnTo>
                  <a:lnTo>
                    <a:pt x="6237976" y="3109058"/>
                  </a:lnTo>
                  <a:lnTo>
                    <a:pt x="6236918" y="3109058"/>
                  </a:lnTo>
                  <a:lnTo>
                    <a:pt x="6235860" y="3109058"/>
                  </a:lnTo>
                  <a:lnTo>
                    <a:pt x="6234802" y="3109058"/>
                  </a:lnTo>
                  <a:lnTo>
                    <a:pt x="6233745" y="3109058"/>
                  </a:lnTo>
                  <a:lnTo>
                    <a:pt x="6232687" y="3109058"/>
                  </a:lnTo>
                  <a:lnTo>
                    <a:pt x="6231629" y="3109058"/>
                  </a:lnTo>
                  <a:lnTo>
                    <a:pt x="6230571" y="3109058"/>
                  </a:lnTo>
                  <a:lnTo>
                    <a:pt x="6229513" y="3109058"/>
                  </a:lnTo>
                  <a:lnTo>
                    <a:pt x="6228455" y="3109058"/>
                  </a:lnTo>
                  <a:lnTo>
                    <a:pt x="6227398" y="3109058"/>
                  </a:lnTo>
                  <a:lnTo>
                    <a:pt x="6226340" y="3109058"/>
                  </a:lnTo>
                  <a:lnTo>
                    <a:pt x="6225282" y="3109058"/>
                  </a:lnTo>
                  <a:lnTo>
                    <a:pt x="6224224" y="3109058"/>
                  </a:lnTo>
                  <a:lnTo>
                    <a:pt x="6223166" y="3109058"/>
                  </a:lnTo>
                  <a:lnTo>
                    <a:pt x="6222108" y="3109058"/>
                  </a:lnTo>
                  <a:lnTo>
                    <a:pt x="6221051" y="3109058"/>
                  </a:lnTo>
                  <a:lnTo>
                    <a:pt x="6219993" y="3109058"/>
                  </a:lnTo>
                  <a:lnTo>
                    <a:pt x="6218935" y="3109058"/>
                  </a:lnTo>
                  <a:lnTo>
                    <a:pt x="6217877" y="3109058"/>
                  </a:lnTo>
                  <a:lnTo>
                    <a:pt x="6216819" y="3109058"/>
                  </a:lnTo>
                  <a:lnTo>
                    <a:pt x="6215761" y="3109058"/>
                  </a:lnTo>
                  <a:lnTo>
                    <a:pt x="6214704" y="3109058"/>
                  </a:lnTo>
                  <a:lnTo>
                    <a:pt x="6213646" y="3109058"/>
                  </a:lnTo>
                  <a:lnTo>
                    <a:pt x="6212588" y="3109058"/>
                  </a:lnTo>
                  <a:lnTo>
                    <a:pt x="6211530" y="3109058"/>
                  </a:lnTo>
                  <a:lnTo>
                    <a:pt x="6210472" y="3109058"/>
                  </a:lnTo>
                  <a:lnTo>
                    <a:pt x="6209414" y="3109058"/>
                  </a:lnTo>
                  <a:lnTo>
                    <a:pt x="6208356" y="3109058"/>
                  </a:lnTo>
                  <a:lnTo>
                    <a:pt x="6207299" y="3109058"/>
                  </a:lnTo>
                  <a:lnTo>
                    <a:pt x="6206241" y="3109058"/>
                  </a:lnTo>
                  <a:lnTo>
                    <a:pt x="6205183" y="3109058"/>
                  </a:lnTo>
                  <a:lnTo>
                    <a:pt x="6204125" y="3109058"/>
                  </a:lnTo>
                  <a:lnTo>
                    <a:pt x="6203067" y="3109058"/>
                  </a:lnTo>
                  <a:lnTo>
                    <a:pt x="6202009" y="3109058"/>
                  </a:lnTo>
                  <a:lnTo>
                    <a:pt x="6200952" y="3109058"/>
                  </a:lnTo>
                  <a:lnTo>
                    <a:pt x="6199894" y="3109058"/>
                  </a:lnTo>
                  <a:lnTo>
                    <a:pt x="6198836" y="3109058"/>
                  </a:lnTo>
                  <a:lnTo>
                    <a:pt x="6197778" y="3109058"/>
                  </a:lnTo>
                  <a:lnTo>
                    <a:pt x="6196720" y="3109058"/>
                  </a:lnTo>
                  <a:lnTo>
                    <a:pt x="6195662" y="3109058"/>
                  </a:lnTo>
                  <a:lnTo>
                    <a:pt x="6194605" y="3109058"/>
                  </a:lnTo>
                  <a:lnTo>
                    <a:pt x="6193547" y="3109058"/>
                  </a:lnTo>
                  <a:lnTo>
                    <a:pt x="6192489" y="3109058"/>
                  </a:lnTo>
                  <a:lnTo>
                    <a:pt x="6191431" y="3109058"/>
                  </a:lnTo>
                  <a:lnTo>
                    <a:pt x="6190373" y="3109058"/>
                  </a:lnTo>
                  <a:lnTo>
                    <a:pt x="6189315" y="3109058"/>
                  </a:lnTo>
                  <a:lnTo>
                    <a:pt x="6188258" y="3109058"/>
                  </a:lnTo>
                  <a:lnTo>
                    <a:pt x="6187200" y="3109058"/>
                  </a:lnTo>
                  <a:lnTo>
                    <a:pt x="6186142" y="3109058"/>
                  </a:lnTo>
                  <a:lnTo>
                    <a:pt x="6185084" y="3109058"/>
                  </a:lnTo>
                  <a:lnTo>
                    <a:pt x="6184026" y="3109058"/>
                  </a:lnTo>
                  <a:lnTo>
                    <a:pt x="6182968" y="3109058"/>
                  </a:lnTo>
                  <a:lnTo>
                    <a:pt x="6181910" y="3109058"/>
                  </a:lnTo>
                  <a:lnTo>
                    <a:pt x="6180853" y="3109058"/>
                  </a:lnTo>
                  <a:lnTo>
                    <a:pt x="6179795" y="3109058"/>
                  </a:lnTo>
                  <a:lnTo>
                    <a:pt x="6178737" y="3109058"/>
                  </a:lnTo>
                  <a:lnTo>
                    <a:pt x="6177679" y="3109058"/>
                  </a:lnTo>
                  <a:lnTo>
                    <a:pt x="6176621" y="3109058"/>
                  </a:lnTo>
                  <a:lnTo>
                    <a:pt x="6175563" y="3109058"/>
                  </a:lnTo>
                  <a:lnTo>
                    <a:pt x="6174506" y="3109058"/>
                  </a:lnTo>
                  <a:lnTo>
                    <a:pt x="6173448" y="3109058"/>
                  </a:lnTo>
                  <a:lnTo>
                    <a:pt x="6172390" y="3109058"/>
                  </a:lnTo>
                  <a:lnTo>
                    <a:pt x="6171332" y="3109058"/>
                  </a:lnTo>
                  <a:lnTo>
                    <a:pt x="6170274" y="3109058"/>
                  </a:lnTo>
                  <a:lnTo>
                    <a:pt x="6169216" y="3109058"/>
                  </a:lnTo>
                  <a:lnTo>
                    <a:pt x="6168159" y="3109058"/>
                  </a:lnTo>
                  <a:lnTo>
                    <a:pt x="6167101" y="3109058"/>
                  </a:lnTo>
                  <a:lnTo>
                    <a:pt x="6166043" y="3109058"/>
                  </a:lnTo>
                  <a:lnTo>
                    <a:pt x="6164985" y="3109058"/>
                  </a:lnTo>
                  <a:lnTo>
                    <a:pt x="6163927" y="3109058"/>
                  </a:lnTo>
                  <a:lnTo>
                    <a:pt x="6162869" y="3109058"/>
                  </a:lnTo>
                  <a:lnTo>
                    <a:pt x="6161812" y="3109058"/>
                  </a:lnTo>
                  <a:lnTo>
                    <a:pt x="6160754" y="3109058"/>
                  </a:lnTo>
                  <a:lnTo>
                    <a:pt x="6159696" y="3109058"/>
                  </a:lnTo>
                  <a:lnTo>
                    <a:pt x="6158638" y="3109058"/>
                  </a:lnTo>
                  <a:lnTo>
                    <a:pt x="6157580" y="3109058"/>
                  </a:lnTo>
                  <a:lnTo>
                    <a:pt x="6156522" y="3109058"/>
                  </a:lnTo>
                  <a:lnTo>
                    <a:pt x="6155464" y="3109058"/>
                  </a:lnTo>
                  <a:lnTo>
                    <a:pt x="6154407" y="3109058"/>
                  </a:lnTo>
                  <a:lnTo>
                    <a:pt x="6153349" y="3109058"/>
                  </a:lnTo>
                  <a:lnTo>
                    <a:pt x="6152291" y="3109058"/>
                  </a:lnTo>
                  <a:lnTo>
                    <a:pt x="6151233" y="3109058"/>
                  </a:lnTo>
                  <a:lnTo>
                    <a:pt x="6150175" y="3109058"/>
                  </a:lnTo>
                  <a:lnTo>
                    <a:pt x="6149117" y="3109058"/>
                  </a:lnTo>
                  <a:lnTo>
                    <a:pt x="6148060" y="3109058"/>
                  </a:lnTo>
                  <a:lnTo>
                    <a:pt x="6147002" y="3109058"/>
                  </a:lnTo>
                  <a:lnTo>
                    <a:pt x="6145944" y="3109058"/>
                  </a:lnTo>
                  <a:lnTo>
                    <a:pt x="6144886" y="3109058"/>
                  </a:lnTo>
                  <a:lnTo>
                    <a:pt x="6143828" y="3109058"/>
                  </a:lnTo>
                  <a:lnTo>
                    <a:pt x="6142770" y="3109058"/>
                  </a:lnTo>
                  <a:lnTo>
                    <a:pt x="6141713" y="3109058"/>
                  </a:lnTo>
                  <a:lnTo>
                    <a:pt x="6140655" y="3109058"/>
                  </a:lnTo>
                  <a:lnTo>
                    <a:pt x="6139597" y="3109058"/>
                  </a:lnTo>
                  <a:lnTo>
                    <a:pt x="6138539" y="3109058"/>
                  </a:lnTo>
                  <a:lnTo>
                    <a:pt x="6137481" y="3109058"/>
                  </a:lnTo>
                  <a:lnTo>
                    <a:pt x="6136423" y="3109058"/>
                  </a:lnTo>
                  <a:lnTo>
                    <a:pt x="6135366" y="3109058"/>
                  </a:lnTo>
                  <a:lnTo>
                    <a:pt x="6134308" y="3109058"/>
                  </a:lnTo>
                  <a:lnTo>
                    <a:pt x="6133250" y="3109058"/>
                  </a:lnTo>
                  <a:lnTo>
                    <a:pt x="6132192" y="3109058"/>
                  </a:lnTo>
                  <a:lnTo>
                    <a:pt x="6131134" y="3109058"/>
                  </a:lnTo>
                  <a:lnTo>
                    <a:pt x="6130076" y="3109058"/>
                  </a:lnTo>
                  <a:lnTo>
                    <a:pt x="6129018" y="3109058"/>
                  </a:lnTo>
                  <a:lnTo>
                    <a:pt x="6127961" y="3109058"/>
                  </a:lnTo>
                  <a:lnTo>
                    <a:pt x="6126903" y="3109058"/>
                  </a:lnTo>
                  <a:lnTo>
                    <a:pt x="6125845" y="3109058"/>
                  </a:lnTo>
                  <a:lnTo>
                    <a:pt x="6124787" y="3109058"/>
                  </a:lnTo>
                  <a:lnTo>
                    <a:pt x="6123729" y="3109058"/>
                  </a:lnTo>
                  <a:lnTo>
                    <a:pt x="6122671" y="3109058"/>
                  </a:lnTo>
                  <a:lnTo>
                    <a:pt x="6121614" y="3109058"/>
                  </a:lnTo>
                  <a:lnTo>
                    <a:pt x="6120556" y="3109058"/>
                  </a:lnTo>
                  <a:lnTo>
                    <a:pt x="6119498" y="3109058"/>
                  </a:lnTo>
                  <a:lnTo>
                    <a:pt x="6118440" y="3109058"/>
                  </a:lnTo>
                  <a:lnTo>
                    <a:pt x="6117382" y="3109058"/>
                  </a:lnTo>
                  <a:lnTo>
                    <a:pt x="6116324" y="3109058"/>
                  </a:lnTo>
                  <a:lnTo>
                    <a:pt x="6115267" y="3109058"/>
                  </a:lnTo>
                  <a:lnTo>
                    <a:pt x="6114209" y="3109058"/>
                  </a:lnTo>
                  <a:lnTo>
                    <a:pt x="6113151" y="3109058"/>
                  </a:lnTo>
                  <a:lnTo>
                    <a:pt x="6112093" y="3109058"/>
                  </a:lnTo>
                  <a:lnTo>
                    <a:pt x="6111035" y="3109058"/>
                  </a:lnTo>
                  <a:lnTo>
                    <a:pt x="6109977" y="3109058"/>
                  </a:lnTo>
                  <a:lnTo>
                    <a:pt x="6108920" y="3109058"/>
                  </a:lnTo>
                  <a:lnTo>
                    <a:pt x="6107862" y="3109058"/>
                  </a:lnTo>
                  <a:lnTo>
                    <a:pt x="6106804" y="3109058"/>
                  </a:lnTo>
                  <a:lnTo>
                    <a:pt x="6105746" y="3109058"/>
                  </a:lnTo>
                  <a:lnTo>
                    <a:pt x="6104688" y="3109058"/>
                  </a:lnTo>
                  <a:lnTo>
                    <a:pt x="6103630" y="3109058"/>
                  </a:lnTo>
                  <a:lnTo>
                    <a:pt x="6102572" y="3109058"/>
                  </a:lnTo>
                  <a:lnTo>
                    <a:pt x="6101515" y="3109058"/>
                  </a:lnTo>
                  <a:lnTo>
                    <a:pt x="6100457" y="3109058"/>
                  </a:lnTo>
                  <a:lnTo>
                    <a:pt x="6099399" y="3109058"/>
                  </a:lnTo>
                  <a:lnTo>
                    <a:pt x="6098341" y="3109058"/>
                  </a:lnTo>
                  <a:lnTo>
                    <a:pt x="6097283" y="3109058"/>
                  </a:lnTo>
                  <a:lnTo>
                    <a:pt x="6096225" y="3109058"/>
                  </a:lnTo>
                  <a:lnTo>
                    <a:pt x="6095168" y="3109058"/>
                  </a:lnTo>
                  <a:lnTo>
                    <a:pt x="6094110" y="3109058"/>
                  </a:lnTo>
                  <a:lnTo>
                    <a:pt x="6093052" y="3109058"/>
                  </a:lnTo>
                  <a:lnTo>
                    <a:pt x="6091994" y="3109058"/>
                  </a:lnTo>
                  <a:lnTo>
                    <a:pt x="6090936" y="3109058"/>
                  </a:lnTo>
                  <a:lnTo>
                    <a:pt x="6089878" y="3109058"/>
                  </a:lnTo>
                  <a:lnTo>
                    <a:pt x="6088821" y="3109058"/>
                  </a:lnTo>
                  <a:lnTo>
                    <a:pt x="6087763" y="3109058"/>
                  </a:lnTo>
                  <a:lnTo>
                    <a:pt x="6086705" y="3109058"/>
                  </a:lnTo>
                  <a:lnTo>
                    <a:pt x="6085647" y="3109058"/>
                  </a:lnTo>
                  <a:lnTo>
                    <a:pt x="6084589" y="3109058"/>
                  </a:lnTo>
                  <a:lnTo>
                    <a:pt x="6083531" y="3109058"/>
                  </a:lnTo>
                  <a:lnTo>
                    <a:pt x="6082474" y="3109058"/>
                  </a:lnTo>
                  <a:lnTo>
                    <a:pt x="6081416" y="3109058"/>
                  </a:lnTo>
                  <a:lnTo>
                    <a:pt x="6080358" y="3109058"/>
                  </a:lnTo>
                  <a:lnTo>
                    <a:pt x="6079300" y="3109058"/>
                  </a:lnTo>
                  <a:lnTo>
                    <a:pt x="6078242" y="3109058"/>
                  </a:lnTo>
                  <a:lnTo>
                    <a:pt x="6077184" y="3109058"/>
                  </a:lnTo>
                  <a:lnTo>
                    <a:pt x="6076126" y="3109058"/>
                  </a:lnTo>
                  <a:lnTo>
                    <a:pt x="6075069" y="3109058"/>
                  </a:lnTo>
                  <a:lnTo>
                    <a:pt x="6074011" y="3109058"/>
                  </a:lnTo>
                  <a:lnTo>
                    <a:pt x="6072953" y="3109058"/>
                  </a:lnTo>
                  <a:lnTo>
                    <a:pt x="6071895" y="3109058"/>
                  </a:lnTo>
                  <a:lnTo>
                    <a:pt x="6070837" y="3109058"/>
                  </a:lnTo>
                  <a:lnTo>
                    <a:pt x="6069779" y="3109058"/>
                  </a:lnTo>
                  <a:lnTo>
                    <a:pt x="6068722" y="3109058"/>
                  </a:lnTo>
                  <a:lnTo>
                    <a:pt x="6067664" y="3109058"/>
                  </a:lnTo>
                  <a:lnTo>
                    <a:pt x="6066606" y="3109058"/>
                  </a:lnTo>
                  <a:lnTo>
                    <a:pt x="6065548" y="3109058"/>
                  </a:lnTo>
                  <a:lnTo>
                    <a:pt x="6064490" y="3109058"/>
                  </a:lnTo>
                  <a:lnTo>
                    <a:pt x="6063432" y="3109058"/>
                  </a:lnTo>
                  <a:lnTo>
                    <a:pt x="6062375" y="3109058"/>
                  </a:lnTo>
                  <a:lnTo>
                    <a:pt x="6061317" y="3109058"/>
                  </a:lnTo>
                  <a:lnTo>
                    <a:pt x="6060259" y="3109058"/>
                  </a:lnTo>
                  <a:lnTo>
                    <a:pt x="6059201" y="3109058"/>
                  </a:lnTo>
                  <a:lnTo>
                    <a:pt x="6058143" y="3109058"/>
                  </a:lnTo>
                  <a:lnTo>
                    <a:pt x="6057085" y="3109058"/>
                  </a:lnTo>
                  <a:lnTo>
                    <a:pt x="6056028" y="3109058"/>
                  </a:lnTo>
                  <a:lnTo>
                    <a:pt x="6054970" y="3109058"/>
                  </a:lnTo>
                  <a:lnTo>
                    <a:pt x="6053912" y="3109058"/>
                  </a:lnTo>
                  <a:lnTo>
                    <a:pt x="6052854" y="3109058"/>
                  </a:lnTo>
                  <a:lnTo>
                    <a:pt x="6051796" y="3109058"/>
                  </a:lnTo>
                  <a:lnTo>
                    <a:pt x="6050738" y="3109058"/>
                  </a:lnTo>
                  <a:lnTo>
                    <a:pt x="6049680" y="3109058"/>
                  </a:lnTo>
                  <a:lnTo>
                    <a:pt x="6048623" y="3109058"/>
                  </a:lnTo>
                  <a:lnTo>
                    <a:pt x="6047565" y="3109058"/>
                  </a:lnTo>
                  <a:lnTo>
                    <a:pt x="6046507" y="3109058"/>
                  </a:lnTo>
                  <a:lnTo>
                    <a:pt x="6045449" y="3109058"/>
                  </a:lnTo>
                  <a:lnTo>
                    <a:pt x="6044391" y="3109058"/>
                  </a:lnTo>
                  <a:lnTo>
                    <a:pt x="6043333" y="3109058"/>
                  </a:lnTo>
                  <a:lnTo>
                    <a:pt x="6042276" y="3109058"/>
                  </a:lnTo>
                  <a:lnTo>
                    <a:pt x="6041218" y="3109058"/>
                  </a:lnTo>
                  <a:lnTo>
                    <a:pt x="6040160" y="3109058"/>
                  </a:lnTo>
                  <a:lnTo>
                    <a:pt x="6039102" y="3109058"/>
                  </a:lnTo>
                  <a:lnTo>
                    <a:pt x="6038044" y="3109058"/>
                  </a:lnTo>
                  <a:lnTo>
                    <a:pt x="6036986" y="3109058"/>
                  </a:lnTo>
                  <a:lnTo>
                    <a:pt x="6035929" y="3109058"/>
                  </a:lnTo>
                  <a:lnTo>
                    <a:pt x="6034871" y="3109058"/>
                  </a:lnTo>
                  <a:lnTo>
                    <a:pt x="6033813" y="3109058"/>
                  </a:lnTo>
                  <a:lnTo>
                    <a:pt x="6032755" y="3109058"/>
                  </a:lnTo>
                  <a:lnTo>
                    <a:pt x="6031697" y="3109058"/>
                  </a:lnTo>
                  <a:lnTo>
                    <a:pt x="6030639" y="3109058"/>
                  </a:lnTo>
                  <a:lnTo>
                    <a:pt x="6029582" y="3109058"/>
                  </a:lnTo>
                  <a:lnTo>
                    <a:pt x="6028524" y="3109058"/>
                  </a:lnTo>
                  <a:lnTo>
                    <a:pt x="6027466" y="3109058"/>
                  </a:lnTo>
                  <a:lnTo>
                    <a:pt x="6026408" y="3109058"/>
                  </a:lnTo>
                  <a:lnTo>
                    <a:pt x="6025350" y="3109058"/>
                  </a:lnTo>
                  <a:lnTo>
                    <a:pt x="6024292" y="3109058"/>
                  </a:lnTo>
                  <a:lnTo>
                    <a:pt x="6023234" y="3109058"/>
                  </a:lnTo>
                  <a:lnTo>
                    <a:pt x="6022177" y="3109058"/>
                  </a:lnTo>
                  <a:lnTo>
                    <a:pt x="6021119" y="3109058"/>
                  </a:lnTo>
                  <a:lnTo>
                    <a:pt x="6020061" y="3109058"/>
                  </a:lnTo>
                  <a:lnTo>
                    <a:pt x="6019003" y="3109058"/>
                  </a:lnTo>
                  <a:lnTo>
                    <a:pt x="6017945" y="3109058"/>
                  </a:lnTo>
                  <a:lnTo>
                    <a:pt x="6016887" y="3109058"/>
                  </a:lnTo>
                  <a:lnTo>
                    <a:pt x="6015830" y="3109058"/>
                  </a:lnTo>
                  <a:lnTo>
                    <a:pt x="6014772" y="3109058"/>
                  </a:lnTo>
                  <a:lnTo>
                    <a:pt x="6013714" y="3109058"/>
                  </a:lnTo>
                  <a:lnTo>
                    <a:pt x="6012656" y="3109058"/>
                  </a:lnTo>
                  <a:lnTo>
                    <a:pt x="6011598" y="3109058"/>
                  </a:lnTo>
                  <a:lnTo>
                    <a:pt x="6010540" y="3109058"/>
                  </a:lnTo>
                  <a:lnTo>
                    <a:pt x="6009483" y="3109058"/>
                  </a:lnTo>
                  <a:lnTo>
                    <a:pt x="6008425" y="3109058"/>
                  </a:lnTo>
                  <a:lnTo>
                    <a:pt x="6007367" y="3109058"/>
                  </a:lnTo>
                  <a:lnTo>
                    <a:pt x="6006309" y="3109058"/>
                  </a:lnTo>
                  <a:lnTo>
                    <a:pt x="6005251" y="3109058"/>
                  </a:lnTo>
                  <a:lnTo>
                    <a:pt x="6004193" y="3109058"/>
                  </a:lnTo>
                  <a:lnTo>
                    <a:pt x="6003136" y="3109058"/>
                  </a:lnTo>
                  <a:lnTo>
                    <a:pt x="6002078" y="3109058"/>
                  </a:lnTo>
                  <a:lnTo>
                    <a:pt x="6001020" y="3109058"/>
                  </a:lnTo>
                  <a:lnTo>
                    <a:pt x="5999962" y="3109058"/>
                  </a:lnTo>
                  <a:lnTo>
                    <a:pt x="5998904" y="3109058"/>
                  </a:lnTo>
                  <a:lnTo>
                    <a:pt x="5997846" y="3109058"/>
                  </a:lnTo>
                  <a:lnTo>
                    <a:pt x="5996788" y="3109058"/>
                  </a:lnTo>
                  <a:lnTo>
                    <a:pt x="5995731" y="3109058"/>
                  </a:lnTo>
                  <a:lnTo>
                    <a:pt x="5994673" y="3109058"/>
                  </a:lnTo>
                  <a:lnTo>
                    <a:pt x="5993615" y="3109058"/>
                  </a:lnTo>
                  <a:lnTo>
                    <a:pt x="5992557" y="3109058"/>
                  </a:lnTo>
                  <a:lnTo>
                    <a:pt x="5991499" y="3109058"/>
                  </a:lnTo>
                  <a:lnTo>
                    <a:pt x="5990441" y="3109058"/>
                  </a:lnTo>
                  <a:lnTo>
                    <a:pt x="5989384" y="3109058"/>
                  </a:lnTo>
                  <a:lnTo>
                    <a:pt x="5988326" y="3109058"/>
                  </a:lnTo>
                  <a:lnTo>
                    <a:pt x="5987268" y="3109058"/>
                  </a:lnTo>
                  <a:lnTo>
                    <a:pt x="5986210" y="3109058"/>
                  </a:lnTo>
                  <a:lnTo>
                    <a:pt x="5985152" y="3109058"/>
                  </a:lnTo>
                  <a:lnTo>
                    <a:pt x="5984094" y="3109058"/>
                  </a:lnTo>
                  <a:lnTo>
                    <a:pt x="5983037" y="3109058"/>
                  </a:lnTo>
                  <a:lnTo>
                    <a:pt x="5981979" y="3109058"/>
                  </a:lnTo>
                  <a:lnTo>
                    <a:pt x="5980921" y="3109058"/>
                  </a:lnTo>
                  <a:lnTo>
                    <a:pt x="5979863" y="3109058"/>
                  </a:lnTo>
                  <a:lnTo>
                    <a:pt x="5978805" y="3109058"/>
                  </a:lnTo>
                  <a:lnTo>
                    <a:pt x="5977747" y="3109058"/>
                  </a:lnTo>
                  <a:lnTo>
                    <a:pt x="5976690" y="3109058"/>
                  </a:lnTo>
                  <a:lnTo>
                    <a:pt x="5975632" y="3109058"/>
                  </a:lnTo>
                  <a:lnTo>
                    <a:pt x="5974574" y="3109058"/>
                  </a:lnTo>
                  <a:lnTo>
                    <a:pt x="5973516" y="3109058"/>
                  </a:lnTo>
                  <a:lnTo>
                    <a:pt x="5972458" y="3109058"/>
                  </a:lnTo>
                  <a:lnTo>
                    <a:pt x="5971400" y="3109058"/>
                  </a:lnTo>
                  <a:lnTo>
                    <a:pt x="5970342" y="3109058"/>
                  </a:lnTo>
                  <a:lnTo>
                    <a:pt x="5969285" y="3109058"/>
                  </a:lnTo>
                  <a:lnTo>
                    <a:pt x="5968227" y="3109058"/>
                  </a:lnTo>
                  <a:lnTo>
                    <a:pt x="5967169" y="3109058"/>
                  </a:lnTo>
                  <a:lnTo>
                    <a:pt x="5966111" y="3109058"/>
                  </a:lnTo>
                  <a:lnTo>
                    <a:pt x="5965053" y="3109058"/>
                  </a:lnTo>
                  <a:lnTo>
                    <a:pt x="5963995" y="3109058"/>
                  </a:lnTo>
                  <a:lnTo>
                    <a:pt x="5962938" y="3109058"/>
                  </a:lnTo>
                  <a:lnTo>
                    <a:pt x="5961880" y="3109058"/>
                  </a:lnTo>
                  <a:lnTo>
                    <a:pt x="5960822" y="3109058"/>
                  </a:lnTo>
                  <a:lnTo>
                    <a:pt x="5959764" y="3109058"/>
                  </a:lnTo>
                  <a:lnTo>
                    <a:pt x="5958706" y="3109058"/>
                  </a:lnTo>
                  <a:lnTo>
                    <a:pt x="5957648" y="3109058"/>
                  </a:lnTo>
                  <a:lnTo>
                    <a:pt x="5956591" y="3109058"/>
                  </a:lnTo>
                  <a:lnTo>
                    <a:pt x="5955533" y="3109058"/>
                  </a:lnTo>
                  <a:lnTo>
                    <a:pt x="5954475" y="3109058"/>
                  </a:lnTo>
                  <a:lnTo>
                    <a:pt x="5953417" y="3109058"/>
                  </a:lnTo>
                  <a:lnTo>
                    <a:pt x="5952359" y="3109058"/>
                  </a:lnTo>
                  <a:lnTo>
                    <a:pt x="5951301" y="3109058"/>
                  </a:lnTo>
                  <a:lnTo>
                    <a:pt x="5950244" y="3109058"/>
                  </a:lnTo>
                  <a:lnTo>
                    <a:pt x="5949186" y="3109058"/>
                  </a:lnTo>
                  <a:lnTo>
                    <a:pt x="5948128" y="3109058"/>
                  </a:lnTo>
                  <a:lnTo>
                    <a:pt x="5947070" y="3109058"/>
                  </a:lnTo>
                  <a:lnTo>
                    <a:pt x="5946012" y="3109058"/>
                  </a:lnTo>
                  <a:lnTo>
                    <a:pt x="5944954" y="3109058"/>
                  </a:lnTo>
                  <a:lnTo>
                    <a:pt x="5943896" y="3109058"/>
                  </a:lnTo>
                  <a:lnTo>
                    <a:pt x="5942839" y="3109058"/>
                  </a:lnTo>
                  <a:lnTo>
                    <a:pt x="5941781" y="3109058"/>
                  </a:lnTo>
                  <a:lnTo>
                    <a:pt x="5940723" y="3109058"/>
                  </a:lnTo>
                  <a:lnTo>
                    <a:pt x="5939665" y="3109058"/>
                  </a:lnTo>
                  <a:lnTo>
                    <a:pt x="5938607" y="3109058"/>
                  </a:lnTo>
                  <a:lnTo>
                    <a:pt x="5937549" y="3109058"/>
                  </a:lnTo>
                  <a:lnTo>
                    <a:pt x="5936492" y="3109058"/>
                  </a:lnTo>
                  <a:lnTo>
                    <a:pt x="5935434" y="3109058"/>
                  </a:lnTo>
                  <a:lnTo>
                    <a:pt x="5934376" y="3109058"/>
                  </a:lnTo>
                  <a:lnTo>
                    <a:pt x="5933318" y="3109058"/>
                  </a:lnTo>
                  <a:lnTo>
                    <a:pt x="5932260" y="3109058"/>
                  </a:lnTo>
                  <a:lnTo>
                    <a:pt x="5931202" y="3109058"/>
                  </a:lnTo>
                  <a:lnTo>
                    <a:pt x="5930145" y="3109058"/>
                  </a:lnTo>
                  <a:lnTo>
                    <a:pt x="5929087" y="3109058"/>
                  </a:lnTo>
                  <a:lnTo>
                    <a:pt x="5928029" y="3109058"/>
                  </a:lnTo>
                  <a:lnTo>
                    <a:pt x="5926971" y="3109058"/>
                  </a:lnTo>
                  <a:lnTo>
                    <a:pt x="5925913" y="3109058"/>
                  </a:lnTo>
                  <a:lnTo>
                    <a:pt x="5924855" y="3109058"/>
                  </a:lnTo>
                  <a:lnTo>
                    <a:pt x="5923798" y="3109058"/>
                  </a:lnTo>
                  <a:lnTo>
                    <a:pt x="5922740" y="3109058"/>
                  </a:lnTo>
                  <a:lnTo>
                    <a:pt x="5921682" y="3109058"/>
                  </a:lnTo>
                  <a:lnTo>
                    <a:pt x="5920624" y="3109058"/>
                  </a:lnTo>
                  <a:lnTo>
                    <a:pt x="5919566" y="3109058"/>
                  </a:lnTo>
                  <a:lnTo>
                    <a:pt x="5918508" y="3109058"/>
                  </a:lnTo>
                  <a:lnTo>
                    <a:pt x="5917450" y="3109058"/>
                  </a:lnTo>
                  <a:lnTo>
                    <a:pt x="5916393" y="3109058"/>
                  </a:lnTo>
                  <a:lnTo>
                    <a:pt x="5915335" y="3109058"/>
                  </a:lnTo>
                  <a:lnTo>
                    <a:pt x="5914277" y="3109058"/>
                  </a:lnTo>
                  <a:lnTo>
                    <a:pt x="5913219" y="3109058"/>
                  </a:lnTo>
                  <a:lnTo>
                    <a:pt x="5912161" y="3109058"/>
                  </a:lnTo>
                  <a:lnTo>
                    <a:pt x="5911103" y="3109058"/>
                  </a:lnTo>
                  <a:lnTo>
                    <a:pt x="5910046" y="3109058"/>
                  </a:lnTo>
                  <a:lnTo>
                    <a:pt x="5908988" y="3109058"/>
                  </a:lnTo>
                  <a:lnTo>
                    <a:pt x="5907930" y="3109058"/>
                  </a:lnTo>
                  <a:lnTo>
                    <a:pt x="5906872" y="3109058"/>
                  </a:lnTo>
                  <a:lnTo>
                    <a:pt x="5905814" y="3109058"/>
                  </a:lnTo>
                  <a:lnTo>
                    <a:pt x="5904756" y="3109058"/>
                  </a:lnTo>
                  <a:lnTo>
                    <a:pt x="5903699" y="3109058"/>
                  </a:lnTo>
                  <a:lnTo>
                    <a:pt x="5902641" y="3109058"/>
                  </a:lnTo>
                  <a:lnTo>
                    <a:pt x="5901583" y="3109058"/>
                  </a:lnTo>
                  <a:lnTo>
                    <a:pt x="5900525" y="3109058"/>
                  </a:lnTo>
                  <a:lnTo>
                    <a:pt x="5899467" y="3109058"/>
                  </a:lnTo>
                  <a:lnTo>
                    <a:pt x="5898409" y="3109058"/>
                  </a:lnTo>
                  <a:lnTo>
                    <a:pt x="5897352" y="3109058"/>
                  </a:lnTo>
                  <a:lnTo>
                    <a:pt x="5896294" y="3109058"/>
                  </a:lnTo>
                  <a:lnTo>
                    <a:pt x="5895236" y="3109058"/>
                  </a:lnTo>
                  <a:lnTo>
                    <a:pt x="5894178" y="3109058"/>
                  </a:lnTo>
                  <a:lnTo>
                    <a:pt x="5893120" y="3109058"/>
                  </a:lnTo>
                  <a:lnTo>
                    <a:pt x="5892062" y="3109058"/>
                  </a:lnTo>
                  <a:lnTo>
                    <a:pt x="5891004" y="3109058"/>
                  </a:lnTo>
                  <a:lnTo>
                    <a:pt x="5889947" y="3109058"/>
                  </a:lnTo>
                  <a:lnTo>
                    <a:pt x="5888889" y="3109058"/>
                  </a:lnTo>
                  <a:lnTo>
                    <a:pt x="5887831" y="3109058"/>
                  </a:lnTo>
                  <a:lnTo>
                    <a:pt x="5886773" y="3109058"/>
                  </a:lnTo>
                  <a:lnTo>
                    <a:pt x="5885715" y="3109058"/>
                  </a:lnTo>
                  <a:lnTo>
                    <a:pt x="5884657" y="3109058"/>
                  </a:lnTo>
                  <a:lnTo>
                    <a:pt x="5883600" y="3109058"/>
                  </a:lnTo>
                  <a:lnTo>
                    <a:pt x="5882542" y="3109058"/>
                  </a:lnTo>
                  <a:lnTo>
                    <a:pt x="5881484" y="3109058"/>
                  </a:lnTo>
                  <a:lnTo>
                    <a:pt x="5880426" y="3109058"/>
                  </a:lnTo>
                  <a:lnTo>
                    <a:pt x="5879368" y="3109058"/>
                  </a:lnTo>
                  <a:lnTo>
                    <a:pt x="5878310" y="3109058"/>
                  </a:lnTo>
                  <a:lnTo>
                    <a:pt x="5877253" y="3109058"/>
                  </a:lnTo>
                  <a:lnTo>
                    <a:pt x="5876195" y="3109058"/>
                  </a:lnTo>
                  <a:lnTo>
                    <a:pt x="5875137" y="3109058"/>
                  </a:lnTo>
                  <a:lnTo>
                    <a:pt x="5874079" y="3109058"/>
                  </a:lnTo>
                  <a:lnTo>
                    <a:pt x="5873021" y="3109058"/>
                  </a:lnTo>
                  <a:lnTo>
                    <a:pt x="5871963" y="3109058"/>
                  </a:lnTo>
                  <a:lnTo>
                    <a:pt x="5870906" y="3109058"/>
                  </a:lnTo>
                  <a:lnTo>
                    <a:pt x="5869848" y="3109058"/>
                  </a:lnTo>
                  <a:lnTo>
                    <a:pt x="5868790" y="3109058"/>
                  </a:lnTo>
                  <a:lnTo>
                    <a:pt x="5867732" y="3109058"/>
                  </a:lnTo>
                  <a:lnTo>
                    <a:pt x="5866674" y="3109058"/>
                  </a:lnTo>
                  <a:lnTo>
                    <a:pt x="5865616" y="3109058"/>
                  </a:lnTo>
                  <a:lnTo>
                    <a:pt x="5864558" y="3109058"/>
                  </a:lnTo>
                  <a:lnTo>
                    <a:pt x="5863501" y="3109058"/>
                  </a:lnTo>
                  <a:lnTo>
                    <a:pt x="5862443" y="3109058"/>
                  </a:lnTo>
                  <a:lnTo>
                    <a:pt x="5861385" y="3109058"/>
                  </a:lnTo>
                  <a:lnTo>
                    <a:pt x="5860327" y="3109058"/>
                  </a:lnTo>
                  <a:lnTo>
                    <a:pt x="5859269" y="3109058"/>
                  </a:lnTo>
                  <a:lnTo>
                    <a:pt x="5858211" y="3109058"/>
                  </a:lnTo>
                  <a:lnTo>
                    <a:pt x="5857154" y="3109058"/>
                  </a:lnTo>
                  <a:lnTo>
                    <a:pt x="5856096" y="3109058"/>
                  </a:lnTo>
                  <a:lnTo>
                    <a:pt x="5855038" y="3109058"/>
                  </a:lnTo>
                  <a:lnTo>
                    <a:pt x="5853980" y="3109058"/>
                  </a:lnTo>
                  <a:lnTo>
                    <a:pt x="5852922" y="3109058"/>
                  </a:lnTo>
                  <a:lnTo>
                    <a:pt x="5851864" y="3109058"/>
                  </a:lnTo>
                  <a:lnTo>
                    <a:pt x="5850807" y="3109058"/>
                  </a:lnTo>
                  <a:lnTo>
                    <a:pt x="5849749" y="3109058"/>
                  </a:lnTo>
                  <a:lnTo>
                    <a:pt x="5848691" y="3109058"/>
                  </a:lnTo>
                  <a:lnTo>
                    <a:pt x="5847633" y="3109058"/>
                  </a:lnTo>
                  <a:lnTo>
                    <a:pt x="5846575" y="3109058"/>
                  </a:lnTo>
                  <a:lnTo>
                    <a:pt x="5845517" y="3109058"/>
                  </a:lnTo>
                  <a:lnTo>
                    <a:pt x="5844460" y="3109058"/>
                  </a:lnTo>
                  <a:lnTo>
                    <a:pt x="5843402" y="3109058"/>
                  </a:lnTo>
                  <a:lnTo>
                    <a:pt x="5842344" y="3109058"/>
                  </a:lnTo>
                  <a:lnTo>
                    <a:pt x="5841286" y="3109058"/>
                  </a:lnTo>
                  <a:lnTo>
                    <a:pt x="5840228" y="3109058"/>
                  </a:lnTo>
                  <a:lnTo>
                    <a:pt x="5839170" y="3109058"/>
                  </a:lnTo>
                  <a:lnTo>
                    <a:pt x="5838112" y="3109058"/>
                  </a:lnTo>
                  <a:lnTo>
                    <a:pt x="5837055" y="3109058"/>
                  </a:lnTo>
                  <a:lnTo>
                    <a:pt x="5835997" y="3109058"/>
                  </a:lnTo>
                  <a:lnTo>
                    <a:pt x="5834939" y="3109058"/>
                  </a:lnTo>
                  <a:lnTo>
                    <a:pt x="5833881" y="3109058"/>
                  </a:lnTo>
                  <a:lnTo>
                    <a:pt x="5832823" y="3109058"/>
                  </a:lnTo>
                  <a:lnTo>
                    <a:pt x="5831765" y="3109058"/>
                  </a:lnTo>
                  <a:lnTo>
                    <a:pt x="5830708" y="3109058"/>
                  </a:lnTo>
                  <a:lnTo>
                    <a:pt x="5829650" y="3109058"/>
                  </a:lnTo>
                  <a:lnTo>
                    <a:pt x="5828592" y="3109058"/>
                  </a:lnTo>
                  <a:lnTo>
                    <a:pt x="5827534" y="3109058"/>
                  </a:lnTo>
                  <a:lnTo>
                    <a:pt x="5826476" y="3109058"/>
                  </a:lnTo>
                  <a:lnTo>
                    <a:pt x="5825418" y="3109058"/>
                  </a:lnTo>
                  <a:lnTo>
                    <a:pt x="5824361" y="3109058"/>
                  </a:lnTo>
                  <a:lnTo>
                    <a:pt x="5823303" y="3109058"/>
                  </a:lnTo>
                  <a:lnTo>
                    <a:pt x="5822245" y="3109058"/>
                  </a:lnTo>
                  <a:lnTo>
                    <a:pt x="5821187" y="3109058"/>
                  </a:lnTo>
                  <a:lnTo>
                    <a:pt x="5820129" y="3109058"/>
                  </a:lnTo>
                  <a:lnTo>
                    <a:pt x="5819071" y="3109058"/>
                  </a:lnTo>
                  <a:lnTo>
                    <a:pt x="5818014" y="3109058"/>
                  </a:lnTo>
                  <a:lnTo>
                    <a:pt x="5816956" y="3109058"/>
                  </a:lnTo>
                  <a:lnTo>
                    <a:pt x="5815898" y="3109058"/>
                  </a:lnTo>
                  <a:lnTo>
                    <a:pt x="5814840" y="3109058"/>
                  </a:lnTo>
                  <a:lnTo>
                    <a:pt x="5813782" y="3109058"/>
                  </a:lnTo>
                  <a:lnTo>
                    <a:pt x="5812724" y="3109058"/>
                  </a:lnTo>
                  <a:lnTo>
                    <a:pt x="5811666" y="3109058"/>
                  </a:lnTo>
                  <a:lnTo>
                    <a:pt x="5810609" y="3109058"/>
                  </a:lnTo>
                  <a:lnTo>
                    <a:pt x="5809551" y="3109058"/>
                  </a:lnTo>
                  <a:lnTo>
                    <a:pt x="5808493" y="3109058"/>
                  </a:lnTo>
                  <a:lnTo>
                    <a:pt x="5807435" y="3109058"/>
                  </a:lnTo>
                  <a:lnTo>
                    <a:pt x="5806377" y="3109058"/>
                  </a:lnTo>
                  <a:lnTo>
                    <a:pt x="5805319" y="3109058"/>
                  </a:lnTo>
                  <a:lnTo>
                    <a:pt x="5804262" y="3109058"/>
                  </a:lnTo>
                  <a:lnTo>
                    <a:pt x="5803204" y="3109058"/>
                  </a:lnTo>
                  <a:lnTo>
                    <a:pt x="5802146" y="3109058"/>
                  </a:lnTo>
                  <a:lnTo>
                    <a:pt x="5801088" y="3109058"/>
                  </a:lnTo>
                  <a:lnTo>
                    <a:pt x="5800030" y="3109058"/>
                  </a:lnTo>
                  <a:lnTo>
                    <a:pt x="5798972" y="3109058"/>
                  </a:lnTo>
                  <a:lnTo>
                    <a:pt x="5797915" y="3109058"/>
                  </a:lnTo>
                  <a:lnTo>
                    <a:pt x="5796857" y="3109058"/>
                  </a:lnTo>
                  <a:lnTo>
                    <a:pt x="5795799" y="3109058"/>
                  </a:lnTo>
                  <a:lnTo>
                    <a:pt x="5794741" y="3109058"/>
                  </a:lnTo>
                  <a:lnTo>
                    <a:pt x="5793683" y="3109058"/>
                  </a:lnTo>
                  <a:lnTo>
                    <a:pt x="5792625" y="3109058"/>
                  </a:lnTo>
                  <a:lnTo>
                    <a:pt x="5791568" y="3109058"/>
                  </a:lnTo>
                  <a:lnTo>
                    <a:pt x="5790510" y="3109058"/>
                  </a:lnTo>
                  <a:lnTo>
                    <a:pt x="5789452" y="3109058"/>
                  </a:lnTo>
                  <a:lnTo>
                    <a:pt x="5788394" y="3109058"/>
                  </a:lnTo>
                  <a:lnTo>
                    <a:pt x="5787336" y="3109058"/>
                  </a:lnTo>
                  <a:lnTo>
                    <a:pt x="5786278" y="3109058"/>
                  </a:lnTo>
                  <a:lnTo>
                    <a:pt x="5785220" y="3109058"/>
                  </a:lnTo>
                  <a:lnTo>
                    <a:pt x="5784163" y="3109058"/>
                  </a:lnTo>
                  <a:lnTo>
                    <a:pt x="5783105" y="3109058"/>
                  </a:lnTo>
                  <a:lnTo>
                    <a:pt x="5782047" y="3109058"/>
                  </a:lnTo>
                  <a:lnTo>
                    <a:pt x="5780989" y="3109058"/>
                  </a:lnTo>
                  <a:lnTo>
                    <a:pt x="5779931" y="3109058"/>
                  </a:lnTo>
                  <a:lnTo>
                    <a:pt x="5778873" y="3109058"/>
                  </a:lnTo>
                  <a:lnTo>
                    <a:pt x="5777816" y="3109058"/>
                  </a:lnTo>
                  <a:lnTo>
                    <a:pt x="5776758" y="3109058"/>
                  </a:lnTo>
                  <a:lnTo>
                    <a:pt x="5775700" y="3109058"/>
                  </a:lnTo>
                  <a:lnTo>
                    <a:pt x="5774642" y="3109058"/>
                  </a:lnTo>
                  <a:lnTo>
                    <a:pt x="5773584" y="3109058"/>
                  </a:lnTo>
                  <a:lnTo>
                    <a:pt x="5772526" y="3109058"/>
                  </a:lnTo>
                  <a:lnTo>
                    <a:pt x="5771469" y="3109058"/>
                  </a:lnTo>
                  <a:lnTo>
                    <a:pt x="5770411" y="3109058"/>
                  </a:lnTo>
                  <a:lnTo>
                    <a:pt x="5769353" y="3109058"/>
                  </a:lnTo>
                  <a:lnTo>
                    <a:pt x="5768295" y="3109058"/>
                  </a:lnTo>
                  <a:lnTo>
                    <a:pt x="5767237" y="3109058"/>
                  </a:lnTo>
                  <a:lnTo>
                    <a:pt x="5766179" y="3109058"/>
                  </a:lnTo>
                  <a:lnTo>
                    <a:pt x="5765122" y="3109058"/>
                  </a:lnTo>
                  <a:lnTo>
                    <a:pt x="5764064" y="3109058"/>
                  </a:lnTo>
                  <a:lnTo>
                    <a:pt x="5763006" y="3109058"/>
                  </a:lnTo>
                  <a:lnTo>
                    <a:pt x="5761948" y="3109058"/>
                  </a:lnTo>
                  <a:lnTo>
                    <a:pt x="5760890" y="3109058"/>
                  </a:lnTo>
                  <a:lnTo>
                    <a:pt x="5759832" y="3109058"/>
                  </a:lnTo>
                  <a:lnTo>
                    <a:pt x="5758774" y="3109058"/>
                  </a:lnTo>
                  <a:lnTo>
                    <a:pt x="5757717" y="3109058"/>
                  </a:lnTo>
                  <a:lnTo>
                    <a:pt x="5756659" y="3109058"/>
                  </a:lnTo>
                  <a:lnTo>
                    <a:pt x="5755601" y="3109058"/>
                  </a:lnTo>
                  <a:lnTo>
                    <a:pt x="5754543" y="3109058"/>
                  </a:lnTo>
                  <a:lnTo>
                    <a:pt x="5753485" y="3109058"/>
                  </a:lnTo>
                  <a:lnTo>
                    <a:pt x="5752427" y="3109058"/>
                  </a:lnTo>
                  <a:lnTo>
                    <a:pt x="5751370" y="3109058"/>
                  </a:lnTo>
                  <a:lnTo>
                    <a:pt x="5750312" y="3109058"/>
                  </a:lnTo>
                  <a:lnTo>
                    <a:pt x="5749254" y="3109058"/>
                  </a:lnTo>
                  <a:lnTo>
                    <a:pt x="5748196" y="3109058"/>
                  </a:lnTo>
                  <a:lnTo>
                    <a:pt x="5747138" y="3109058"/>
                  </a:lnTo>
                  <a:lnTo>
                    <a:pt x="5746080" y="3109058"/>
                  </a:lnTo>
                  <a:lnTo>
                    <a:pt x="5745023" y="3109058"/>
                  </a:lnTo>
                  <a:lnTo>
                    <a:pt x="5743965" y="3109058"/>
                  </a:lnTo>
                  <a:lnTo>
                    <a:pt x="5742907" y="3109058"/>
                  </a:lnTo>
                  <a:lnTo>
                    <a:pt x="5741849" y="3109058"/>
                  </a:lnTo>
                  <a:lnTo>
                    <a:pt x="5740791" y="3109058"/>
                  </a:lnTo>
                  <a:lnTo>
                    <a:pt x="5739733" y="3109058"/>
                  </a:lnTo>
                  <a:lnTo>
                    <a:pt x="5738676" y="3109058"/>
                  </a:lnTo>
                  <a:lnTo>
                    <a:pt x="5737618" y="3109058"/>
                  </a:lnTo>
                  <a:lnTo>
                    <a:pt x="5736560" y="3109058"/>
                  </a:lnTo>
                  <a:lnTo>
                    <a:pt x="5735502" y="3109058"/>
                  </a:lnTo>
                  <a:lnTo>
                    <a:pt x="5734444" y="3109058"/>
                  </a:lnTo>
                  <a:lnTo>
                    <a:pt x="5733386" y="3109058"/>
                  </a:lnTo>
                  <a:lnTo>
                    <a:pt x="5732328" y="3109058"/>
                  </a:lnTo>
                  <a:lnTo>
                    <a:pt x="5731271" y="3109058"/>
                  </a:lnTo>
                  <a:lnTo>
                    <a:pt x="5730213" y="3109058"/>
                  </a:lnTo>
                  <a:lnTo>
                    <a:pt x="5729155" y="3109058"/>
                  </a:lnTo>
                  <a:lnTo>
                    <a:pt x="5728097" y="3109058"/>
                  </a:lnTo>
                  <a:lnTo>
                    <a:pt x="5727039" y="3109058"/>
                  </a:lnTo>
                  <a:lnTo>
                    <a:pt x="5725981" y="3109058"/>
                  </a:lnTo>
                  <a:lnTo>
                    <a:pt x="5724924" y="3109058"/>
                  </a:lnTo>
                  <a:lnTo>
                    <a:pt x="5723866" y="3109058"/>
                  </a:lnTo>
                  <a:lnTo>
                    <a:pt x="5722808" y="3109058"/>
                  </a:lnTo>
                  <a:lnTo>
                    <a:pt x="5721750" y="3109058"/>
                  </a:lnTo>
                  <a:lnTo>
                    <a:pt x="5720692" y="3109058"/>
                  </a:lnTo>
                  <a:lnTo>
                    <a:pt x="5719634" y="3109058"/>
                  </a:lnTo>
                  <a:lnTo>
                    <a:pt x="5718577" y="3109058"/>
                  </a:lnTo>
                  <a:lnTo>
                    <a:pt x="5717519" y="3109058"/>
                  </a:lnTo>
                  <a:lnTo>
                    <a:pt x="5716461" y="3109058"/>
                  </a:lnTo>
                  <a:lnTo>
                    <a:pt x="5715403" y="3109058"/>
                  </a:lnTo>
                  <a:lnTo>
                    <a:pt x="5714345" y="3109058"/>
                  </a:lnTo>
                  <a:lnTo>
                    <a:pt x="5713287" y="3109058"/>
                  </a:lnTo>
                  <a:lnTo>
                    <a:pt x="5712230" y="3109058"/>
                  </a:lnTo>
                  <a:lnTo>
                    <a:pt x="5711172" y="3109058"/>
                  </a:lnTo>
                  <a:lnTo>
                    <a:pt x="5710114" y="3109058"/>
                  </a:lnTo>
                  <a:lnTo>
                    <a:pt x="5709056" y="3109058"/>
                  </a:lnTo>
                  <a:lnTo>
                    <a:pt x="5707998" y="3109058"/>
                  </a:lnTo>
                  <a:lnTo>
                    <a:pt x="5706940" y="3109058"/>
                  </a:lnTo>
                  <a:lnTo>
                    <a:pt x="5705882" y="3109058"/>
                  </a:lnTo>
                  <a:lnTo>
                    <a:pt x="5704825" y="3109058"/>
                  </a:lnTo>
                  <a:lnTo>
                    <a:pt x="5703767" y="3109058"/>
                  </a:lnTo>
                  <a:lnTo>
                    <a:pt x="5702709" y="3109058"/>
                  </a:lnTo>
                  <a:lnTo>
                    <a:pt x="5701651" y="3109058"/>
                  </a:lnTo>
                  <a:lnTo>
                    <a:pt x="5700593" y="3109058"/>
                  </a:lnTo>
                  <a:lnTo>
                    <a:pt x="5699535" y="3109058"/>
                  </a:lnTo>
                  <a:lnTo>
                    <a:pt x="5698478" y="3109058"/>
                  </a:lnTo>
                  <a:lnTo>
                    <a:pt x="5697420" y="3109058"/>
                  </a:lnTo>
                  <a:lnTo>
                    <a:pt x="5696362" y="3109058"/>
                  </a:lnTo>
                  <a:lnTo>
                    <a:pt x="5695304" y="3109058"/>
                  </a:lnTo>
                  <a:lnTo>
                    <a:pt x="5694246" y="3109058"/>
                  </a:lnTo>
                  <a:lnTo>
                    <a:pt x="5693188" y="3109058"/>
                  </a:lnTo>
                  <a:lnTo>
                    <a:pt x="5692131" y="3109058"/>
                  </a:lnTo>
                  <a:lnTo>
                    <a:pt x="5691073" y="3109058"/>
                  </a:lnTo>
                  <a:lnTo>
                    <a:pt x="5690015" y="3109058"/>
                  </a:lnTo>
                  <a:lnTo>
                    <a:pt x="5688957" y="3109058"/>
                  </a:lnTo>
                  <a:lnTo>
                    <a:pt x="5687899" y="3109058"/>
                  </a:lnTo>
                  <a:lnTo>
                    <a:pt x="5686841" y="3109058"/>
                  </a:lnTo>
                  <a:lnTo>
                    <a:pt x="5685784" y="3109058"/>
                  </a:lnTo>
                  <a:lnTo>
                    <a:pt x="5684726" y="3109058"/>
                  </a:lnTo>
                  <a:lnTo>
                    <a:pt x="5683668" y="3109058"/>
                  </a:lnTo>
                  <a:lnTo>
                    <a:pt x="5682610" y="3109058"/>
                  </a:lnTo>
                  <a:lnTo>
                    <a:pt x="5681552" y="3109058"/>
                  </a:lnTo>
                  <a:lnTo>
                    <a:pt x="5680494" y="3109058"/>
                  </a:lnTo>
                  <a:lnTo>
                    <a:pt x="5679436" y="3109058"/>
                  </a:lnTo>
                  <a:lnTo>
                    <a:pt x="5678379" y="3109058"/>
                  </a:lnTo>
                  <a:lnTo>
                    <a:pt x="5677321" y="3109058"/>
                  </a:lnTo>
                  <a:lnTo>
                    <a:pt x="5676263" y="3109058"/>
                  </a:lnTo>
                  <a:lnTo>
                    <a:pt x="5675205" y="3109058"/>
                  </a:lnTo>
                  <a:lnTo>
                    <a:pt x="5674147" y="3109058"/>
                  </a:lnTo>
                  <a:lnTo>
                    <a:pt x="5673089" y="3109058"/>
                  </a:lnTo>
                  <a:lnTo>
                    <a:pt x="5672032" y="3109058"/>
                  </a:lnTo>
                  <a:lnTo>
                    <a:pt x="5670974" y="3109058"/>
                  </a:lnTo>
                  <a:lnTo>
                    <a:pt x="5669916" y="3109058"/>
                  </a:lnTo>
                  <a:lnTo>
                    <a:pt x="5668858" y="3109058"/>
                  </a:lnTo>
                  <a:lnTo>
                    <a:pt x="5667800" y="3109058"/>
                  </a:lnTo>
                  <a:lnTo>
                    <a:pt x="5666742" y="3109058"/>
                  </a:lnTo>
                  <a:lnTo>
                    <a:pt x="5665685" y="3109058"/>
                  </a:lnTo>
                  <a:lnTo>
                    <a:pt x="5664627" y="3109058"/>
                  </a:lnTo>
                  <a:lnTo>
                    <a:pt x="5663569" y="3109058"/>
                  </a:lnTo>
                  <a:lnTo>
                    <a:pt x="5662511" y="3109058"/>
                  </a:lnTo>
                  <a:lnTo>
                    <a:pt x="5661453" y="3109058"/>
                  </a:lnTo>
                  <a:lnTo>
                    <a:pt x="5660395" y="3109058"/>
                  </a:lnTo>
                  <a:lnTo>
                    <a:pt x="5659338" y="3109058"/>
                  </a:lnTo>
                  <a:lnTo>
                    <a:pt x="5658280" y="3109058"/>
                  </a:lnTo>
                  <a:lnTo>
                    <a:pt x="5657222" y="3109058"/>
                  </a:lnTo>
                  <a:lnTo>
                    <a:pt x="5656164" y="3109058"/>
                  </a:lnTo>
                  <a:lnTo>
                    <a:pt x="5655106" y="3109058"/>
                  </a:lnTo>
                  <a:lnTo>
                    <a:pt x="5654048" y="3109058"/>
                  </a:lnTo>
                  <a:lnTo>
                    <a:pt x="5652990" y="3109058"/>
                  </a:lnTo>
                  <a:lnTo>
                    <a:pt x="5651933" y="3109058"/>
                  </a:lnTo>
                  <a:lnTo>
                    <a:pt x="5650875" y="3109058"/>
                  </a:lnTo>
                  <a:lnTo>
                    <a:pt x="5649817" y="3109058"/>
                  </a:lnTo>
                  <a:lnTo>
                    <a:pt x="5648759" y="3109058"/>
                  </a:lnTo>
                  <a:lnTo>
                    <a:pt x="5647701" y="3109058"/>
                  </a:lnTo>
                  <a:lnTo>
                    <a:pt x="5646643" y="3109058"/>
                  </a:lnTo>
                  <a:lnTo>
                    <a:pt x="5645586" y="3109058"/>
                  </a:lnTo>
                  <a:lnTo>
                    <a:pt x="5644528" y="3109058"/>
                  </a:lnTo>
                  <a:lnTo>
                    <a:pt x="5643470" y="3109058"/>
                  </a:lnTo>
                  <a:lnTo>
                    <a:pt x="5642412" y="3109058"/>
                  </a:lnTo>
                  <a:lnTo>
                    <a:pt x="5641354" y="3109058"/>
                  </a:lnTo>
                  <a:lnTo>
                    <a:pt x="5640296" y="3109058"/>
                  </a:lnTo>
                  <a:lnTo>
                    <a:pt x="5639239" y="3109058"/>
                  </a:lnTo>
                  <a:lnTo>
                    <a:pt x="5638181" y="3109058"/>
                  </a:lnTo>
                  <a:lnTo>
                    <a:pt x="5637123" y="3109058"/>
                  </a:lnTo>
                  <a:lnTo>
                    <a:pt x="5636065" y="3109058"/>
                  </a:lnTo>
                  <a:lnTo>
                    <a:pt x="5635007" y="3109058"/>
                  </a:lnTo>
                  <a:lnTo>
                    <a:pt x="5633949" y="3109058"/>
                  </a:lnTo>
                  <a:lnTo>
                    <a:pt x="5632892" y="3109058"/>
                  </a:lnTo>
                  <a:lnTo>
                    <a:pt x="5631834" y="3109058"/>
                  </a:lnTo>
                  <a:lnTo>
                    <a:pt x="5630776" y="3109058"/>
                  </a:lnTo>
                  <a:lnTo>
                    <a:pt x="5629718" y="3109058"/>
                  </a:lnTo>
                  <a:lnTo>
                    <a:pt x="5628660" y="3109058"/>
                  </a:lnTo>
                  <a:lnTo>
                    <a:pt x="5627602" y="3109058"/>
                  </a:lnTo>
                  <a:lnTo>
                    <a:pt x="5626544" y="3109058"/>
                  </a:lnTo>
                  <a:lnTo>
                    <a:pt x="5625487" y="3109058"/>
                  </a:lnTo>
                  <a:lnTo>
                    <a:pt x="5624429" y="3109058"/>
                  </a:lnTo>
                  <a:lnTo>
                    <a:pt x="5623371" y="3109058"/>
                  </a:lnTo>
                  <a:lnTo>
                    <a:pt x="5622313" y="3109058"/>
                  </a:lnTo>
                  <a:lnTo>
                    <a:pt x="5621255" y="3109058"/>
                  </a:lnTo>
                  <a:lnTo>
                    <a:pt x="5620197" y="3109058"/>
                  </a:lnTo>
                  <a:lnTo>
                    <a:pt x="5619140" y="3109058"/>
                  </a:lnTo>
                  <a:lnTo>
                    <a:pt x="5618082" y="3109058"/>
                  </a:lnTo>
                  <a:lnTo>
                    <a:pt x="5617024" y="3109058"/>
                  </a:lnTo>
                  <a:lnTo>
                    <a:pt x="5615966" y="3109058"/>
                  </a:lnTo>
                  <a:lnTo>
                    <a:pt x="5614908" y="3109058"/>
                  </a:lnTo>
                  <a:lnTo>
                    <a:pt x="5613850" y="3109058"/>
                  </a:lnTo>
                  <a:lnTo>
                    <a:pt x="5612793" y="3109058"/>
                  </a:lnTo>
                  <a:lnTo>
                    <a:pt x="5611735" y="3109058"/>
                  </a:lnTo>
                  <a:lnTo>
                    <a:pt x="5610677" y="3109058"/>
                  </a:lnTo>
                  <a:lnTo>
                    <a:pt x="5609619" y="3109058"/>
                  </a:lnTo>
                  <a:lnTo>
                    <a:pt x="5608561" y="3109058"/>
                  </a:lnTo>
                  <a:lnTo>
                    <a:pt x="5607503" y="3109058"/>
                  </a:lnTo>
                  <a:lnTo>
                    <a:pt x="5606446" y="3109058"/>
                  </a:lnTo>
                  <a:lnTo>
                    <a:pt x="5605388" y="3109058"/>
                  </a:lnTo>
                  <a:lnTo>
                    <a:pt x="5604330" y="3109058"/>
                  </a:lnTo>
                  <a:lnTo>
                    <a:pt x="5603272" y="3109058"/>
                  </a:lnTo>
                  <a:lnTo>
                    <a:pt x="5602214" y="3109058"/>
                  </a:lnTo>
                  <a:lnTo>
                    <a:pt x="5601156" y="3109058"/>
                  </a:lnTo>
                  <a:lnTo>
                    <a:pt x="5600098" y="3109058"/>
                  </a:lnTo>
                  <a:lnTo>
                    <a:pt x="5599041" y="3109058"/>
                  </a:lnTo>
                  <a:lnTo>
                    <a:pt x="5597983" y="3109058"/>
                  </a:lnTo>
                  <a:lnTo>
                    <a:pt x="5596925" y="3109058"/>
                  </a:lnTo>
                  <a:lnTo>
                    <a:pt x="5595867" y="3109058"/>
                  </a:lnTo>
                  <a:lnTo>
                    <a:pt x="5594809" y="3109058"/>
                  </a:lnTo>
                  <a:lnTo>
                    <a:pt x="5593751" y="3109058"/>
                  </a:lnTo>
                  <a:lnTo>
                    <a:pt x="5592694" y="3109058"/>
                  </a:lnTo>
                  <a:lnTo>
                    <a:pt x="5591636" y="3109058"/>
                  </a:lnTo>
                  <a:lnTo>
                    <a:pt x="5590578" y="3109058"/>
                  </a:lnTo>
                  <a:lnTo>
                    <a:pt x="5589520" y="3109058"/>
                  </a:lnTo>
                  <a:lnTo>
                    <a:pt x="5588462" y="3109058"/>
                  </a:lnTo>
                  <a:lnTo>
                    <a:pt x="5587404" y="3109058"/>
                  </a:lnTo>
                  <a:lnTo>
                    <a:pt x="5586347" y="3109058"/>
                  </a:lnTo>
                  <a:lnTo>
                    <a:pt x="5585289" y="3109058"/>
                  </a:lnTo>
                  <a:lnTo>
                    <a:pt x="5584231" y="3109058"/>
                  </a:lnTo>
                  <a:lnTo>
                    <a:pt x="5583173" y="3109058"/>
                  </a:lnTo>
                  <a:lnTo>
                    <a:pt x="5582115" y="3109058"/>
                  </a:lnTo>
                  <a:lnTo>
                    <a:pt x="5581057" y="3109058"/>
                  </a:lnTo>
                  <a:lnTo>
                    <a:pt x="5580000" y="3109058"/>
                  </a:lnTo>
                  <a:lnTo>
                    <a:pt x="5578942" y="3109058"/>
                  </a:lnTo>
                  <a:lnTo>
                    <a:pt x="5577884" y="3109058"/>
                  </a:lnTo>
                  <a:lnTo>
                    <a:pt x="5576826" y="3109058"/>
                  </a:lnTo>
                  <a:lnTo>
                    <a:pt x="5575768" y="3109058"/>
                  </a:lnTo>
                  <a:lnTo>
                    <a:pt x="5574710" y="3109058"/>
                  </a:lnTo>
                  <a:lnTo>
                    <a:pt x="5573652" y="3109058"/>
                  </a:lnTo>
                  <a:lnTo>
                    <a:pt x="5572595" y="3109058"/>
                  </a:lnTo>
                  <a:lnTo>
                    <a:pt x="5571537" y="3109058"/>
                  </a:lnTo>
                  <a:lnTo>
                    <a:pt x="5570479" y="3109058"/>
                  </a:lnTo>
                  <a:lnTo>
                    <a:pt x="5569421" y="3109058"/>
                  </a:lnTo>
                  <a:lnTo>
                    <a:pt x="5568363" y="3109058"/>
                  </a:lnTo>
                  <a:lnTo>
                    <a:pt x="5567305" y="3109058"/>
                  </a:lnTo>
                  <a:lnTo>
                    <a:pt x="5566248" y="3109058"/>
                  </a:lnTo>
                  <a:lnTo>
                    <a:pt x="5565190" y="3109058"/>
                  </a:lnTo>
                  <a:lnTo>
                    <a:pt x="5564132" y="3109058"/>
                  </a:lnTo>
                  <a:lnTo>
                    <a:pt x="5563074" y="3109058"/>
                  </a:lnTo>
                  <a:lnTo>
                    <a:pt x="5562016" y="3109058"/>
                  </a:lnTo>
                  <a:lnTo>
                    <a:pt x="5560958" y="3109058"/>
                  </a:lnTo>
                  <a:lnTo>
                    <a:pt x="5559901" y="3109058"/>
                  </a:lnTo>
                  <a:lnTo>
                    <a:pt x="5558843" y="3109058"/>
                  </a:lnTo>
                  <a:lnTo>
                    <a:pt x="5557785" y="3109058"/>
                  </a:lnTo>
                  <a:lnTo>
                    <a:pt x="5556727" y="3109058"/>
                  </a:lnTo>
                  <a:lnTo>
                    <a:pt x="5555669" y="3109058"/>
                  </a:lnTo>
                  <a:lnTo>
                    <a:pt x="5554611" y="3109058"/>
                  </a:lnTo>
                  <a:lnTo>
                    <a:pt x="5553554" y="3109058"/>
                  </a:lnTo>
                  <a:lnTo>
                    <a:pt x="5552496" y="3109058"/>
                  </a:lnTo>
                  <a:lnTo>
                    <a:pt x="5551438" y="3109058"/>
                  </a:lnTo>
                  <a:lnTo>
                    <a:pt x="5550380" y="3109058"/>
                  </a:lnTo>
                  <a:lnTo>
                    <a:pt x="5549322" y="3109058"/>
                  </a:lnTo>
                  <a:lnTo>
                    <a:pt x="5548264" y="3109058"/>
                  </a:lnTo>
                  <a:lnTo>
                    <a:pt x="5547206" y="3109058"/>
                  </a:lnTo>
                  <a:lnTo>
                    <a:pt x="5546149" y="3109058"/>
                  </a:lnTo>
                  <a:lnTo>
                    <a:pt x="5545091" y="3109058"/>
                  </a:lnTo>
                  <a:lnTo>
                    <a:pt x="5544033" y="3109058"/>
                  </a:lnTo>
                  <a:lnTo>
                    <a:pt x="5542975" y="3109058"/>
                  </a:lnTo>
                  <a:lnTo>
                    <a:pt x="5541917" y="3109058"/>
                  </a:lnTo>
                  <a:lnTo>
                    <a:pt x="5540859" y="3109058"/>
                  </a:lnTo>
                  <a:lnTo>
                    <a:pt x="5539802" y="3109058"/>
                  </a:lnTo>
                  <a:lnTo>
                    <a:pt x="5538744" y="3109058"/>
                  </a:lnTo>
                  <a:lnTo>
                    <a:pt x="5537686" y="3109058"/>
                  </a:lnTo>
                  <a:lnTo>
                    <a:pt x="5536628" y="3109058"/>
                  </a:lnTo>
                  <a:lnTo>
                    <a:pt x="5535570" y="3109058"/>
                  </a:lnTo>
                  <a:lnTo>
                    <a:pt x="5534512" y="3109058"/>
                  </a:lnTo>
                  <a:lnTo>
                    <a:pt x="5533455" y="3109058"/>
                  </a:lnTo>
                  <a:lnTo>
                    <a:pt x="5532397" y="3109058"/>
                  </a:lnTo>
                  <a:lnTo>
                    <a:pt x="5531339" y="3109058"/>
                  </a:lnTo>
                  <a:lnTo>
                    <a:pt x="5530281" y="3109058"/>
                  </a:lnTo>
                  <a:lnTo>
                    <a:pt x="5529223" y="3109058"/>
                  </a:lnTo>
                  <a:lnTo>
                    <a:pt x="5528165" y="3109058"/>
                  </a:lnTo>
                  <a:lnTo>
                    <a:pt x="5527108" y="3109058"/>
                  </a:lnTo>
                  <a:lnTo>
                    <a:pt x="5526050" y="3109058"/>
                  </a:lnTo>
                  <a:lnTo>
                    <a:pt x="5524992" y="3109058"/>
                  </a:lnTo>
                  <a:lnTo>
                    <a:pt x="5523934" y="3109058"/>
                  </a:lnTo>
                  <a:lnTo>
                    <a:pt x="5522876" y="3109058"/>
                  </a:lnTo>
                  <a:lnTo>
                    <a:pt x="5521818" y="3109058"/>
                  </a:lnTo>
                  <a:lnTo>
                    <a:pt x="5520760" y="3109058"/>
                  </a:lnTo>
                  <a:lnTo>
                    <a:pt x="5519703" y="3109058"/>
                  </a:lnTo>
                  <a:lnTo>
                    <a:pt x="5518645" y="3109058"/>
                  </a:lnTo>
                  <a:lnTo>
                    <a:pt x="5517587" y="3109058"/>
                  </a:lnTo>
                  <a:lnTo>
                    <a:pt x="5516529" y="3109058"/>
                  </a:lnTo>
                  <a:lnTo>
                    <a:pt x="5515471" y="3109058"/>
                  </a:lnTo>
                  <a:lnTo>
                    <a:pt x="5514413" y="3109058"/>
                  </a:lnTo>
                  <a:lnTo>
                    <a:pt x="5513356" y="3109058"/>
                  </a:lnTo>
                  <a:lnTo>
                    <a:pt x="5512298" y="3109058"/>
                  </a:lnTo>
                  <a:lnTo>
                    <a:pt x="5511240" y="3109058"/>
                  </a:lnTo>
                  <a:lnTo>
                    <a:pt x="5510182" y="3109058"/>
                  </a:lnTo>
                  <a:lnTo>
                    <a:pt x="5509124" y="3109058"/>
                  </a:lnTo>
                  <a:lnTo>
                    <a:pt x="5508066" y="3109058"/>
                  </a:lnTo>
                  <a:lnTo>
                    <a:pt x="5507009" y="3109058"/>
                  </a:lnTo>
                  <a:lnTo>
                    <a:pt x="5505951" y="3109058"/>
                  </a:lnTo>
                  <a:lnTo>
                    <a:pt x="5504893" y="3109058"/>
                  </a:lnTo>
                  <a:lnTo>
                    <a:pt x="5503835" y="3109058"/>
                  </a:lnTo>
                  <a:lnTo>
                    <a:pt x="5502777" y="3109058"/>
                  </a:lnTo>
                  <a:lnTo>
                    <a:pt x="5501719" y="3109058"/>
                  </a:lnTo>
                  <a:lnTo>
                    <a:pt x="5500662" y="3109058"/>
                  </a:lnTo>
                  <a:lnTo>
                    <a:pt x="5499604" y="3109058"/>
                  </a:lnTo>
                  <a:lnTo>
                    <a:pt x="5498546" y="3109058"/>
                  </a:lnTo>
                  <a:lnTo>
                    <a:pt x="5497488" y="3109058"/>
                  </a:lnTo>
                  <a:lnTo>
                    <a:pt x="5496430" y="3109058"/>
                  </a:lnTo>
                  <a:lnTo>
                    <a:pt x="5495372" y="3109058"/>
                  </a:lnTo>
                  <a:lnTo>
                    <a:pt x="5494314" y="3109058"/>
                  </a:lnTo>
                  <a:lnTo>
                    <a:pt x="5493257" y="3109058"/>
                  </a:lnTo>
                  <a:lnTo>
                    <a:pt x="5492199" y="3109058"/>
                  </a:lnTo>
                  <a:lnTo>
                    <a:pt x="5491141" y="3109058"/>
                  </a:lnTo>
                  <a:lnTo>
                    <a:pt x="5490083" y="3109058"/>
                  </a:lnTo>
                  <a:lnTo>
                    <a:pt x="5489025" y="3109058"/>
                  </a:lnTo>
                  <a:lnTo>
                    <a:pt x="5487967" y="3109058"/>
                  </a:lnTo>
                  <a:lnTo>
                    <a:pt x="5486910" y="3109058"/>
                  </a:lnTo>
                  <a:lnTo>
                    <a:pt x="5485852" y="3109058"/>
                  </a:lnTo>
                  <a:lnTo>
                    <a:pt x="5484794" y="3109058"/>
                  </a:lnTo>
                  <a:lnTo>
                    <a:pt x="5483736" y="3109058"/>
                  </a:lnTo>
                  <a:lnTo>
                    <a:pt x="5482678" y="3109058"/>
                  </a:lnTo>
                  <a:lnTo>
                    <a:pt x="5481620" y="3109058"/>
                  </a:lnTo>
                  <a:lnTo>
                    <a:pt x="5480563" y="3109058"/>
                  </a:lnTo>
                  <a:lnTo>
                    <a:pt x="5479505" y="3109058"/>
                  </a:lnTo>
                  <a:lnTo>
                    <a:pt x="5478447" y="3109058"/>
                  </a:lnTo>
                  <a:lnTo>
                    <a:pt x="5477389" y="3109058"/>
                  </a:lnTo>
                  <a:lnTo>
                    <a:pt x="5476331" y="3109058"/>
                  </a:lnTo>
                  <a:lnTo>
                    <a:pt x="5475273" y="3109058"/>
                  </a:lnTo>
                  <a:lnTo>
                    <a:pt x="5474216" y="3109058"/>
                  </a:lnTo>
                  <a:lnTo>
                    <a:pt x="5473158" y="3109058"/>
                  </a:lnTo>
                  <a:lnTo>
                    <a:pt x="5472100" y="3109058"/>
                  </a:lnTo>
                  <a:lnTo>
                    <a:pt x="5471042" y="3109058"/>
                  </a:lnTo>
                  <a:lnTo>
                    <a:pt x="5469984" y="3109058"/>
                  </a:lnTo>
                  <a:lnTo>
                    <a:pt x="5468926" y="3109058"/>
                  </a:lnTo>
                  <a:lnTo>
                    <a:pt x="5467868" y="3109058"/>
                  </a:lnTo>
                  <a:lnTo>
                    <a:pt x="5466811" y="3109058"/>
                  </a:lnTo>
                  <a:lnTo>
                    <a:pt x="5465753" y="3109058"/>
                  </a:lnTo>
                  <a:lnTo>
                    <a:pt x="5464695" y="3109058"/>
                  </a:lnTo>
                  <a:lnTo>
                    <a:pt x="5463637" y="3109058"/>
                  </a:lnTo>
                  <a:lnTo>
                    <a:pt x="5462579" y="3109058"/>
                  </a:lnTo>
                  <a:lnTo>
                    <a:pt x="5461521" y="3109058"/>
                  </a:lnTo>
                  <a:lnTo>
                    <a:pt x="5460464" y="3109058"/>
                  </a:lnTo>
                  <a:lnTo>
                    <a:pt x="5459406" y="3109058"/>
                  </a:lnTo>
                  <a:lnTo>
                    <a:pt x="5458348" y="3109058"/>
                  </a:lnTo>
                  <a:lnTo>
                    <a:pt x="5457290" y="3109058"/>
                  </a:lnTo>
                  <a:lnTo>
                    <a:pt x="5456232" y="3109058"/>
                  </a:lnTo>
                  <a:lnTo>
                    <a:pt x="5455174" y="3109058"/>
                  </a:lnTo>
                  <a:lnTo>
                    <a:pt x="5454117" y="3109058"/>
                  </a:lnTo>
                  <a:lnTo>
                    <a:pt x="5453059" y="3109058"/>
                  </a:lnTo>
                  <a:lnTo>
                    <a:pt x="5452001" y="3109058"/>
                  </a:lnTo>
                  <a:lnTo>
                    <a:pt x="5450943" y="3109058"/>
                  </a:lnTo>
                  <a:lnTo>
                    <a:pt x="5449885" y="3109058"/>
                  </a:lnTo>
                  <a:lnTo>
                    <a:pt x="5448827" y="3109058"/>
                  </a:lnTo>
                  <a:lnTo>
                    <a:pt x="5447770" y="3109058"/>
                  </a:lnTo>
                  <a:lnTo>
                    <a:pt x="5446712" y="3109058"/>
                  </a:lnTo>
                  <a:lnTo>
                    <a:pt x="5445654" y="3109058"/>
                  </a:lnTo>
                  <a:lnTo>
                    <a:pt x="5444596" y="3109058"/>
                  </a:lnTo>
                  <a:lnTo>
                    <a:pt x="5443538" y="3109058"/>
                  </a:lnTo>
                  <a:lnTo>
                    <a:pt x="5442480" y="3109058"/>
                  </a:lnTo>
                  <a:lnTo>
                    <a:pt x="5441422" y="3109058"/>
                  </a:lnTo>
                  <a:lnTo>
                    <a:pt x="5440365" y="3109058"/>
                  </a:lnTo>
                  <a:lnTo>
                    <a:pt x="5439307" y="3109058"/>
                  </a:lnTo>
                  <a:lnTo>
                    <a:pt x="5438249" y="3109058"/>
                  </a:lnTo>
                  <a:lnTo>
                    <a:pt x="5437191" y="3109058"/>
                  </a:lnTo>
                  <a:lnTo>
                    <a:pt x="5436133" y="3109058"/>
                  </a:lnTo>
                  <a:lnTo>
                    <a:pt x="5435075" y="3109058"/>
                  </a:lnTo>
                  <a:lnTo>
                    <a:pt x="5434018" y="3109058"/>
                  </a:lnTo>
                  <a:lnTo>
                    <a:pt x="5432960" y="3109058"/>
                  </a:lnTo>
                  <a:lnTo>
                    <a:pt x="5431902" y="3109058"/>
                  </a:lnTo>
                  <a:lnTo>
                    <a:pt x="5430844" y="3109058"/>
                  </a:lnTo>
                  <a:lnTo>
                    <a:pt x="5429786" y="3109058"/>
                  </a:lnTo>
                  <a:lnTo>
                    <a:pt x="5428728" y="3109058"/>
                  </a:lnTo>
                  <a:lnTo>
                    <a:pt x="5427671" y="3109058"/>
                  </a:lnTo>
                  <a:lnTo>
                    <a:pt x="5426613" y="3109058"/>
                  </a:lnTo>
                  <a:lnTo>
                    <a:pt x="5425555" y="3109058"/>
                  </a:lnTo>
                  <a:lnTo>
                    <a:pt x="5424497" y="3109058"/>
                  </a:lnTo>
                  <a:lnTo>
                    <a:pt x="5423439" y="3109058"/>
                  </a:lnTo>
                  <a:lnTo>
                    <a:pt x="5422381" y="3109058"/>
                  </a:lnTo>
                  <a:lnTo>
                    <a:pt x="5421324" y="3109058"/>
                  </a:lnTo>
                  <a:lnTo>
                    <a:pt x="5420266" y="3109058"/>
                  </a:lnTo>
                  <a:lnTo>
                    <a:pt x="5419208" y="3109058"/>
                  </a:lnTo>
                  <a:lnTo>
                    <a:pt x="5418150" y="3109058"/>
                  </a:lnTo>
                  <a:lnTo>
                    <a:pt x="5417092" y="3109058"/>
                  </a:lnTo>
                  <a:lnTo>
                    <a:pt x="5416034" y="3109058"/>
                  </a:lnTo>
                  <a:lnTo>
                    <a:pt x="5414976" y="3109058"/>
                  </a:lnTo>
                  <a:lnTo>
                    <a:pt x="5413919" y="3109058"/>
                  </a:lnTo>
                  <a:lnTo>
                    <a:pt x="5412861" y="3109058"/>
                  </a:lnTo>
                  <a:lnTo>
                    <a:pt x="5411803" y="3109058"/>
                  </a:lnTo>
                  <a:lnTo>
                    <a:pt x="5410745" y="3109058"/>
                  </a:lnTo>
                  <a:lnTo>
                    <a:pt x="5409687" y="3109058"/>
                  </a:lnTo>
                  <a:lnTo>
                    <a:pt x="5408629" y="3109058"/>
                  </a:lnTo>
                  <a:lnTo>
                    <a:pt x="5407572" y="3109058"/>
                  </a:lnTo>
                  <a:lnTo>
                    <a:pt x="5406514" y="3109058"/>
                  </a:lnTo>
                  <a:lnTo>
                    <a:pt x="5405456" y="3109058"/>
                  </a:lnTo>
                  <a:lnTo>
                    <a:pt x="5404398" y="3109058"/>
                  </a:lnTo>
                  <a:lnTo>
                    <a:pt x="5403340" y="3109058"/>
                  </a:lnTo>
                  <a:lnTo>
                    <a:pt x="5402282" y="3109058"/>
                  </a:lnTo>
                  <a:lnTo>
                    <a:pt x="5401225" y="3109058"/>
                  </a:lnTo>
                  <a:lnTo>
                    <a:pt x="5400167" y="3109058"/>
                  </a:lnTo>
                  <a:lnTo>
                    <a:pt x="5399109" y="3109058"/>
                  </a:lnTo>
                  <a:lnTo>
                    <a:pt x="5398051" y="3109058"/>
                  </a:lnTo>
                  <a:lnTo>
                    <a:pt x="5396993" y="3109058"/>
                  </a:lnTo>
                  <a:lnTo>
                    <a:pt x="5395935" y="3109058"/>
                  </a:lnTo>
                  <a:lnTo>
                    <a:pt x="5394878" y="3109058"/>
                  </a:lnTo>
                  <a:lnTo>
                    <a:pt x="5393820" y="3109058"/>
                  </a:lnTo>
                  <a:lnTo>
                    <a:pt x="5392762" y="3109058"/>
                  </a:lnTo>
                  <a:lnTo>
                    <a:pt x="5391704" y="3109058"/>
                  </a:lnTo>
                  <a:lnTo>
                    <a:pt x="5390646" y="3109058"/>
                  </a:lnTo>
                  <a:lnTo>
                    <a:pt x="5389588" y="3109058"/>
                  </a:lnTo>
                  <a:lnTo>
                    <a:pt x="5388530" y="3109058"/>
                  </a:lnTo>
                  <a:lnTo>
                    <a:pt x="5387473" y="3109058"/>
                  </a:lnTo>
                  <a:lnTo>
                    <a:pt x="5386415" y="3109058"/>
                  </a:lnTo>
                  <a:lnTo>
                    <a:pt x="5385357" y="3109058"/>
                  </a:lnTo>
                  <a:lnTo>
                    <a:pt x="5384299" y="3109058"/>
                  </a:lnTo>
                  <a:lnTo>
                    <a:pt x="5383241" y="3109058"/>
                  </a:lnTo>
                  <a:lnTo>
                    <a:pt x="5382183" y="3109058"/>
                  </a:lnTo>
                  <a:lnTo>
                    <a:pt x="5381126" y="3109058"/>
                  </a:lnTo>
                  <a:lnTo>
                    <a:pt x="5380068" y="3109058"/>
                  </a:lnTo>
                  <a:lnTo>
                    <a:pt x="5379010" y="3109058"/>
                  </a:lnTo>
                  <a:lnTo>
                    <a:pt x="5377952" y="3109058"/>
                  </a:lnTo>
                  <a:lnTo>
                    <a:pt x="5376894" y="3109058"/>
                  </a:lnTo>
                  <a:lnTo>
                    <a:pt x="5375836" y="3109058"/>
                  </a:lnTo>
                  <a:lnTo>
                    <a:pt x="5374779" y="3109058"/>
                  </a:lnTo>
                  <a:lnTo>
                    <a:pt x="5373721" y="3109058"/>
                  </a:lnTo>
                  <a:lnTo>
                    <a:pt x="5372663" y="3109058"/>
                  </a:lnTo>
                  <a:lnTo>
                    <a:pt x="5371605" y="3109058"/>
                  </a:lnTo>
                  <a:lnTo>
                    <a:pt x="5370547" y="3109058"/>
                  </a:lnTo>
                  <a:lnTo>
                    <a:pt x="5369489" y="3109058"/>
                  </a:lnTo>
                  <a:lnTo>
                    <a:pt x="5368432" y="3109058"/>
                  </a:lnTo>
                  <a:lnTo>
                    <a:pt x="5367374" y="3109058"/>
                  </a:lnTo>
                  <a:lnTo>
                    <a:pt x="5366316" y="3109058"/>
                  </a:lnTo>
                  <a:lnTo>
                    <a:pt x="5365258" y="3109058"/>
                  </a:lnTo>
                  <a:lnTo>
                    <a:pt x="5364200" y="3109058"/>
                  </a:lnTo>
                  <a:lnTo>
                    <a:pt x="5363142" y="3109058"/>
                  </a:lnTo>
                  <a:lnTo>
                    <a:pt x="5362084" y="3109058"/>
                  </a:lnTo>
                  <a:lnTo>
                    <a:pt x="5361027" y="3109058"/>
                  </a:lnTo>
                  <a:lnTo>
                    <a:pt x="5359969" y="3109058"/>
                  </a:lnTo>
                  <a:lnTo>
                    <a:pt x="5358911" y="3109058"/>
                  </a:lnTo>
                  <a:lnTo>
                    <a:pt x="5357853" y="3109058"/>
                  </a:lnTo>
                  <a:lnTo>
                    <a:pt x="5356795" y="3109058"/>
                  </a:lnTo>
                  <a:lnTo>
                    <a:pt x="5355737" y="3109058"/>
                  </a:lnTo>
                  <a:lnTo>
                    <a:pt x="5354680" y="3109058"/>
                  </a:lnTo>
                  <a:lnTo>
                    <a:pt x="5353622" y="3109058"/>
                  </a:lnTo>
                  <a:lnTo>
                    <a:pt x="5352564" y="3109058"/>
                  </a:lnTo>
                  <a:lnTo>
                    <a:pt x="5351506" y="3109058"/>
                  </a:lnTo>
                  <a:lnTo>
                    <a:pt x="5350448" y="3109058"/>
                  </a:lnTo>
                  <a:lnTo>
                    <a:pt x="5349390" y="3109058"/>
                  </a:lnTo>
                  <a:lnTo>
                    <a:pt x="5348333" y="3109058"/>
                  </a:lnTo>
                  <a:lnTo>
                    <a:pt x="5347275" y="3109058"/>
                  </a:lnTo>
                  <a:lnTo>
                    <a:pt x="5346217" y="3109058"/>
                  </a:lnTo>
                  <a:lnTo>
                    <a:pt x="5345159" y="3109058"/>
                  </a:lnTo>
                  <a:lnTo>
                    <a:pt x="5344101" y="3109058"/>
                  </a:lnTo>
                  <a:lnTo>
                    <a:pt x="5343043" y="3109058"/>
                  </a:lnTo>
                  <a:lnTo>
                    <a:pt x="5341986" y="3109058"/>
                  </a:lnTo>
                  <a:lnTo>
                    <a:pt x="5340928" y="3109058"/>
                  </a:lnTo>
                  <a:lnTo>
                    <a:pt x="5339870" y="3109058"/>
                  </a:lnTo>
                  <a:lnTo>
                    <a:pt x="5338812" y="3109058"/>
                  </a:lnTo>
                  <a:lnTo>
                    <a:pt x="5337754" y="3109058"/>
                  </a:lnTo>
                  <a:lnTo>
                    <a:pt x="5336696" y="3109058"/>
                  </a:lnTo>
                  <a:lnTo>
                    <a:pt x="5335638" y="3109058"/>
                  </a:lnTo>
                  <a:lnTo>
                    <a:pt x="5334581" y="3109058"/>
                  </a:lnTo>
                  <a:lnTo>
                    <a:pt x="5333523" y="3109058"/>
                  </a:lnTo>
                  <a:lnTo>
                    <a:pt x="5332465" y="3109058"/>
                  </a:lnTo>
                  <a:lnTo>
                    <a:pt x="5331407" y="3109058"/>
                  </a:lnTo>
                  <a:lnTo>
                    <a:pt x="5330349" y="3109058"/>
                  </a:lnTo>
                  <a:lnTo>
                    <a:pt x="5329291" y="3109058"/>
                  </a:lnTo>
                  <a:lnTo>
                    <a:pt x="5328234" y="3109058"/>
                  </a:lnTo>
                  <a:lnTo>
                    <a:pt x="5327176" y="3109058"/>
                  </a:lnTo>
                  <a:lnTo>
                    <a:pt x="5326118" y="3109058"/>
                  </a:lnTo>
                  <a:lnTo>
                    <a:pt x="5325060" y="3109058"/>
                  </a:lnTo>
                  <a:lnTo>
                    <a:pt x="5324002" y="3109058"/>
                  </a:lnTo>
                  <a:lnTo>
                    <a:pt x="5322944" y="3109058"/>
                  </a:lnTo>
                  <a:lnTo>
                    <a:pt x="5321887" y="3109058"/>
                  </a:lnTo>
                  <a:lnTo>
                    <a:pt x="5320829" y="3109058"/>
                  </a:lnTo>
                  <a:lnTo>
                    <a:pt x="5319771" y="3109058"/>
                  </a:lnTo>
                  <a:lnTo>
                    <a:pt x="5318713" y="3109058"/>
                  </a:lnTo>
                  <a:lnTo>
                    <a:pt x="5317655" y="3109058"/>
                  </a:lnTo>
                  <a:lnTo>
                    <a:pt x="5316597" y="3109058"/>
                  </a:lnTo>
                  <a:lnTo>
                    <a:pt x="5315540" y="3109058"/>
                  </a:lnTo>
                  <a:lnTo>
                    <a:pt x="5314482" y="3109058"/>
                  </a:lnTo>
                  <a:lnTo>
                    <a:pt x="5313424" y="3109058"/>
                  </a:lnTo>
                  <a:lnTo>
                    <a:pt x="5312366" y="3109058"/>
                  </a:lnTo>
                  <a:lnTo>
                    <a:pt x="5311308" y="3109058"/>
                  </a:lnTo>
                  <a:lnTo>
                    <a:pt x="5310250" y="3109058"/>
                  </a:lnTo>
                  <a:lnTo>
                    <a:pt x="5309192" y="3109058"/>
                  </a:lnTo>
                  <a:lnTo>
                    <a:pt x="5308135" y="3109058"/>
                  </a:lnTo>
                  <a:lnTo>
                    <a:pt x="5307077" y="3109058"/>
                  </a:lnTo>
                  <a:lnTo>
                    <a:pt x="5306019" y="3109058"/>
                  </a:lnTo>
                  <a:lnTo>
                    <a:pt x="5304961" y="3109058"/>
                  </a:lnTo>
                  <a:lnTo>
                    <a:pt x="5303903" y="3109058"/>
                  </a:lnTo>
                  <a:lnTo>
                    <a:pt x="5302845" y="3109058"/>
                  </a:lnTo>
                  <a:lnTo>
                    <a:pt x="5301788" y="3109058"/>
                  </a:lnTo>
                  <a:lnTo>
                    <a:pt x="5300730" y="3109058"/>
                  </a:lnTo>
                  <a:lnTo>
                    <a:pt x="5299672" y="3109058"/>
                  </a:lnTo>
                  <a:lnTo>
                    <a:pt x="5298614" y="3109058"/>
                  </a:lnTo>
                  <a:lnTo>
                    <a:pt x="5297556" y="3109058"/>
                  </a:lnTo>
                  <a:lnTo>
                    <a:pt x="5296498" y="3109058"/>
                  </a:lnTo>
                  <a:lnTo>
                    <a:pt x="5295441" y="3109058"/>
                  </a:lnTo>
                  <a:lnTo>
                    <a:pt x="5294383" y="3109058"/>
                  </a:lnTo>
                  <a:lnTo>
                    <a:pt x="5293325" y="3109058"/>
                  </a:lnTo>
                  <a:lnTo>
                    <a:pt x="5292267" y="3109058"/>
                  </a:lnTo>
                  <a:lnTo>
                    <a:pt x="5291209" y="3109058"/>
                  </a:lnTo>
                  <a:lnTo>
                    <a:pt x="5290151" y="3109058"/>
                  </a:lnTo>
                  <a:lnTo>
                    <a:pt x="5289094" y="3109058"/>
                  </a:lnTo>
                  <a:lnTo>
                    <a:pt x="5288036" y="3109058"/>
                  </a:lnTo>
                  <a:lnTo>
                    <a:pt x="5286978" y="3109058"/>
                  </a:lnTo>
                  <a:lnTo>
                    <a:pt x="5285920" y="3109058"/>
                  </a:lnTo>
                  <a:lnTo>
                    <a:pt x="5284862" y="3109058"/>
                  </a:lnTo>
                  <a:lnTo>
                    <a:pt x="5283804" y="3109058"/>
                  </a:lnTo>
                  <a:lnTo>
                    <a:pt x="5282746" y="3109058"/>
                  </a:lnTo>
                  <a:lnTo>
                    <a:pt x="5281689" y="3109058"/>
                  </a:lnTo>
                  <a:lnTo>
                    <a:pt x="5280631" y="3109058"/>
                  </a:lnTo>
                  <a:lnTo>
                    <a:pt x="5279573" y="3109058"/>
                  </a:lnTo>
                  <a:lnTo>
                    <a:pt x="5278515" y="3109058"/>
                  </a:lnTo>
                  <a:lnTo>
                    <a:pt x="5277457" y="3109058"/>
                  </a:lnTo>
                  <a:lnTo>
                    <a:pt x="5276399" y="3109058"/>
                  </a:lnTo>
                  <a:lnTo>
                    <a:pt x="5275342" y="3109058"/>
                  </a:lnTo>
                  <a:lnTo>
                    <a:pt x="5274284" y="3109058"/>
                  </a:lnTo>
                  <a:lnTo>
                    <a:pt x="5273226" y="3109058"/>
                  </a:lnTo>
                  <a:lnTo>
                    <a:pt x="5272168" y="3109058"/>
                  </a:lnTo>
                  <a:lnTo>
                    <a:pt x="5271110" y="3109058"/>
                  </a:lnTo>
                  <a:lnTo>
                    <a:pt x="5270052" y="3109058"/>
                  </a:lnTo>
                  <a:lnTo>
                    <a:pt x="5268995" y="3109058"/>
                  </a:lnTo>
                  <a:lnTo>
                    <a:pt x="5267937" y="3109058"/>
                  </a:lnTo>
                  <a:lnTo>
                    <a:pt x="5266879" y="3109058"/>
                  </a:lnTo>
                  <a:lnTo>
                    <a:pt x="5265821" y="3109058"/>
                  </a:lnTo>
                  <a:lnTo>
                    <a:pt x="5264763" y="3109058"/>
                  </a:lnTo>
                  <a:lnTo>
                    <a:pt x="5263705" y="3109058"/>
                  </a:lnTo>
                  <a:lnTo>
                    <a:pt x="5262648" y="3109058"/>
                  </a:lnTo>
                  <a:lnTo>
                    <a:pt x="5261590" y="3109058"/>
                  </a:lnTo>
                  <a:lnTo>
                    <a:pt x="5260532" y="3109058"/>
                  </a:lnTo>
                  <a:lnTo>
                    <a:pt x="5259474" y="3109058"/>
                  </a:lnTo>
                  <a:lnTo>
                    <a:pt x="5258416" y="3109058"/>
                  </a:lnTo>
                  <a:lnTo>
                    <a:pt x="5257358" y="3109058"/>
                  </a:lnTo>
                  <a:lnTo>
                    <a:pt x="5256300" y="3109058"/>
                  </a:lnTo>
                  <a:lnTo>
                    <a:pt x="5255243" y="3109058"/>
                  </a:lnTo>
                  <a:lnTo>
                    <a:pt x="5254185" y="3109058"/>
                  </a:lnTo>
                  <a:lnTo>
                    <a:pt x="5253127" y="3109058"/>
                  </a:lnTo>
                  <a:lnTo>
                    <a:pt x="5252069" y="3109058"/>
                  </a:lnTo>
                  <a:lnTo>
                    <a:pt x="5251011" y="3109058"/>
                  </a:lnTo>
                  <a:lnTo>
                    <a:pt x="5249953" y="3109058"/>
                  </a:lnTo>
                  <a:lnTo>
                    <a:pt x="5248896" y="3109058"/>
                  </a:lnTo>
                  <a:lnTo>
                    <a:pt x="5247838" y="3109058"/>
                  </a:lnTo>
                  <a:lnTo>
                    <a:pt x="5246780" y="3109058"/>
                  </a:lnTo>
                  <a:lnTo>
                    <a:pt x="5245722" y="3109058"/>
                  </a:lnTo>
                  <a:lnTo>
                    <a:pt x="5244664" y="3109058"/>
                  </a:lnTo>
                  <a:lnTo>
                    <a:pt x="5243606" y="3109058"/>
                  </a:lnTo>
                  <a:lnTo>
                    <a:pt x="5242549" y="3109058"/>
                  </a:lnTo>
                  <a:lnTo>
                    <a:pt x="5241491" y="3109058"/>
                  </a:lnTo>
                  <a:lnTo>
                    <a:pt x="5240433" y="3109058"/>
                  </a:lnTo>
                  <a:lnTo>
                    <a:pt x="5239375" y="3109058"/>
                  </a:lnTo>
                  <a:lnTo>
                    <a:pt x="5238317" y="3109058"/>
                  </a:lnTo>
                  <a:lnTo>
                    <a:pt x="5237259" y="3109058"/>
                  </a:lnTo>
                  <a:lnTo>
                    <a:pt x="5236202" y="3109058"/>
                  </a:lnTo>
                  <a:lnTo>
                    <a:pt x="5235144" y="3109058"/>
                  </a:lnTo>
                  <a:lnTo>
                    <a:pt x="5234086" y="3109058"/>
                  </a:lnTo>
                  <a:lnTo>
                    <a:pt x="5233028" y="3109058"/>
                  </a:lnTo>
                  <a:lnTo>
                    <a:pt x="5231970" y="3109058"/>
                  </a:lnTo>
                  <a:lnTo>
                    <a:pt x="5230912" y="3109058"/>
                  </a:lnTo>
                  <a:lnTo>
                    <a:pt x="5229854" y="3109058"/>
                  </a:lnTo>
                  <a:lnTo>
                    <a:pt x="5228797" y="3109058"/>
                  </a:lnTo>
                  <a:lnTo>
                    <a:pt x="5227739" y="3109058"/>
                  </a:lnTo>
                  <a:lnTo>
                    <a:pt x="5226681" y="3109058"/>
                  </a:lnTo>
                  <a:lnTo>
                    <a:pt x="5225623" y="3109058"/>
                  </a:lnTo>
                  <a:lnTo>
                    <a:pt x="5224565" y="3109058"/>
                  </a:lnTo>
                  <a:lnTo>
                    <a:pt x="5223507" y="3109058"/>
                  </a:lnTo>
                  <a:lnTo>
                    <a:pt x="5222450" y="3109058"/>
                  </a:lnTo>
                  <a:lnTo>
                    <a:pt x="5221392" y="3109058"/>
                  </a:lnTo>
                  <a:lnTo>
                    <a:pt x="5220334" y="3109058"/>
                  </a:lnTo>
                  <a:lnTo>
                    <a:pt x="5219276" y="3109058"/>
                  </a:lnTo>
                  <a:lnTo>
                    <a:pt x="5218218" y="3109058"/>
                  </a:lnTo>
                  <a:lnTo>
                    <a:pt x="5217160" y="3109058"/>
                  </a:lnTo>
                  <a:lnTo>
                    <a:pt x="5216103" y="3109058"/>
                  </a:lnTo>
                  <a:lnTo>
                    <a:pt x="5215045" y="3109058"/>
                  </a:lnTo>
                  <a:lnTo>
                    <a:pt x="5213987" y="3109058"/>
                  </a:lnTo>
                  <a:lnTo>
                    <a:pt x="5212929" y="3109058"/>
                  </a:lnTo>
                  <a:lnTo>
                    <a:pt x="5211871" y="3109058"/>
                  </a:lnTo>
                  <a:lnTo>
                    <a:pt x="5210813" y="3109058"/>
                  </a:lnTo>
                  <a:lnTo>
                    <a:pt x="5209756" y="3109058"/>
                  </a:lnTo>
                  <a:lnTo>
                    <a:pt x="5208698" y="3109058"/>
                  </a:lnTo>
                  <a:lnTo>
                    <a:pt x="5207640" y="3109058"/>
                  </a:lnTo>
                  <a:lnTo>
                    <a:pt x="5206582" y="3109058"/>
                  </a:lnTo>
                  <a:lnTo>
                    <a:pt x="5205524" y="3109058"/>
                  </a:lnTo>
                  <a:lnTo>
                    <a:pt x="5204466" y="3109058"/>
                  </a:lnTo>
                  <a:lnTo>
                    <a:pt x="5203408" y="3109058"/>
                  </a:lnTo>
                  <a:lnTo>
                    <a:pt x="5202351" y="3109058"/>
                  </a:lnTo>
                  <a:lnTo>
                    <a:pt x="5201293" y="3109058"/>
                  </a:lnTo>
                  <a:lnTo>
                    <a:pt x="5200235" y="3109058"/>
                  </a:lnTo>
                  <a:lnTo>
                    <a:pt x="5199177" y="3109058"/>
                  </a:lnTo>
                  <a:lnTo>
                    <a:pt x="5198119" y="3109058"/>
                  </a:lnTo>
                  <a:lnTo>
                    <a:pt x="5197061" y="3109058"/>
                  </a:lnTo>
                  <a:lnTo>
                    <a:pt x="5196004" y="3109058"/>
                  </a:lnTo>
                  <a:lnTo>
                    <a:pt x="5194946" y="3109058"/>
                  </a:lnTo>
                  <a:lnTo>
                    <a:pt x="5193888" y="3109058"/>
                  </a:lnTo>
                  <a:lnTo>
                    <a:pt x="5192830" y="3109058"/>
                  </a:lnTo>
                  <a:lnTo>
                    <a:pt x="5191772" y="3109058"/>
                  </a:lnTo>
                  <a:lnTo>
                    <a:pt x="5190714" y="3109058"/>
                  </a:lnTo>
                  <a:lnTo>
                    <a:pt x="5189657" y="3109058"/>
                  </a:lnTo>
                  <a:lnTo>
                    <a:pt x="5188599" y="3109058"/>
                  </a:lnTo>
                  <a:lnTo>
                    <a:pt x="5187541" y="3109058"/>
                  </a:lnTo>
                  <a:lnTo>
                    <a:pt x="5186483" y="3109058"/>
                  </a:lnTo>
                  <a:lnTo>
                    <a:pt x="5185425" y="3109058"/>
                  </a:lnTo>
                  <a:lnTo>
                    <a:pt x="5184367" y="3109058"/>
                  </a:lnTo>
                  <a:lnTo>
                    <a:pt x="5183310" y="3109058"/>
                  </a:lnTo>
                  <a:lnTo>
                    <a:pt x="5182252" y="3109058"/>
                  </a:lnTo>
                  <a:lnTo>
                    <a:pt x="5181194" y="3109058"/>
                  </a:lnTo>
                  <a:lnTo>
                    <a:pt x="5180136" y="3109058"/>
                  </a:lnTo>
                  <a:lnTo>
                    <a:pt x="5179078" y="3109058"/>
                  </a:lnTo>
                  <a:lnTo>
                    <a:pt x="5178020" y="3109058"/>
                  </a:lnTo>
                  <a:lnTo>
                    <a:pt x="5176962" y="3109058"/>
                  </a:lnTo>
                  <a:lnTo>
                    <a:pt x="5175905" y="3109058"/>
                  </a:lnTo>
                  <a:lnTo>
                    <a:pt x="5174847" y="3109058"/>
                  </a:lnTo>
                  <a:lnTo>
                    <a:pt x="5173789" y="3109058"/>
                  </a:lnTo>
                  <a:lnTo>
                    <a:pt x="5172731" y="3109058"/>
                  </a:lnTo>
                  <a:lnTo>
                    <a:pt x="5171673" y="3109058"/>
                  </a:lnTo>
                  <a:lnTo>
                    <a:pt x="5170615" y="3109058"/>
                  </a:lnTo>
                  <a:lnTo>
                    <a:pt x="5169558" y="3109058"/>
                  </a:lnTo>
                  <a:lnTo>
                    <a:pt x="5168500" y="3109058"/>
                  </a:lnTo>
                  <a:lnTo>
                    <a:pt x="5167442" y="3109058"/>
                  </a:lnTo>
                  <a:lnTo>
                    <a:pt x="5166384" y="3109058"/>
                  </a:lnTo>
                  <a:lnTo>
                    <a:pt x="5165326" y="3109058"/>
                  </a:lnTo>
                  <a:lnTo>
                    <a:pt x="5164268" y="3109058"/>
                  </a:lnTo>
                  <a:lnTo>
                    <a:pt x="5163211" y="3109058"/>
                  </a:lnTo>
                  <a:lnTo>
                    <a:pt x="5162153" y="3109058"/>
                  </a:lnTo>
                  <a:lnTo>
                    <a:pt x="5161095" y="3109058"/>
                  </a:lnTo>
                  <a:lnTo>
                    <a:pt x="5160037" y="3109058"/>
                  </a:lnTo>
                  <a:lnTo>
                    <a:pt x="5158979" y="3109058"/>
                  </a:lnTo>
                  <a:lnTo>
                    <a:pt x="5157921" y="3109058"/>
                  </a:lnTo>
                  <a:lnTo>
                    <a:pt x="5156864" y="3109058"/>
                  </a:lnTo>
                  <a:lnTo>
                    <a:pt x="5155806" y="3109058"/>
                  </a:lnTo>
                  <a:lnTo>
                    <a:pt x="5154748" y="3109058"/>
                  </a:lnTo>
                  <a:lnTo>
                    <a:pt x="5153690" y="3109058"/>
                  </a:lnTo>
                  <a:lnTo>
                    <a:pt x="5152632" y="3109058"/>
                  </a:lnTo>
                  <a:lnTo>
                    <a:pt x="5151574" y="3109058"/>
                  </a:lnTo>
                  <a:lnTo>
                    <a:pt x="5150516" y="3109058"/>
                  </a:lnTo>
                  <a:lnTo>
                    <a:pt x="5149459" y="3109058"/>
                  </a:lnTo>
                  <a:lnTo>
                    <a:pt x="5148401" y="3109058"/>
                  </a:lnTo>
                  <a:lnTo>
                    <a:pt x="5147343" y="3109058"/>
                  </a:lnTo>
                  <a:lnTo>
                    <a:pt x="5146285" y="3109058"/>
                  </a:lnTo>
                  <a:lnTo>
                    <a:pt x="5145227" y="3109058"/>
                  </a:lnTo>
                  <a:lnTo>
                    <a:pt x="5144169" y="3109058"/>
                  </a:lnTo>
                  <a:lnTo>
                    <a:pt x="5143112" y="3109058"/>
                  </a:lnTo>
                  <a:lnTo>
                    <a:pt x="5142054" y="3109058"/>
                  </a:lnTo>
                  <a:lnTo>
                    <a:pt x="5140996" y="3109058"/>
                  </a:lnTo>
                  <a:lnTo>
                    <a:pt x="5139938" y="3109058"/>
                  </a:lnTo>
                  <a:lnTo>
                    <a:pt x="5138880" y="3109058"/>
                  </a:lnTo>
                  <a:lnTo>
                    <a:pt x="5137822" y="3109058"/>
                  </a:lnTo>
                  <a:lnTo>
                    <a:pt x="5136765" y="3109058"/>
                  </a:lnTo>
                  <a:lnTo>
                    <a:pt x="5135707" y="3109058"/>
                  </a:lnTo>
                  <a:lnTo>
                    <a:pt x="5134649" y="3109058"/>
                  </a:lnTo>
                  <a:lnTo>
                    <a:pt x="5133591" y="3109058"/>
                  </a:lnTo>
                  <a:lnTo>
                    <a:pt x="5132533" y="3109058"/>
                  </a:lnTo>
                  <a:lnTo>
                    <a:pt x="5131475" y="3109058"/>
                  </a:lnTo>
                  <a:lnTo>
                    <a:pt x="5130418" y="3109058"/>
                  </a:lnTo>
                  <a:lnTo>
                    <a:pt x="5129360" y="3109058"/>
                  </a:lnTo>
                  <a:lnTo>
                    <a:pt x="5128302" y="3109058"/>
                  </a:lnTo>
                  <a:lnTo>
                    <a:pt x="5127244" y="3109058"/>
                  </a:lnTo>
                  <a:lnTo>
                    <a:pt x="5126186" y="3109058"/>
                  </a:lnTo>
                  <a:lnTo>
                    <a:pt x="5125128" y="3109058"/>
                  </a:lnTo>
                  <a:lnTo>
                    <a:pt x="5124070" y="3109058"/>
                  </a:lnTo>
                  <a:lnTo>
                    <a:pt x="5123013" y="3109058"/>
                  </a:lnTo>
                  <a:lnTo>
                    <a:pt x="5121955" y="3109058"/>
                  </a:lnTo>
                  <a:lnTo>
                    <a:pt x="5120897" y="3109058"/>
                  </a:lnTo>
                  <a:lnTo>
                    <a:pt x="5119839" y="3109058"/>
                  </a:lnTo>
                  <a:lnTo>
                    <a:pt x="5118781" y="3109058"/>
                  </a:lnTo>
                  <a:lnTo>
                    <a:pt x="5117723" y="3109058"/>
                  </a:lnTo>
                  <a:lnTo>
                    <a:pt x="5116666" y="3109058"/>
                  </a:lnTo>
                  <a:lnTo>
                    <a:pt x="5115608" y="3109058"/>
                  </a:lnTo>
                  <a:lnTo>
                    <a:pt x="5114550" y="3109058"/>
                  </a:lnTo>
                  <a:lnTo>
                    <a:pt x="5113492" y="3109058"/>
                  </a:lnTo>
                  <a:lnTo>
                    <a:pt x="5112434" y="3109058"/>
                  </a:lnTo>
                  <a:lnTo>
                    <a:pt x="5111376" y="3109058"/>
                  </a:lnTo>
                  <a:lnTo>
                    <a:pt x="5110319" y="3109058"/>
                  </a:lnTo>
                  <a:lnTo>
                    <a:pt x="5109261" y="3109058"/>
                  </a:lnTo>
                  <a:lnTo>
                    <a:pt x="5108203" y="3109058"/>
                  </a:lnTo>
                  <a:lnTo>
                    <a:pt x="5107145" y="3109058"/>
                  </a:lnTo>
                  <a:lnTo>
                    <a:pt x="5106087" y="3109058"/>
                  </a:lnTo>
                  <a:lnTo>
                    <a:pt x="5105029" y="3109058"/>
                  </a:lnTo>
                  <a:lnTo>
                    <a:pt x="5103972" y="3109058"/>
                  </a:lnTo>
                  <a:lnTo>
                    <a:pt x="5102914" y="3109058"/>
                  </a:lnTo>
                  <a:lnTo>
                    <a:pt x="5101856" y="3109058"/>
                  </a:lnTo>
                  <a:lnTo>
                    <a:pt x="5100798" y="3109058"/>
                  </a:lnTo>
                  <a:lnTo>
                    <a:pt x="5099740" y="3109058"/>
                  </a:lnTo>
                  <a:lnTo>
                    <a:pt x="5098682" y="3109058"/>
                  </a:lnTo>
                  <a:lnTo>
                    <a:pt x="5097624" y="3109058"/>
                  </a:lnTo>
                  <a:lnTo>
                    <a:pt x="5096567" y="3109058"/>
                  </a:lnTo>
                  <a:lnTo>
                    <a:pt x="5095509" y="3109058"/>
                  </a:lnTo>
                  <a:lnTo>
                    <a:pt x="5094451" y="3109058"/>
                  </a:lnTo>
                  <a:lnTo>
                    <a:pt x="5093393" y="3109058"/>
                  </a:lnTo>
                  <a:lnTo>
                    <a:pt x="5092335" y="3109058"/>
                  </a:lnTo>
                  <a:lnTo>
                    <a:pt x="5091277" y="3109058"/>
                  </a:lnTo>
                  <a:lnTo>
                    <a:pt x="5090220" y="3109058"/>
                  </a:lnTo>
                  <a:lnTo>
                    <a:pt x="5089162" y="3109058"/>
                  </a:lnTo>
                  <a:lnTo>
                    <a:pt x="5088104" y="3109058"/>
                  </a:lnTo>
                  <a:lnTo>
                    <a:pt x="5087046" y="3109058"/>
                  </a:lnTo>
                  <a:lnTo>
                    <a:pt x="5085988" y="3109058"/>
                  </a:lnTo>
                  <a:lnTo>
                    <a:pt x="5084930" y="3109058"/>
                  </a:lnTo>
                  <a:lnTo>
                    <a:pt x="5083873" y="3109058"/>
                  </a:lnTo>
                  <a:lnTo>
                    <a:pt x="5082815" y="3109058"/>
                  </a:lnTo>
                  <a:lnTo>
                    <a:pt x="5081757" y="3109058"/>
                  </a:lnTo>
                  <a:lnTo>
                    <a:pt x="5080699" y="3109058"/>
                  </a:lnTo>
                  <a:lnTo>
                    <a:pt x="5079641" y="3109058"/>
                  </a:lnTo>
                  <a:lnTo>
                    <a:pt x="5078583" y="3109058"/>
                  </a:lnTo>
                  <a:lnTo>
                    <a:pt x="5077526" y="3109058"/>
                  </a:lnTo>
                  <a:lnTo>
                    <a:pt x="5076468" y="3109058"/>
                  </a:lnTo>
                  <a:lnTo>
                    <a:pt x="5075410" y="3109058"/>
                  </a:lnTo>
                  <a:lnTo>
                    <a:pt x="5074352" y="3109058"/>
                  </a:lnTo>
                  <a:lnTo>
                    <a:pt x="5073294" y="3109058"/>
                  </a:lnTo>
                  <a:lnTo>
                    <a:pt x="5072236" y="3109058"/>
                  </a:lnTo>
                  <a:lnTo>
                    <a:pt x="5071179" y="3109058"/>
                  </a:lnTo>
                  <a:lnTo>
                    <a:pt x="5070121" y="3109058"/>
                  </a:lnTo>
                  <a:lnTo>
                    <a:pt x="5069063" y="3109058"/>
                  </a:lnTo>
                  <a:lnTo>
                    <a:pt x="5068005" y="3109058"/>
                  </a:lnTo>
                  <a:lnTo>
                    <a:pt x="5066947" y="3109058"/>
                  </a:lnTo>
                  <a:lnTo>
                    <a:pt x="5065889" y="3109058"/>
                  </a:lnTo>
                  <a:lnTo>
                    <a:pt x="5064831" y="3109058"/>
                  </a:lnTo>
                  <a:lnTo>
                    <a:pt x="5063774" y="3109058"/>
                  </a:lnTo>
                  <a:lnTo>
                    <a:pt x="5062716" y="3109058"/>
                  </a:lnTo>
                  <a:lnTo>
                    <a:pt x="5061658" y="3109058"/>
                  </a:lnTo>
                  <a:lnTo>
                    <a:pt x="5060600" y="3109058"/>
                  </a:lnTo>
                  <a:lnTo>
                    <a:pt x="5059542" y="3109058"/>
                  </a:lnTo>
                  <a:lnTo>
                    <a:pt x="5058484" y="3109058"/>
                  </a:lnTo>
                  <a:lnTo>
                    <a:pt x="5057427" y="3109058"/>
                  </a:lnTo>
                  <a:lnTo>
                    <a:pt x="5056369" y="3109058"/>
                  </a:lnTo>
                  <a:lnTo>
                    <a:pt x="5055311" y="3109058"/>
                  </a:lnTo>
                  <a:lnTo>
                    <a:pt x="5054253" y="3109058"/>
                  </a:lnTo>
                  <a:lnTo>
                    <a:pt x="5053195" y="3109058"/>
                  </a:lnTo>
                  <a:lnTo>
                    <a:pt x="5052137" y="3109058"/>
                  </a:lnTo>
                  <a:lnTo>
                    <a:pt x="5051080" y="3109058"/>
                  </a:lnTo>
                  <a:lnTo>
                    <a:pt x="5050022" y="3109058"/>
                  </a:lnTo>
                  <a:lnTo>
                    <a:pt x="5048964" y="3109058"/>
                  </a:lnTo>
                  <a:lnTo>
                    <a:pt x="5047906" y="3109058"/>
                  </a:lnTo>
                  <a:lnTo>
                    <a:pt x="5046848" y="3109058"/>
                  </a:lnTo>
                  <a:lnTo>
                    <a:pt x="5045790" y="3109058"/>
                  </a:lnTo>
                  <a:lnTo>
                    <a:pt x="5044733" y="3109058"/>
                  </a:lnTo>
                  <a:lnTo>
                    <a:pt x="5043675" y="3109058"/>
                  </a:lnTo>
                  <a:lnTo>
                    <a:pt x="5042617" y="3109058"/>
                  </a:lnTo>
                  <a:lnTo>
                    <a:pt x="5041559" y="3109058"/>
                  </a:lnTo>
                  <a:lnTo>
                    <a:pt x="5040501" y="3109058"/>
                  </a:lnTo>
                  <a:lnTo>
                    <a:pt x="5039443" y="3109058"/>
                  </a:lnTo>
                  <a:lnTo>
                    <a:pt x="5038385" y="3109058"/>
                  </a:lnTo>
                  <a:lnTo>
                    <a:pt x="5037328" y="3109058"/>
                  </a:lnTo>
                  <a:lnTo>
                    <a:pt x="5036270" y="3109058"/>
                  </a:lnTo>
                  <a:lnTo>
                    <a:pt x="5035212" y="3109058"/>
                  </a:lnTo>
                  <a:lnTo>
                    <a:pt x="5034154" y="3109058"/>
                  </a:lnTo>
                  <a:lnTo>
                    <a:pt x="5033096" y="3109058"/>
                  </a:lnTo>
                  <a:lnTo>
                    <a:pt x="5032038" y="3109058"/>
                  </a:lnTo>
                  <a:lnTo>
                    <a:pt x="5030981" y="3109058"/>
                  </a:lnTo>
                  <a:lnTo>
                    <a:pt x="5029923" y="3109058"/>
                  </a:lnTo>
                  <a:lnTo>
                    <a:pt x="5028865" y="3109058"/>
                  </a:lnTo>
                  <a:lnTo>
                    <a:pt x="5027807" y="3109058"/>
                  </a:lnTo>
                  <a:lnTo>
                    <a:pt x="5026749" y="3109058"/>
                  </a:lnTo>
                  <a:lnTo>
                    <a:pt x="5025691" y="3109058"/>
                  </a:lnTo>
                  <a:lnTo>
                    <a:pt x="5024634" y="3109058"/>
                  </a:lnTo>
                  <a:lnTo>
                    <a:pt x="5023576" y="3109058"/>
                  </a:lnTo>
                  <a:lnTo>
                    <a:pt x="5022518" y="3109058"/>
                  </a:lnTo>
                  <a:lnTo>
                    <a:pt x="5021460" y="3109058"/>
                  </a:lnTo>
                  <a:lnTo>
                    <a:pt x="5020402" y="3109058"/>
                  </a:lnTo>
                  <a:lnTo>
                    <a:pt x="5019344" y="3109058"/>
                  </a:lnTo>
                  <a:lnTo>
                    <a:pt x="5018287" y="3109058"/>
                  </a:lnTo>
                  <a:lnTo>
                    <a:pt x="5017229" y="3109058"/>
                  </a:lnTo>
                  <a:lnTo>
                    <a:pt x="5016171" y="3109058"/>
                  </a:lnTo>
                  <a:lnTo>
                    <a:pt x="5015113" y="3109058"/>
                  </a:lnTo>
                  <a:lnTo>
                    <a:pt x="5014055" y="3109058"/>
                  </a:lnTo>
                  <a:lnTo>
                    <a:pt x="5012997" y="3109058"/>
                  </a:lnTo>
                  <a:lnTo>
                    <a:pt x="5011939" y="3109058"/>
                  </a:lnTo>
                  <a:lnTo>
                    <a:pt x="5010882" y="3109058"/>
                  </a:lnTo>
                  <a:lnTo>
                    <a:pt x="5009824" y="3109058"/>
                  </a:lnTo>
                  <a:lnTo>
                    <a:pt x="5008766" y="3109058"/>
                  </a:lnTo>
                  <a:lnTo>
                    <a:pt x="5007708" y="3109058"/>
                  </a:lnTo>
                  <a:lnTo>
                    <a:pt x="5006650" y="3109058"/>
                  </a:lnTo>
                  <a:lnTo>
                    <a:pt x="5005592" y="3109058"/>
                  </a:lnTo>
                  <a:lnTo>
                    <a:pt x="5004535" y="3109058"/>
                  </a:lnTo>
                  <a:lnTo>
                    <a:pt x="5003477" y="3109058"/>
                  </a:lnTo>
                  <a:lnTo>
                    <a:pt x="5002419" y="3109058"/>
                  </a:lnTo>
                  <a:lnTo>
                    <a:pt x="5001361" y="3109058"/>
                  </a:lnTo>
                  <a:lnTo>
                    <a:pt x="5000303" y="3109058"/>
                  </a:lnTo>
                  <a:lnTo>
                    <a:pt x="4999245" y="3109058"/>
                  </a:lnTo>
                  <a:lnTo>
                    <a:pt x="4998188" y="3109058"/>
                  </a:lnTo>
                  <a:lnTo>
                    <a:pt x="4997130" y="3109058"/>
                  </a:lnTo>
                  <a:lnTo>
                    <a:pt x="4996072" y="3109058"/>
                  </a:lnTo>
                  <a:lnTo>
                    <a:pt x="4995014" y="3109058"/>
                  </a:lnTo>
                  <a:lnTo>
                    <a:pt x="4993956" y="3109058"/>
                  </a:lnTo>
                  <a:lnTo>
                    <a:pt x="4992898" y="3109058"/>
                  </a:lnTo>
                  <a:lnTo>
                    <a:pt x="4991841" y="3109058"/>
                  </a:lnTo>
                  <a:lnTo>
                    <a:pt x="4990783" y="3109058"/>
                  </a:lnTo>
                  <a:lnTo>
                    <a:pt x="4989725" y="3109058"/>
                  </a:lnTo>
                  <a:lnTo>
                    <a:pt x="4988667" y="3109058"/>
                  </a:lnTo>
                  <a:lnTo>
                    <a:pt x="4987609" y="3109058"/>
                  </a:lnTo>
                  <a:lnTo>
                    <a:pt x="4986551" y="3109058"/>
                  </a:lnTo>
                  <a:lnTo>
                    <a:pt x="4985493" y="3109058"/>
                  </a:lnTo>
                  <a:lnTo>
                    <a:pt x="4984436" y="3109058"/>
                  </a:lnTo>
                  <a:lnTo>
                    <a:pt x="4983378" y="3109058"/>
                  </a:lnTo>
                  <a:lnTo>
                    <a:pt x="4982320" y="3109058"/>
                  </a:lnTo>
                  <a:lnTo>
                    <a:pt x="4981262" y="3109058"/>
                  </a:lnTo>
                  <a:lnTo>
                    <a:pt x="4980204" y="3109058"/>
                  </a:lnTo>
                  <a:lnTo>
                    <a:pt x="4979146" y="3109058"/>
                  </a:lnTo>
                  <a:lnTo>
                    <a:pt x="4978089" y="3109058"/>
                  </a:lnTo>
                  <a:lnTo>
                    <a:pt x="4977031" y="3109058"/>
                  </a:lnTo>
                  <a:lnTo>
                    <a:pt x="4975973" y="3109058"/>
                  </a:lnTo>
                  <a:lnTo>
                    <a:pt x="4974915" y="3109058"/>
                  </a:lnTo>
                  <a:lnTo>
                    <a:pt x="4973857" y="3109058"/>
                  </a:lnTo>
                  <a:lnTo>
                    <a:pt x="4972799" y="3109058"/>
                  </a:lnTo>
                  <a:lnTo>
                    <a:pt x="4971742" y="3109058"/>
                  </a:lnTo>
                  <a:lnTo>
                    <a:pt x="4970684" y="3109058"/>
                  </a:lnTo>
                  <a:lnTo>
                    <a:pt x="4969626" y="3109058"/>
                  </a:lnTo>
                  <a:lnTo>
                    <a:pt x="4968568" y="3109058"/>
                  </a:lnTo>
                  <a:lnTo>
                    <a:pt x="4967510" y="3109058"/>
                  </a:lnTo>
                  <a:lnTo>
                    <a:pt x="4966452" y="3109058"/>
                  </a:lnTo>
                  <a:lnTo>
                    <a:pt x="4965395" y="3109058"/>
                  </a:lnTo>
                  <a:lnTo>
                    <a:pt x="4964337" y="3109058"/>
                  </a:lnTo>
                  <a:lnTo>
                    <a:pt x="4963279" y="3109058"/>
                  </a:lnTo>
                  <a:lnTo>
                    <a:pt x="4962221" y="3109058"/>
                  </a:lnTo>
                  <a:lnTo>
                    <a:pt x="4961163" y="3109058"/>
                  </a:lnTo>
                  <a:lnTo>
                    <a:pt x="4960105" y="3109058"/>
                  </a:lnTo>
                  <a:lnTo>
                    <a:pt x="4959047" y="3109058"/>
                  </a:lnTo>
                  <a:lnTo>
                    <a:pt x="4957990" y="3109058"/>
                  </a:lnTo>
                  <a:lnTo>
                    <a:pt x="4956932" y="3109058"/>
                  </a:lnTo>
                  <a:lnTo>
                    <a:pt x="4955874" y="3109058"/>
                  </a:lnTo>
                  <a:lnTo>
                    <a:pt x="4954816" y="3109058"/>
                  </a:lnTo>
                  <a:lnTo>
                    <a:pt x="4953758" y="3109058"/>
                  </a:lnTo>
                  <a:lnTo>
                    <a:pt x="4952700" y="3109058"/>
                  </a:lnTo>
                  <a:lnTo>
                    <a:pt x="4951643" y="3109058"/>
                  </a:lnTo>
                  <a:lnTo>
                    <a:pt x="4950585" y="3109058"/>
                  </a:lnTo>
                  <a:lnTo>
                    <a:pt x="4949527" y="3109058"/>
                  </a:lnTo>
                  <a:lnTo>
                    <a:pt x="4948469" y="3109058"/>
                  </a:lnTo>
                  <a:lnTo>
                    <a:pt x="4947411" y="3109058"/>
                  </a:lnTo>
                  <a:lnTo>
                    <a:pt x="4946353" y="3109058"/>
                  </a:lnTo>
                  <a:lnTo>
                    <a:pt x="4945296" y="3109058"/>
                  </a:lnTo>
                  <a:lnTo>
                    <a:pt x="4944238" y="3109058"/>
                  </a:lnTo>
                  <a:lnTo>
                    <a:pt x="4943180" y="3109058"/>
                  </a:lnTo>
                  <a:lnTo>
                    <a:pt x="4942122" y="3109058"/>
                  </a:lnTo>
                  <a:lnTo>
                    <a:pt x="4941064" y="3109058"/>
                  </a:lnTo>
                  <a:lnTo>
                    <a:pt x="4940006" y="3109058"/>
                  </a:lnTo>
                  <a:lnTo>
                    <a:pt x="4938949" y="3109058"/>
                  </a:lnTo>
                  <a:lnTo>
                    <a:pt x="4937891" y="3109058"/>
                  </a:lnTo>
                  <a:lnTo>
                    <a:pt x="4936833" y="3109058"/>
                  </a:lnTo>
                  <a:lnTo>
                    <a:pt x="4935775" y="3109058"/>
                  </a:lnTo>
                  <a:lnTo>
                    <a:pt x="4934717" y="3109058"/>
                  </a:lnTo>
                  <a:lnTo>
                    <a:pt x="4933659" y="3109058"/>
                  </a:lnTo>
                  <a:lnTo>
                    <a:pt x="4932601" y="3109058"/>
                  </a:lnTo>
                  <a:lnTo>
                    <a:pt x="4931544" y="3109058"/>
                  </a:lnTo>
                  <a:lnTo>
                    <a:pt x="4930486" y="3109058"/>
                  </a:lnTo>
                  <a:lnTo>
                    <a:pt x="4929428" y="3109058"/>
                  </a:lnTo>
                  <a:lnTo>
                    <a:pt x="4928370" y="3109058"/>
                  </a:lnTo>
                  <a:lnTo>
                    <a:pt x="4927312" y="3109058"/>
                  </a:lnTo>
                  <a:lnTo>
                    <a:pt x="4926254" y="3109058"/>
                  </a:lnTo>
                  <a:lnTo>
                    <a:pt x="4925197" y="3109058"/>
                  </a:lnTo>
                  <a:lnTo>
                    <a:pt x="4924139" y="3109058"/>
                  </a:lnTo>
                  <a:lnTo>
                    <a:pt x="4923081" y="3109058"/>
                  </a:lnTo>
                  <a:lnTo>
                    <a:pt x="4922023" y="3109058"/>
                  </a:lnTo>
                  <a:lnTo>
                    <a:pt x="4920965" y="3109058"/>
                  </a:lnTo>
                  <a:lnTo>
                    <a:pt x="4919907" y="3109058"/>
                  </a:lnTo>
                  <a:lnTo>
                    <a:pt x="4918850" y="3109058"/>
                  </a:lnTo>
                  <a:lnTo>
                    <a:pt x="4917792" y="3109058"/>
                  </a:lnTo>
                  <a:lnTo>
                    <a:pt x="4916734" y="3109058"/>
                  </a:lnTo>
                  <a:lnTo>
                    <a:pt x="4915676" y="3109058"/>
                  </a:lnTo>
                  <a:lnTo>
                    <a:pt x="4914618" y="3109058"/>
                  </a:lnTo>
                  <a:lnTo>
                    <a:pt x="4913560" y="3109058"/>
                  </a:lnTo>
                  <a:lnTo>
                    <a:pt x="4912503" y="3109058"/>
                  </a:lnTo>
                  <a:lnTo>
                    <a:pt x="4911445" y="3109058"/>
                  </a:lnTo>
                  <a:lnTo>
                    <a:pt x="4910387" y="3109058"/>
                  </a:lnTo>
                  <a:lnTo>
                    <a:pt x="4909329" y="3109058"/>
                  </a:lnTo>
                  <a:lnTo>
                    <a:pt x="4908271" y="3109058"/>
                  </a:lnTo>
                  <a:lnTo>
                    <a:pt x="4907213" y="3109058"/>
                  </a:lnTo>
                  <a:lnTo>
                    <a:pt x="4906155" y="3109058"/>
                  </a:lnTo>
                  <a:lnTo>
                    <a:pt x="4905098" y="3109058"/>
                  </a:lnTo>
                  <a:lnTo>
                    <a:pt x="4904040" y="3109058"/>
                  </a:lnTo>
                  <a:lnTo>
                    <a:pt x="4902982" y="3109058"/>
                  </a:lnTo>
                  <a:lnTo>
                    <a:pt x="4901924" y="3109058"/>
                  </a:lnTo>
                  <a:lnTo>
                    <a:pt x="4900866" y="3109058"/>
                  </a:lnTo>
                  <a:lnTo>
                    <a:pt x="4899808" y="3109058"/>
                  </a:lnTo>
                  <a:lnTo>
                    <a:pt x="4898751" y="3109058"/>
                  </a:lnTo>
                  <a:lnTo>
                    <a:pt x="4897693" y="3109058"/>
                  </a:lnTo>
                  <a:lnTo>
                    <a:pt x="4896635" y="3109058"/>
                  </a:lnTo>
                  <a:lnTo>
                    <a:pt x="4895577" y="3109058"/>
                  </a:lnTo>
                  <a:lnTo>
                    <a:pt x="4894519" y="3109058"/>
                  </a:lnTo>
                  <a:lnTo>
                    <a:pt x="4893461" y="3109058"/>
                  </a:lnTo>
                  <a:lnTo>
                    <a:pt x="4892404" y="3109058"/>
                  </a:lnTo>
                  <a:lnTo>
                    <a:pt x="4891346" y="3109058"/>
                  </a:lnTo>
                  <a:lnTo>
                    <a:pt x="4890288" y="3109058"/>
                  </a:lnTo>
                  <a:lnTo>
                    <a:pt x="4889230" y="3109058"/>
                  </a:lnTo>
                  <a:lnTo>
                    <a:pt x="4888172" y="3109058"/>
                  </a:lnTo>
                  <a:lnTo>
                    <a:pt x="4887114" y="3109058"/>
                  </a:lnTo>
                  <a:lnTo>
                    <a:pt x="4886057" y="3109058"/>
                  </a:lnTo>
                  <a:lnTo>
                    <a:pt x="4884999" y="3109058"/>
                  </a:lnTo>
                  <a:lnTo>
                    <a:pt x="4883941" y="3109058"/>
                  </a:lnTo>
                  <a:lnTo>
                    <a:pt x="4882883" y="3109058"/>
                  </a:lnTo>
                  <a:lnTo>
                    <a:pt x="4881825" y="3109058"/>
                  </a:lnTo>
                  <a:lnTo>
                    <a:pt x="4880767" y="3109058"/>
                  </a:lnTo>
                  <a:lnTo>
                    <a:pt x="4879709" y="3109058"/>
                  </a:lnTo>
                  <a:lnTo>
                    <a:pt x="4878652" y="3109058"/>
                  </a:lnTo>
                  <a:lnTo>
                    <a:pt x="4877594" y="3109058"/>
                  </a:lnTo>
                  <a:lnTo>
                    <a:pt x="4876536" y="3109058"/>
                  </a:lnTo>
                  <a:lnTo>
                    <a:pt x="4875478" y="3109058"/>
                  </a:lnTo>
                  <a:lnTo>
                    <a:pt x="4874420" y="3109058"/>
                  </a:lnTo>
                  <a:lnTo>
                    <a:pt x="4873362" y="3109058"/>
                  </a:lnTo>
                  <a:lnTo>
                    <a:pt x="4872305" y="3109058"/>
                  </a:lnTo>
                  <a:lnTo>
                    <a:pt x="4871247" y="3109058"/>
                  </a:lnTo>
                  <a:lnTo>
                    <a:pt x="4870189" y="3109058"/>
                  </a:lnTo>
                  <a:lnTo>
                    <a:pt x="4869131" y="3109058"/>
                  </a:lnTo>
                  <a:lnTo>
                    <a:pt x="4868073" y="3109058"/>
                  </a:lnTo>
                  <a:lnTo>
                    <a:pt x="4867015" y="3109058"/>
                  </a:lnTo>
                  <a:lnTo>
                    <a:pt x="4865958" y="3109058"/>
                  </a:lnTo>
                  <a:lnTo>
                    <a:pt x="4864900" y="3109058"/>
                  </a:lnTo>
                  <a:lnTo>
                    <a:pt x="4863842" y="3109058"/>
                  </a:lnTo>
                  <a:lnTo>
                    <a:pt x="4862784" y="3109058"/>
                  </a:lnTo>
                  <a:lnTo>
                    <a:pt x="4861726" y="3109058"/>
                  </a:lnTo>
                  <a:lnTo>
                    <a:pt x="4860668" y="3109058"/>
                  </a:lnTo>
                  <a:lnTo>
                    <a:pt x="4859611" y="3109058"/>
                  </a:lnTo>
                  <a:lnTo>
                    <a:pt x="4858553" y="3109058"/>
                  </a:lnTo>
                  <a:lnTo>
                    <a:pt x="4857495" y="3109058"/>
                  </a:lnTo>
                  <a:lnTo>
                    <a:pt x="4856437" y="3109058"/>
                  </a:lnTo>
                  <a:lnTo>
                    <a:pt x="4855379" y="3109058"/>
                  </a:lnTo>
                  <a:lnTo>
                    <a:pt x="4854321" y="3109058"/>
                  </a:lnTo>
                  <a:lnTo>
                    <a:pt x="4853263" y="3109058"/>
                  </a:lnTo>
                  <a:lnTo>
                    <a:pt x="4852206" y="3109058"/>
                  </a:lnTo>
                  <a:lnTo>
                    <a:pt x="4851148" y="3109058"/>
                  </a:lnTo>
                  <a:lnTo>
                    <a:pt x="4850090" y="3109058"/>
                  </a:lnTo>
                  <a:lnTo>
                    <a:pt x="4849032" y="3109058"/>
                  </a:lnTo>
                  <a:lnTo>
                    <a:pt x="4847974" y="3109058"/>
                  </a:lnTo>
                  <a:lnTo>
                    <a:pt x="4846916" y="3109058"/>
                  </a:lnTo>
                  <a:lnTo>
                    <a:pt x="4845859" y="3109058"/>
                  </a:lnTo>
                  <a:lnTo>
                    <a:pt x="4844801" y="3109058"/>
                  </a:lnTo>
                  <a:lnTo>
                    <a:pt x="4843743" y="3109058"/>
                  </a:lnTo>
                  <a:lnTo>
                    <a:pt x="4842685" y="3109058"/>
                  </a:lnTo>
                  <a:lnTo>
                    <a:pt x="4841627" y="3109058"/>
                  </a:lnTo>
                  <a:lnTo>
                    <a:pt x="4840569" y="3109058"/>
                  </a:lnTo>
                  <a:lnTo>
                    <a:pt x="4839512" y="3109058"/>
                  </a:lnTo>
                  <a:lnTo>
                    <a:pt x="4838454" y="3109058"/>
                  </a:lnTo>
                  <a:lnTo>
                    <a:pt x="4837396" y="3109058"/>
                  </a:lnTo>
                  <a:lnTo>
                    <a:pt x="4836338" y="3109058"/>
                  </a:lnTo>
                  <a:lnTo>
                    <a:pt x="4835280" y="3109058"/>
                  </a:lnTo>
                  <a:lnTo>
                    <a:pt x="4834222" y="3109058"/>
                  </a:lnTo>
                  <a:lnTo>
                    <a:pt x="4833165" y="3109058"/>
                  </a:lnTo>
                  <a:lnTo>
                    <a:pt x="4832107" y="3109058"/>
                  </a:lnTo>
                  <a:lnTo>
                    <a:pt x="4831049" y="3109058"/>
                  </a:lnTo>
                  <a:lnTo>
                    <a:pt x="4829991" y="3109058"/>
                  </a:lnTo>
                  <a:lnTo>
                    <a:pt x="4828933" y="3109058"/>
                  </a:lnTo>
                  <a:lnTo>
                    <a:pt x="4827875" y="3109058"/>
                  </a:lnTo>
                  <a:lnTo>
                    <a:pt x="4826817" y="3109058"/>
                  </a:lnTo>
                  <a:lnTo>
                    <a:pt x="4825760" y="3109058"/>
                  </a:lnTo>
                  <a:lnTo>
                    <a:pt x="4824702" y="3109058"/>
                  </a:lnTo>
                  <a:lnTo>
                    <a:pt x="4823644" y="3109058"/>
                  </a:lnTo>
                  <a:lnTo>
                    <a:pt x="4822586" y="3109058"/>
                  </a:lnTo>
                  <a:lnTo>
                    <a:pt x="4821528" y="3109058"/>
                  </a:lnTo>
                  <a:lnTo>
                    <a:pt x="4820470" y="3109058"/>
                  </a:lnTo>
                  <a:lnTo>
                    <a:pt x="4819413" y="3109058"/>
                  </a:lnTo>
                  <a:lnTo>
                    <a:pt x="4818355" y="3109058"/>
                  </a:lnTo>
                  <a:lnTo>
                    <a:pt x="4817297" y="3109058"/>
                  </a:lnTo>
                  <a:lnTo>
                    <a:pt x="4816239" y="3109058"/>
                  </a:lnTo>
                  <a:lnTo>
                    <a:pt x="4815181" y="3109058"/>
                  </a:lnTo>
                  <a:lnTo>
                    <a:pt x="4814123" y="3109058"/>
                  </a:lnTo>
                  <a:lnTo>
                    <a:pt x="4813066" y="3109058"/>
                  </a:lnTo>
                  <a:lnTo>
                    <a:pt x="4812008" y="3109058"/>
                  </a:lnTo>
                  <a:lnTo>
                    <a:pt x="4810950" y="3109058"/>
                  </a:lnTo>
                  <a:lnTo>
                    <a:pt x="4809892" y="3109058"/>
                  </a:lnTo>
                  <a:lnTo>
                    <a:pt x="4808834" y="3109058"/>
                  </a:lnTo>
                  <a:lnTo>
                    <a:pt x="4807776" y="3109058"/>
                  </a:lnTo>
                  <a:lnTo>
                    <a:pt x="4806719" y="3109058"/>
                  </a:lnTo>
                  <a:lnTo>
                    <a:pt x="4805661" y="3109058"/>
                  </a:lnTo>
                  <a:lnTo>
                    <a:pt x="4804603" y="3109058"/>
                  </a:lnTo>
                  <a:lnTo>
                    <a:pt x="4803545" y="3109058"/>
                  </a:lnTo>
                  <a:lnTo>
                    <a:pt x="4802487" y="3109058"/>
                  </a:lnTo>
                  <a:lnTo>
                    <a:pt x="4801429" y="3109058"/>
                  </a:lnTo>
                  <a:lnTo>
                    <a:pt x="4800371" y="3109058"/>
                  </a:lnTo>
                  <a:lnTo>
                    <a:pt x="4799314" y="3109058"/>
                  </a:lnTo>
                  <a:lnTo>
                    <a:pt x="4798256" y="3109058"/>
                  </a:lnTo>
                  <a:lnTo>
                    <a:pt x="4797198" y="3109058"/>
                  </a:lnTo>
                  <a:lnTo>
                    <a:pt x="4796140" y="3109058"/>
                  </a:lnTo>
                  <a:lnTo>
                    <a:pt x="4795082" y="3109058"/>
                  </a:lnTo>
                  <a:lnTo>
                    <a:pt x="4794024" y="3109058"/>
                  </a:lnTo>
                  <a:lnTo>
                    <a:pt x="4792967" y="3109058"/>
                  </a:lnTo>
                  <a:lnTo>
                    <a:pt x="4791909" y="3109058"/>
                  </a:lnTo>
                  <a:lnTo>
                    <a:pt x="4790851" y="3109058"/>
                  </a:lnTo>
                  <a:lnTo>
                    <a:pt x="4789793" y="3109058"/>
                  </a:lnTo>
                  <a:lnTo>
                    <a:pt x="4788735" y="3109058"/>
                  </a:lnTo>
                  <a:lnTo>
                    <a:pt x="4787677" y="3109058"/>
                  </a:lnTo>
                  <a:lnTo>
                    <a:pt x="4786620" y="3109058"/>
                  </a:lnTo>
                  <a:lnTo>
                    <a:pt x="4785562" y="3109058"/>
                  </a:lnTo>
                  <a:lnTo>
                    <a:pt x="4784504" y="3109058"/>
                  </a:lnTo>
                  <a:lnTo>
                    <a:pt x="4783446" y="3109058"/>
                  </a:lnTo>
                  <a:lnTo>
                    <a:pt x="4782388" y="3109058"/>
                  </a:lnTo>
                  <a:lnTo>
                    <a:pt x="4781330" y="3109058"/>
                  </a:lnTo>
                  <a:lnTo>
                    <a:pt x="4780273" y="3109058"/>
                  </a:lnTo>
                  <a:lnTo>
                    <a:pt x="4779215" y="3109058"/>
                  </a:lnTo>
                  <a:lnTo>
                    <a:pt x="4778157" y="3109058"/>
                  </a:lnTo>
                  <a:lnTo>
                    <a:pt x="4777099" y="3109058"/>
                  </a:lnTo>
                  <a:lnTo>
                    <a:pt x="4776041" y="3109058"/>
                  </a:lnTo>
                  <a:lnTo>
                    <a:pt x="4774983" y="3109058"/>
                  </a:lnTo>
                  <a:lnTo>
                    <a:pt x="4773925" y="3109058"/>
                  </a:lnTo>
                  <a:lnTo>
                    <a:pt x="4772868" y="3109058"/>
                  </a:lnTo>
                  <a:lnTo>
                    <a:pt x="4771810" y="3109058"/>
                  </a:lnTo>
                  <a:lnTo>
                    <a:pt x="4770752" y="3109058"/>
                  </a:lnTo>
                  <a:lnTo>
                    <a:pt x="4769694" y="3109058"/>
                  </a:lnTo>
                  <a:lnTo>
                    <a:pt x="4768636" y="3109058"/>
                  </a:lnTo>
                  <a:lnTo>
                    <a:pt x="4767578" y="3109058"/>
                  </a:lnTo>
                  <a:lnTo>
                    <a:pt x="4766521" y="3109058"/>
                  </a:lnTo>
                  <a:lnTo>
                    <a:pt x="4765463" y="3109058"/>
                  </a:lnTo>
                  <a:lnTo>
                    <a:pt x="4764405" y="3109058"/>
                  </a:lnTo>
                  <a:lnTo>
                    <a:pt x="4763347" y="3109058"/>
                  </a:lnTo>
                  <a:lnTo>
                    <a:pt x="4762289" y="3109058"/>
                  </a:lnTo>
                  <a:lnTo>
                    <a:pt x="4761231" y="3109058"/>
                  </a:lnTo>
                  <a:lnTo>
                    <a:pt x="4760174" y="3109058"/>
                  </a:lnTo>
                  <a:lnTo>
                    <a:pt x="4759116" y="3109058"/>
                  </a:lnTo>
                  <a:lnTo>
                    <a:pt x="4758058" y="3109058"/>
                  </a:lnTo>
                  <a:lnTo>
                    <a:pt x="4757000" y="3109058"/>
                  </a:lnTo>
                  <a:lnTo>
                    <a:pt x="4755942" y="3109058"/>
                  </a:lnTo>
                  <a:lnTo>
                    <a:pt x="4754884" y="3109058"/>
                  </a:lnTo>
                  <a:lnTo>
                    <a:pt x="4753827" y="3109058"/>
                  </a:lnTo>
                  <a:lnTo>
                    <a:pt x="4752769" y="3109058"/>
                  </a:lnTo>
                  <a:lnTo>
                    <a:pt x="4751711" y="3109058"/>
                  </a:lnTo>
                  <a:lnTo>
                    <a:pt x="4750653" y="3109058"/>
                  </a:lnTo>
                  <a:lnTo>
                    <a:pt x="4749595" y="3109058"/>
                  </a:lnTo>
                  <a:lnTo>
                    <a:pt x="4748537" y="3109058"/>
                  </a:lnTo>
                  <a:lnTo>
                    <a:pt x="4747479" y="3109058"/>
                  </a:lnTo>
                  <a:lnTo>
                    <a:pt x="4746422" y="3109058"/>
                  </a:lnTo>
                  <a:lnTo>
                    <a:pt x="4745364" y="3109058"/>
                  </a:lnTo>
                  <a:lnTo>
                    <a:pt x="4744306" y="3109058"/>
                  </a:lnTo>
                  <a:lnTo>
                    <a:pt x="4743248" y="3109058"/>
                  </a:lnTo>
                  <a:lnTo>
                    <a:pt x="4742190" y="3109058"/>
                  </a:lnTo>
                  <a:lnTo>
                    <a:pt x="4741132" y="3109058"/>
                  </a:lnTo>
                  <a:lnTo>
                    <a:pt x="4740075" y="3109058"/>
                  </a:lnTo>
                  <a:lnTo>
                    <a:pt x="4739017" y="3109058"/>
                  </a:lnTo>
                  <a:lnTo>
                    <a:pt x="4737959" y="3109058"/>
                  </a:lnTo>
                  <a:lnTo>
                    <a:pt x="4736901" y="3109058"/>
                  </a:lnTo>
                  <a:lnTo>
                    <a:pt x="4735843" y="3109058"/>
                  </a:lnTo>
                  <a:lnTo>
                    <a:pt x="4734785" y="3109058"/>
                  </a:lnTo>
                  <a:lnTo>
                    <a:pt x="4733728" y="3109058"/>
                  </a:lnTo>
                  <a:lnTo>
                    <a:pt x="4732670" y="3109058"/>
                  </a:lnTo>
                  <a:lnTo>
                    <a:pt x="4731612" y="3109058"/>
                  </a:lnTo>
                  <a:lnTo>
                    <a:pt x="4730554" y="3109058"/>
                  </a:lnTo>
                  <a:lnTo>
                    <a:pt x="4729496" y="3109058"/>
                  </a:lnTo>
                  <a:lnTo>
                    <a:pt x="4728438" y="3109058"/>
                  </a:lnTo>
                  <a:lnTo>
                    <a:pt x="4727381" y="3109058"/>
                  </a:lnTo>
                  <a:lnTo>
                    <a:pt x="4726323" y="3109058"/>
                  </a:lnTo>
                  <a:lnTo>
                    <a:pt x="4725265" y="3109058"/>
                  </a:lnTo>
                  <a:lnTo>
                    <a:pt x="4724207" y="3109058"/>
                  </a:lnTo>
                  <a:lnTo>
                    <a:pt x="4723149" y="3109058"/>
                  </a:lnTo>
                  <a:lnTo>
                    <a:pt x="4722091" y="3109058"/>
                  </a:lnTo>
                  <a:lnTo>
                    <a:pt x="4721033" y="3109058"/>
                  </a:lnTo>
                  <a:lnTo>
                    <a:pt x="4719976" y="3109058"/>
                  </a:lnTo>
                  <a:lnTo>
                    <a:pt x="4718918" y="3109058"/>
                  </a:lnTo>
                  <a:lnTo>
                    <a:pt x="4717860" y="3109058"/>
                  </a:lnTo>
                  <a:lnTo>
                    <a:pt x="4716802" y="3109058"/>
                  </a:lnTo>
                  <a:lnTo>
                    <a:pt x="4715744" y="3109058"/>
                  </a:lnTo>
                  <a:lnTo>
                    <a:pt x="4714686" y="3109058"/>
                  </a:lnTo>
                  <a:lnTo>
                    <a:pt x="4713629" y="3109058"/>
                  </a:lnTo>
                  <a:lnTo>
                    <a:pt x="4712571" y="3109058"/>
                  </a:lnTo>
                  <a:lnTo>
                    <a:pt x="4711513" y="3109058"/>
                  </a:lnTo>
                  <a:lnTo>
                    <a:pt x="4710455" y="3109058"/>
                  </a:lnTo>
                  <a:lnTo>
                    <a:pt x="4709397" y="3109058"/>
                  </a:lnTo>
                  <a:lnTo>
                    <a:pt x="4708339" y="3109058"/>
                  </a:lnTo>
                  <a:lnTo>
                    <a:pt x="4707282" y="3109058"/>
                  </a:lnTo>
                  <a:lnTo>
                    <a:pt x="4706224" y="3109058"/>
                  </a:lnTo>
                  <a:lnTo>
                    <a:pt x="4705166" y="3109058"/>
                  </a:lnTo>
                  <a:lnTo>
                    <a:pt x="4704108" y="3109058"/>
                  </a:lnTo>
                  <a:lnTo>
                    <a:pt x="4703050" y="3109058"/>
                  </a:lnTo>
                  <a:lnTo>
                    <a:pt x="4701992" y="3109058"/>
                  </a:lnTo>
                  <a:lnTo>
                    <a:pt x="4700935" y="3109058"/>
                  </a:lnTo>
                  <a:lnTo>
                    <a:pt x="4699877" y="3109058"/>
                  </a:lnTo>
                  <a:lnTo>
                    <a:pt x="4698819" y="3109058"/>
                  </a:lnTo>
                  <a:lnTo>
                    <a:pt x="4697761" y="3109058"/>
                  </a:lnTo>
                  <a:lnTo>
                    <a:pt x="4696703" y="3109058"/>
                  </a:lnTo>
                  <a:lnTo>
                    <a:pt x="4695645" y="3109058"/>
                  </a:lnTo>
                  <a:lnTo>
                    <a:pt x="4694587" y="3109058"/>
                  </a:lnTo>
                  <a:lnTo>
                    <a:pt x="4693530" y="3109058"/>
                  </a:lnTo>
                  <a:lnTo>
                    <a:pt x="4692472" y="3109058"/>
                  </a:lnTo>
                  <a:lnTo>
                    <a:pt x="4691414" y="3109058"/>
                  </a:lnTo>
                  <a:lnTo>
                    <a:pt x="4690356" y="3109058"/>
                  </a:lnTo>
                  <a:lnTo>
                    <a:pt x="4689298" y="3109058"/>
                  </a:lnTo>
                  <a:lnTo>
                    <a:pt x="4688240" y="3109058"/>
                  </a:lnTo>
                  <a:lnTo>
                    <a:pt x="4687183" y="3109058"/>
                  </a:lnTo>
                  <a:lnTo>
                    <a:pt x="4686125" y="3109058"/>
                  </a:lnTo>
                  <a:lnTo>
                    <a:pt x="4685067" y="3109058"/>
                  </a:lnTo>
                  <a:lnTo>
                    <a:pt x="4684009" y="3109058"/>
                  </a:lnTo>
                  <a:lnTo>
                    <a:pt x="4682951" y="3109058"/>
                  </a:lnTo>
                  <a:lnTo>
                    <a:pt x="4681893" y="3109058"/>
                  </a:lnTo>
                  <a:lnTo>
                    <a:pt x="4680836" y="3109058"/>
                  </a:lnTo>
                  <a:lnTo>
                    <a:pt x="4679778" y="3109058"/>
                  </a:lnTo>
                  <a:lnTo>
                    <a:pt x="4678720" y="3109058"/>
                  </a:lnTo>
                  <a:lnTo>
                    <a:pt x="4677662" y="3109058"/>
                  </a:lnTo>
                  <a:lnTo>
                    <a:pt x="4676604" y="3109058"/>
                  </a:lnTo>
                  <a:lnTo>
                    <a:pt x="4675546" y="3109058"/>
                  </a:lnTo>
                  <a:lnTo>
                    <a:pt x="4674489" y="3109058"/>
                  </a:lnTo>
                  <a:lnTo>
                    <a:pt x="4673431" y="3109058"/>
                  </a:lnTo>
                  <a:lnTo>
                    <a:pt x="4672373" y="3109058"/>
                  </a:lnTo>
                  <a:lnTo>
                    <a:pt x="4671315" y="3109058"/>
                  </a:lnTo>
                  <a:lnTo>
                    <a:pt x="4670257" y="3109058"/>
                  </a:lnTo>
                  <a:lnTo>
                    <a:pt x="4669199" y="3109058"/>
                  </a:lnTo>
                  <a:lnTo>
                    <a:pt x="4668141" y="3109058"/>
                  </a:lnTo>
                  <a:lnTo>
                    <a:pt x="4667084" y="3109058"/>
                  </a:lnTo>
                  <a:lnTo>
                    <a:pt x="4666026" y="3109058"/>
                  </a:lnTo>
                  <a:lnTo>
                    <a:pt x="4664968" y="3109058"/>
                  </a:lnTo>
                  <a:lnTo>
                    <a:pt x="4663910" y="3109058"/>
                  </a:lnTo>
                  <a:lnTo>
                    <a:pt x="4662852" y="3109058"/>
                  </a:lnTo>
                  <a:lnTo>
                    <a:pt x="4661794" y="3109058"/>
                  </a:lnTo>
                  <a:lnTo>
                    <a:pt x="4660737" y="3109058"/>
                  </a:lnTo>
                  <a:lnTo>
                    <a:pt x="4659679" y="3109058"/>
                  </a:lnTo>
                  <a:lnTo>
                    <a:pt x="4658621" y="3109058"/>
                  </a:lnTo>
                  <a:lnTo>
                    <a:pt x="4657563" y="3109058"/>
                  </a:lnTo>
                  <a:lnTo>
                    <a:pt x="4656505" y="3109058"/>
                  </a:lnTo>
                  <a:lnTo>
                    <a:pt x="4655447" y="3109058"/>
                  </a:lnTo>
                  <a:lnTo>
                    <a:pt x="4654390" y="3109058"/>
                  </a:lnTo>
                  <a:lnTo>
                    <a:pt x="4653332" y="3109058"/>
                  </a:lnTo>
                  <a:lnTo>
                    <a:pt x="4652274" y="3109058"/>
                  </a:lnTo>
                  <a:lnTo>
                    <a:pt x="4651216" y="3109058"/>
                  </a:lnTo>
                  <a:lnTo>
                    <a:pt x="4650158" y="3109058"/>
                  </a:lnTo>
                  <a:lnTo>
                    <a:pt x="4649100" y="3109058"/>
                  </a:lnTo>
                  <a:lnTo>
                    <a:pt x="4648043" y="3109058"/>
                  </a:lnTo>
                  <a:lnTo>
                    <a:pt x="4646985" y="3109058"/>
                  </a:lnTo>
                  <a:lnTo>
                    <a:pt x="4645927" y="3109058"/>
                  </a:lnTo>
                  <a:lnTo>
                    <a:pt x="4644869" y="3109058"/>
                  </a:lnTo>
                  <a:lnTo>
                    <a:pt x="4643811" y="3109058"/>
                  </a:lnTo>
                  <a:lnTo>
                    <a:pt x="4642753" y="3109058"/>
                  </a:lnTo>
                  <a:lnTo>
                    <a:pt x="4641695" y="3109058"/>
                  </a:lnTo>
                  <a:lnTo>
                    <a:pt x="4640638" y="3109058"/>
                  </a:lnTo>
                  <a:lnTo>
                    <a:pt x="4639580" y="3109058"/>
                  </a:lnTo>
                  <a:lnTo>
                    <a:pt x="4638522" y="3109058"/>
                  </a:lnTo>
                  <a:lnTo>
                    <a:pt x="4637464" y="3109058"/>
                  </a:lnTo>
                  <a:lnTo>
                    <a:pt x="4636406" y="3109058"/>
                  </a:lnTo>
                  <a:lnTo>
                    <a:pt x="4635348" y="3109058"/>
                  </a:lnTo>
                  <a:lnTo>
                    <a:pt x="4634291" y="3109058"/>
                  </a:lnTo>
                  <a:lnTo>
                    <a:pt x="4633233" y="3109058"/>
                  </a:lnTo>
                  <a:lnTo>
                    <a:pt x="4632175" y="3109058"/>
                  </a:lnTo>
                  <a:lnTo>
                    <a:pt x="4631117" y="3109058"/>
                  </a:lnTo>
                  <a:lnTo>
                    <a:pt x="4630059" y="3109058"/>
                  </a:lnTo>
                  <a:lnTo>
                    <a:pt x="4629001" y="3109058"/>
                  </a:lnTo>
                  <a:lnTo>
                    <a:pt x="4627944" y="3109058"/>
                  </a:lnTo>
                  <a:lnTo>
                    <a:pt x="4626886" y="3109058"/>
                  </a:lnTo>
                  <a:lnTo>
                    <a:pt x="4625828" y="3109058"/>
                  </a:lnTo>
                  <a:lnTo>
                    <a:pt x="4624770" y="3109058"/>
                  </a:lnTo>
                  <a:lnTo>
                    <a:pt x="4623712" y="3109058"/>
                  </a:lnTo>
                  <a:lnTo>
                    <a:pt x="4622654" y="3109058"/>
                  </a:lnTo>
                  <a:lnTo>
                    <a:pt x="4621597" y="3109058"/>
                  </a:lnTo>
                  <a:lnTo>
                    <a:pt x="4620539" y="3109058"/>
                  </a:lnTo>
                  <a:lnTo>
                    <a:pt x="4619481" y="3109058"/>
                  </a:lnTo>
                  <a:lnTo>
                    <a:pt x="4618423" y="3109058"/>
                  </a:lnTo>
                  <a:lnTo>
                    <a:pt x="4617365" y="3109058"/>
                  </a:lnTo>
                  <a:lnTo>
                    <a:pt x="4616307" y="3109058"/>
                  </a:lnTo>
                  <a:lnTo>
                    <a:pt x="4615249" y="3109058"/>
                  </a:lnTo>
                  <a:lnTo>
                    <a:pt x="4614192" y="3109058"/>
                  </a:lnTo>
                  <a:lnTo>
                    <a:pt x="4613134" y="3109058"/>
                  </a:lnTo>
                  <a:lnTo>
                    <a:pt x="4612076" y="3109058"/>
                  </a:lnTo>
                  <a:lnTo>
                    <a:pt x="4611018" y="3109058"/>
                  </a:lnTo>
                  <a:lnTo>
                    <a:pt x="4609960" y="3109058"/>
                  </a:lnTo>
                  <a:lnTo>
                    <a:pt x="4608902" y="3109058"/>
                  </a:lnTo>
                  <a:lnTo>
                    <a:pt x="4607845" y="3109058"/>
                  </a:lnTo>
                  <a:lnTo>
                    <a:pt x="4606787" y="3109058"/>
                  </a:lnTo>
                  <a:lnTo>
                    <a:pt x="4605729" y="3109058"/>
                  </a:lnTo>
                  <a:lnTo>
                    <a:pt x="4604671" y="3109058"/>
                  </a:lnTo>
                  <a:lnTo>
                    <a:pt x="4603613" y="3109058"/>
                  </a:lnTo>
                  <a:lnTo>
                    <a:pt x="4602555" y="3109058"/>
                  </a:lnTo>
                  <a:lnTo>
                    <a:pt x="4601498" y="3109058"/>
                  </a:lnTo>
                  <a:lnTo>
                    <a:pt x="4600440" y="3109058"/>
                  </a:lnTo>
                  <a:lnTo>
                    <a:pt x="4599382" y="3109058"/>
                  </a:lnTo>
                  <a:lnTo>
                    <a:pt x="4598324" y="3109058"/>
                  </a:lnTo>
                  <a:lnTo>
                    <a:pt x="4597266" y="3109058"/>
                  </a:lnTo>
                  <a:lnTo>
                    <a:pt x="4596208" y="3109058"/>
                  </a:lnTo>
                  <a:lnTo>
                    <a:pt x="4595151" y="3109058"/>
                  </a:lnTo>
                  <a:lnTo>
                    <a:pt x="4594093" y="3109058"/>
                  </a:lnTo>
                  <a:lnTo>
                    <a:pt x="4593035" y="3109058"/>
                  </a:lnTo>
                  <a:lnTo>
                    <a:pt x="4591977" y="3109058"/>
                  </a:lnTo>
                  <a:lnTo>
                    <a:pt x="4590919" y="3109058"/>
                  </a:lnTo>
                  <a:lnTo>
                    <a:pt x="4589861" y="3109058"/>
                  </a:lnTo>
                  <a:lnTo>
                    <a:pt x="4588803" y="3109058"/>
                  </a:lnTo>
                  <a:lnTo>
                    <a:pt x="4587746" y="3109058"/>
                  </a:lnTo>
                  <a:lnTo>
                    <a:pt x="4586688" y="3109058"/>
                  </a:lnTo>
                  <a:lnTo>
                    <a:pt x="4585630" y="3109058"/>
                  </a:lnTo>
                  <a:lnTo>
                    <a:pt x="4584572" y="3109058"/>
                  </a:lnTo>
                  <a:lnTo>
                    <a:pt x="4583514" y="3109058"/>
                  </a:lnTo>
                  <a:lnTo>
                    <a:pt x="4582456" y="3109058"/>
                  </a:lnTo>
                  <a:lnTo>
                    <a:pt x="4581399" y="3109058"/>
                  </a:lnTo>
                  <a:lnTo>
                    <a:pt x="4580341" y="3109058"/>
                  </a:lnTo>
                  <a:lnTo>
                    <a:pt x="4579283" y="3109058"/>
                  </a:lnTo>
                  <a:lnTo>
                    <a:pt x="4578225" y="3109058"/>
                  </a:lnTo>
                  <a:lnTo>
                    <a:pt x="4577167" y="3109058"/>
                  </a:lnTo>
                  <a:lnTo>
                    <a:pt x="4576109" y="3109058"/>
                  </a:lnTo>
                  <a:lnTo>
                    <a:pt x="4575052" y="3109058"/>
                  </a:lnTo>
                  <a:lnTo>
                    <a:pt x="4573994" y="3109058"/>
                  </a:lnTo>
                  <a:lnTo>
                    <a:pt x="4572936" y="3109058"/>
                  </a:lnTo>
                  <a:lnTo>
                    <a:pt x="4571878" y="3109058"/>
                  </a:lnTo>
                  <a:lnTo>
                    <a:pt x="4570820" y="3109058"/>
                  </a:lnTo>
                  <a:lnTo>
                    <a:pt x="4569762" y="3109058"/>
                  </a:lnTo>
                  <a:lnTo>
                    <a:pt x="4568705" y="3109058"/>
                  </a:lnTo>
                  <a:lnTo>
                    <a:pt x="4567647" y="3109058"/>
                  </a:lnTo>
                  <a:lnTo>
                    <a:pt x="4566589" y="3109058"/>
                  </a:lnTo>
                  <a:lnTo>
                    <a:pt x="4565531" y="3109058"/>
                  </a:lnTo>
                  <a:lnTo>
                    <a:pt x="4564473" y="3109058"/>
                  </a:lnTo>
                  <a:lnTo>
                    <a:pt x="4563415" y="3109058"/>
                  </a:lnTo>
                  <a:lnTo>
                    <a:pt x="4562357" y="3109058"/>
                  </a:lnTo>
                  <a:lnTo>
                    <a:pt x="4561300" y="3109058"/>
                  </a:lnTo>
                  <a:lnTo>
                    <a:pt x="4560242" y="3109058"/>
                  </a:lnTo>
                  <a:lnTo>
                    <a:pt x="4559184" y="3109058"/>
                  </a:lnTo>
                  <a:lnTo>
                    <a:pt x="4558126" y="3109058"/>
                  </a:lnTo>
                  <a:lnTo>
                    <a:pt x="4557068" y="3109058"/>
                  </a:lnTo>
                  <a:lnTo>
                    <a:pt x="4556010" y="3109058"/>
                  </a:lnTo>
                  <a:lnTo>
                    <a:pt x="4554953" y="3109058"/>
                  </a:lnTo>
                  <a:lnTo>
                    <a:pt x="4553895" y="3109058"/>
                  </a:lnTo>
                  <a:lnTo>
                    <a:pt x="4552837" y="3109058"/>
                  </a:lnTo>
                  <a:lnTo>
                    <a:pt x="4551779" y="3109058"/>
                  </a:lnTo>
                  <a:lnTo>
                    <a:pt x="4550721" y="3109058"/>
                  </a:lnTo>
                  <a:lnTo>
                    <a:pt x="4549663" y="3109058"/>
                  </a:lnTo>
                  <a:lnTo>
                    <a:pt x="4548606" y="3109058"/>
                  </a:lnTo>
                  <a:lnTo>
                    <a:pt x="4547548" y="3109058"/>
                  </a:lnTo>
                  <a:lnTo>
                    <a:pt x="4546490" y="3109058"/>
                  </a:lnTo>
                  <a:lnTo>
                    <a:pt x="4545432" y="3109058"/>
                  </a:lnTo>
                  <a:lnTo>
                    <a:pt x="4544374" y="3109058"/>
                  </a:lnTo>
                  <a:lnTo>
                    <a:pt x="4543316" y="3109058"/>
                  </a:lnTo>
                  <a:lnTo>
                    <a:pt x="4542259" y="3109058"/>
                  </a:lnTo>
                  <a:lnTo>
                    <a:pt x="4541201" y="3109058"/>
                  </a:lnTo>
                  <a:lnTo>
                    <a:pt x="4540143" y="3109058"/>
                  </a:lnTo>
                  <a:lnTo>
                    <a:pt x="4539085" y="3109058"/>
                  </a:lnTo>
                  <a:lnTo>
                    <a:pt x="4538027" y="3109058"/>
                  </a:lnTo>
                  <a:lnTo>
                    <a:pt x="4536969" y="3109058"/>
                  </a:lnTo>
                  <a:lnTo>
                    <a:pt x="4535911" y="3109058"/>
                  </a:lnTo>
                  <a:lnTo>
                    <a:pt x="4534854" y="3109058"/>
                  </a:lnTo>
                  <a:lnTo>
                    <a:pt x="4533796" y="3109058"/>
                  </a:lnTo>
                  <a:lnTo>
                    <a:pt x="4532738" y="3109058"/>
                  </a:lnTo>
                  <a:lnTo>
                    <a:pt x="4531680" y="3109058"/>
                  </a:lnTo>
                  <a:lnTo>
                    <a:pt x="4530622" y="3109058"/>
                  </a:lnTo>
                  <a:lnTo>
                    <a:pt x="4529564" y="3109058"/>
                  </a:lnTo>
                  <a:lnTo>
                    <a:pt x="4528507" y="3109058"/>
                  </a:lnTo>
                  <a:lnTo>
                    <a:pt x="4527449" y="3109058"/>
                  </a:lnTo>
                  <a:lnTo>
                    <a:pt x="4526391" y="3109058"/>
                  </a:lnTo>
                  <a:lnTo>
                    <a:pt x="4525333" y="3109058"/>
                  </a:lnTo>
                  <a:lnTo>
                    <a:pt x="4524275" y="3109058"/>
                  </a:lnTo>
                  <a:lnTo>
                    <a:pt x="4523217" y="3109058"/>
                  </a:lnTo>
                  <a:lnTo>
                    <a:pt x="4522160" y="3109058"/>
                  </a:lnTo>
                  <a:lnTo>
                    <a:pt x="4521102" y="3109058"/>
                  </a:lnTo>
                  <a:lnTo>
                    <a:pt x="4520044" y="3109058"/>
                  </a:lnTo>
                  <a:lnTo>
                    <a:pt x="4518986" y="3109058"/>
                  </a:lnTo>
                  <a:lnTo>
                    <a:pt x="4517928" y="3109058"/>
                  </a:lnTo>
                  <a:lnTo>
                    <a:pt x="4516870" y="3109058"/>
                  </a:lnTo>
                  <a:lnTo>
                    <a:pt x="4515813" y="3109058"/>
                  </a:lnTo>
                  <a:lnTo>
                    <a:pt x="4514755" y="3109058"/>
                  </a:lnTo>
                  <a:lnTo>
                    <a:pt x="4513697" y="3109058"/>
                  </a:lnTo>
                  <a:lnTo>
                    <a:pt x="4512639" y="3109058"/>
                  </a:lnTo>
                  <a:lnTo>
                    <a:pt x="4511581" y="3109058"/>
                  </a:lnTo>
                  <a:lnTo>
                    <a:pt x="4510523" y="3109058"/>
                  </a:lnTo>
                  <a:lnTo>
                    <a:pt x="4509465" y="3109058"/>
                  </a:lnTo>
                  <a:lnTo>
                    <a:pt x="4508408" y="3109058"/>
                  </a:lnTo>
                  <a:lnTo>
                    <a:pt x="4507350" y="3109058"/>
                  </a:lnTo>
                  <a:lnTo>
                    <a:pt x="4506292" y="3109058"/>
                  </a:lnTo>
                  <a:lnTo>
                    <a:pt x="4505234" y="3109058"/>
                  </a:lnTo>
                  <a:lnTo>
                    <a:pt x="4504176" y="3109058"/>
                  </a:lnTo>
                  <a:lnTo>
                    <a:pt x="4503118" y="3109058"/>
                  </a:lnTo>
                  <a:lnTo>
                    <a:pt x="4502061" y="3109058"/>
                  </a:lnTo>
                  <a:lnTo>
                    <a:pt x="4501003" y="3109058"/>
                  </a:lnTo>
                  <a:lnTo>
                    <a:pt x="4499945" y="3109058"/>
                  </a:lnTo>
                  <a:lnTo>
                    <a:pt x="4498887" y="3109058"/>
                  </a:lnTo>
                  <a:lnTo>
                    <a:pt x="4497829" y="3109058"/>
                  </a:lnTo>
                  <a:lnTo>
                    <a:pt x="4496771" y="3109058"/>
                  </a:lnTo>
                  <a:lnTo>
                    <a:pt x="4495714" y="3109058"/>
                  </a:lnTo>
                  <a:lnTo>
                    <a:pt x="4494656" y="3109058"/>
                  </a:lnTo>
                  <a:lnTo>
                    <a:pt x="4493598" y="3109058"/>
                  </a:lnTo>
                  <a:lnTo>
                    <a:pt x="4492540" y="3109058"/>
                  </a:lnTo>
                  <a:lnTo>
                    <a:pt x="4491482" y="3109058"/>
                  </a:lnTo>
                  <a:lnTo>
                    <a:pt x="4490424" y="3109058"/>
                  </a:lnTo>
                  <a:lnTo>
                    <a:pt x="4489367" y="3109058"/>
                  </a:lnTo>
                  <a:lnTo>
                    <a:pt x="4488309" y="3109058"/>
                  </a:lnTo>
                  <a:lnTo>
                    <a:pt x="4487251" y="3109058"/>
                  </a:lnTo>
                  <a:lnTo>
                    <a:pt x="4486193" y="3109058"/>
                  </a:lnTo>
                  <a:lnTo>
                    <a:pt x="4485135" y="3109058"/>
                  </a:lnTo>
                  <a:lnTo>
                    <a:pt x="4484077" y="3109058"/>
                  </a:lnTo>
                  <a:lnTo>
                    <a:pt x="4483019" y="3109058"/>
                  </a:lnTo>
                  <a:lnTo>
                    <a:pt x="4481962" y="3109058"/>
                  </a:lnTo>
                  <a:lnTo>
                    <a:pt x="4480904" y="3109058"/>
                  </a:lnTo>
                  <a:lnTo>
                    <a:pt x="4479846" y="3109058"/>
                  </a:lnTo>
                  <a:lnTo>
                    <a:pt x="4478788" y="3109058"/>
                  </a:lnTo>
                  <a:lnTo>
                    <a:pt x="4477730" y="3109058"/>
                  </a:lnTo>
                  <a:lnTo>
                    <a:pt x="4476672" y="3109058"/>
                  </a:lnTo>
                  <a:lnTo>
                    <a:pt x="4475615" y="3109058"/>
                  </a:lnTo>
                  <a:lnTo>
                    <a:pt x="4474557" y="3109058"/>
                  </a:lnTo>
                  <a:lnTo>
                    <a:pt x="4473499" y="3109058"/>
                  </a:lnTo>
                  <a:lnTo>
                    <a:pt x="4472441" y="3109058"/>
                  </a:lnTo>
                  <a:lnTo>
                    <a:pt x="4471383" y="3109058"/>
                  </a:lnTo>
                  <a:lnTo>
                    <a:pt x="4470325" y="3109058"/>
                  </a:lnTo>
                  <a:lnTo>
                    <a:pt x="4469268" y="3109058"/>
                  </a:lnTo>
                  <a:lnTo>
                    <a:pt x="4468210" y="3109058"/>
                  </a:lnTo>
                  <a:lnTo>
                    <a:pt x="4467152" y="3109058"/>
                  </a:lnTo>
                  <a:lnTo>
                    <a:pt x="4466094" y="3109058"/>
                  </a:lnTo>
                  <a:lnTo>
                    <a:pt x="4465036" y="3109058"/>
                  </a:lnTo>
                  <a:lnTo>
                    <a:pt x="4463978" y="3109058"/>
                  </a:lnTo>
                  <a:lnTo>
                    <a:pt x="4462921" y="3109058"/>
                  </a:lnTo>
                  <a:lnTo>
                    <a:pt x="4461863" y="3109058"/>
                  </a:lnTo>
                  <a:lnTo>
                    <a:pt x="4460805" y="3109058"/>
                  </a:lnTo>
                  <a:lnTo>
                    <a:pt x="4459747" y="3109058"/>
                  </a:lnTo>
                  <a:lnTo>
                    <a:pt x="4458689" y="3109058"/>
                  </a:lnTo>
                  <a:lnTo>
                    <a:pt x="4457631" y="3109058"/>
                  </a:lnTo>
                  <a:lnTo>
                    <a:pt x="4456573" y="3109058"/>
                  </a:lnTo>
                  <a:lnTo>
                    <a:pt x="4455516" y="3109058"/>
                  </a:lnTo>
                  <a:lnTo>
                    <a:pt x="4454458" y="3109058"/>
                  </a:lnTo>
                  <a:lnTo>
                    <a:pt x="4453400" y="3109058"/>
                  </a:lnTo>
                  <a:lnTo>
                    <a:pt x="4452342" y="3109058"/>
                  </a:lnTo>
                  <a:lnTo>
                    <a:pt x="4451284" y="3109058"/>
                  </a:lnTo>
                  <a:lnTo>
                    <a:pt x="4450226" y="3109058"/>
                  </a:lnTo>
                  <a:lnTo>
                    <a:pt x="4449169" y="3109058"/>
                  </a:lnTo>
                  <a:lnTo>
                    <a:pt x="4448111" y="3109058"/>
                  </a:lnTo>
                  <a:lnTo>
                    <a:pt x="4447053" y="3109058"/>
                  </a:lnTo>
                  <a:lnTo>
                    <a:pt x="4445995" y="3109058"/>
                  </a:lnTo>
                  <a:lnTo>
                    <a:pt x="4444937" y="3109058"/>
                  </a:lnTo>
                  <a:lnTo>
                    <a:pt x="4443879" y="3109058"/>
                  </a:lnTo>
                  <a:lnTo>
                    <a:pt x="4442822" y="3109058"/>
                  </a:lnTo>
                  <a:lnTo>
                    <a:pt x="4441764" y="3109058"/>
                  </a:lnTo>
                  <a:lnTo>
                    <a:pt x="4440706" y="3109058"/>
                  </a:lnTo>
                  <a:lnTo>
                    <a:pt x="4439648" y="3109058"/>
                  </a:lnTo>
                  <a:lnTo>
                    <a:pt x="4438590" y="3109058"/>
                  </a:lnTo>
                  <a:lnTo>
                    <a:pt x="4437532" y="3109058"/>
                  </a:lnTo>
                  <a:lnTo>
                    <a:pt x="4436475" y="3109058"/>
                  </a:lnTo>
                  <a:lnTo>
                    <a:pt x="4435417" y="3109058"/>
                  </a:lnTo>
                  <a:lnTo>
                    <a:pt x="4434359" y="3109058"/>
                  </a:lnTo>
                  <a:lnTo>
                    <a:pt x="4433301" y="3109058"/>
                  </a:lnTo>
                  <a:lnTo>
                    <a:pt x="4432243" y="3109058"/>
                  </a:lnTo>
                  <a:lnTo>
                    <a:pt x="4431185" y="3109058"/>
                  </a:lnTo>
                  <a:lnTo>
                    <a:pt x="4430127" y="3109058"/>
                  </a:lnTo>
                  <a:lnTo>
                    <a:pt x="4429070" y="3109058"/>
                  </a:lnTo>
                  <a:lnTo>
                    <a:pt x="4428012" y="3109058"/>
                  </a:lnTo>
                  <a:lnTo>
                    <a:pt x="4426954" y="3109058"/>
                  </a:lnTo>
                  <a:lnTo>
                    <a:pt x="4425896" y="3109058"/>
                  </a:lnTo>
                  <a:lnTo>
                    <a:pt x="4424838" y="3109058"/>
                  </a:lnTo>
                  <a:lnTo>
                    <a:pt x="4423780" y="3109058"/>
                  </a:lnTo>
                  <a:lnTo>
                    <a:pt x="4422723" y="3109058"/>
                  </a:lnTo>
                  <a:lnTo>
                    <a:pt x="4421665" y="3109058"/>
                  </a:lnTo>
                  <a:lnTo>
                    <a:pt x="4420607" y="3109058"/>
                  </a:lnTo>
                  <a:lnTo>
                    <a:pt x="4419549" y="3109058"/>
                  </a:lnTo>
                  <a:lnTo>
                    <a:pt x="4418491" y="3109058"/>
                  </a:lnTo>
                  <a:lnTo>
                    <a:pt x="4417433" y="3109058"/>
                  </a:lnTo>
                  <a:lnTo>
                    <a:pt x="4416376" y="3109058"/>
                  </a:lnTo>
                  <a:lnTo>
                    <a:pt x="4415318" y="3109058"/>
                  </a:lnTo>
                  <a:lnTo>
                    <a:pt x="4414260" y="3109058"/>
                  </a:lnTo>
                  <a:lnTo>
                    <a:pt x="4413202" y="3109058"/>
                  </a:lnTo>
                  <a:lnTo>
                    <a:pt x="4412144" y="3109058"/>
                  </a:lnTo>
                  <a:lnTo>
                    <a:pt x="4411086" y="3109058"/>
                  </a:lnTo>
                  <a:lnTo>
                    <a:pt x="4410029" y="3109058"/>
                  </a:lnTo>
                  <a:lnTo>
                    <a:pt x="4408971" y="3109058"/>
                  </a:lnTo>
                  <a:lnTo>
                    <a:pt x="4407913" y="3109058"/>
                  </a:lnTo>
                  <a:lnTo>
                    <a:pt x="4406855" y="3109058"/>
                  </a:lnTo>
                  <a:lnTo>
                    <a:pt x="4405797" y="3109058"/>
                  </a:lnTo>
                  <a:lnTo>
                    <a:pt x="4404739" y="3109058"/>
                  </a:lnTo>
                  <a:lnTo>
                    <a:pt x="4403681" y="3109058"/>
                  </a:lnTo>
                  <a:lnTo>
                    <a:pt x="4402624" y="3109058"/>
                  </a:lnTo>
                  <a:lnTo>
                    <a:pt x="4401566" y="3109058"/>
                  </a:lnTo>
                  <a:lnTo>
                    <a:pt x="4400508" y="3109058"/>
                  </a:lnTo>
                  <a:lnTo>
                    <a:pt x="4399450" y="3109058"/>
                  </a:lnTo>
                  <a:lnTo>
                    <a:pt x="4398392" y="3109058"/>
                  </a:lnTo>
                  <a:lnTo>
                    <a:pt x="4397334" y="3109058"/>
                  </a:lnTo>
                  <a:lnTo>
                    <a:pt x="4396277" y="3109058"/>
                  </a:lnTo>
                  <a:lnTo>
                    <a:pt x="4395219" y="3109058"/>
                  </a:lnTo>
                  <a:lnTo>
                    <a:pt x="4394161" y="3109058"/>
                  </a:lnTo>
                  <a:lnTo>
                    <a:pt x="4393103" y="3109058"/>
                  </a:lnTo>
                  <a:lnTo>
                    <a:pt x="4392045" y="3109058"/>
                  </a:lnTo>
                  <a:lnTo>
                    <a:pt x="4390987" y="3109058"/>
                  </a:lnTo>
                  <a:lnTo>
                    <a:pt x="4389930" y="3109058"/>
                  </a:lnTo>
                  <a:lnTo>
                    <a:pt x="4388872" y="3109058"/>
                  </a:lnTo>
                  <a:lnTo>
                    <a:pt x="4387814" y="3109058"/>
                  </a:lnTo>
                  <a:lnTo>
                    <a:pt x="4386756" y="3109058"/>
                  </a:lnTo>
                  <a:lnTo>
                    <a:pt x="4385698" y="3109058"/>
                  </a:lnTo>
                  <a:lnTo>
                    <a:pt x="4384640" y="3109058"/>
                  </a:lnTo>
                  <a:lnTo>
                    <a:pt x="4383583" y="3109058"/>
                  </a:lnTo>
                  <a:lnTo>
                    <a:pt x="4382525" y="3109058"/>
                  </a:lnTo>
                  <a:lnTo>
                    <a:pt x="4381467" y="3109058"/>
                  </a:lnTo>
                  <a:lnTo>
                    <a:pt x="4380409" y="3109058"/>
                  </a:lnTo>
                  <a:lnTo>
                    <a:pt x="4379351" y="3109058"/>
                  </a:lnTo>
                  <a:lnTo>
                    <a:pt x="4378293" y="3109058"/>
                  </a:lnTo>
                  <a:lnTo>
                    <a:pt x="4377235" y="3109058"/>
                  </a:lnTo>
                  <a:lnTo>
                    <a:pt x="4376178" y="3109058"/>
                  </a:lnTo>
                  <a:lnTo>
                    <a:pt x="4375120" y="3109058"/>
                  </a:lnTo>
                  <a:lnTo>
                    <a:pt x="4374062" y="3109058"/>
                  </a:lnTo>
                  <a:lnTo>
                    <a:pt x="4373004" y="3109058"/>
                  </a:lnTo>
                  <a:lnTo>
                    <a:pt x="4371946" y="3109058"/>
                  </a:lnTo>
                  <a:lnTo>
                    <a:pt x="4370888" y="3109058"/>
                  </a:lnTo>
                  <a:lnTo>
                    <a:pt x="4369831" y="3109058"/>
                  </a:lnTo>
                  <a:lnTo>
                    <a:pt x="4368773" y="3109058"/>
                  </a:lnTo>
                  <a:lnTo>
                    <a:pt x="4367715" y="3109058"/>
                  </a:lnTo>
                  <a:lnTo>
                    <a:pt x="4366657" y="3109058"/>
                  </a:lnTo>
                  <a:lnTo>
                    <a:pt x="4365599" y="3109058"/>
                  </a:lnTo>
                  <a:lnTo>
                    <a:pt x="4364541" y="3109058"/>
                  </a:lnTo>
                  <a:lnTo>
                    <a:pt x="4363484" y="3109058"/>
                  </a:lnTo>
                  <a:lnTo>
                    <a:pt x="4362426" y="3109058"/>
                  </a:lnTo>
                  <a:lnTo>
                    <a:pt x="4361368" y="3109058"/>
                  </a:lnTo>
                  <a:lnTo>
                    <a:pt x="4360310" y="3109058"/>
                  </a:lnTo>
                  <a:lnTo>
                    <a:pt x="4359252" y="3109058"/>
                  </a:lnTo>
                  <a:lnTo>
                    <a:pt x="4358194" y="3109058"/>
                  </a:lnTo>
                  <a:lnTo>
                    <a:pt x="4357137" y="3109058"/>
                  </a:lnTo>
                  <a:lnTo>
                    <a:pt x="4356079" y="3109058"/>
                  </a:lnTo>
                  <a:lnTo>
                    <a:pt x="4355021" y="3109058"/>
                  </a:lnTo>
                  <a:lnTo>
                    <a:pt x="4353963" y="3109058"/>
                  </a:lnTo>
                  <a:lnTo>
                    <a:pt x="4352905" y="3109058"/>
                  </a:lnTo>
                  <a:lnTo>
                    <a:pt x="4351847" y="3109058"/>
                  </a:lnTo>
                  <a:lnTo>
                    <a:pt x="4350789" y="3109058"/>
                  </a:lnTo>
                  <a:lnTo>
                    <a:pt x="4349732" y="3109058"/>
                  </a:lnTo>
                  <a:lnTo>
                    <a:pt x="4348674" y="3109058"/>
                  </a:lnTo>
                  <a:lnTo>
                    <a:pt x="4347616" y="3109058"/>
                  </a:lnTo>
                  <a:lnTo>
                    <a:pt x="4346558" y="3109058"/>
                  </a:lnTo>
                  <a:lnTo>
                    <a:pt x="4345500" y="3109058"/>
                  </a:lnTo>
                  <a:lnTo>
                    <a:pt x="4344442" y="3109058"/>
                  </a:lnTo>
                  <a:lnTo>
                    <a:pt x="4343385" y="3109058"/>
                  </a:lnTo>
                  <a:lnTo>
                    <a:pt x="4342327" y="3109058"/>
                  </a:lnTo>
                  <a:lnTo>
                    <a:pt x="4341269" y="3109058"/>
                  </a:lnTo>
                  <a:lnTo>
                    <a:pt x="4340211" y="3109058"/>
                  </a:lnTo>
                  <a:lnTo>
                    <a:pt x="4339153" y="3109058"/>
                  </a:lnTo>
                  <a:lnTo>
                    <a:pt x="4338095" y="3109058"/>
                  </a:lnTo>
                  <a:lnTo>
                    <a:pt x="4337038" y="3109058"/>
                  </a:lnTo>
                  <a:lnTo>
                    <a:pt x="4335980" y="3109058"/>
                  </a:lnTo>
                  <a:lnTo>
                    <a:pt x="4334922" y="3109058"/>
                  </a:lnTo>
                  <a:lnTo>
                    <a:pt x="4333864" y="3109058"/>
                  </a:lnTo>
                  <a:lnTo>
                    <a:pt x="4332806" y="3109058"/>
                  </a:lnTo>
                  <a:lnTo>
                    <a:pt x="4331748" y="3109058"/>
                  </a:lnTo>
                  <a:lnTo>
                    <a:pt x="4330691" y="3109058"/>
                  </a:lnTo>
                  <a:lnTo>
                    <a:pt x="4329633" y="3109058"/>
                  </a:lnTo>
                  <a:lnTo>
                    <a:pt x="4328575" y="3109058"/>
                  </a:lnTo>
                  <a:lnTo>
                    <a:pt x="4327517" y="3109058"/>
                  </a:lnTo>
                  <a:lnTo>
                    <a:pt x="4326459" y="3109058"/>
                  </a:lnTo>
                  <a:lnTo>
                    <a:pt x="4325401" y="3109058"/>
                  </a:lnTo>
                  <a:lnTo>
                    <a:pt x="4324343" y="3109058"/>
                  </a:lnTo>
                  <a:lnTo>
                    <a:pt x="4323286" y="3109058"/>
                  </a:lnTo>
                  <a:lnTo>
                    <a:pt x="4322228" y="3109058"/>
                  </a:lnTo>
                  <a:lnTo>
                    <a:pt x="4321170" y="3109058"/>
                  </a:lnTo>
                  <a:lnTo>
                    <a:pt x="4320112" y="3109058"/>
                  </a:lnTo>
                  <a:lnTo>
                    <a:pt x="4319054" y="3109058"/>
                  </a:lnTo>
                  <a:lnTo>
                    <a:pt x="4317996" y="3109058"/>
                  </a:lnTo>
                  <a:lnTo>
                    <a:pt x="4316939" y="3109058"/>
                  </a:lnTo>
                  <a:lnTo>
                    <a:pt x="4315881" y="3109058"/>
                  </a:lnTo>
                  <a:lnTo>
                    <a:pt x="4314823" y="3109058"/>
                  </a:lnTo>
                  <a:lnTo>
                    <a:pt x="4313765" y="3109058"/>
                  </a:lnTo>
                  <a:lnTo>
                    <a:pt x="4312707" y="3109058"/>
                  </a:lnTo>
                  <a:lnTo>
                    <a:pt x="4311649" y="3109058"/>
                  </a:lnTo>
                  <a:lnTo>
                    <a:pt x="4310592" y="3109058"/>
                  </a:lnTo>
                  <a:lnTo>
                    <a:pt x="4309534" y="3109058"/>
                  </a:lnTo>
                  <a:lnTo>
                    <a:pt x="4308476" y="3109058"/>
                  </a:lnTo>
                  <a:lnTo>
                    <a:pt x="4307418" y="3109058"/>
                  </a:lnTo>
                  <a:lnTo>
                    <a:pt x="4306360" y="3109058"/>
                  </a:lnTo>
                  <a:lnTo>
                    <a:pt x="4305302" y="3109058"/>
                  </a:lnTo>
                  <a:lnTo>
                    <a:pt x="4304245" y="3109058"/>
                  </a:lnTo>
                  <a:lnTo>
                    <a:pt x="4303187" y="3109058"/>
                  </a:lnTo>
                  <a:lnTo>
                    <a:pt x="4302129" y="3109058"/>
                  </a:lnTo>
                  <a:lnTo>
                    <a:pt x="4301071" y="3109058"/>
                  </a:lnTo>
                  <a:lnTo>
                    <a:pt x="4300013" y="3109058"/>
                  </a:lnTo>
                  <a:lnTo>
                    <a:pt x="4298955" y="3109058"/>
                  </a:lnTo>
                  <a:lnTo>
                    <a:pt x="4297897" y="3109058"/>
                  </a:lnTo>
                  <a:lnTo>
                    <a:pt x="4296840" y="3109058"/>
                  </a:lnTo>
                  <a:lnTo>
                    <a:pt x="4295782" y="3109058"/>
                  </a:lnTo>
                  <a:lnTo>
                    <a:pt x="4294724" y="3109058"/>
                  </a:lnTo>
                  <a:lnTo>
                    <a:pt x="4293666" y="3109058"/>
                  </a:lnTo>
                  <a:lnTo>
                    <a:pt x="4292608" y="3109058"/>
                  </a:lnTo>
                  <a:lnTo>
                    <a:pt x="4291550" y="3109058"/>
                  </a:lnTo>
                  <a:lnTo>
                    <a:pt x="4290493" y="3109058"/>
                  </a:lnTo>
                  <a:lnTo>
                    <a:pt x="4289435" y="3109058"/>
                  </a:lnTo>
                  <a:lnTo>
                    <a:pt x="4288377" y="3109058"/>
                  </a:lnTo>
                  <a:lnTo>
                    <a:pt x="4287319" y="3109058"/>
                  </a:lnTo>
                  <a:lnTo>
                    <a:pt x="4286261" y="3109058"/>
                  </a:lnTo>
                  <a:lnTo>
                    <a:pt x="4285203" y="3109058"/>
                  </a:lnTo>
                  <a:lnTo>
                    <a:pt x="4284146" y="3109058"/>
                  </a:lnTo>
                  <a:lnTo>
                    <a:pt x="4283088" y="3109058"/>
                  </a:lnTo>
                  <a:lnTo>
                    <a:pt x="4282030" y="3109058"/>
                  </a:lnTo>
                  <a:lnTo>
                    <a:pt x="4280972" y="3109058"/>
                  </a:lnTo>
                  <a:lnTo>
                    <a:pt x="4279914" y="3109058"/>
                  </a:lnTo>
                  <a:lnTo>
                    <a:pt x="4278856" y="3109058"/>
                  </a:lnTo>
                  <a:lnTo>
                    <a:pt x="4277799" y="3109058"/>
                  </a:lnTo>
                  <a:lnTo>
                    <a:pt x="4276741" y="3109058"/>
                  </a:lnTo>
                  <a:lnTo>
                    <a:pt x="4275683" y="3109058"/>
                  </a:lnTo>
                  <a:lnTo>
                    <a:pt x="4274625" y="3109058"/>
                  </a:lnTo>
                  <a:lnTo>
                    <a:pt x="4273567" y="3109058"/>
                  </a:lnTo>
                  <a:lnTo>
                    <a:pt x="4272509" y="3109058"/>
                  </a:lnTo>
                  <a:lnTo>
                    <a:pt x="4271451" y="3109058"/>
                  </a:lnTo>
                  <a:lnTo>
                    <a:pt x="4270394" y="3109058"/>
                  </a:lnTo>
                  <a:lnTo>
                    <a:pt x="4269336" y="3109058"/>
                  </a:lnTo>
                  <a:lnTo>
                    <a:pt x="4268278" y="3109058"/>
                  </a:lnTo>
                  <a:lnTo>
                    <a:pt x="4267220" y="3109058"/>
                  </a:lnTo>
                  <a:lnTo>
                    <a:pt x="4266162" y="3109058"/>
                  </a:lnTo>
                  <a:lnTo>
                    <a:pt x="4265104" y="3109058"/>
                  </a:lnTo>
                  <a:lnTo>
                    <a:pt x="4264047" y="3109058"/>
                  </a:lnTo>
                  <a:lnTo>
                    <a:pt x="4262989" y="3109058"/>
                  </a:lnTo>
                  <a:lnTo>
                    <a:pt x="4261931" y="3109058"/>
                  </a:lnTo>
                  <a:lnTo>
                    <a:pt x="4260873" y="3109058"/>
                  </a:lnTo>
                  <a:lnTo>
                    <a:pt x="4259815" y="3109058"/>
                  </a:lnTo>
                  <a:lnTo>
                    <a:pt x="4258757" y="3109058"/>
                  </a:lnTo>
                  <a:lnTo>
                    <a:pt x="4257700" y="3109058"/>
                  </a:lnTo>
                  <a:lnTo>
                    <a:pt x="4256642" y="3109058"/>
                  </a:lnTo>
                  <a:lnTo>
                    <a:pt x="4255584" y="3109058"/>
                  </a:lnTo>
                  <a:lnTo>
                    <a:pt x="4254526" y="3109058"/>
                  </a:lnTo>
                  <a:lnTo>
                    <a:pt x="4253468" y="3109058"/>
                  </a:lnTo>
                  <a:lnTo>
                    <a:pt x="4252410" y="3109058"/>
                  </a:lnTo>
                  <a:lnTo>
                    <a:pt x="4251353" y="3109058"/>
                  </a:lnTo>
                  <a:lnTo>
                    <a:pt x="4250295" y="3109058"/>
                  </a:lnTo>
                  <a:lnTo>
                    <a:pt x="4249237" y="3109058"/>
                  </a:lnTo>
                  <a:lnTo>
                    <a:pt x="4248179" y="3109058"/>
                  </a:lnTo>
                  <a:lnTo>
                    <a:pt x="4247121" y="3109058"/>
                  </a:lnTo>
                  <a:lnTo>
                    <a:pt x="4246063" y="3109058"/>
                  </a:lnTo>
                  <a:lnTo>
                    <a:pt x="4245005" y="3109058"/>
                  </a:lnTo>
                  <a:lnTo>
                    <a:pt x="4243948" y="3109058"/>
                  </a:lnTo>
                  <a:lnTo>
                    <a:pt x="4242890" y="3109058"/>
                  </a:lnTo>
                  <a:lnTo>
                    <a:pt x="4241832" y="3109058"/>
                  </a:lnTo>
                  <a:lnTo>
                    <a:pt x="4240774" y="3109058"/>
                  </a:lnTo>
                  <a:lnTo>
                    <a:pt x="4239716" y="3109058"/>
                  </a:lnTo>
                  <a:lnTo>
                    <a:pt x="4238658" y="3109058"/>
                  </a:lnTo>
                  <a:lnTo>
                    <a:pt x="4237601" y="3109058"/>
                  </a:lnTo>
                  <a:lnTo>
                    <a:pt x="4236543" y="3109058"/>
                  </a:lnTo>
                  <a:lnTo>
                    <a:pt x="4235485" y="3109058"/>
                  </a:lnTo>
                  <a:lnTo>
                    <a:pt x="4234427" y="3109058"/>
                  </a:lnTo>
                  <a:lnTo>
                    <a:pt x="4233369" y="3109058"/>
                  </a:lnTo>
                  <a:lnTo>
                    <a:pt x="4232311" y="3109058"/>
                  </a:lnTo>
                  <a:lnTo>
                    <a:pt x="4231254" y="3109058"/>
                  </a:lnTo>
                  <a:lnTo>
                    <a:pt x="4230196" y="3109058"/>
                  </a:lnTo>
                  <a:lnTo>
                    <a:pt x="4229138" y="3109058"/>
                  </a:lnTo>
                  <a:lnTo>
                    <a:pt x="4228080" y="3109058"/>
                  </a:lnTo>
                  <a:lnTo>
                    <a:pt x="4227022" y="3109058"/>
                  </a:lnTo>
                  <a:lnTo>
                    <a:pt x="4225964" y="3109058"/>
                  </a:lnTo>
                  <a:lnTo>
                    <a:pt x="4224907" y="3109058"/>
                  </a:lnTo>
                  <a:lnTo>
                    <a:pt x="4223849" y="3109058"/>
                  </a:lnTo>
                  <a:lnTo>
                    <a:pt x="4222791" y="3109058"/>
                  </a:lnTo>
                  <a:lnTo>
                    <a:pt x="4221733" y="3109058"/>
                  </a:lnTo>
                  <a:lnTo>
                    <a:pt x="4220675" y="3109058"/>
                  </a:lnTo>
                  <a:lnTo>
                    <a:pt x="4219617" y="3109058"/>
                  </a:lnTo>
                  <a:lnTo>
                    <a:pt x="4218559" y="3109058"/>
                  </a:lnTo>
                  <a:lnTo>
                    <a:pt x="4217502" y="3109058"/>
                  </a:lnTo>
                  <a:lnTo>
                    <a:pt x="4216444" y="3109058"/>
                  </a:lnTo>
                  <a:lnTo>
                    <a:pt x="4215386" y="3109058"/>
                  </a:lnTo>
                  <a:lnTo>
                    <a:pt x="4214328" y="3109058"/>
                  </a:lnTo>
                  <a:lnTo>
                    <a:pt x="4213270" y="3109058"/>
                  </a:lnTo>
                  <a:lnTo>
                    <a:pt x="4212212" y="3109058"/>
                  </a:lnTo>
                  <a:lnTo>
                    <a:pt x="4211155" y="3109058"/>
                  </a:lnTo>
                  <a:lnTo>
                    <a:pt x="4210097" y="3109058"/>
                  </a:lnTo>
                  <a:lnTo>
                    <a:pt x="4209039" y="3109058"/>
                  </a:lnTo>
                  <a:lnTo>
                    <a:pt x="4207981" y="3109058"/>
                  </a:lnTo>
                  <a:lnTo>
                    <a:pt x="4206923" y="3109058"/>
                  </a:lnTo>
                  <a:lnTo>
                    <a:pt x="4205865" y="3109058"/>
                  </a:lnTo>
                  <a:lnTo>
                    <a:pt x="4204808" y="3109058"/>
                  </a:lnTo>
                  <a:lnTo>
                    <a:pt x="4203750" y="3109058"/>
                  </a:lnTo>
                  <a:lnTo>
                    <a:pt x="4202692" y="3109058"/>
                  </a:lnTo>
                  <a:lnTo>
                    <a:pt x="4201634" y="3109058"/>
                  </a:lnTo>
                  <a:lnTo>
                    <a:pt x="4200576" y="3109058"/>
                  </a:lnTo>
                  <a:lnTo>
                    <a:pt x="4199518" y="3109058"/>
                  </a:lnTo>
                  <a:lnTo>
                    <a:pt x="4198461" y="3109058"/>
                  </a:lnTo>
                  <a:lnTo>
                    <a:pt x="4197403" y="3109058"/>
                  </a:lnTo>
                  <a:lnTo>
                    <a:pt x="4196345" y="3109058"/>
                  </a:lnTo>
                  <a:lnTo>
                    <a:pt x="4195287" y="3109058"/>
                  </a:lnTo>
                  <a:lnTo>
                    <a:pt x="4194229" y="3109058"/>
                  </a:lnTo>
                  <a:lnTo>
                    <a:pt x="4193171" y="3109058"/>
                  </a:lnTo>
                  <a:lnTo>
                    <a:pt x="4192113" y="3109058"/>
                  </a:lnTo>
                  <a:lnTo>
                    <a:pt x="4191056" y="3109058"/>
                  </a:lnTo>
                  <a:lnTo>
                    <a:pt x="4189998" y="3109058"/>
                  </a:lnTo>
                  <a:lnTo>
                    <a:pt x="4188940" y="3109058"/>
                  </a:lnTo>
                  <a:lnTo>
                    <a:pt x="4187882" y="3109058"/>
                  </a:lnTo>
                  <a:lnTo>
                    <a:pt x="4186824" y="3109058"/>
                  </a:lnTo>
                  <a:lnTo>
                    <a:pt x="4185766" y="3109058"/>
                  </a:lnTo>
                  <a:lnTo>
                    <a:pt x="4184709" y="3109058"/>
                  </a:lnTo>
                  <a:lnTo>
                    <a:pt x="4183651" y="3109058"/>
                  </a:lnTo>
                  <a:lnTo>
                    <a:pt x="4182593" y="3109058"/>
                  </a:lnTo>
                  <a:lnTo>
                    <a:pt x="4181535" y="3109058"/>
                  </a:lnTo>
                  <a:lnTo>
                    <a:pt x="4180477" y="3109058"/>
                  </a:lnTo>
                  <a:lnTo>
                    <a:pt x="4179419" y="3109058"/>
                  </a:lnTo>
                  <a:lnTo>
                    <a:pt x="4178362" y="3109058"/>
                  </a:lnTo>
                  <a:lnTo>
                    <a:pt x="4177304" y="3109058"/>
                  </a:lnTo>
                  <a:lnTo>
                    <a:pt x="4176246" y="3109058"/>
                  </a:lnTo>
                  <a:lnTo>
                    <a:pt x="4175188" y="3109058"/>
                  </a:lnTo>
                  <a:lnTo>
                    <a:pt x="4174130" y="3109058"/>
                  </a:lnTo>
                  <a:lnTo>
                    <a:pt x="4173072" y="3109058"/>
                  </a:lnTo>
                  <a:lnTo>
                    <a:pt x="4172015" y="3109058"/>
                  </a:lnTo>
                  <a:lnTo>
                    <a:pt x="4170957" y="3109058"/>
                  </a:lnTo>
                  <a:lnTo>
                    <a:pt x="4169899" y="3109058"/>
                  </a:lnTo>
                  <a:lnTo>
                    <a:pt x="4168841" y="3109058"/>
                  </a:lnTo>
                  <a:lnTo>
                    <a:pt x="4167783" y="3109058"/>
                  </a:lnTo>
                  <a:lnTo>
                    <a:pt x="4166725" y="3109058"/>
                  </a:lnTo>
                  <a:lnTo>
                    <a:pt x="4165667" y="3109058"/>
                  </a:lnTo>
                  <a:lnTo>
                    <a:pt x="4164610" y="3109058"/>
                  </a:lnTo>
                  <a:lnTo>
                    <a:pt x="4163552" y="3109058"/>
                  </a:lnTo>
                  <a:lnTo>
                    <a:pt x="4162494" y="3109058"/>
                  </a:lnTo>
                  <a:lnTo>
                    <a:pt x="4161436" y="3109058"/>
                  </a:lnTo>
                  <a:lnTo>
                    <a:pt x="4160378" y="3109058"/>
                  </a:lnTo>
                  <a:lnTo>
                    <a:pt x="4159320" y="3109058"/>
                  </a:lnTo>
                  <a:lnTo>
                    <a:pt x="4158263" y="3109058"/>
                  </a:lnTo>
                  <a:lnTo>
                    <a:pt x="4157205" y="3109058"/>
                  </a:lnTo>
                  <a:lnTo>
                    <a:pt x="4156147" y="3109058"/>
                  </a:lnTo>
                  <a:lnTo>
                    <a:pt x="4155089" y="3109058"/>
                  </a:lnTo>
                  <a:lnTo>
                    <a:pt x="4154031" y="3109058"/>
                  </a:lnTo>
                  <a:lnTo>
                    <a:pt x="4152973" y="3109058"/>
                  </a:lnTo>
                  <a:lnTo>
                    <a:pt x="4151916" y="3109058"/>
                  </a:lnTo>
                  <a:lnTo>
                    <a:pt x="4150858" y="3109058"/>
                  </a:lnTo>
                  <a:lnTo>
                    <a:pt x="4149800" y="3109058"/>
                  </a:lnTo>
                  <a:lnTo>
                    <a:pt x="4148742" y="3109058"/>
                  </a:lnTo>
                  <a:lnTo>
                    <a:pt x="4147684" y="3109058"/>
                  </a:lnTo>
                  <a:lnTo>
                    <a:pt x="4146626" y="3109058"/>
                  </a:lnTo>
                  <a:lnTo>
                    <a:pt x="4145569" y="3109058"/>
                  </a:lnTo>
                  <a:lnTo>
                    <a:pt x="4144511" y="3109058"/>
                  </a:lnTo>
                  <a:lnTo>
                    <a:pt x="4143453" y="3109058"/>
                  </a:lnTo>
                  <a:lnTo>
                    <a:pt x="4142395" y="3109058"/>
                  </a:lnTo>
                  <a:lnTo>
                    <a:pt x="4141337" y="3109058"/>
                  </a:lnTo>
                  <a:lnTo>
                    <a:pt x="4140279" y="3109058"/>
                  </a:lnTo>
                  <a:lnTo>
                    <a:pt x="4139221" y="3109058"/>
                  </a:lnTo>
                  <a:lnTo>
                    <a:pt x="4138164" y="3109058"/>
                  </a:lnTo>
                  <a:lnTo>
                    <a:pt x="4137106" y="3109058"/>
                  </a:lnTo>
                  <a:lnTo>
                    <a:pt x="4136048" y="3109058"/>
                  </a:lnTo>
                  <a:lnTo>
                    <a:pt x="4134990" y="3109058"/>
                  </a:lnTo>
                  <a:lnTo>
                    <a:pt x="4133932" y="3109058"/>
                  </a:lnTo>
                  <a:lnTo>
                    <a:pt x="4132874" y="3109058"/>
                  </a:lnTo>
                  <a:lnTo>
                    <a:pt x="4131817" y="3109058"/>
                  </a:lnTo>
                  <a:lnTo>
                    <a:pt x="4130759" y="3109058"/>
                  </a:lnTo>
                  <a:lnTo>
                    <a:pt x="4129701" y="3109058"/>
                  </a:lnTo>
                  <a:lnTo>
                    <a:pt x="4128643" y="3109058"/>
                  </a:lnTo>
                  <a:lnTo>
                    <a:pt x="4127585" y="3109058"/>
                  </a:lnTo>
                  <a:lnTo>
                    <a:pt x="4126527" y="3109058"/>
                  </a:lnTo>
                  <a:lnTo>
                    <a:pt x="4125470" y="3109058"/>
                  </a:lnTo>
                  <a:lnTo>
                    <a:pt x="4124412" y="3109058"/>
                  </a:lnTo>
                  <a:lnTo>
                    <a:pt x="4123354" y="3109058"/>
                  </a:lnTo>
                  <a:lnTo>
                    <a:pt x="4122296" y="3109058"/>
                  </a:lnTo>
                  <a:lnTo>
                    <a:pt x="4121238" y="3109058"/>
                  </a:lnTo>
                  <a:lnTo>
                    <a:pt x="4120180" y="3109058"/>
                  </a:lnTo>
                  <a:lnTo>
                    <a:pt x="4119123" y="3109058"/>
                  </a:lnTo>
                  <a:lnTo>
                    <a:pt x="4118065" y="3109058"/>
                  </a:lnTo>
                  <a:lnTo>
                    <a:pt x="4117007" y="3109058"/>
                  </a:lnTo>
                  <a:lnTo>
                    <a:pt x="4115949" y="3109058"/>
                  </a:lnTo>
                  <a:lnTo>
                    <a:pt x="4114891" y="3109058"/>
                  </a:lnTo>
                  <a:lnTo>
                    <a:pt x="4113833" y="3109058"/>
                  </a:lnTo>
                  <a:lnTo>
                    <a:pt x="4112775" y="3109058"/>
                  </a:lnTo>
                  <a:lnTo>
                    <a:pt x="4111718" y="3109058"/>
                  </a:lnTo>
                  <a:lnTo>
                    <a:pt x="4110660" y="3109058"/>
                  </a:lnTo>
                  <a:lnTo>
                    <a:pt x="4109602" y="3109058"/>
                  </a:lnTo>
                  <a:lnTo>
                    <a:pt x="4108544" y="3109058"/>
                  </a:lnTo>
                  <a:lnTo>
                    <a:pt x="4107486" y="3109058"/>
                  </a:lnTo>
                  <a:lnTo>
                    <a:pt x="4106428" y="3109058"/>
                  </a:lnTo>
                  <a:lnTo>
                    <a:pt x="4105371" y="3109058"/>
                  </a:lnTo>
                  <a:lnTo>
                    <a:pt x="4104313" y="3109058"/>
                  </a:lnTo>
                  <a:lnTo>
                    <a:pt x="4103255" y="3109058"/>
                  </a:lnTo>
                  <a:lnTo>
                    <a:pt x="4102197" y="3109058"/>
                  </a:lnTo>
                  <a:lnTo>
                    <a:pt x="4101139" y="3109058"/>
                  </a:lnTo>
                  <a:lnTo>
                    <a:pt x="4100081" y="3109058"/>
                  </a:lnTo>
                  <a:lnTo>
                    <a:pt x="4099024" y="3109058"/>
                  </a:lnTo>
                  <a:lnTo>
                    <a:pt x="4097966" y="3109058"/>
                  </a:lnTo>
                  <a:lnTo>
                    <a:pt x="4096908" y="3109058"/>
                  </a:lnTo>
                  <a:lnTo>
                    <a:pt x="4095850" y="3109058"/>
                  </a:lnTo>
                  <a:lnTo>
                    <a:pt x="4094792" y="3109058"/>
                  </a:lnTo>
                  <a:lnTo>
                    <a:pt x="4093734" y="3109058"/>
                  </a:lnTo>
                  <a:lnTo>
                    <a:pt x="4092677" y="3109058"/>
                  </a:lnTo>
                  <a:lnTo>
                    <a:pt x="4091619" y="3109058"/>
                  </a:lnTo>
                  <a:lnTo>
                    <a:pt x="4090561" y="3109058"/>
                  </a:lnTo>
                  <a:lnTo>
                    <a:pt x="4089503" y="3109058"/>
                  </a:lnTo>
                  <a:lnTo>
                    <a:pt x="4088445" y="3109058"/>
                  </a:lnTo>
                  <a:lnTo>
                    <a:pt x="4087387" y="3109058"/>
                  </a:lnTo>
                  <a:lnTo>
                    <a:pt x="4086329" y="3109058"/>
                  </a:lnTo>
                  <a:lnTo>
                    <a:pt x="4085272" y="3109058"/>
                  </a:lnTo>
                  <a:lnTo>
                    <a:pt x="4084214" y="3109058"/>
                  </a:lnTo>
                  <a:lnTo>
                    <a:pt x="4083156" y="3109058"/>
                  </a:lnTo>
                  <a:lnTo>
                    <a:pt x="4082098" y="3109058"/>
                  </a:lnTo>
                  <a:lnTo>
                    <a:pt x="4081040" y="3109058"/>
                  </a:lnTo>
                  <a:lnTo>
                    <a:pt x="4079982" y="3109058"/>
                  </a:lnTo>
                  <a:lnTo>
                    <a:pt x="4078925" y="3109058"/>
                  </a:lnTo>
                  <a:lnTo>
                    <a:pt x="4077867" y="3109058"/>
                  </a:lnTo>
                  <a:lnTo>
                    <a:pt x="4076809" y="3109058"/>
                  </a:lnTo>
                  <a:lnTo>
                    <a:pt x="4075751" y="3109058"/>
                  </a:lnTo>
                  <a:lnTo>
                    <a:pt x="4074693" y="3109058"/>
                  </a:lnTo>
                  <a:lnTo>
                    <a:pt x="4073635" y="3109058"/>
                  </a:lnTo>
                  <a:lnTo>
                    <a:pt x="4072578" y="3109058"/>
                  </a:lnTo>
                  <a:lnTo>
                    <a:pt x="4071520" y="3109058"/>
                  </a:lnTo>
                  <a:lnTo>
                    <a:pt x="4070462" y="3109058"/>
                  </a:lnTo>
                  <a:lnTo>
                    <a:pt x="4069404" y="3109058"/>
                  </a:lnTo>
                  <a:lnTo>
                    <a:pt x="4068346" y="3109058"/>
                  </a:lnTo>
                  <a:lnTo>
                    <a:pt x="4067288" y="3109058"/>
                  </a:lnTo>
                  <a:lnTo>
                    <a:pt x="4066231" y="3109058"/>
                  </a:lnTo>
                  <a:lnTo>
                    <a:pt x="4065173" y="3109058"/>
                  </a:lnTo>
                  <a:lnTo>
                    <a:pt x="4064115" y="3109058"/>
                  </a:lnTo>
                  <a:lnTo>
                    <a:pt x="4063057" y="3109058"/>
                  </a:lnTo>
                  <a:lnTo>
                    <a:pt x="4061999" y="3109058"/>
                  </a:lnTo>
                  <a:lnTo>
                    <a:pt x="4060941" y="3109058"/>
                  </a:lnTo>
                  <a:lnTo>
                    <a:pt x="4059883" y="3109058"/>
                  </a:lnTo>
                  <a:lnTo>
                    <a:pt x="4058826" y="3109058"/>
                  </a:lnTo>
                  <a:lnTo>
                    <a:pt x="4057768" y="3109058"/>
                  </a:lnTo>
                  <a:lnTo>
                    <a:pt x="4056710" y="3109058"/>
                  </a:lnTo>
                  <a:lnTo>
                    <a:pt x="4055652" y="3109058"/>
                  </a:lnTo>
                  <a:lnTo>
                    <a:pt x="4054594" y="3109058"/>
                  </a:lnTo>
                  <a:lnTo>
                    <a:pt x="4053536" y="3109058"/>
                  </a:lnTo>
                  <a:lnTo>
                    <a:pt x="4052479" y="3109058"/>
                  </a:lnTo>
                  <a:lnTo>
                    <a:pt x="4051421" y="3109058"/>
                  </a:lnTo>
                  <a:lnTo>
                    <a:pt x="4050363" y="3109058"/>
                  </a:lnTo>
                  <a:lnTo>
                    <a:pt x="4049305" y="3109058"/>
                  </a:lnTo>
                  <a:lnTo>
                    <a:pt x="4048247" y="3109058"/>
                  </a:lnTo>
                  <a:lnTo>
                    <a:pt x="4047189" y="3109058"/>
                  </a:lnTo>
                  <a:lnTo>
                    <a:pt x="4046132" y="3109058"/>
                  </a:lnTo>
                  <a:lnTo>
                    <a:pt x="4045074" y="3109058"/>
                  </a:lnTo>
                  <a:lnTo>
                    <a:pt x="4044016" y="3109058"/>
                  </a:lnTo>
                  <a:lnTo>
                    <a:pt x="4042958" y="3109058"/>
                  </a:lnTo>
                  <a:lnTo>
                    <a:pt x="4041900" y="3109058"/>
                  </a:lnTo>
                  <a:lnTo>
                    <a:pt x="4040842" y="3109058"/>
                  </a:lnTo>
                  <a:lnTo>
                    <a:pt x="4039785" y="3109058"/>
                  </a:lnTo>
                  <a:lnTo>
                    <a:pt x="4038727" y="3109058"/>
                  </a:lnTo>
                  <a:lnTo>
                    <a:pt x="4037669" y="3109058"/>
                  </a:lnTo>
                  <a:lnTo>
                    <a:pt x="4036611" y="3109058"/>
                  </a:lnTo>
                  <a:lnTo>
                    <a:pt x="4035553" y="3109058"/>
                  </a:lnTo>
                  <a:lnTo>
                    <a:pt x="4034495" y="3109058"/>
                  </a:lnTo>
                  <a:lnTo>
                    <a:pt x="4033437" y="3109058"/>
                  </a:lnTo>
                  <a:lnTo>
                    <a:pt x="4032380" y="3109058"/>
                  </a:lnTo>
                  <a:lnTo>
                    <a:pt x="4031322" y="3109058"/>
                  </a:lnTo>
                  <a:lnTo>
                    <a:pt x="4030264" y="3109058"/>
                  </a:lnTo>
                  <a:lnTo>
                    <a:pt x="4029206" y="3109058"/>
                  </a:lnTo>
                  <a:lnTo>
                    <a:pt x="4028148" y="3109058"/>
                  </a:lnTo>
                  <a:lnTo>
                    <a:pt x="4027090" y="3109058"/>
                  </a:lnTo>
                  <a:lnTo>
                    <a:pt x="4026033" y="3109058"/>
                  </a:lnTo>
                  <a:lnTo>
                    <a:pt x="4024975" y="3109058"/>
                  </a:lnTo>
                  <a:lnTo>
                    <a:pt x="4023917" y="3109058"/>
                  </a:lnTo>
                  <a:lnTo>
                    <a:pt x="4022859" y="3109058"/>
                  </a:lnTo>
                  <a:lnTo>
                    <a:pt x="4021801" y="3109058"/>
                  </a:lnTo>
                  <a:lnTo>
                    <a:pt x="4020743" y="3109058"/>
                  </a:lnTo>
                  <a:lnTo>
                    <a:pt x="4019686" y="3109058"/>
                  </a:lnTo>
                  <a:lnTo>
                    <a:pt x="4018628" y="3109058"/>
                  </a:lnTo>
                  <a:lnTo>
                    <a:pt x="4017570" y="3109058"/>
                  </a:lnTo>
                  <a:lnTo>
                    <a:pt x="4016512" y="3109058"/>
                  </a:lnTo>
                  <a:lnTo>
                    <a:pt x="4015454" y="3109058"/>
                  </a:lnTo>
                  <a:lnTo>
                    <a:pt x="4014396" y="3109058"/>
                  </a:lnTo>
                  <a:lnTo>
                    <a:pt x="4013339" y="3109058"/>
                  </a:lnTo>
                  <a:lnTo>
                    <a:pt x="4012281" y="3109058"/>
                  </a:lnTo>
                  <a:lnTo>
                    <a:pt x="4011223" y="3109058"/>
                  </a:lnTo>
                  <a:lnTo>
                    <a:pt x="4010165" y="3109058"/>
                  </a:lnTo>
                  <a:lnTo>
                    <a:pt x="4009107" y="3109058"/>
                  </a:lnTo>
                  <a:lnTo>
                    <a:pt x="4008049" y="3109058"/>
                  </a:lnTo>
                  <a:lnTo>
                    <a:pt x="4006991" y="3109058"/>
                  </a:lnTo>
                  <a:lnTo>
                    <a:pt x="4005934" y="3109058"/>
                  </a:lnTo>
                  <a:lnTo>
                    <a:pt x="4004876" y="3109058"/>
                  </a:lnTo>
                  <a:lnTo>
                    <a:pt x="4003818" y="3109058"/>
                  </a:lnTo>
                  <a:lnTo>
                    <a:pt x="4002760" y="3109058"/>
                  </a:lnTo>
                  <a:lnTo>
                    <a:pt x="4001702" y="3109058"/>
                  </a:lnTo>
                  <a:lnTo>
                    <a:pt x="4000644" y="3109058"/>
                  </a:lnTo>
                  <a:lnTo>
                    <a:pt x="3999587" y="3109058"/>
                  </a:lnTo>
                  <a:lnTo>
                    <a:pt x="3998529" y="3109058"/>
                  </a:lnTo>
                  <a:lnTo>
                    <a:pt x="3997471" y="3109058"/>
                  </a:lnTo>
                  <a:lnTo>
                    <a:pt x="3996413" y="3109058"/>
                  </a:lnTo>
                  <a:lnTo>
                    <a:pt x="3995355" y="3109058"/>
                  </a:lnTo>
                  <a:lnTo>
                    <a:pt x="3994297" y="3109058"/>
                  </a:lnTo>
                  <a:lnTo>
                    <a:pt x="3993240" y="3109058"/>
                  </a:lnTo>
                  <a:lnTo>
                    <a:pt x="3992182" y="3109058"/>
                  </a:lnTo>
                  <a:lnTo>
                    <a:pt x="3991124" y="3109058"/>
                  </a:lnTo>
                  <a:lnTo>
                    <a:pt x="3990066" y="3109058"/>
                  </a:lnTo>
                  <a:lnTo>
                    <a:pt x="3989008" y="3109058"/>
                  </a:lnTo>
                  <a:lnTo>
                    <a:pt x="3987950" y="3109058"/>
                  </a:lnTo>
                  <a:lnTo>
                    <a:pt x="3986893" y="3109058"/>
                  </a:lnTo>
                  <a:lnTo>
                    <a:pt x="3985835" y="3109058"/>
                  </a:lnTo>
                  <a:lnTo>
                    <a:pt x="3984777" y="3109058"/>
                  </a:lnTo>
                  <a:lnTo>
                    <a:pt x="3983719" y="3109058"/>
                  </a:lnTo>
                  <a:lnTo>
                    <a:pt x="3982661" y="3109058"/>
                  </a:lnTo>
                  <a:lnTo>
                    <a:pt x="3981603" y="3109058"/>
                  </a:lnTo>
                  <a:lnTo>
                    <a:pt x="3980545" y="3109058"/>
                  </a:lnTo>
                  <a:lnTo>
                    <a:pt x="3979488" y="3109058"/>
                  </a:lnTo>
                  <a:lnTo>
                    <a:pt x="3978430" y="3109058"/>
                  </a:lnTo>
                  <a:lnTo>
                    <a:pt x="3977372" y="3109058"/>
                  </a:lnTo>
                  <a:lnTo>
                    <a:pt x="3976314" y="3109058"/>
                  </a:lnTo>
                  <a:lnTo>
                    <a:pt x="3975256" y="3109058"/>
                  </a:lnTo>
                  <a:lnTo>
                    <a:pt x="3974198" y="3109058"/>
                  </a:lnTo>
                  <a:lnTo>
                    <a:pt x="3973141" y="3109058"/>
                  </a:lnTo>
                  <a:lnTo>
                    <a:pt x="3972083" y="3109058"/>
                  </a:lnTo>
                  <a:lnTo>
                    <a:pt x="3971025" y="3109058"/>
                  </a:lnTo>
                  <a:lnTo>
                    <a:pt x="3969967" y="3109058"/>
                  </a:lnTo>
                  <a:lnTo>
                    <a:pt x="3968909" y="3109058"/>
                  </a:lnTo>
                  <a:lnTo>
                    <a:pt x="3967851" y="3109058"/>
                  </a:lnTo>
                  <a:lnTo>
                    <a:pt x="3966794" y="3109058"/>
                  </a:lnTo>
                  <a:lnTo>
                    <a:pt x="3965736" y="3109058"/>
                  </a:lnTo>
                  <a:lnTo>
                    <a:pt x="3964678" y="3109058"/>
                  </a:lnTo>
                  <a:lnTo>
                    <a:pt x="3963620" y="3109058"/>
                  </a:lnTo>
                  <a:lnTo>
                    <a:pt x="3962562" y="3109058"/>
                  </a:lnTo>
                  <a:lnTo>
                    <a:pt x="3961504" y="3109058"/>
                  </a:lnTo>
                  <a:lnTo>
                    <a:pt x="3960447" y="3109058"/>
                  </a:lnTo>
                  <a:lnTo>
                    <a:pt x="3959389" y="3109058"/>
                  </a:lnTo>
                  <a:lnTo>
                    <a:pt x="3958331" y="3109058"/>
                  </a:lnTo>
                  <a:lnTo>
                    <a:pt x="3957273" y="3109058"/>
                  </a:lnTo>
                  <a:lnTo>
                    <a:pt x="3956215" y="3109058"/>
                  </a:lnTo>
                  <a:lnTo>
                    <a:pt x="3955157" y="3109058"/>
                  </a:lnTo>
                  <a:lnTo>
                    <a:pt x="3954099" y="3109058"/>
                  </a:lnTo>
                  <a:lnTo>
                    <a:pt x="3953042" y="3109058"/>
                  </a:lnTo>
                  <a:lnTo>
                    <a:pt x="3951984" y="3109058"/>
                  </a:lnTo>
                  <a:lnTo>
                    <a:pt x="3950926" y="3109058"/>
                  </a:lnTo>
                  <a:lnTo>
                    <a:pt x="3949868" y="3109058"/>
                  </a:lnTo>
                  <a:lnTo>
                    <a:pt x="3948810" y="3109058"/>
                  </a:lnTo>
                  <a:lnTo>
                    <a:pt x="3947752" y="3109058"/>
                  </a:lnTo>
                  <a:lnTo>
                    <a:pt x="3946695" y="3109058"/>
                  </a:lnTo>
                  <a:lnTo>
                    <a:pt x="3945637" y="3109058"/>
                  </a:lnTo>
                  <a:lnTo>
                    <a:pt x="3944579" y="3109058"/>
                  </a:lnTo>
                  <a:lnTo>
                    <a:pt x="3943521" y="3109058"/>
                  </a:lnTo>
                  <a:lnTo>
                    <a:pt x="3942463" y="3109058"/>
                  </a:lnTo>
                  <a:lnTo>
                    <a:pt x="3941405" y="3109058"/>
                  </a:lnTo>
                  <a:lnTo>
                    <a:pt x="3940348" y="3109058"/>
                  </a:lnTo>
                  <a:lnTo>
                    <a:pt x="3939290" y="3109058"/>
                  </a:lnTo>
                  <a:lnTo>
                    <a:pt x="3938232" y="3109058"/>
                  </a:lnTo>
                  <a:lnTo>
                    <a:pt x="3937174" y="3109058"/>
                  </a:lnTo>
                  <a:lnTo>
                    <a:pt x="3936116" y="3109058"/>
                  </a:lnTo>
                  <a:lnTo>
                    <a:pt x="3935058" y="3109058"/>
                  </a:lnTo>
                  <a:lnTo>
                    <a:pt x="3934001" y="3109058"/>
                  </a:lnTo>
                  <a:lnTo>
                    <a:pt x="3932943" y="3109058"/>
                  </a:lnTo>
                  <a:lnTo>
                    <a:pt x="3931885" y="3109058"/>
                  </a:lnTo>
                  <a:lnTo>
                    <a:pt x="3930827" y="3109058"/>
                  </a:lnTo>
                  <a:lnTo>
                    <a:pt x="3929769" y="3109058"/>
                  </a:lnTo>
                  <a:lnTo>
                    <a:pt x="3928711" y="3109058"/>
                  </a:lnTo>
                  <a:lnTo>
                    <a:pt x="3927654" y="3109058"/>
                  </a:lnTo>
                  <a:lnTo>
                    <a:pt x="3926596" y="3109058"/>
                  </a:lnTo>
                  <a:lnTo>
                    <a:pt x="3925538" y="3109058"/>
                  </a:lnTo>
                  <a:lnTo>
                    <a:pt x="3924480" y="3109058"/>
                  </a:lnTo>
                  <a:lnTo>
                    <a:pt x="3923422" y="3109058"/>
                  </a:lnTo>
                  <a:lnTo>
                    <a:pt x="3922364" y="3109058"/>
                  </a:lnTo>
                  <a:lnTo>
                    <a:pt x="3921306" y="3109058"/>
                  </a:lnTo>
                  <a:lnTo>
                    <a:pt x="3920249" y="3109058"/>
                  </a:lnTo>
                  <a:lnTo>
                    <a:pt x="3919191" y="3109058"/>
                  </a:lnTo>
                  <a:lnTo>
                    <a:pt x="3918133" y="3109058"/>
                  </a:lnTo>
                  <a:lnTo>
                    <a:pt x="3917075" y="3109058"/>
                  </a:lnTo>
                  <a:lnTo>
                    <a:pt x="3916017" y="3109058"/>
                  </a:lnTo>
                  <a:lnTo>
                    <a:pt x="3914959" y="3109058"/>
                  </a:lnTo>
                  <a:lnTo>
                    <a:pt x="3913902" y="3109058"/>
                  </a:lnTo>
                  <a:lnTo>
                    <a:pt x="3912844" y="3109058"/>
                  </a:lnTo>
                  <a:lnTo>
                    <a:pt x="3911786" y="3109058"/>
                  </a:lnTo>
                  <a:lnTo>
                    <a:pt x="3910728" y="3109058"/>
                  </a:lnTo>
                  <a:lnTo>
                    <a:pt x="3909670" y="3109058"/>
                  </a:lnTo>
                  <a:lnTo>
                    <a:pt x="3908612" y="3109058"/>
                  </a:lnTo>
                  <a:lnTo>
                    <a:pt x="3907555" y="3109058"/>
                  </a:lnTo>
                  <a:lnTo>
                    <a:pt x="3906497" y="3109058"/>
                  </a:lnTo>
                  <a:lnTo>
                    <a:pt x="3905439" y="3109058"/>
                  </a:lnTo>
                  <a:lnTo>
                    <a:pt x="3904381" y="3109058"/>
                  </a:lnTo>
                  <a:lnTo>
                    <a:pt x="3903323" y="3109058"/>
                  </a:lnTo>
                  <a:lnTo>
                    <a:pt x="3902265" y="3109058"/>
                  </a:lnTo>
                  <a:lnTo>
                    <a:pt x="3901208" y="3109058"/>
                  </a:lnTo>
                  <a:lnTo>
                    <a:pt x="3900150" y="3109058"/>
                  </a:lnTo>
                  <a:lnTo>
                    <a:pt x="3899092" y="3109058"/>
                  </a:lnTo>
                  <a:lnTo>
                    <a:pt x="3898034" y="3109058"/>
                  </a:lnTo>
                  <a:lnTo>
                    <a:pt x="3896976" y="3109058"/>
                  </a:lnTo>
                  <a:lnTo>
                    <a:pt x="3895918" y="3109058"/>
                  </a:lnTo>
                  <a:lnTo>
                    <a:pt x="3894860" y="3109058"/>
                  </a:lnTo>
                  <a:lnTo>
                    <a:pt x="3893803" y="3109058"/>
                  </a:lnTo>
                  <a:lnTo>
                    <a:pt x="3892745" y="3109058"/>
                  </a:lnTo>
                  <a:lnTo>
                    <a:pt x="3891687" y="3109058"/>
                  </a:lnTo>
                  <a:lnTo>
                    <a:pt x="3890629" y="3109058"/>
                  </a:lnTo>
                  <a:lnTo>
                    <a:pt x="3889571" y="3109058"/>
                  </a:lnTo>
                  <a:lnTo>
                    <a:pt x="3888513" y="3109058"/>
                  </a:lnTo>
                  <a:lnTo>
                    <a:pt x="3887456" y="3109058"/>
                  </a:lnTo>
                  <a:lnTo>
                    <a:pt x="3886398" y="3109058"/>
                  </a:lnTo>
                  <a:lnTo>
                    <a:pt x="3885340" y="3109058"/>
                  </a:lnTo>
                  <a:lnTo>
                    <a:pt x="3884282" y="3109058"/>
                  </a:lnTo>
                  <a:lnTo>
                    <a:pt x="3883224" y="3109058"/>
                  </a:lnTo>
                  <a:lnTo>
                    <a:pt x="3882166" y="3109058"/>
                  </a:lnTo>
                  <a:lnTo>
                    <a:pt x="3881109" y="3109058"/>
                  </a:lnTo>
                  <a:lnTo>
                    <a:pt x="3880051" y="3109058"/>
                  </a:lnTo>
                  <a:lnTo>
                    <a:pt x="3878993" y="3109058"/>
                  </a:lnTo>
                  <a:lnTo>
                    <a:pt x="3877935" y="3109058"/>
                  </a:lnTo>
                  <a:lnTo>
                    <a:pt x="3876877" y="3109058"/>
                  </a:lnTo>
                  <a:lnTo>
                    <a:pt x="3875819" y="3109058"/>
                  </a:lnTo>
                  <a:lnTo>
                    <a:pt x="3874762" y="3109058"/>
                  </a:lnTo>
                  <a:lnTo>
                    <a:pt x="3873704" y="3109058"/>
                  </a:lnTo>
                  <a:lnTo>
                    <a:pt x="3872646" y="3109058"/>
                  </a:lnTo>
                  <a:lnTo>
                    <a:pt x="3871588" y="3109058"/>
                  </a:lnTo>
                  <a:lnTo>
                    <a:pt x="3870530" y="3109058"/>
                  </a:lnTo>
                  <a:lnTo>
                    <a:pt x="3869472" y="3109058"/>
                  </a:lnTo>
                  <a:lnTo>
                    <a:pt x="3868414" y="3109058"/>
                  </a:lnTo>
                  <a:lnTo>
                    <a:pt x="3867357" y="3109058"/>
                  </a:lnTo>
                  <a:lnTo>
                    <a:pt x="3866299" y="3109058"/>
                  </a:lnTo>
                  <a:lnTo>
                    <a:pt x="3865241" y="3109058"/>
                  </a:lnTo>
                  <a:lnTo>
                    <a:pt x="3864183" y="3109058"/>
                  </a:lnTo>
                  <a:lnTo>
                    <a:pt x="3863125" y="3109058"/>
                  </a:lnTo>
                  <a:lnTo>
                    <a:pt x="3862067" y="3109058"/>
                  </a:lnTo>
                  <a:lnTo>
                    <a:pt x="3861010" y="3109058"/>
                  </a:lnTo>
                  <a:lnTo>
                    <a:pt x="3859952" y="3109058"/>
                  </a:lnTo>
                  <a:lnTo>
                    <a:pt x="3858894" y="3109058"/>
                  </a:lnTo>
                  <a:lnTo>
                    <a:pt x="3857836" y="3109058"/>
                  </a:lnTo>
                  <a:lnTo>
                    <a:pt x="3856778" y="3109058"/>
                  </a:lnTo>
                  <a:lnTo>
                    <a:pt x="3855720" y="3109058"/>
                  </a:lnTo>
                  <a:lnTo>
                    <a:pt x="3854663" y="3109058"/>
                  </a:lnTo>
                  <a:lnTo>
                    <a:pt x="3853605" y="3109058"/>
                  </a:lnTo>
                  <a:lnTo>
                    <a:pt x="3852547" y="3109058"/>
                  </a:lnTo>
                  <a:lnTo>
                    <a:pt x="3851489" y="3109058"/>
                  </a:lnTo>
                  <a:lnTo>
                    <a:pt x="3850431" y="3109058"/>
                  </a:lnTo>
                  <a:lnTo>
                    <a:pt x="3849373" y="3109058"/>
                  </a:lnTo>
                  <a:lnTo>
                    <a:pt x="3848316" y="3109058"/>
                  </a:lnTo>
                  <a:lnTo>
                    <a:pt x="3847258" y="3109058"/>
                  </a:lnTo>
                  <a:lnTo>
                    <a:pt x="3846200" y="3109058"/>
                  </a:lnTo>
                  <a:lnTo>
                    <a:pt x="3845142" y="3109058"/>
                  </a:lnTo>
                  <a:lnTo>
                    <a:pt x="3844084" y="3109058"/>
                  </a:lnTo>
                  <a:lnTo>
                    <a:pt x="3843026" y="3109058"/>
                  </a:lnTo>
                  <a:lnTo>
                    <a:pt x="3841968" y="3109058"/>
                  </a:lnTo>
                  <a:lnTo>
                    <a:pt x="3840911" y="3109058"/>
                  </a:lnTo>
                  <a:lnTo>
                    <a:pt x="3839853" y="3109058"/>
                  </a:lnTo>
                  <a:lnTo>
                    <a:pt x="3838795" y="3109058"/>
                  </a:lnTo>
                  <a:lnTo>
                    <a:pt x="3837737" y="3109058"/>
                  </a:lnTo>
                  <a:lnTo>
                    <a:pt x="3836679" y="3109058"/>
                  </a:lnTo>
                  <a:lnTo>
                    <a:pt x="3835621" y="3109058"/>
                  </a:lnTo>
                  <a:lnTo>
                    <a:pt x="3834564" y="3109058"/>
                  </a:lnTo>
                  <a:lnTo>
                    <a:pt x="3833506" y="3109058"/>
                  </a:lnTo>
                  <a:lnTo>
                    <a:pt x="3832448" y="3109058"/>
                  </a:lnTo>
                  <a:lnTo>
                    <a:pt x="3831390" y="3109058"/>
                  </a:lnTo>
                  <a:lnTo>
                    <a:pt x="3830332" y="3109058"/>
                  </a:lnTo>
                  <a:lnTo>
                    <a:pt x="3829274" y="3109058"/>
                  </a:lnTo>
                  <a:lnTo>
                    <a:pt x="3828217" y="3109058"/>
                  </a:lnTo>
                  <a:lnTo>
                    <a:pt x="3827159" y="3109058"/>
                  </a:lnTo>
                  <a:lnTo>
                    <a:pt x="3826101" y="3109058"/>
                  </a:lnTo>
                  <a:lnTo>
                    <a:pt x="3825043" y="3109058"/>
                  </a:lnTo>
                  <a:lnTo>
                    <a:pt x="3823985" y="3109058"/>
                  </a:lnTo>
                  <a:lnTo>
                    <a:pt x="3822927" y="3109058"/>
                  </a:lnTo>
                  <a:lnTo>
                    <a:pt x="3821870" y="3109058"/>
                  </a:lnTo>
                  <a:lnTo>
                    <a:pt x="3820812" y="3109058"/>
                  </a:lnTo>
                  <a:lnTo>
                    <a:pt x="3819754" y="3109058"/>
                  </a:lnTo>
                  <a:lnTo>
                    <a:pt x="3818696" y="3109058"/>
                  </a:lnTo>
                  <a:lnTo>
                    <a:pt x="3817638" y="3109058"/>
                  </a:lnTo>
                  <a:lnTo>
                    <a:pt x="3816580" y="3109058"/>
                  </a:lnTo>
                  <a:lnTo>
                    <a:pt x="3815522" y="3109058"/>
                  </a:lnTo>
                  <a:lnTo>
                    <a:pt x="3814465" y="3109058"/>
                  </a:lnTo>
                  <a:lnTo>
                    <a:pt x="3813407" y="3109058"/>
                  </a:lnTo>
                  <a:lnTo>
                    <a:pt x="3812349" y="3109058"/>
                  </a:lnTo>
                  <a:lnTo>
                    <a:pt x="3811291" y="3109058"/>
                  </a:lnTo>
                  <a:lnTo>
                    <a:pt x="3810233" y="3109058"/>
                  </a:lnTo>
                  <a:lnTo>
                    <a:pt x="3809175" y="3109058"/>
                  </a:lnTo>
                  <a:lnTo>
                    <a:pt x="3808118" y="3109058"/>
                  </a:lnTo>
                  <a:lnTo>
                    <a:pt x="3807060" y="3109058"/>
                  </a:lnTo>
                  <a:lnTo>
                    <a:pt x="3806002" y="3109058"/>
                  </a:lnTo>
                  <a:lnTo>
                    <a:pt x="3804944" y="3109058"/>
                  </a:lnTo>
                  <a:lnTo>
                    <a:pt x="3803886" y="3109058"/>
                  </a:lnTo>
                  <a:lnTo>
                    <a:pt x="3802828" y="3109058"/>
                  </a:lnTo>
                  <a:lnTo>
                    <a:pt x="3801771" y="3109058"/>
                  </a:lnTo>
                  <a:lnTo>
                    <a:pt x="3800713" y="3109058"/>
                  </a:lnTo>
                  <a:lnTo>
                    <a:pt x="3799655" y="3109058"/>
                  </a:lnTo>
                  <a:lnTo>
                    <a:pt x="3798597" y="3109058"/>
                  </a:lnTo>
                  <a:lnTo>
                    <a:pt x="3797539" y="3109058"/>
                  </a:lnTo>
                  <a:lnTo>
                    <a:pt x="3796481" y="3109058"/>
                  </a:lnTo>
                  <a:lnTo>
                    <a:pt x="3795424" y="3109058"/>
                  </a:lnTo>
                  <a:lnTo>
                    <a:pt x="3794366" y="3109058"/>
                  </a:lnTo>
                  <a:lnTo>
                    <a:pt x="3793308" y="3109058"/>
                  </a:lnTo>
                  <a:lnTo>
                    <a:pt x="3792250" y="3109058"/>
                  </a:lnTo>
                  <a:lnTo>
                    <a:pt x="3791192" y="3109058"/>
                  </a:lnTo>
                  <a:lnTo>
                    <a:pt x="3790134" y="3109058"/>
                  </a:lnTo>
                  <a:lnTo>
                    <a:pt x="3789076" y="3109058"/>
                  </a:lnTo>
                  <a:lnTo>
                    <a:pt x="3788019" y="3109058"/>
                  </a:lnTo>
                  <a:lnTo>
                    <a:pt x="3786961" y="3109058"/>
                  </a:lnTo>
                  <a:lnTo>
                    <a:pt x="3785903" y="3109058"/>
                  </a:lnTo>
                  <a:lnTo>
                    <a:pt x="3784845" y="3109058"/>
                  </a:lnTo>
                  <a:lnTo>
                    <a:pt x="3783787" y="3109058"/>
                  </a:lnTo>
                  <a:lnTo>
                    <a:pt x="3782729" y="3109058"/>
                  </a:lnTo>
                  <a:lnTo>
                    <a:pt x="3781672" y="3109058"/>
                  </a:lnTo>
                  <a:lnTo>
                    <a:pt x="3780614" y="3109058"/>
                  </a:lnTo>
                  <a:lnTo>
                    <a:pt x="3779556" y="3109058"/>
                  </a:lnTo>
                  <a:lnTo>
                    <a:pt x="3778498" y="3109058"/>
                  </a:lnTo>
                  <a:lnTo>
                    <a:pt x="3777440" y="3109058"/>
                  </a:lnTo>
                  <a:lnTo>
                    <a:pt x="3776382" y="3109058"/>
                  </a:lnTo>
                  <a:lnTo>
                    <a:pt x="3775325" y="3109058"/>
                  </a:lnTo>
                  <a:lnTo>
                    <a:pt x="3774267" y="3109058"/>
                  </a:lnTo>
                  <a:lnTo>
                    <a:pt x="3773209" y="3109058"/>
                  </a:lnTo>
                  <a:lnTo>
                    <a:pt x="3772151" y="3109058"/>
                  </a:lnTo>
                  <a:lnTo>
                    <a:pt x="3771093" y="3109058"/>
                  </a:lnTo>
                  <a:lnTo>
                    <a:pt x="3770035" y="3109058"/>
                  </a:lnTo>
                  <a:lnTo>
                    <a:pt x="3768978" y="3109058"/>
                  </a:lnTo>
                  <a:lnTo>
                    <a:pt x="3767920" y="3109058"/>
                  </a:lnTo>
                  <a:lnTo>
                    <a:pt x="3766862" y="3109058"/>
                  </a:lnTo>
                  <a:lnTo>
                    <a:pt x="3765804" y="3109058"/>
                  </a:lnTo>
                  <a:lnTo>
                    <a:pt x="3764746" y="3109058"/>
                  </a:lnTo>
                  <a:lnTo>
                    <a:pt x="3763688" y="3109058"/>
                  </a:lnTo>
                  <a:lnTo>
                    <a:pt x="3762630" y="3109058"/>
                  </a:lnTo>
                  <a:lnTo>
                    <a:pt x="3761573" y="3109058"/>
                  </a:lnTo>
                  <a:lnTo>
                    <a:pt x="3760515" y="3109058"/>
                  </a:lnTo>
                  <a:lnTo>
                    <a:pt x="3759457" y="3109058"/>
                  </a:lnTo>
                  <a:lnTo>
                    <a:pt x="3758399" y="3109058"/>
                  </a:lnTo>
                  <a:lnTo>
                    <a:pt x="3757341" y="3109058"/>
                  </a:lnTo>
                  <a:lnTo>
                    <a:pt x="3756283" y="3109058"/>
                  </a:lnTo>
                  <a:lnTo>
                    <a:pt x="3755226" y="3109058"/>
                  </a:lnTo>
                  <a:lnTo>
                    <a:pt x="3754168" y="3109058"/>
                  </a:lnTo>
                  <a:lnTo>
                    <a:pt x="3753110" y="3109058"/>
                  </a:lnTo>
                  <a:lnTo>
                    <a:pt x="3752052" y="3109058"/>
                  </a:lnTo>
                  <a:lnTo>
                    <a:pt x="3750994" y="3109058"/>
                  </a:lnTo>
                  <a:lnTo>
                    <a:pt x="3749936" y="3109058"/>
                  </a:lnTo>
                  <a:lnTo>
                    <a:pt x="3748879" y="3109058"/>
                  </a:lnTo>
                  <a:lnTo>
                    <a:pt x="3747821" y="3109058"/>
                  </a:lnTo>
                  <a:lnTo>
                    <a:pt x="3746763" y="3109058"/>
                  </a:lnTo>
                  <a:lnTo>
                    <a:pt x="3745705" y="3109058"/>
                  </a:lnTo>
                  <a:lnTo>
                    <a:pt x="3744647" y="3109058"/>
                  </a:lnTo>
                  <a:lnTo>
                    <a:pt x="3743589" y="3109058"/>
                  </a:lnTo>
                  <a:lnTo>
                    <a:pt x="3742532" y="3109058"/>
                  </a:lnTo>
                  <a:lnTo>
                    <a:pt x="3741474" y="3109058"/>
                  </a:lnTo>
                  <a:lnTo>
                    <a:pt x="3740416" y="3109058"/>
                  </a:lnTo>
                  <a:lnTo>
                    <a:pt x="3739358" y="3109058"/>
                  </a:lnTo>
                  <a:lnTo>
                    <a:pt x="3738300" y="3109058"/>
                  </a:lnTo>
                  <a:lnTo>
                    <a:pt x="3737242" y="3109058"/>
                  </a:lnTo>
                  <a:lnTo>
                    <a:pt x="3736184" y="3109058"/>
                  </a:lnTo>
                  <a:lnTo>
                    <a:pt x="3735127" y="3109058"/>
                  </a:lnTo>
                  <a:lnTo>
                    <a:pt x="3734069" y="3109058"/>
                  </a:lnTo>
                  <a:lnTo>
                    <a:pt x="3733011" y="3109058"/>
                  </a:lnTo>
                  <a:lnTo>
                    <a:pt x="3731953" y="3109058"/>
                  </a:lnTo>
                  <a:lnTo>
                    <a:pt x="3730895" y="3109058"/>
                  </a:lnTo>
                  <a:lnTo>
                    <a:pt x="3729837" y="3109058"/>
                  </a:lnTo>
                  <a:lnTo>
                    <a:pt x="3728780" y="3109058"/>
                  </a:lnTo>
                  <a:lnTo>
                    <a:pt x="3727722" y="3109058"/>
                  </a:lnTo>
                  <a:lnTo>
                    <a:pt x="3726664" y="3109058"/>
                  </a:lnTo>
                  <a:lnTo>
                    <a:pt x="3725606" y="3109058"/>
                  </a:lnTo>
                  <a:lnTo>
                    <a:pt x="3724548" y="3109058"/>
                  </a:lnTo>
                  <a:lnTo>
                    <a:pt x="3723490" y="3109058"/>
                  </a:lnTo>
                  <a:lnTo>
                    <a:pt x="3722433" y="3109058"/>
                  </a:lnTo>
                  <a:lnTo>
                    <a:pt x="3721375" y="3109058"/>
                  </a:lnTo>
                  <a:lnTo>
                    <a:pt x="3720317" y="3109058"/>
                  </a:lnTo>
                  <a:lnTo>
                    <a:pt x="3719259" y="3109058"/>
                  </a:lnTo>
                  <a:lnTo>
                    <a:pt x="3718201" y="3109058"/>
                  </a:lnTo>
                  <a:lnTo>
                    <a:pt x="3717143" y="3109058"/>
                  </a:lnTo>
                  <a:lnTo>
                    <a:pt x="3716086" y="3109058"/>
                  </a:lnTo>
                  <a:lnTo>
                    <a:pt x="3715028" y="3109058"/>
                  </a:lnTo>
                  <a:lnTo>
                    <a:pt x="3713970" y="3109058"/>
                  </a:lnTo>
                  <a:lnTo>
                    <a:pt x="3712912" y="3109058"/>
                  </a:lnTo>
                  <a:lnTo>
                    <a:pt x="3711854" y="3109058"/>
                  </a:lnTo>
                  <a:lnTo>
                    <a:pt x="3710796" y="3109058"/>
                  </a:lnTo>
                  <a:lnTo>
                    <a:pt x="3709738" y="3109058"/>
                  </a:lnTo>
                  <a:lnTo>
                    <a:pt x="3708681" y="3109058"/>
                  </a:lnTo>
                  <a:lnTo>
                    <a:pt x="3707623" y="3109058"/>
                  </a:lnTo>
                  <a:lnTo>
                    <a:pt x="3706565" y="3109058"/>
                  </a:lnTo>
                  <a:lnTo>
                    <a:pt x="3705507" y="3109058"/>
                  </a:lnTo>
                  <a:lnTo>
                    <a:pt x="3704449" y="3109058"/>
                  </a:lnTo>
                  <a:lnTo>
                    <a:pt x="3703391" y="3109058"/>
                  </a:lnTo>
                  <a:lnTo>
                    <a:pt x="3702334" y="3109058"/>
                  </a:lnTo>
                  <a:lnTo>
                    <a:pt x="3701276" y="3109058"/>
                  </a:lnTo>
                  <a:lnTo>
                    <a:pt x="3700218" y="3109058"/>
                  </a:lnTo>
                  <a:lnTo>
                    <a:pt x="3699160" y="3109058"/>
                  </a:lnTo>
                  <a:lnTo>
                    <a:pt x="3698102" y="3109058"/>
                  </a:lnTo>
                  <a:lnTo>
                    <a:pt x="3697044" y="3109058"/>
                  </a:lnTo>
                  <a:lnTo>
                    <a:pt x="3695987" y="3109058"/>
                  </a:lnTo>
                  <a:lnTo>
                    <a:pt x="3694929" y="3109058"/>
                  </a:lnTo>
                  <a:lnTo>
                    <a:pt x="3693871" y="3109058"/>
                  </a:lnTo>
                  <a:lnTo>
                    <a:pt x="3692813" y="3109058"/>
                  </a:lnTo>
                  <a:lnTo>
                    <a:pt x="3691755" y="3109058"/>
                  </a:lnTo>
                  <a:lnTo>
                    <a:pt x="3690697" y="3109058"/>
                  </a:lnTo>
                  <a:lnTo>
                    <a:pt x="3689640" y="3109058"/>
                  </a:lnTo>
                  <a:lnTo>
                    <a:pt x="3688582" y="3109058"/>
                  </a:lnTo>
                  <a:lnTo>
                    <a:pt x="3687524" y="3109058"/>
                  </a:lnTo>
                  <a:lnTo>
                    <a:pt x="3686466" y="3109058"/>
                  </a:lnTo>
                  <a:lnTo>
                    <a:pt x="3685408" y="3109058"/>
                  </a:lnTo>
                  <a:lnTo>
                    <a:pt x="3684350" y="3109058"/>
                  </a:lnTo>
                  <a:lnTo>
                    <a:pt x="3683292" y="3109058"/>
                  </a:lnTo>
                  <a:lnTo>
                    <a:pt x="3682235" y="3109058"/>
                  </a:lnTo>
                  <a:lnTo>
                    <a:pt x="3681177" y="3109058"/>
                  </a:lnTo>
                  <a:lnTo>
                    <a:pt x="3680119" y="3109058"/>
                  </a:lnTo>
                  <a:lnTo>
                    <a:pt x="3679061" y="3109058"/>
                  </a:lnTo>
                  <a:lnTo>
                    <a:pt x="3678003" y="3109058"/>
                  </a:lnTo>
                  <a:lnTo>
                    <a:pt x="3676945" y="3109058"/>
                  </a:lnTo>
                  <a:lnTo>
                    <a:pt x="3675888" y="3109058"/>
                  </a:lnTo>
                  <a:lnTo>
                    <a:pt x="3674830" y="3109058"/>
                  </a:lnTo>
                  <a:lnTo>
                    <a:pt x="3673772" y="3109058"/>
                  </a:lnTo>
                  <a:lnTo>
                    <a:pt x="3672714" y="3109058"/>
                  </a:lnTo>
                  <a:lnTo>
                    <a:pt x="3671656" y="3109058"/>
                  </a:lnTo>
                  <a:lnTo>
                    <a:pt x="3670598" y="3109058"/>
                  </a:lnTo>
                  <a:lnTo>
                    <a:pt x="3669541" y="3109058"/>
                  </a:lnTo>
                  <a:lnTo>
                    <a:pt x="3668483" y="3109058"/>
                  </a:lnTo>
                  <a:lnTo>
                    <a:pt x="3667425" y="3109058"/>
                  </a:lnTo>
                  <a:lnTo>
                    <a:pt x="3666367" y="3109058"/>
                  </a:lnTo>
                  <a:lnTo>
                    <a:pt x="3665309" y="3109058"/>
                  </a:lnTo>
                  <a:lnTo>
                    <a:pt x="3664251" y="3109058"/>
                  </a:lnTo>
                  <a:lnTo>
                    <a:pt x="3663194" y="3109058"/>
                  </a:lnTo>
                  <a:lnTo>
                    <a:pt x="3662136" y="3109058"/>
                  </a:lnTo>
                  <a:lnTo>
                    <a:pt x="3661078" y="3109058"/>
                  </a:lnTo>
                  <a:lnTo>
                    <a:pt x="3660020" y="3109058"/>
                  </a:lnTo>
                  <a:lnTo>
                    <a:pt x="3658962" y="3109058"/>
                  </a:lnTo>
                  <a:lnTo>
                    <a:pt x="3657904" y="3109058"/>
                  </a:lnTo>
                  <a:lnTo>
                    <a:pt x="3656846" y="3109058"/>
                  </a:lnTo>
                  <a:lnTo>
                    <a:pt x="3655789" y="3109058"/>
                  </a:lnTo>
                  <a:lnTo>
                    <a:pt x="3654731" y="3109058"/>
                  </a:lnTo>
                  <a:lnTo>
                    <a:pt x="3653673" y="3109058"/>
                  </a:lnTo>
                  <a:lnTo>
                    <a:pt x="3652615" y="3109058"/>
                  </a:lnTo>
                  <a:lnTo>
                    <a:pt x="3651557" y="3109058"/>
                  </a:lnTo>
                  <a:lnTo>
                    <a:pt x="3650499" y="3109058"/>
                  </a:lnTo>
                  <a:lnTo>
                    <a:pt x="3649442" y="3109058"/>
                  </a:lnTo>
                  <a:lnTo>
                    <a:pt x="3648384" y="3109058"/>
                  </a:lnTo>
                  <a:lnTo>
                    <a:pt x="3647326" y="3109058"/>
                  </a:lnTo>
                  <a:lnTo>
                    <a:pt x="3646268" y="3109058"/>
                  </a:lnTo>
                  <a:lnTo>
                    <a:pt x="3645210" y="3109058"/>
                  </a:lnTo>
                  <a:lnTo>
                    <a:pt x="3644152" y="3109058"/>
                  </a:lnTo>
                  <a:lnTo>
                    <a:pt x="3643095" y="3109058"/>
                  </a:lnTo>
                  <a:lnTo>
                    <a:pt x="3642037" y="3109058"/>
                  </a:lnTo>
                  <a:lnTo>
                    <a:pt x="3640979" y="3109058"/>
                  </a:lnTo>
                  <a:lnTo>
                    <a:pt x="3639921" y="3109058"/>
                  </a:lnTo>
                  <a:lnTo>
                    <a:pt x="3638863" y="3109058"/>
                  </a:lnTo>
                  <a:lnTo>
                    <a:pt x="3637805" y="3109058"/>
                  </a:lnTo>
                  <a:lnTo>
                    <a:pt x="3636748" y="3109058"/>
                  </a:lnTo>
                  <a:lnTo>
                    <a:pt x="3635690" y="3109058"/>
                  </a:lnTo>
                  <a:lnTo>
                    <a:pt x="3634632" y="3109058"/>
                  </a:lnTo>
                  <a:lnTo>
                    <a:pt x="3633574" y="3109058"/>
                  </a:lnTo>
                  <a:lnTo>
                    <a:pt x="3632516" y="3109058"/>
                  </a:lnTo>
                  <a:lnTo>
                    <a:pt x="3631458" y="3109058"/>
                  </a:lnTo>
                  <a:lnTo>
                    <a:pt x="3630400" y="3109058"/>
                  </a:lnTo>
                  <a:lnTo>
                    <a:pt x="3629343" y="3109058"/>
                  </a:lnTo>
                  <a:lnTo>
                    <a:pt x="3628285" y="3109058"/>
                  </a:lnTo>
                  <a:lnTo>
                    <a:pt x="3627227" y="3109058"/>
                  </a:lnTo>
                  <a:lnTo>
                    <a:pt x="3626169" y="3109058"/>
                  </a:lnTo>
                  <a:lnTo>
                    <a:pt x="3625111" y="3109058"/>
                  </a:lnTo>
                  <a:lnTo>
                    <a:pt x="3624053" y="3109058"/>
                  </a:lnTo>
                  <a:lnTo>
                    <a:pt x="3622996" y="3109058"/>
                  </a:lnTo>
                  <a:lnTo>
                    <a:pt x="3621938" y="3109058"/>
                  </a:lnTo>
                  <a:lnTo>
                    <a:pt x="3620880" y="3109058"/>
                  </a:lnTo>
                  <a:lnTo>
                    <a:pt x="3619822" y="3109058"/>
                  </a:lnTo>
                  <a:lnTo>
                    <a:pt x="3618764" y="3109058"/>
                  </a:lnTo>
                  <a:lnTo>
                    <a:pt x="3617706" y="3109058"/>
                  </a:lnTo>
                  <a:lnTo>
                    <a:pt x="3616649" y="3109058"/>
                  </a:lnTo>
                  <a:lnTo>
                    <a:pt x="3615591" y="3109058"/>
                  </a:lnTo>
                  <a:lnTo>
                    <a:pt x="3614533" y="3109058"/>
                  </a:lnTo>
                  <a:lnTo>
                    <a:pt x="3613475" y="3109058"/>
                  </a:lnTo>
                  <a:lnTo>
                    <a:pt x="3612417" y="3109058"/>
                  </a:lnTo>
                  <a:lnTo>
                    <a:pt x="3611359" y="3109058"/>
                  </a:lnTo>
                  <a:lnTo>
                    <a:pt x="3610302" y="3109058"/>
                  </a:lnTo>
                  <a:lnTo>
                    <a:pt x="3609244" y="3109058"/>
                  </a:lnTo>
                  <a:lnTo>
                    <a:pt x="3608186" y="3109058"/>
                  </a:lnTo>
                  <a:lnTo>
                    <a:pt x="3607128" y="3109058"/>
                  </a:lnTo>
                  <a:lnTo>
                    <a:pt x="3606070" y="3109058"/>
                  </a:lnTo>
                  <a:lnTo>
                    <a:pt x="3605012" y="3109058"/>
                  </a:lnTo>
                  <a:lnTo>
                    <a:pt x="3603954" y="3109058"/>
                  </a:lnTo>
                  <a:lnTo>
                    <a:pt x="3602897" y="3109058"/>
                  </a:lnTo>
                  <a:lnTo>
                    <a:pt x="3601839" y="3109058"/>
                  </a:lnTo>
                  <a:lnTo>
                    <a:pt x="3600781" y="3109058"/>
                  </a:lnTo>
                  <a:lnTo>
                    <a:pt x="3599723" y="3109058"/>
                  </a:lnTo>
                  <a:lnTo>
                    <a:pt x="3598665" y="3109058"/>
                  </a:lnTo>
                  <a:lnTo>
                    <a:pt x="3597607" y="3109058"/>
                  </a:lnTo>
                  <a:lnTo>
                    <a:pt x="3596550" y="3109058"/>
                  </a:lnTo>
                  <a:lnTo>
                    <a:pt x="3595492" y="3109058"/>
                  </a:lnTo>
                  <a:lnTo>
                    <a:pt x="3594434" y="3109058"/>
                  </a:lnTo>
                  <a:lnTo>
                    <a:pt x="3593376" y="3109058"/>
                  </a:lnTo>
                  <a:lnTo>
                    <a:pt x="3592318" y="3109058"/>
                  </a:lnTo>
                  <a:lnTo>
                    <a:pt x="3591260" y="3109058"/>
                  </a:lnTo>
                  <a:lnTo>
                    <a:pt x="3590203" y="3109058"/>
                  </a:lnTo>
                  <a:lnTo>
                    <a:pt x="3589145" y="3109058"/>
                  </a:lnTo>
                  <a:lnTo>
                    <a:pt x="3588087" y="3109058"/>
                  </a:lnTo>
                  <a:lnTo>
                    <a:pt x="3587029" y="3109058"/>
                  </a:lnTo>
                  <a:lnTo>
                    <a:pt x="3585971" y="3109058"/>
                  </a:lnTo>
                  <a:lnTo>
                    <a:pt x="3584913" y="3109058"/>
                  </a:lnTo>
                  <a:lnTo>
                    <a:pt x="3583856" y="3109058"/>
                  </a:lnTo>
                  <a:lnTo>
                    <a:pt x="3582798" y="3109058"/>
                  </a:lnTo>
                  <a:lnTo>
                    <a:pt x="3581740" y="3109058"/>
                  </a:lnTo>
                  <a:lnTo>
                    <a:pt x="3580682" y="3109058"/>
                  </a:lnTo>
                  <a:lnTo>
                    <a:pt x="3579624" y="3109058"/>
                  </a:lnTo>
                  <a:lnTo>
                    <a:pt x="3578566" y="3109058"/>
                  </a:lnTo>
                  <a:lnTo>
                    <a:pt x="3577508" y="3109058"/>
                  </a:lnTo>
                  <a:lnTo>
                    <a:pt x="3576451" y="3109058"/>
                  </a:lnTo>
                  <a:lnTo>
                    <a:pt x="3575393" y="3109058"/>
                  </a:lnTo>
                  <a:lnTo>
                    <a:pt x="3574335" y="3109058"/>
                  </a:lnTo>
                  <a:lnTo>
                    <a:pt x="3573277" y="3109058"/>
                  </a:lnTo>
                  <a:lnTo>
                    <a:pt x="3572219" y="3109058"/>
                  </a:lnTo>
                  <a:lnTo>
                    <a:pt x="3571161" y="3109058"/>
                  </a:lnTo>
                  <a:lnTo>
                    <a:pt x="3570104" y="3109058"/>
                  </a:lnTo>
                  <a:lnTo>
                    <a:pt x="3569046" y="3109058"/>
                  </a:lnTo>
                  <a:lnTo>
                    <a:pt x="3567988" y="3109058"/>
                  </a:lnTo>
                  <a:lnTo>
                    <a:pt x="3566930" y="3109058"/>
                  </a:lnTo>
                  <a:lnTo>
                    <a:pt x="3565872" y="3109058"/>
                  </a:lnTo>
                  <a:lnTo>
                    <a:pt x="3564814" y="3109058"/>
                  </a:lnTo>
                  <a:lnTo>
                    <a:pt x="3563757" y="3109058"/>
                  </a:lnTo>
                  <a:lnTo>
                    <a:pt x="3562699" y="3109058"/>
                  </a:lnTo>
                  <a:lnTo>
                    <a:pt x="3561641" y="3109058"/>
                  </a:lnTo>
                  <a:lnTo>
                    <a:pt x="3560583" y="3109058"/>
                  </a:lnTo>
                  <a:lnTo>
                    <a:pt x="3559525" y="3109058"/>
                  </a:lnTo>
                  <a:lnTo>
                    <a:pt x="3558467" y="3109058"/>
                  </a:lnTo>
                  <a:lnTo>
                    <a:pt x="3557410" y="3109058"/>
                  </a:lnTo>
                  <a:lnTo>
                    <a:pt x="3556352" y="3109058"/>
                  </a:lnTo>
                  <a:lnTo>
                    <a:pt x="3555294" y="3109058"/>
                  </a:lnTo>
                  <a:lnTo>
                    <a:pt x="3554236" y="3109058"/>
                  </a:lnTo>
                  <a:lnTo>
                    <a:pt x="3553178" y="3109058"/>
                  </a:lnTo>
                  <a:lnTo>
                    <a:pt x="3552120" y="3109058"/>
                  </a:lnTo>
                  <a:lnTo>
                    <a:pt x="3551062" y="3109058"/>
                  </a:lnTo>
                  <a:lnTo>
                    <a:pt x="3550005" y="3109058"/>
                  </a:lnTo>
                  <a:lnTo>
                    <a:pt x="3548947" y="3109058"/>
                  </a:lnTo>
                  <a:lnTo>
                    <a:pt x="3547889" y="3109058"/>
                  </a:lnTo>
                  <a:lnTo>
                    <a:pt x="3546831" y="3109058"/>
                  </a:lnTo>
                  <a:lnTo>
                    <a:pt x="3545773" y="3109058"/>
                  </a:lnTo>
                  <a:lnTo>
                    <a:pt x="3544715" y="3109058"/>
                  </a:lnTo>
                  <a:lnTo>
                    <a:pt x="3543658" y="3109058"/>
                  </a:lnTo>
                  <a:lnTo>
                    <a:pt x="3542600" y="3109058"/>
                  </a:lnTo>
                  <a:lnTo>
                    <a:pt x="3541542" y="3109058"/>
                  </a:lnTo>
                  <a:lnTo>
                    <a:pt x="3540484" y="3109058"/>
                  </a:lnTo>
                  <a:lnTo>
                    <a:pt x="3539426" y="3109058"/>
                  </a:lnTo>
                  <a:lnTo>
                    <a:pt x="3538368" y="3109058"/>
                  </a:lnTo>
                  <a:lnTo>
                    <a:pt x="3537311" y="3109058"/>
                  </a:lnTo>
                  <a:lnTo>
                    <a:pt x="3536253" y="3109058"/>
                  </a:lnTo>
                  <a:lnTo>
                    <a:pt x="3535195" y="3109058"/>
                  </a:lnTo>
                  <a:lnTo>
                    <a:pt x="3534137" y="3109058"/>
                  </a:lnTo>
                  <a:lnTo>
                    <a:pt x="3533079" y="3109058"/>
                  </a:lnTo>
                  <a:lnTo>
                    <a:pt x="3532021" y="3109058"/>
                  </a:lnTo>
                  <a:lnTo>
                    <a:pt x="3530964" y="3109058"/>
                  </a:lnTo>
                  <a:lnTo>
                    <a:pt x="3529906" y="3109058"/>
                  </a:lnTo>
                  <a:lnTo>
                    <a:pt x="3528848" y="3109058"/>
                  </a:lnTo>
                  <a:lnTo>
                    <a:pt x="3527790" y="3109058"/>
                  </a:lnTo>
                  <a:lnTo>
                    <a:pt x="3526732" y="3109058"/>
                  </a:lnTo>
                  <a:lnTo>
                    <a:pt x="3525674" y="3109058"/>
                  </a:lnTo>
                  <a:lnTo>
                    <a:pt x="3524616" y="3109058"/>
                  </a:lnTo>
                  <a:lnTo>
                    <a:pt x="3523559" y="3109058"/>
                  </a:lnTo>
                  <a:lnTo>
                    <a:pt x="3522501" y="3109058"/>
                  </a:lnTo>
                  <a:lnTo>
                    <a:pt x="3521443" y="3109058"/>
                  </a:lnTo>
                  <a:lnTo>
                    <a:pt x="3520385" y="3109058"/>
                  </a:lnTo>
                  <a:lnTo>
                    <a:pt x="3519327" y="3109058"/>
                  </a:lnTo>
                  <a:lnTo>
                    <a:pt x="3518269" y="3109058"/>
                  </a:lnTo>
                  <a:lnTo>
                    <a:pt x="3517212" y="3109058"/>
                  </a:lnTo>
                  <a:lnTo>
                    <a:pt x="3516154" y="3109058"/>
                  </a:lnTo>
                  <a:lnTo>
                    <a:pt x="3515096" y="3109058"/>
                  </a:lnTo>
                  <a:lnTo>
                    <a:pt x="3514038" y="3109058"/>
                  </a:lnTo>
                  <a:lnTo>
                    <a:pt x="3512980" y="3109058"/>
                  </a:lnTo>
                  <a:lnTo>
                    <a:pt x="3511922" y="3109058"/>
                  </a:lnTo>
                  <a:lnTo>
                    <a:pt x="3510865" y="3109058"/>
                  </a:lnTo>
                  <a:lnTo>
                    <a:pt x="3509807" y="3109058"/>
                  </a:lnTo>
                  <a:lnTo>
                    <a:pt x="3508749" y="3109058"/>
                  </a:lnTo>
                  <a:lnTo>
                    <a:pt x="3507691" y="3109058"/>
                  </a:lnTo>
                  <a:lnTo>
                    <a:pt x="3506633" y="3109058"/>
                  </a:lnTo>
                  <a:lnTo>
                    <a:pt x="3505575" y="3109058"/>
                  </a:lnTo>
                  <a:lnTo>
                    <a:pt x="3504518" y="3109058"/>
                  </a:lnTo>
                  <a:lnTo>
                    <a:pt x="3503460" y="3109058"/>
                  </a:lnTo>
                  <a:lnTo>
                    <a:pt x="3502402" y="3109058"/>
                  </a:lnTo>
                  <a:lnTo>
                    <a:pt x="3501344" y="3109058"/>
                  </a:lnTo>
                  <a:lnTo>
                    <a:pt x="3500286" y="3109058"/>
                  </a:lnTo>
                  <a:lnTo>
                    <a:pt x="3499228" y="3109058"/>
                  </a:lnTo>
                  <a:lnTo>
                    <a:pt x="3498170" y="3109058"/>
                  </a:lnTo>
                  <a:lnTo>
                    <a:pt x="3497113" y="3109058"/>
                  </a:lnTo>
                  <a:lnTo>
                    <a:pt x="3496055" y="3109058"/>
                  </a:lnTo>
                  <a:lnTo>
                    <a:pt x="3494997" y="3109058"/>
                  </a:lnTo>
                  <a:lnTo>
                    <a:pt x="3493939" y="3109058"/>
                  </a:lnTo>
                  <a:lnTo>
                    <a:pt x="3492881" y="3109058"/>
                  </a:lnTo>
                  <a:lnTo>
                    <a:pt x="3491823" y="3109058"/>
                  </a:lnTo>
                  <a:lnTo>
                    <a:pt x="3490766" y="3109058"/>
                  </a:lnTo>
                  <a:lnTo>
                    <a:pt x="3489708" y="3109058"/>
                  </a:lnTo>
                  <a:lnTo>
                    <a:pt x="3488650" y="3109058"/>
                  </a:lnTo>
                  <a:lnTo>
                    <a:pt x="3487592" y="3109058"/>
                  </a:lnTo>
                  <a:lnTo>
                    <a:pt x="3486534" y="3109058"/>
                  </a:lnTo>
                  <a:lnTo>
                    <a:pt x="3485476" y="3109058"/>
                  </a:lnTo>
                  <a:lnTo>
                    <a:pt x="3484419" y="3109058"/>
                  </a:lnTo>
                  <a:lnTo>
                    <a:pt x="3483361" y="3109058"/>
                  </a:lnTo>
                  <a:lnTo>
                    <a:pt x="3482303" y="3109058"/>
                  </a:lnTo>
                  <a:lnTo>
                    <a:pt x="3481245" y="3109058"/>
                  </a:lnTo>
                  <a:lnTo>
                    <a:pt x="3480187" y="3109058"/>
                  </a:lnTo>
                  <a:lnTo>
                    <a:pt x="3479129" y="3109058"/>
                  </a:lnTo>
                  <a:lnTo>
                    <a:pt x="3478072" y="3109058"/>
                  </a:lnTo>
                  <a:lnTo>
                    <a:pt x="3477014" y="3109058"/>
                  </a:lnTo>
                  <a:lnTo>
                    <a:pt x="3475956" y="3109058"/>
                  </a:lnTo>
                  <a:lnTo>
                    <a:pt x="3474898" y="3109058"/>
                  </a:lnTo>
                  <a:lnTo>
                    <a:pt x="3473840" y="3109058"/>
                  </a:lnTo>
                  <a:lnTo>
                    <a:pt x="3472782" y="3109058"/>
                  </a:lnTo>
                  <a:lnTo>
                    <a:pt x="3471724" y="3109058"/>
                  </a:lnTo>
                  <a:lnTo>
                    <a:pt x="3470667" y="3109058"/>
                  </a:lnTo>
                  <a:lnTo>
                    <a:pt x="3469609" y="3109058"/>
                  </a:lnTo>
                  <a:lnTo>
                    <a:pt x="3468551" y="3109058"/>
                  </a:lnTo>
                  <a:lnTo>
                    <a:pt x="3467493" y="3109058"/>
                  </a:lnTo>
                  <a:lnTo>
                    <a:pt x="3466435" y="3109058"/>
                  </a:lnTo>
                  <a:lnTo>
                    <a:pt x="3465377" y="3109058"/>
                  </a:lnTo>
                  <a:lnTo>
                    <a:pt x="3464320" y="3109058"/>
                  </a:lnTo>
                  <a:lnTo>
                    <a:pt x="3463262" y="3109058"/>
                  </a:lnTo>
                  <a:lnTo>
                    <a:pt x="3462204" y="3109058"/>
                  </a:lnTo>
                  <a:lnTo>
                    <a:pt x="3461146" y="3109058"/>
                  </a:lnTo>
                  <a:lnTo>
                    <a:pt x="3460088" y="3109058"/>
                  </a:lnTo>
                  <a:lnTo>
                    <a:pt x="3459030" y="3109058"/>
                  </a:lnTo>
                  <a:lnTo>
                    <a:pt x="3457973" y="3109058"/>
                  </a:lnTo>
                  <a:lnTo>
                    <a:pt x="3456915" y="3109058"/>
                  </a:lnTo>
                  <a:lnTo>
                    <a:pt x="3455857" y="3109058"/>
                  </a:lnTo>
                  <a:lnTo>
                    <a:pt x="3454799" y="3109058"/>
                  </a:lnTo>
                  <a:lnTo>
                    <a:pt x="3453741" y="3109058"/>
                  </a:lnTo>
                  <a:lnTo>
                    <a:pt x="3452683" y="3109058"/>
                  </a:lnTo>
                  <a:lnTo>
                    <a:pt x="3451626" y="3109058"/>
                  </a:lnTo>
                  <a:lnTo>
                    <a:pt x="3450568" y="3109058"/>
                  </a:lnTo>
                  <a:lnTo>
                    <a:pt x="3449510" y="3109058"/>
                  </a:lnTo>
                  <a:lnTo>
                    <a:pt x="3448452" y="3109058"/>
                  </a:lnTo>
                  <a:lnTo>
                    <a:pt x="3447394" y="3109058"/>
                  </a:lnTo>
                  <a:lnTo>
                    <a:pt x="3446336" y="3109058"/>
                  </a:lnTo>
                  <a:lnTo>
                    <a:pt x="3445278" y="3109058"/>
                  </a:lnTo>
                  <a:lnTo>
                    <a:pt x="3444221" y="3109058"/>
                  </a:lnTo>
                  <a:lnTo>
                    <a:pt x="3443163" y="3109058"/>
                  </a:lnTo>
                  <a:lnTo>
                    <a:pt x="3442105" y="3109058"/>
                  </a:lnTo>
                  <a:lnTo>
                    <a:pt x="3441047" y="3109058"/>
                  </a:lnTo>
                  <a:lnTo>
                    <a:pt x="3439989" y="3109058"/>
                  </a:lnTo>
                  <a:lnTo>
                    <a:pt x="3438931" y="3109058"/>
                  </a:lnTo>
                  <a:lnTo>
                    <a:pt x="3437874" y="3109058"/>
                  </a:lnTo>
                  <a:lnTo>
                    <a:pt x="3436816" y="3109058"/>
                  </a:lnTo>
                  <a:lnTo>
                    <a:pt x="3435758" y="3109058"/>
                  </a:lnTo>
                  <a:lnTo>
                    <a:pt x="3434700" y="3109058"/>
                  </a:lnTo>
                  <a:lnTo>
                    <a:pt x="3433642" y="3109058"/>
                  </a:lnTo>
                  <a:lnTo>
                    <a:pt x="3432584" y="3109058"/>
                  </a:lnTo>
                  <a:lnTo>
                    <a:pt x="3431527" y="3109058"/>
                  </a:lnTo>
                  <a:lnTo>
                    <a:pt x="3430469" y="3109058"/>
                  </a:lnTo>
                  <a:lnTo>
                    <a:pt x="3429411" y="3109058"/>
                  </a:lnTo>
                  <a:lnTo>
                    <a:pt x="3428353" y="3109058"/>
                  </a:lnTo>
                  <a:lnTo>
                    <a:pt x="3427295" y="3109058"/>
                  </a:lnTo>
                  <a:lnTo>
                    <a:pt x="3426237" y="3109058"/>
                  </a:lnTo>
                  <a:lnTo>
                    <a:pt x="3425180" y="3109058"/>
                  </a:lnTo>
                  <a:lnTo>
                    <a:pt x="3424122" y="3109058"/>
                  </a:lnTo>
                  <a:lnTo>
                    <a:pt x="3423064" y="3109058"/>
                  </a:lnTo>
                  <a:lnTo>
                    <a:pt x="3422006" y="3109058"/>
                  </a:lnTo>
                  <a:lnTo>
                    <a:pt x="3420948" y="3109058"/>
                  </a:lnTo>
                  <a:lnTo>
                    <a:pt x="3419890" y="3109058"/>
                  </a:lnTo>
                  <a:lnTo>
                    <a:pt x="3418832" y="3109058"/>
                  </a:lnTo>
                  <a:lnTo>
                    <a:pt x="3417775" y="3109058"/>
                  </a:lnTo>
                  <a:lnTo>
                    <a:pt x="3416717" y="3109058"/>
                  </a:lnTo>
                  <a:lnTo>
                    <a:pt x="3415659" y="3109058"/>
                  </a:lnTo>
                  <a:lnTo>
                    <a:pt x="3414601" y="3109058"/>
                  </a:lnTo>
                  <a:lnTo>
                    <a:pt x="3413543" y="3109058"/>
                  </a:lnTo>
                  <a:lnTo>
                    <a:pt x="3412485" y="3109058"/>
                  </a:lnTo>
                  <a:lnTo>
                    <a:pt x="3411428" y="3109058"/>
                  </a:lnTo>
                  <a:lnTo>
                    <a:pt x="3410370" y="3109058"/>
                  </a:lnTo>
                  <a:lnTo>
                    <a:pt x="3409312" y="3109058"/>
                  </a:lnTo>
                  <a:lnTo>
                    <a:pt x="3408254" y="3109058"/>
                  </a:lnTo>
                  <a:lnTo>
                    <a:pt x="3407196" y="3109058"/>
                  </a:lnTo>
                  <a:lnTo>
                    <a:pt x="3406138" y="3109058"/>
                  </a:lnTo>
                  <a:lnTo>
                    <a:pt x="3405081" y="3109058"/>
                  </a:lnTo>
                  <a:lnTo>
                    <a:pt x="3404023" y="3109058"/>
                  </a:lnTo>
                  <a:lnTo>
                    <a:pt x="3402965" y="3109058"/>
                  </a:lnTo>
                  <a:lnTo>
                    <a:pt x="3401907" y="3109058"/>
                  </a:lnTo>
                  <a:lnTo>
                    <a:pt x="3400849" y="3109058"/>
                  </a:lnTo>
                  <a:lnTo>
                    <a:pt x="3399791" y="3109058"/>
                  </a:lnTo>
                  <a:lnTo>
                    <a:pt x="3398734" y="3109058"/>
                  </a:lnTo>
                  <a:lnTo>
                    <a:pt x="3397676" y="3109058"/>
                  </a:lnTo>
                  <a:lnTo>
                    <a:pt x="3396618" y="3109058"/>
                  </a:lnTo>
                  <a:lnTo>
                    <a:pt x="3395560" y="3109058"/>
                  </a:lnTo>
                  <a:lnTo>
                    <a:pt x="3394502" y="3109058"/>
                  </a:lnTo>
                  <a:lnTo>
                    <a:pt x="3393444" y="3109058"/>
                  </a:lnTo>
                  <a:lnTo>
                    <a:pt x="3392386" y="3109058"/>
                  </a:lnTo>
                  <a:lnTo>
                    <a:pt x="3391329" y="3109058"/>
                  </a:lnTo>
                  <a:lnTo>
                    <a:pt x="3390271" y="3109058"/>
                  </a:lnTo>
                  <a:lnTo>
                    <a:pt x="3389213" y="3109058"/>
                  </a:lnTo>
                  <a:lnTo>
                    <a:pt x="3388155" y="3109058"/>
                  </a:lnTo>
                  <a:lnTo>
                    <a:pt x="3387097" y="3109058"/>
                  </a:lnTo>
                  <a:lnTo>
                    <a:pt x="3386039" y="3109058"/>
                  </a:lnTo>
                  <a:lnTo>
                    <a:pt x="3384982" y="3109058"/>
                  </a:lnTo>
                  <a:lnTo>
                    <a:pt x="3383924" y="3109058"/>
                  </a:lnTo>
                  <a:lnTo>
                    <a:pt x="3382866" y="3109058"/>
                  </a:lnTo>
                  <a:lnTo>
                    <a:pt x="3381808" y="3109058"/>
                  </a:lnTo>
                  <a:lnTo>
                    <a:pt x="3380750" y="3109058"/>
                  </a:lnTo>
                  <a:lnTo>
                    <a:pt x="3379692" y="3109058"/>
                  </a:lnTo>
                  <a:lnTo>
                    <a:pt x="3378635" y="3109058"/>
                  </a:lnTo>
                  <a:lnTo>
                    <a:pt x="3377577" y="3109058"/>
                  </a:lnTo>
                  <a:lnTo>
                    <a:pt x="3376519" y="3109058"/>
                  </a:lnTo>
                  <a:lnTo>
                    <a:pt x="3375461" y="3109058"/>
                  </a:lnTo>
                  <a:lnTo>
                    <a:pt x="3374403" y="3109058"/>
                  </a:lnTo>
                  <a:lnTo>
                    <a:pt x="3373345" y="3109058"/>
                  </a:lnTo>
                  <a:lnTo>
                    <a:pt x="3372288" y="3109058"/>
                  </a:lnTo>
                  <a:lnTo>
                    <a:pt x="3371230" y="3109058"/>
                  </a:lnTo>
                  <a:lnTo>
                    <a:pt x="3370172" y="3109058"/>
                  </a:lnTo>
                  <a:lnTo>
                    <a:pt x="3369114" y="3109058"/>
                  </a:lnTo>
                  <a:lnTo>
                    <a:pt x="3368056" y="3109058"/>
                  </a:lnTo>
                  <a:lnTo>
                    <a:pt x="3366998" y="3109058"/>
                  </a:lnTo>
                  <a:lnTo>
                    <a:pt x="3365940" y="3109058"/>
                  </a:lnTo>
                  <a:lnTo>
                    <a:pt x="3364883" y="3109058"/>
                  </a:lnTo>
                  <a:lnTo>
                    <a:pt x="3363825" y="3109058"/>
                  </a:lnTo>
                  <a:lnTo>
                    <a:pt x="3362767" y="3109058"/>
                  </a:lnTo>
                  <a:lnTo>
                    <a:pt x="3361709" y="3109058"/>
                  </a:lnTo>
                  <a:lnTo>
                    <a:pt x="3360651" y="3109058"/>
                  </a:lnTo>
                  <a:lnTo>
                    <a:pt x="3359593" y="3109058"/>
                  </a:lnTo>
                  <a:lnTo>
                    <a:pt x="3358536" y="3109058"/>
                  </a:lnTo>
                  <a:lnTo>
                    <a:pt x="3357478" y="3109058"/>
                  </a:lnTo>
                  <a:lnTo>
                    <a:pt x="3356420" y="3109058"/>
                  </a:lnTo>
                  <a:lnTo>
                    <a:pt x="3355362" y="3109058"/>
                  </a:lnTo>
                  <a:lnTo>
                    <a:pt x="3354304" y="3109058"/>
                  </a:lnTo>
                  <a:lnTo>
                    <a:pt x="3353246" y="3109058"/>
                  </a:lnTo>
                  <a:lnTo>
                    <a:pt x="3352189" y="3109058"/>
                  </a:lnTo>
                  <a:lnTo>
                    <a:pt x="3351131" y="3109058"/>
                  </a:lnTo>
                  <a:lnTo>
                    <a:pt x="3350073" y="3109058"/>
                  </a:lnTo>
                  <a:lnTo>
                    <a:pt x="3349015" y="3109058"/>
                  </a:lnTo>
                  <a:lnTo>
                    <a:pt x="3347957" y="3109058"/>
                  </a:lnTo>
                  <a:lnTo>
                    <a:pt x="3346899" y="3109058"/>
                  </a:lnTo>
                  <a:lnTo>
                    <a:pt x="3345842" y="3109058"/>
                  </a:lnTo>
                  <a:lnTo>
                    <a:pt x="3344784" y="3109058"/>
                  </a:lnTo>
                  <a:lnTo>
                    <a:pt x="3343726" y="3109058"/>
                  </a:lnTo>
                  <a:lnTo>
                    <a:pt x="3342668" y="3109058"/>
                  </a:lnTo>
                  <a:lnTo>
                    <a:pt x="3341610" y="3109058"/>
                  </a:lnTo>
                  <a:lnTo>
                    <a:pt x="3340552" y="3109058"/>
                  </a:lnTo>
                  <a:lnTo>
                    <a:pt x="3339494" y="3109058"/>
                  </a:lnTo>
                  <a:lnTo>
                    <a:pt x="3338437" y="3109058"/>
                  </a:lnTo>
                  <a:lnTo>
                    <a:pt x="3337379" y="3109058"/>
                  </a:lnTo>
                  <a:lnTo>
                    <a:pt x="3336321" y="3109058"/>
                  </a:lnTo>
                  <a:lnTo>
                    <a:pt x="3335263" y="3109058"/>
                  </a:lnTo>
                  <a:lnTo>
                    <a:pt x="3334205" y="3109058"/>
                  </a:lnTo>
                  <a:lnTo>
                    <a:pt x="3333147" y="3109058"/>
                  </a:lnTo>
                  <a:lnTo>
                    <a:pt x="3332090" y="3109058"/>
                  </a:lnTo>
                  <a:lnTo>
                    <a:pt x="3331032" y="3109058"/>
                  </a:lnTo>
                  <a:lnTo>
                    <a:pt x="3329974" y="3109058"/>
                  </a:lnTo>
                  <a:lnTo>
                    <a:pt x="3328916" y="3109058"/>
                  </a:lnTo>
                  <a:lnTo>
                    <a:pt x="3327858" y="3109058"/>
                  </a:lnTo>
                  <a:lnTo>
                    <a:pt x="3326800" y="3109058"/>
                  </a:lnTo>
                  <a:lnTo>
                    <a:pt x="3325743" y="3109058"/>
                  </a:lnTo>
                  <a:lnTo>
                    <a:pt x="3324685" y="3109058"/>
                  </a:lnTo>
                  <a:lnTo>
                    <a:pt x="3323627" y="3109058"/>
                  </a:lnTo>
                  <a:lnTo>
                    <a:pt x="3322569" y="3109058"/>
                  </a:lnTo>
                  <a:lnTo>
                    <a:pt x="3321511" y="3109058"/>
                  </a:lnTo>
                  <a:lnTo>
                    <a:pt x="3320453" y="3109058"/>
                  </a:lnTo>
                  <a:lnTo>
                    <a:pt x="3319396" y="3109058"/>
                  </a:lnTo>
                  <a:lnTo>
                    <a:pt x="3318338" y="3109058"/>
                  </a:lnTo>
                  <a:lnTo>
                    <a:pt x="3317280" y="3109058"/>
                  </a:lnTo>
                  <a:lnTo>
                    <a:pt x="3316222" y="3109058"/>
                  </a:lnTo>
                  <a:lnTo>
                    <a:pt x="3315164" y="3109058"/>
                  </a:lnTo>
                  <a:lnTo>
                    <a:pt x="3314106" y="3109058"/>
                  </a:lnTo>
                  <a:lnTo>
                    <a:pt x="3313048" y="3109058"/>
                  </a:lnTo>
                  <a:lnTo>
                    <a:pt x="3311991" y="3109058"/>
                  </a:lnTo>
                  <a:lnTo>
                    <a:pt x="3310933" y="3109058"/>
                  </a:lnTo>
                  <a:lnTo>
                    <a:pt x="3309875" y="3109058"/>
                  </a:lnTo>
                  <a:lnTo>
                    <a:pt x="3308817" y="3109058"/>
                  </a:lnTo>
                  <a:lnTo>
                    <a:pt x="3307759" y="3109058"/>
                  </a:lnTo>
                  <a:lnTo>
                    <a:pt x="3306701" y="3109058"/>
                  </a:lnTo>
                  <a:lnTo>
                    <a:pt x="3305644" y="3109058"/>
                  </a:lnTo>
                  <a:lnTo>
                    <a:pt x="3304586" y="3109058"/>
                  </a:lnTo>
                  <a:lnTo>
                    <a:pt x="3303528" y="3109058"/>
                  </a:lnTo>
                  <a:lnTo>
                    <a:pt x="3302470" y="3109058"/>
                  </a:lnTo>
                  <a:lnTo>
                    <a:pt x="3301412" y="3109058"/>
                  </a:lnTo>
                  <a:lnTo>
                    <a:pt x="3300354" y="3109058"/>
                  </a:lnTo>
                  <a:lnTo>
                    <a:pt x="3299297" y="3109058"/>
                  </a:lnTo>
                  <a:lnTo>
                    <a:pt x="3298239" y="3109058"/>
                  </a:lnTo>
                  <a:lnTo>
                    <a:pt x="3297181" y="3109058"/>
                  </a:lnTo>
                  <a:lnTo>
                    <a:pt x="3296123" y="3109058"/>
                  </a:lnTo>
                  <a:lnTo>
                    <a:pt x="3295065" y="3109058"/>
                  </a:lnTo>
                  <a:lnTo>
                    <a:pt x="3294007" y="3109058"/>
                  </a:lnTo>
                  <a:lnTo>
                    <a:pt x="3292950" y="3109058"/>
                  </a:lnTo>
                  <a:lnTo>
                    <a:pt x="3291892" y="3109058"/>
                  </a:lnTo>
                  <a:lnTo>
                    <a:pt x="3290834" y="3109058"/>
                  </a:lnTo>
                  <a:lnTo>
                    <a:pt x="3289776" y="3109058"/>
                  </a:lnTo>
                  <a:lnTo>
                    <a:pt x="3288718" y="3109058"/>
                  </a:lnTo>
                  <a:lnTo>
                    <a:pt x="3287660" y="3109058"/>
                  </a:lnTo>
                  <a:lnTo>
                    <a:pt x="3286602" y="3109058"/>
                  </a:lnTo>
                  <a:lnTo>
                    <a:pt x="3285545" y="3109058"/>
                  </a:lnTo>
                  <a:lnTo>
                    <a:pt x="3284487" y="3109058"/>
                  </a:lnTo>
                  <a:lnTo>
                    <a:pt x="3283429" y="3109058"/>
                  </a:lnTo>
                  <a:lnTo>
                    <a:pt x="3282371" y="3109058"/>
                  </a:lnTo>
                  <a:lnTo>
                    <a:pt x="3281313" y="3109058"/>
                  </a:lnTo>
                  <a:lnTo>
                    <a:pt x="3280255" y="3109058"/>
                  </a:lnTo>
                  <a:lnTo>
                    <a:pt x="3279198" y="3109058"/>
                  </a:lnTo>
                  <a:lnTo>
                    <a:pt x="3278140" y="3109058"/>
                  </a:lnTo>
                  <a:lnTo>
                    <a:pt x="3277082" y="3109058"/>
                  </a:lnTo>
                  <a:lnTo>
                    <a:pt x="3276024" y="3109058"/>
                  </a:lnTo>
                  <a:lnTo>
                    <a:pt x="3274966" y="3109058"/>
                  </a:lnTo>
                  <a:lnTo>
                    <a:pt x="3273908" y="3109058"/>
                  </a:lnTo>
                  <a:lnTo>
                    <a:pt x="3272851" y="3109058"/>
                  </a:lnTo>
                  <a:lnTo>
                    <a:pt x="3271793" y="3109058"/>
                  </a:lnTo>
                  <a:lnTo>
                    <a:pt x="3270735" y="3109058"/>
                  </a:lnTo>
                  <a:lnTo>
                    <a:pt x="3269677" y="3109058"/>
                  </a:lnTo>
                  <a:lnTo>
                    <a:pt x="3268619" y="3109058"/>
                  </a:lnTo>
                  <a:lnTo>
                    <a:pt x="3267561" y="3109058"/>
                  </a:lnTo>
                  <a:lnTo>
                    <a:pt x="3266504" y="3109058"/>
                  </a:lnTo>
                  <a:lnTo>
                    <a:pt x="3265446" y="3109058"/>
                  </a:lnTo>
                  <a:lnTo>
                    <a:pt x="3264388" y="3109058"/>
                  </a:lnTo>
                  <a:lnTo>
                    <a:pt x="3263330" y="3109058"/>
                  </a:lnTo>
                  <a:lnTo>
                    <a:pt x="3262272" y="3109058"/>
                  </a:lnTo>
                  <a:lnTo>
                    <a:pt x="3261214" y="3109058"/>
                  </a:lnTo>
                  <a:lnTo>
                    <a:pt x="3260156" y="3109058"/>
                  </a:lnTo>
                  <a:lnTo>
                    <a:pt x="3259099" y="3109058"/>
                  </a:lnTo>
                  <a:lnTo>
                    <a:pt x="3258041" y="3109058"/>
                  </a:lnTo>
                  <a:lnTo>
                    <a:pt x="3256983" y="3109058"/>
                  </a:lnTo>
                  <a:lnTo>
                    <a:pt x="3255925" y="3109058"/>
                  </a:lnTo>
                  <a:lnTo>
                    <a:pt x="3254867" y="3109058"/>
                  </a:lnTo>
                  <a:lnTo>
                    <a:pt x="3253809" y="3109058"/>
                  </a:lnTo>
                  <a:lnTo>
                    <a:pt x="3252752" y="3109058"/>
                  </a:lnTo>
                  <a:lnTo>
                    <a:pt x="3251694" y="3109058"/>
                  </a:lnTo>
                  <a:lnTo>
                    <a:pt x="3250636" y="3109058"/>
                  </a:lnTo>
                  <a:lnTo>
                    <a:pt x="3249578" y="3109058"/>
                  </a:lnTo>
                  <a:lnTo>
                    <a:pt x="3248520" y="3109058"/>
                  </a:lnTo>
                  <a:lnTo>
                    <a:pt x="3247462" y="3109058"/>
                  </a:lnTo>
                  <a:lnTo>
                    <a:pt x="3246405" y="3109058"/>
                  </a:lnTo>
                  <a:lnTo>
                    <a:pt x="3245347" y="3109058"/>
                  </a:lnTo>
                  <a:lnTo>
                    <a:pt x="3244289" y="3109058"/>
                  </a:lnTo>
                  <a:lnTo>
                    <a:pt x="3243231" y="3109058"/>
                  </a:lnTo>
                  <a:lnTo>
                    <a:pt x="3242173" y="3109058"/>
                  </a:lnTo>
                  <a:lnTo>
                    <a:pt x="3241115" y="3109058"/>
                  </a:lnTo>
                  <a:lnTo>
                    <a:pt x="3240058" y="3109058"/>
                  </a:lnTo>
                  <a:lnTo>
                    <a:pt x="3239000" y="3109058"/>
                  </a:lnTo>
                  <a:lnTo>
                    <a:pt x="3237942" y="3109058"/>
                  </a:lnTo>
                  <a:lnTo>
                    <a:pt x="3236884" y="3109058"/>
                  </a:lnTo>
                  <a:lnTo>
                    <a:pt x="3235826" y="3109058"/>
                  </a:lnTo>
                  <a:lnTo>
                    <a:pt x="3234768" y="3109058"/>
                  </a:lnTo>
                  <a:lnTo>
                    <a:pt x="3233710" y="3109058"/>
                  </a:lnTo>
                  <a:lnTo>
                    <a:pt x="3232653" y="3109058"/>
                  </a:lnTo>
                  <a:lnTo>
                    <a:pt x="3231595" y="3109058"/>
                  </a:lnTo>
                  <a:lnTo>
                    <a:pt x="3230537" y="3109058"/>
                  </a:lnTo>
                  <a:lnTo>
                    <a:pt x="3229479" y="3109058"/>
                  </a:lnTo>
                  <a:lnTo>
                    <a:pt x="3228421" y="3109058"/>
                  </a:lnTo>
                  <a:lnTo>
                    <a:pt x="3227363" y="3109058"/>
                  </a:lnTo>
                  <a:lnTo>
                    <a:pt x="3226306" y="3109058"/>
                  </a:lnTo>
                  <a:lnTo>
                    <a:pt x="3225248" y="3109058"/>
                  </a:lnTo>
                  <a:lnTo>
                    <a:pt x="3224190" y="3109058"/>
                  </a:lnTo>
                  <a:lnTo>
                    <a:pt x="3223132" y="3109058"/>
                  </a:lnTo>
                  <a:lnTo>
                    <a:pt x="3222074" y="3109058"/>
                  </a:lnTo>
                  <a:lnTo>
                    <a:pt x="3221016" y="3109058"/>
                  </a:lnTo>
                  <a:lnTo>
                    <a:pt x="3219959" y="3109058"/>
                  </a:lnTo>
                  <a:lnTo>
                    <a:pt x="3218901" y="3109058"/>
                  </a:lnTo>
                  <a:lnTo>
                    <a:pt x="3217843" y="3109058"/>
                  </a:lnTo>
                  <a:lnTo>
                    <a:pt x="3216785" y="3109058"/>
                  </a:lnTo>
                  <a:lnTo>
                    <a:pt x="3215727" y="3109058"/>
                  </a:lnTo>
                  <a:lnTo>
                    <a:pt x="3214669" y="3109058"/>
                  </a:lnTo>
                  <a:lnTo>
                    <a:pt x="3213612" y="3109058"/>
                  </a:lnTo>
                  <a:lnTo>
                    <a:pt x="3212554" y="3109058"/>
                  </a:lnTo>
                  <a:lnTo>
                    <a:pt x="3211496" y="3109058"/>
                  </a:lnTo>
                  <a:lnTo>
                    <a:pt x="3210438" y="3109058"/>
                  </a:lnTo>
                  <a:lnTo>
                    <a:pt x="3209380" y="3109058"/>
                  </a:lnTo>
                  <a:lnTo>
                    <a:pt x="3208322" y="3109058"/>
                  </a:lnTo>
                  <a:lnTo>
                    <a:pt x="3207264" y="3109058"/>
                  </a:lnTo>
                  <a:lnTo>
                    <a:pt x="3206207" y="3109058"/>
                  </a:lnTo>
                  <a:lnTo>
                    <a:pt x="3205149" y="3109058"/>
                  </a:lnTo>
                  <a:lnTo>
                    <a:pt x="3204091" y="3109058"/>
                  </a:lnTo>
                  <a:lnTo>
                    <a:pt x="3203033" y="3109058"/>
                  </a:lnTo>
                  <a:lnTo>
                    <a:pt x="3201975" y="3109058"/>
                  </a:lnTo>
                  <a:lnTo>
                    <a:pt x="3200917" y="3109058"/>
                  </a:lnTo>
                  <a:lnTo>
                    <a:pt x="3199860" y="3109058"/>
                  </a:lnTo>
                  <a:lnTo>
                    <a:pt x="3198802" y="3109058"/>
                  </a:lnTo>
                  <a:lnTo>
                    <a:pt x="3197744" y="3109058"/>
                  </a:lnTo>
                  <a:lnTo>
                    <a:pt x="3196686" y="3109058"/>
                  </a:lnTo>
                  <a:lnTo>
                    <a:pt x="3195628" y="3109058"/>
                  </a:lnTo>
                  <a:lnTo>
                    <a:pt x="3194570" y="3109058"/>
                  </a:lnTo>
                  <a:lnTo>
                    <a:pt x="3193513" y="3109058"/>
                  </a:lnTo>
                  <a:lnTo>
                    <a:pt x="3192455" y="3109058"/>
                  </a:lnTo>
                  <a:lnTo>
                    <a:pt x="3191397" y="3109058"/>
                  </a:lnTo>
                  <a:lnTo>
                    <a:pt x="3190339" y="3109058"/>
                  </a:lnTo>
                  <a:lnTo>
                    <a:pt x="3189281" y="3109058"/>
                  </a:lnTo>
                  <a:lnTo>
                    <a:pt x="3188223" y="3109058"/>
                  </a:lnTo>
                  <a:lnTo>
                    <a:pt x="3187166" y="3109058"/>
                  </a:lnTo>
                  <a:lnTo>
                    <a:pt x="3186108" y="3109058"/>
                  </a:lnTo>
                  <a:lnTo>
                    <a:pt x="3185050" y="3109058"/>
                  </a:lnTo>
                  <a:lnTo>
                    <a:pt x="3183992" y="3109058"/>
                  </a:lnTo>
                  <a:lnTo>
                    <a:pt x="3182934" y="3109058"/>
                  </a:lnTo>
                  <a:lnTo>
                    <a:pt x="3181876" y="3109058"/>
                  </a:lnTo>
                  <a:lnTo>
                    <a:pt x="3180818" y="3109058"/>
                  </a:lnTo>
                  <a:lnTo>
                    <a:pt x="3179761" y="3109058"/>
                  </a:lnTo>
                  <a:lnTo>
                    <a:pt x="3178703" y="3109058"/>
                  </a:lnTo>
                  <a:lnTo>
                    <a:pt x="3177645" y="3109058"/>
                  </a:lnTo>
                  <a:lnTo>
                    <a:pt x="3176587" y="3109058"/>
                  </a:lnTo>
                  <a:lnTo>
                    <a:pt x="3175529" y="3109058"/>
                  </a:lnTo>
                  <a:lnTo>
                    <a:pt x="3174471" y="3109058"/>
                  </a:lnTo>
                  <a:lnTo>
                    <a:pt x="3173414" y="3109058"/>
                  </a:lnTo>
                  <a:lnTo>
                    <a:pt x="3172356" y="3109058"/>
                  </a:lnTo>
                  <a:lnTo>
                    <a:pt x="3171298" y="3109058"/>
                  </a:lnTo>
                  <a:lnTo>
                    <a:pt x="3170240" y="3109058"/>
                  </a:lnTo>
                  <a:lnTo>
                    <a:pt x="3169182" y="3109058"/>
                  </a:lnTo>
                  <a:lnTo>
                    <a:pt x="3168124" y="3109058"/>
                  </a:lnTo>
                  <a:lnTo>
                    <a:pt x="3167067" y="3109058"/>
                  </a:lnTo>
                  <a:lnTo>
                    <a:pt x="3166009" y="3109058"/>
                  </a:lnTo>
                  <a:lnTo>
                    <a:pt x="3164951" y="3109058"/>
                  </a:lnTo>
                  <a:lnTo>
                    <a:pt x="3163893" y="3109058"/>
                  </a:lnTo>
                  <a:lnTo>
                    <a:pt x="3162835" y="3109058"/>
                  </a:lnTo>
                  <a:lnTo>
                    <a:pt x="3161777" y="3109058"/>
                  </a:lnTo>
                  <a:lnTo>
                    <a:pt x="3160720" y="3109058"/>
                  </a:lnTo>
                  <a:lnTo>
                    <a:pt x="3159662" y="3109058"/>
                  </a:lnTo>
                  <a:lnTo>
                    <a:pt x="3158604" y="3109058"/>
                  </a:lnTo>
                  <a:lnTo>
                    <a:pt x="3157546" y="3109058"/>
                  </a:lnTo>
                  <a:lnTo>
                    <a:pt x="3156488" y="3109058"/>
                  </a:lnTo>
                  <a:lnTo>
                    <a:pt x="3155430" y="3109058"/>
                  </a:lnTo>
                  <a:lnTo>
                    <a:pt x="3154372" y="3109058"/>
                  </a:lnTo>
                  <a:lnTo>
                    <a:pt x="3153315" y="3109058"/>
                  </a:lnTo>
                  <a:lnTo>
                    <a:pt x="3152257" y="3109058"/>
                  </a:lnTo>
                  <a:lnTo>
                    <a:pt x="3151199" y="3109058"/>
                  </a:lnTo>
                  <a:lnTo>
                    <a:pt x="3150141" y="3109058"/>
                  </a:lnTo>
                  <a:lnTo>
                    <a:pt x="3149083" y="3109058"/>
                  </a:lnTo>
                  <a:lnTo>
                    <a:pt x="3148025" y="3109058"/>
                  </a:lnTo>
                  <a:lnTo>
                    <a:pt x="3146968" y="3109058"/>
                  </a:lnTo>
                  <a:lnTo>
                    <a:pt x="3145910" y="3109058"/>
                  </a:lnTo>
                  <a:lnTo>
                    <a:pt x="3144852" y="3109058"/>
                  </a:lnTo>
                  <a:lnTo>
                    <a:pt x="3143794" y="3109058"/>
                  </a:lnTo>
                  <a:lnTo>
                    <a:pt x="3142736" y="3109058"/>
                  </a:lnTo>
                  <a:lnTo>
                    <a:pt x="3141678" y="3109058"/>
                  </a:lnTo>
                  <a:lnTo>
                    <a:pt x="3140621" y="3109058"/>
                  </a:lnTo>
                  <a:lnTo>
                    <a:pt x="3139563" y="3109058"/>
                  </a:lnTo>
                  <a:lnTo>
                    <a:pt x="3138505" y="3109058"/>
                  </a:lnTo>
                  <a:lnTo>
                    <a:pt x="3137447" y="3109058"/>
                  </a:lnTo>
                  <a:lnTo>
                    <a:pt x="3136389" y="3109058"/>
                  </a:lnTo>
                  <a:lnTo>
                    <a:pt x="3135331" y="3109058"/>
                  </a:lnTo>
                  <a:lnTo>
                    <a:pt x="3134274" y="3109058"/>
                  </a:lnTo>
                  <a:lnTo>
                    <a:pt x="3133216" y="3109058"/>
                  </a:lnTo>
                  <a:lnTo>
                    <a:pt x="3132158" y="3109058"/>
                  </a:lnTo>
                  <a:lnTo>
                    <a:pt x="3131100" y="3109058"/>
                  </a:lnTo>
                  <a:lnTo>
                    <a:pt x="3130042" y="3109058"/>
                  </a:lnTo>
                  <a:lnTo>
                    <a:pt x="3128984" y="3109058"/>
                  </a:lnTo>
                  <a:lnTo>
                    <a:pt x="3127926" y="3109058"/>
                  </a:lnTo>
                  <a:lnTo>
                    <a:pt x="3126869" y="3109058"/>
                  </a:lnTo>
                  <a:lnTo>
                    <a:pt x="3125811" y="3109058"/>
                  </a:lnTo>
                  <a:lnTo>
                    <a:pt x="3124753" y="3109058"/>
                  </a:lnTo>
                  <a:lnTo>
                    <a:pt x="3123695" y="3109058"/>
                  </a:lnTo>
                  <a:lnTo>
                    <a:pt x="3122637" y="3109058"/>
                  </a:lnTo>
                  <a:lnTo>
                    <a:pt x="3121579" y="3109058"/>
                  </a:lnTo>
                  <a:lnTo>
                    <a:pt x="3120522" y="3109058"/>
                  </a:lnTo>
                  <a:lnTo>
                    <a:pt x="3119464" y="3109058"/>
                  </a:lnTo>
                  <a:lnTo>
                    <a:pt x="3118406" y="3109058"/>
                  </a:lnTo>
                  <a:lnTo>
                    <a:pt x="3117348" y="3109058"/>
                  </a:lnTo>
                  <a:lnTo>
                    <a:pt x="3116290" y="3109058"/>
                  </a:lnTo>
                  <a:lnTo>
                    <a:pt x="3115232" y="3109058"/>
                  </a:lnTo>
                  <a:lnTo>
                    <a:pt x="3114175" y="3109058"/>
                  </a:lnTo>
                  <a:lnTo>
                    <a:pt x="3113117" y="3109058"/>
                  </a:lnTo>
                  <a:lnTo>
                    <a:pt x="3112059" y="3109058"/>
                  </a:lnTo>
                  <a:lnTo>
                    <a:pt x="3111001" y="3109058"/>
                  </a:lnTo>
                  <a:lnTo>
                    <a:pt x="3109943" y="3109058"/>
                  </a:lnTo>
                  <a:lnTo>
                    <a:pt x="3108885" y="3109058"/>
                  </a:lnTo>
                  <a:lnTo>
                    <a:pt x="3107828" y="3109058"/>
                  </a:lnTo>
                  <a:lnTo>
                    <a:pt x="3106770" y="3109058"/>
                  </a:lnTo>
                  <a:lnTo>
                    <a:pt x="3105712" y="3109058"/>
                  </a:lnTo>
                  <a:lnTo>
                    <a:pt x="3104654" y="3109058"/>
                  </a:lnTo>
                  <a:lnTo>
                    <a:pt x="3103596" y="3109058"/>
                  </a:lnTo>
                  <a:lnTo>
                    <a:pt x="3102538" y="3109058"/>
                  </a:lnTo>
                  <a:lnTo>
                    <a:pt x="3101480" y="3109058"/>
                  </a:lnTo>
                  <a:lnTo>
                    <a:pt x="3100423" y="3109058"/>
                  </a:lnTo>
                  <a:lnTo>
                    <a:pt x="3099365" y="3109058"/>
                  </a:lnTo>
                  <a:lnTo>
                    <a:pt x="3098307" y="3109058"/>
                  </a:lnTo>
                  <a:lnTo>
                    <a:pt x="3097249" y="3109058"/>
                  </a:lnTo>
                  <a:lnTo>
                    <a:pt x="3096191" y="3109058"/>
                  </a:lnTo>
                  <a:lnTo>
                    <a:pt x="3095133" y="3109058"/>
                  </a:lnTo>
                  <a:lnTo>
                    <a:pt x="3094076" y="3109058"/>
                  </a:lnTo>
                  <a:lnTo>
                    <a:pt x="3093018" y="3109058"/>
                  </a:lnTo>
                  <a:lnTo>
                    <a:pt x="3091960" y="3109058"/>
                  </a:lnTo>
                  <a:lnTo>
                    <a:pt x="3090902" y="3109058"/>
                  </a:lnTo>
                  <a:lnTo>
                    <a:pt x="3089844" y="3109058"/>
                  </a:lnTo>
                  <a:lnTo>
                    <a:pt x="3088786" y="3109058"/>
                  </a:lnTo>
                  <a:lnTo>
                    <a:pt x="3087729" y="3109058"/>
                  </a:lnTo>
                  <a:lnTo>
                    <a:pt x="3086671" y="3109058"/>
                  </a:lnTo>
                  <a:lnTo>
                    <a:pt x="3085613" y="3109058"/>
                  </a:lnTo>
                  <a:lnTo>
                    <a:pt x="3084555" y="3109058"/>
                  </a:lnTo>
                  <a:lnTo>
                    <a:pt x="3083497" y="3109058"/>
                  </a:lnTo>
                  <a:lnTo>
                    <a:pt x="3082439" y="3109058"/>
                  </a:lnTo>
                  <a:lnTo>
                    <a:pt x="3081382" y="3109058"/>
                  </a:lnTo>
                  <a:lnTo>
                    <a:pt x="3080324" y="3109058"/>
                  </a:lnTo>
                  <a:lnTo>
                    <a:pt x="3079266" y="3109058"/>
                  </a:lnTo>
                  <a:lnTo>
                    <a:pt x="3078208" y="3109058"/>
                  </a:lnTo>
                  <a:lnTo>
                    <a:pt x="3077150" y="3109058"/>
                  </a:lnTo>
                  <a:lnTo>
                    <a:pt x="3076092" y="3109058"/>
                  </a:lnTo>
                  <a:lnTo>
                    <a:pt x="3075034" y="3109058"/>
                  </a:lnTo>
                  <a:lnTo>
                    <a:pt x="3073977" y="3109058"/>
                  </a:lnTo>
                  <a:lnTo>
                    <a:pt x="3072919" y="3109058"/>
                  </a:lnTo>
                  <a:lnTo>
                    <a:pt x="3071861" y="3109058"/>
                  </a:lnTo>
                  <a:lnTo>
                    <a:pt x="3070803" y="3109058"/>
                  </a:lnTo>
                  <a:lnTo>
                    <a:pt x="3069745" y="3109058"/>
                  </a:lnTo>
                  <a:lnTo>
                    <a:pt x="3068687" y="3109058"/>
                  </a:lnTo>
                  <a:lnTo>
                    <a:pt x="3067630" y="3109058"/>
                  </a:lnTo>
                  <a:lnTo>
                    <a:pt x="3066572" y="3109058"/>
                  </a:lnTo>
                  <a:lnTo>
                    <a:pt x="3065514" y="3109058"/>
                  </a:lnTo>
                  <a:lnTo>
                    <a:pt x="3064456" y="3109058"/>
                  </a:lnTo>
                  <a:lnTo>
                    <a:pt x="3063398" y="3109058"/>
                  </a:lnTo>
                  <a:lnTo>
                    <a:pt x="3062340" y="3109058"/>
                  </a:lnTo>
                  <a:lnTo>
                    <a:pt x="3061283" y="3109058"/>
                  </a:lnTo>
                  <a:lnTo>
                    <a:pt x="3060225" y="3109058"/>
                  </a:lnTo>
                  <a:lnTo>
                    <a:pt x="3059167" y="3109058"/>
                  </a:lnTo>
                  <a:lnTo>
                    <a:pt x="3058109" y="3109058"/>
                  </a:lnTo>
                  <a:lnTo>
                    <a:pt x="3057051" y="3109058"/>
                  </a:lnTo>
                  <a:lnTo>
                    <a:pt x="3055993" y="3109058"/>
                  </a:lnTo>
                  <a:lnTo>
                    <a:pt x="3054936" y="3109058"/>
                  </a:lnTo>
                  <a:lnTo>
                    <a:pt x="3053878" y="3109058"/>
                  </a:lnTo>
                  <a:lnTo>
                    <a:pt x="3052820" y="3109058"/>
                  </a:lnTo>
                  <a:lnTo>
                    <a:pt x="3051762" y="3109058"/>
                  </a:lnTo>
                  <a:lnTo>
                    <a:pt x="3050704" y="3109058"/>
                  </a:lnTo>
                  <a:lnTo>
                    <a:pt x="3049646" y="3109058"/>
                  </a:lnTo>
                  <a:lnTo>
                    <a:pt x="3048588" y="3109058"/>
                  </a:lnTo>
                  <a:lnTo>
                    <a:pt x="3047531" y="3109058"/>
                  </a:lnTo>
                  <a:lnTo>
                    <a:pt x="3046473" y="3109058"/>
                  </a:lnTo>
                  <a:lnTo>
                    <a:pt x="3045415" y="3109058"/>
                  </a:lnTo>
                  <a:lnTo>
                    <a:pt x="3044357" y="3109058"/>
                  </a:lnTo>
                  <a:lnTo>
                    <a:pt x="3043299" y="3109058"/>
                  </a:lnTo>
                  <a:lnTo>
                    <a:pt x="3042241" y="3109058"/>
                  </a:lnTo>
                  <a:lnTo>
                    <a:pt x="3041184" y="3109058"/>
                  </a:lnTo>
                  <a:lnTo>
                    <a:pt x="3040126" y="3109058"/>
                  </a:lnTo>
                  <a:lnTo>
                    <a:pt x="3039068" y="3109058"/>
                  </a:lnTo>
                  <a:lnTo>
                    <a:pt x="3038010" y="3109058"/>
                  </a:lnTo>
                  <a:lnTo>
                    <a:pt x="3036952" y="3109058"/>
                  </a:lnTo>
                  <a:lnTo>
                    <a:pt x="3035894" y="3109058"/>
                  </a:lnTo>
                  <a:lnTo>
                    <a:pt x="3034837" y="3109058"/>
                  </a:lnTo>
                  <a:lnTo>
                    <a:pt x="3033779" y="3109058"/>
                  </a:lnTo>
                  <a:lnTo>
                    <a:pt x="3032721" y="3109058"/>
                  </a:lnTo>
                  <a:lnTo>
                    <a:pt x="3031663" y="3109058"/>
                  </a:lnTo>
                  <a:lnTo>
                    <a:pt x="3030605" y="3109058"/>
                  </a:lnTo>
                  <a:lnTo>
                    <a:pt x="3029547" y="3109058"/>
                  </a:lnTo>
                  <a:lnTo>
                    <a:pt x="3028490" y="3109058"/>
                  </a:lnTo>
                  <a:lnTo>
                    <a:pt x="3027432" y="3109058"/>
                  </a:lnTo>
                  <a:lnTo>
                    <a:pt x="3026374" y="3109058"/>
                  </a:lnTo>
                  <a:lnTo>
                    <a:pt x="3025316" y="3109058"/>
                  </a:lnTo>
                  <a:lnTo>
                    <a:pt x="3024258" y="3109058"/>
                  </a:lnTo>
                  <a:lnTo>
                    <a:pt x="3023200" y="3109058"/>
                  </a:lnTo>
                  <a:lnTo>
                    <a:pt x="3022142" y="3109058"/>
                  </a:lnTo>
                  <a:lnTo>
                    <a:pt x="3021085" y="3109058"/>
                  </a:lnTo>
                  <a:lnTo>
                    <a:pt x="3020027" y="3109058"/>
                  </a:lnTo>
                  <a:lnTo>
                    <a:pt x="3018969" y="3109058"/>
                  </a:lnTo>
                  <a:lnTo>
                    <a:pt x="3017911" y="3109058"/>
                  </a:lnTo>
                  <a:lnTo>
                    <a:pt x="3016853" y="3109058"/>
                  </a:lnTo>
                  <a:lnTo>
                    <a:pt x="3015795" y="3109058"/>
                  </a:lnTo>
                  <a:lnTo>
                    <a:pt x="3014738" y="3109058"/>
                  </a:lnTo>
                  <a:lnTo>
                    <a:pt x="3013680" y="3109058"/>
                  </a:lnTo>
                  <a:lnTo>
                    <a:pt x="3012622" y="3109058"/>
                  </a:lnTo>
                  <a:lnTo>
                    <a:pt x="3011564" y="3109058"/>
                  </a:lnTo>
                  <a:lnTo>
                    <a:pt x="3010506" y="3109058"/>
                  </a:lnTo>
                  <a:lnTo>
                    <a:pt x="3009448" y="3109058"/>
                  </a:lnTo>
                  <a:lnTo>
                    <a:pt x="3008391" y="3109058"/>
                  </a:lnTo>
                  <a:lnTo>
                    <a:pt x="3007333" y="3109058"/>
                  </a:lnTo>
                  <a:lnTo>
                    <a:pt x="3006275" y="3109058"/>
                  </a:lnTo>
                  <a:lnTo>
                    <a:pt x="3005217" y="3109058"/>
                  </a:lnTo>
                  <a:lnTo>
                    <a:pt x="3004159" y="3109058"/>
                  </a:lnTo>
                  <a:lnTo>
                    <a:pt x="3003101" y="3109058"/>
                  </a:lnTo>
                  <a:lnTo>
                    <a:pt x="3002044" y="3109058"/>
                  </a:lnTo>
                  <a:lnTo>
                    <a:pt x="3000986" y="3109058"/>
                  </a:lnTo>
                  <a:lnTo>
                    <a:pt x="2999928" y="3109058"/>
                  </a:lnTo>
                  <a:lnTo>
                    <a:pt x="2998870" y="3109058"/>
                  </a:lnTo>
                  <a:lnTo>
                    <a:pt x="2997812" y="3109058"/>
                  </a:lnTo>
                  <a:lnTo>
                    <a:pt x="2996754" y="3109058"/>
                  </a:lnTo>
                  <a:lnTo>
                    <a:pt x="2995696" y="3109058"/>
                  </a:lnTo>
                  <a:lnTo>
                    <a:pt x="2994639" y="3109058"/>
                  </a:lnTo>
                  <a:lnTo>
                    <a:pt x="2993581" y="3109058"/>
                  </a:lnTo>
                  <a:lnTo>
                    <a:pt x="2992523" y="3109058"/>
                  </a:lnTo>
                  <a:lnTo>
                    <a:pt x="2991465" y="3109058"/>
                  </a:lnTo>
                  <a:lnTo>
                    <a:pt x="2990407" y="3109058"/>
                  </a:lnTo>
                  <a:lnTo>
                    <a:pt x="2989349" y="3109058"/>
                  </a:lnTo>
                  <a:lnTo>
                    <a:pt x="2988292" y="3109058"/>
                  </a:lnTo>
                  <a:lnTo>
                    <a:pt x="2987234" y="3109058"/>
                  </a:lnTo>
                  <a:lnTo>
                    <a:pt x="2986176" y="3109058"/>
                  </a:lnTo>
                  <a:lnTo>
                    <a:pt x="2985118" y="3109058"/>
                  </a:lnTo>
                  <a:lnTo>
                    <a:pt x="2984060" y="3109058"/>
                  </a:lnTo>
                  <a:lnTo>
                    <a:pt x="2983002" y="3109058"/>
                  </a:lnTo>
                  <a:lnTo>
                    <a:pt x="2981945" y="3109058"/>
                  </a:lnTo>
                  <a:lnTo>
                    <a:pt x="2980887" y="3109058"/>
                  </a:lnTo>
                  <a:lnTo>
                    <a:pt x="2979829" y="3109058"/>
                  </a:lnTo>
                  <a:lnTo>
                    <a:pt x="2978771" y="3109058"/>
                  </a:lnTo>
                  <a:lnTo>
                    <a:pt x="2977713" y="3109058"/>
                  </a:lnTo>
                  <a:lnTo>
                    <a:pt x="2976655" y="3109058"/>
                  </a:lnTo>
                  <a:lnTo>
                    <a:pt x="2975598" y="3109058"/>
                  </a:lnTo>
                  <a:lnTo>
                    <a:pt x="2974540" y="3109058"/>
                  </a:lnTo>
                  <a:lnTo>
                    <a:pt x="2973482" y="3109058"/>
                  </a:lnTo>
                  <a:lnTo>
                    <a:pt x="2972424" y="3109058"/>
                  </a:lnTo>
                  <a:lnTo>
                    <a:pt x="2971366" y="3109058"/>
                  </a:lnTo>
                  <a:lnTo>
                    <a:pt x="2970308" y="3109058"/>
                  </a:lnTo>
                  <a:lnTo>
                    <a:pt x="2969250" y="3109058"/>
                  </a:lnTo>
                  <a:lnTo>
                    <a:pt x="2968193" y="3109058"/>
                  </a:lnTo>
                  <a:lnTo>
                    <a:pt x="2967135" y="3109058"/>
                  </a:lnTo>
                  <a:lnTo>
                    <a:pt x="2966077" y="3109058"/>
                  </a:lnTo>
                  <a:lnTo>
                    <a:pt x="2965019" y="3109058"/>
                  </a:lnTo>
                  <a:lnTo>
                    <a:pt x="2963961" y="3109058"/>
                  </a:lnTo>
                  <a:lnTo>
                    <a:pt x="2962903" y="3109058"/>
                  </a:lnTo>
                  <a:lnTo>
                    <a:pt x="2961846" y="3109058"/>
                  </a:lnTo>
                  <a:lnTo>
                    <a:pt x="2960788" y="3109058"/>
                  </a:lnTo>
                  <a:lnTo>
                    <a:pt x="2959730" y="3109058"/>
                  </a:lnTo>
                  <a:lnTo>
                    <a:pt x="2958672" y="3109058"/>
                  </a:lnTo>
                  <a:lnTo>
                    <a:pt x="2957614" y="3109058"/>
                  </a:lnTo>
                  <a:lnTo>
                    <a:pt x="2956556" y="3109058"/>
                  </a:lnTo>
                  <a:lnTo>
                    <a:pt x="2955499" y="3109058"/>
                  </a:lnTo>
                  <a:lnTo>
                    <a:pt x="2954441" y="3109058"/>
                  </a:lnTo>
                  <a:lnTo>
                    <a:pt x="2953383" y="3109058"/>
                  </a:lnTo>
                  <a:lnTo>
                    <a:pt x="2952325" y="3109058"/>
                  </a:lnTo>
                  <a:lnTo>
                    <a:pt x="2951267" y="3109058"/>
                  </a:lnTo>
                  <a:lnTo>
                    <a:pt x="2950209" y="3109058"/>
                  </a:lnTo>
                  <a:lnTo>
                    <a:pt x="2949152" y="3109058"/>
                  </a:lnTo>
                  <a:lnTo>
                    <a:pt x="2948094" y="3109058"/>
                  </a:lnTo>
                  <a:lnTo>
                    <a:pt x="2947036" y="3109058"/>
                  </a:lnTo>
                  <a:lnTo>
                    <a:pt x="2945978" y="3109058"/>
                  </a:lnTo>
                  <a:lnTo>
                    <a:pt x="2944920" y="3109058"/>
                  </a:lnTo>
                  <a:lnTo>
                    <a:pt x="2943862" y="3109058"/>
                  </a:lnTo>
                  <a:lnTo>
                    <a:pt x="2942804" y="3109058"/>
                  </a:lnTo>
                  <a:lnTo>
                    <a:pt x="2941747" y="3109058"/>
                  </a:lnTo>
                  <a:lnTo>
                    <a:pt x="2940689" y="3109058"/>
                  </a:lnTo>
                  <a:lnTo>
                    <a:pt x="2939631" y="3109058"/>
                  </a:lnTo>
                  <a:lnTo>
                    <a:pt x="2938573" y="3109058"/>
                  </a:lnTo>
                  <a:lnTo>
                    <a:pt x="2937515" y="3109058"/>
                  </a:lnTo>
                  <a:lnTo>
                    <a:pt x="2936457" y="3109058"/>
                  </a:lnTo>
                  <a:lnTo>
                    <a:pt x="2935400" y="3109058"/>
                  </a:lnTo>
                  <a:lnTo>
                    <a:pt x="2934342" y="3109058"/>
                  </a:lnTo>
                  <a:lnTo>
                    <a:pt x="2933284" y="3109058"/>
                  </a:lnTo>
                  <a:lnTo>
                    <a:pt x="2932226" y="3109058"/>
                  </a:lnTo>
                  <a:lnTo>
                    <a:pt x="2931168" y="3109058"/>
                  </a:lnTo>
                  <a:lnTo>
                    <a:pt x="2930110" y="3109058"/>
                  </a:lnTo>
                  <a:lnTo>
                    <a:pt x="2929053" y="3109058"/>
                  </a:lnTo>
                  <a:lnTo>
                    <a:pt x="2927995" y="3109058"/>
                  </a:lnTo>
                  <a:lnTo>
                    <a:pt x="2926937" y="3109058"/>
                  </a:lnTo>
                  <a:lnTo>
                    <a:pt x="2925879" y="3109058"/>
                  </a:lnTo>
                  <a:lnTo>
                    <a:pt x="2924821" y="3109058"/>
                  </a:lnTo>
                  <a:lnTo>
                    <a:pt x="2923763" y="3109058"/>
                  </a:lnTo>
                  <a:lnTo>
                    <a:pt x="2922706" y="3109058"/>
                  </a:lnTo>
                  <a:lnTo>
                    <a:pt x="2921648" y="3109058"/>
                  </a:lnTo>
                  <a:lnTo>
                    <a:pt x="2920590" y="3109058"/>
                  </a:lnTo>
                  <a:lnTo>
                    <a:pt x="2919532" y="3109058"/>
                  </a:lnTo>
                  <a:lnTo>
                    <a:pt x="2918474" y="3109058"/>
                  </a:lnTo>
                  <a:lnTo>
                    <a:pt x="2917416" y="3109058"/>
                  </a:lnTo>
                  <a:lnTo>
                    <a:pt x="2916358" y="3109058"/>
                  </a:lnTo>
                  <a:lnTo>
                    <a:pt x="2915301" y="3109058"/>
                  </a:lnTo>
                  <a:lnTo>
                    <a:pt x="2914243" y="3109058"/>
                  </a:lnTo>
                  <a:lnTo>
                    <a:pt x="2913185" y="3109058"/>
                  </a:lnTo>
                  <a:lnTo>
                    <a:pt x="2912127" y="3109058"/>
                  </a:lnTo>
                  <a:lnTo>
                    <a:pt x="2911069" y="3109058"/>
                  </a:lnTo>
                  <a:lnTo>
                    <a:pt x="2910011" y="3109058"/>
                  </a:lnTo>
                  <a:lnTo>
                    <a:pt x="2908954" y="3109058"/>
                  </a:lnTo>
                  <a:lnTo>
                    <a:pt x="2907896" y="3109058"/>
                  </a:lnTo>
                  <a:lnTo>
                    <a:pt x="2906838" y="3109058"/>
                  </a:lnTo>
                  <a:lnTo>
                    <a:pt x="2905780" y="3109058"/>
                  </a:lnTo>
                  <a:lnTo>
                    <a:pt x="2904722" y="3109058"/>
                  </a:lnTo>
                  <a:lnTo>
                    <a:pt x="2903664" y="3109058"/>
                  </a:lnTo>
                  <a:lnTo>
                    <a:pt x="2902607" y="3109058"/>
                  </a:lnTo>
                  <a:lnTo>
                    <a:pt x="2901549" y="3109058"/>
                  </a:lnTo>
                  <a:lnTo>
                    <a:pt x="2900491" y="3109058"/>
                  </a:lnTo>
                  <a:lnTo>
                    <a:pt x="2899433" y="3109058"/>
                  </a:lnTo>
                  <a:lnTo>
                    <a:pt x="2898375" y="3109058"/>
                  </a:lnTo>
                  <a:lnTo>
                    <a:pt x="2897317" y="3109058"/>
                  </a:lnTo>
                  <a:lnTo>
                    <a:pt x="2896260" y="3109058"/>
                  </a:lnTo>
                  <a:lnTo>
                    <a:pt x="2895202" y="3109058"/>
                  </a:lnTo>
                  <a:lnTo>
                    <a:pt x="2894144" y="3109058"/>
                  </a:lnTo>
                  <a:lnTo>
                    <a:pt x="2893086" y="3109058"/>
                  </a:lnTo>
                  <a:lnTo>
                    <a:pt x="2892028" y="3109058"/>
                  </a:lnTo>
                  <a:lnTo>
                    <a:pt x="2890970" y="3109058"/>
                  </a:lnTo>
                  <a:lnTo>
                    <a:pt x="2889912" y="3109058"/>
                  </a:lnTo>
                  <a:lnTo>
                    <a:pt x="2888855" y="3109058"/>
                  </a:lnTo>
                  <a:lnTo>
                    <a:pt x="2887797" y="3109058"/>
                  </a:lnTo>
                  <a:lnTo>
                    <a:pt x="2886739" y="3109058"/>
                  </a:lnTo>
                  <a:lnTo>
                    <a:pt x="2885681" y="3109058"/>
                  </a:lnTo>
                  <a:lnTo>
                    <a:pt x="2884623" y="3109058"/>
                  </a:lnTo>
                  <a:lnTo>
                    <a:pt x="2883565" y="3109058"/>
                  </a:lnTo>
                  <a:lnTo>
                    <a:pt x="2882508" y="3109058"/>
                  </a:lnTo>
                  <a:lnTo>
                    <a:pt x="2881450" y="3109058"/>
                  </a:lnTo>
                  <a:lnTo>
                    <a:pt x="2880392" y="3109058"/>
                  </a:lnTo>
                  <a:lnTo>
                    <a:pt x="2879334" y="3109058"/>
                  </a:lnTo>
                  <a:lnTo>
                    <a:pt x="2878276" y="3109058"/>
                  </a:lnTo>
                  <a:lnTo>
                    <a:pt x="2877218" y="3109058"/>
                  </a:lnTo>
                  <a:lnTo>
                    <a:pt x="2876161" y="3109058"/>
                  </a:lnTo>
                  <a:lnTo>
                    <a:pt x="2875103" y="3109058"/>
                  </a:lnTo>
                  <a:lnTo>
                    <a:pt x="2874045" y="3109058"/>
                  </a:lnTo>
                  <a:lnTo>
                    <a:pt x="2872987" y="3109058"/>
                  </a:lnTo>
                  <a:lnTo>
                    <a:pt x="2871929" y="3109058"/>
                  </a:lnTo>
                  <a:lnTo>
                    <a:pt x="2870871" y="3109058"/>
                  </a:lnTo>
                  <a:lnTo>
                    <a:pt x="2869814" y="3109058"/>
                  </a:lnTo>
                  <a:lnTo>
                    <a:pt x="2868756" y="3109058"/>
                  </a:lnTo>
                  <a:lnTo>
                    <a:pt x="2867698" y="3109058"/>
                  </a:lnTo>
                  <a:lnTo>
                    <a:pt x="2866640" y="3109058"/>
                  </a:lnTo>
                  <a:lnTo>
                    <a:pt x="2865582" y="3109058"/>
                  </a:lnTo>
                  <a:lnTo>
                    <a:pt x="2864524" y="3109058"/>
                  </a:lnTo>
                  <a:lnTo>
                    <a:pt x="2863466" y="3109058"/>
                  </a:lnTo>
                  <a:lnTo>
                    <a:pt x="2862409" y="3109058"/>
                  </a:lnTo>
                  <a:lnTo>
                    <a:pt x="2861351" y="3109058"/>
                  </a:lnTo>
                  <a:lnTo>
                    <a:pt x="2860293" y="3109058"/>
                  </a:lnTo>
                  <a:lnTo>
                    <a:pt x="2859235" y="3109058"/>
                  </a:lnTo>
                  <a:lnTo>
                    <a:pt x="2858177" y="3109058"/>
                  </a:lnTo>
                  <a:lnTo>
                    <a:pt x="2857119" y="3109058"/>
                  </a:lnTo>
                  <a:lnTo>
                    <a:pt x="2856062" y="3109058"/>
                  </a:lnTo>
                  <a:lnTo>
                    <a:pt x="2855004" y="3109058"/>
                  </a:lnTo>
                  <a:lnTo>
                    <a:pt x="2853946" y="3109058"/>
                  </a:lnTo>
                  <a:lnTo>
                    <a:pt x="2852888" y="3109058"/>
                  </a:lnTo>
                  <a:lnTo>
                    <a:pt x="2851830" y="3109058"/>
                  </a:lnTo>
                  <a:lnTo>
                    <a:pt x="2850772" y="3109058"/>
                  </a:lnTo>
                  <a:lnTo>
                    <a:pt x="2849715" y="3109058"/>
                  </a:lnTo>
                  <a:lnTo>
                    <a:pt x="2848657" y="3109058"/>
                  </a:lnTo>
                  <a:lnTo>
                    <a:pt x="2847599" y="3109058"/>
                  </a:lnTo>
                  <a:lnTo>
                    <a:pt x="2846541" y="3109058"/>
                  </a:lnTo>
                  <a:lnTo>
                    <a:pt x="2845483" y="3109058"/>
                  </a:lnTo>
                  <a:lnTo>
                    <a:pt x="2844425" y="3109058"/>
                  </a:lnTo>
                  <a:lnTo>
                    <a:pt x="2843368" y="3109058"/>
                  </a:lnTo>
                  <a:lnTo>
                    <a:pt x="2842310" y="3109058"/>
                  </a:lnTo>
                  <a:lnTo>
                    <a:pt x="2841252" y="3109058"/>
                  </a:lnTo>
                  <a:lnTo>
                    <a:pt x="2840194" y="3109058"/>
                  </a:lnTo>
                  <a:lnTo>
                    <a:pt x="2839136" y="3109058"/>
                  </a:lnTo>
                  <a:lnTo>
                    <a:pt x="2838078" y="3109058"/>
                  </a:lnTo>
                  <a:lnTo>
                    <a:pt x="2837020" y="3109058"/>
                  </a:lnTo>
                  <a:lnTo>
                    <a:pt x="2835963" y="3109058"/>
                  </a:lnTo>
                  <a:lnTo>
                    <a:pt x="2834905" y="3109058"/>
                  </a:lnTo>
                  <a:lnTo>
                    <a:pt x="2833847" y="3109058"/>
                  </a:lnTo>
                  <a:lnTo>
                    <a:pt x="2832789" y="3109058"/>
                  </a:lnTo>
                  <a:lnTo>
                    <a:pt x="2831731" y="3109058"/>
                  </a:lnTo>
                  <a:lnTo>
                    <a:pt x="2830673" y="3109058"/>
                  </a:lnTo>
                  <a:lnTo>
                    <a:pt x="2829616" y="3109058"/>
                  </a:lnTo>
                  <a:lnTo>
                    <a:pt x="2828558" y="3109058"/>
                  </a:lnTo>
                  <a:lnTo>
                    <a:pt x="2827500" y="3109058"/>
                  </a:lnTo>
                  <a:lnTo>
                    <a:pt x="2826442" y="3109058"/>
                  </a:lnTo>
                  <a:lnTo>
                    <a:pt x="2825384" y="3109058"/>
                  </a:lnTo>
                  <a:lnTo>
                    <a:pt x="2824326" y="3109058"/>
                  </a:lnTo>
                  <a:lnTo>
                    <a:pt x="2823269" y="3109058"/>
                  </a:lnTo>
                  <a:lnTo>
                    <a:pt x="2822211" y="3109058"/>
                  </a:lnTo>
                  <a:lnTo>
                    <a:pt x="2821153" y="3109058"/>
                  </a:lnTo>
                  <a:lnTo>
                    <a:pt x="2820095" y="3109058"/>
                  </a:lnTo>
                  <a:lnTo>
                    <a:pt x="2819037" y="3109058"/>
                  </a:lnTo>
                  <a:lnTo>
                    <a:pt x="2817979" y="3109058"/>
                  </a:lnTo>
                  <a:lnTo>
                    <a:pt x="2816922" y="3109058"/>
                  </a:lnTo>
                  <a:lnTo>
                    <a:pt x="2815864" y="3109058"/>
                  </a:lnTo>
                  <a:lnTo>
                    <a:pt x="2814806" y="3109058"/>
                  </a:lnTo>
                  <a:lnTo>
                    <a:pt x="2813748" y="3109058"/>
                  </a:lnTo>
                  <a:lnTo>
                    <a:pt x="2812690" y="3109058"/>
                  </a:lnTo>
                  <a:lnTo>
                    <a:pt x="2811632" y="3109058"/>
                  </a:lnTo>
                  <a:lnTo>
                    <a:pt x="2810574" y="3109058"/>
                  </a:lnTo>
                  <a:lnTo>
                    <a:pt x="2809517" y="3109058"/>
                  </a:lnTo>
                  <a:lnTo>
                    <a:pt x="2808459" y="3109058"/>
                  </a:lnTo>
                  <a:lnTo>
                    <a:pt x="2807401" y="3109058"/>
                  </a:lnTo>
                  <a:lnTo>
                    <a:pt x="2806343" y="3109058"/>
                  </a:lnTo>
                  <a:lnTo>
                    <a:pt x="2805285" y="3109058"/>
                  </a:lnTo>
                  <a:lnTo>
                    <a:pt x="2804227" y="3109058"/>
                  </a:lnTo>
                  <a:lnTo>
                    <a:pt x="2803170" y="3109058"/>
                  </a:lnTo>
                  <a:lnTo>
                    <a:pt x="2802112" y="3109058"/>
                  </a:lnTo>
                  <a:lnTo>
                    <a:pt x="2801054" y="3109058"/>
                  </a:lnTo>
                  <a:lnTo>
                    <a:pt x="2799996" y="3109058"/>
                  </a:lnTo>
                  <a:lnTo>
                    <a:pt x="2798938" y="3109058"/>
                  </a:lnTo>
                  <a:lnTo>
                    <a:pt x="2797880" y="3109058"/>
                  </a:lnTo>
                  <a:lnTo>
                    <a:pt x="2796823" y="3109058"/>
                  </a:lnTo>
                  <a:lnTo>
                    <a:pt x="2795765" y="3109058"/>
                  </a:lnTo>
                  <a:lnTo>
                    <a:pt x="2794707" y="3109058"/>
                  </a:lnTo>
                  <a:lnTo>
                    <a:pt x="2793649" y="3109058"/>
                  </a:lnTo>
                  <a:lnTo>
                    <a:pt x="2792591" y="3109058"/>
                  </a:lnTo>
                  <a:lnTo>
                    <a:pt x="2791533" y="3109058"/>
                  </a:lnTo>
                  <a:lnTo>
                    <a:pt x="2790476" y="3109058"/>
                  </a:lnTo>
                  <a:lnTo>
                    <a:pt x="2789418" y="3109058"/>
                  </a:lnTo>
                  <a:lnTo>
                    <a:pt x="2788360" y="3109058"/>
                  </a:lnTo>
                  <a:lnTo>
                    <a:pt x="2787302" y="3109058"/>
                  </a:lnTo>
                  <a:lnTo>
                    <a:pt x="2786244" y="3109058"/>
                  </a:lnTo>
                  <a:lnTo>
                    <a:pt x="2785186" y="3109058"/>
                  </a:lnTo>
                  <a:lnTo>
                    <a:pt x="2784128" y="3109058"/>
                  </a:lnTo>
                  <a:lnTo>
                    <a:pt x="2783071" y="3109058"/>
                  </a:lnTo>
                  <a:lnTo>
                    <a:pt x="2782013" y="3109058"/>
                  </a:lnTo>
                  <a:lnTo>
                    <a:pt x="2780955" y="3109058"/>
                  </a:lnTo>
                  <a:lnTo>
                    <a:pt x="2779897" y="3109058"/>
                  </a:lnTo>
                  <a:lnTo>
                    <a:pt x="2778839" y="3109058"/>
                  </a:lnTo>
                  <a:lnTo>
                    <a:pt x="2777781" y="3109058"/>
                  </a:lnTo>
                  <a:lnTo>
                    <a:pt x="2776724" y="3109058"/>
                  </a:lnTo>
                  <a:lnTo>
                    <a:pt x="2775666" y="3109058"/>
                  </a:lnTo>
                  <a:lnTo>
                    <a:pt x="2774608" y="3109058"/>
                  </a:lnTo>
                  <a:lnTo>
                    <a:pt x="2773550" y="3109058"/>
                  </a:lnTo>
                  <a:lnTo>
                    <a:pt x="2772492" y="3109058"/>
                  </a:lnTo>
                  <a:lnTo>
                    <a:pt x="2771434" y="3109058"/>
                  </a:lnTo>
                  <a:lnTo>
                    <a:pt x="2770377" y="3109058"/>
                  </a:lnTo>
                  <a:lnTo>
                    <a:pt x="2769319" y="3109058"/>
                  </a:lnTo>
                  <a:lnTo>
                    <a:pt x="2768261" y="3109058"/>
                  </a:lnTo>
                  <a:lnTo>
                    <a:pt x="2767203" y="3109058"/>
                  </a:lnTo>
                  <a:lnTo>
                    <a:pt x="2766145" y="3109058"/>
                  </a:lnTo>
                  <a:lnTo>
                    <a:pt x="2765087" y="3109058"/>
                  </a:lnTo>
                  <a:lnTo>
                    <a:pt x="2764030" y="3109058"/>
                  </a:lnTo>
                  <a:lnTo>
                    <a:pt x="2762972" y="3109058"/>
                  </a:lnTo>
                  <a:lnTo>
                    <a:pt x="2761914" y="3109058"/>
                  </a:lnTo>
                  <a:lnTo>
                    <a:pt x="2760856" y="3109058"/>
                  </a:lnTo>
                  <a:lnTo>
                    <a:pt x="2759798" y="3109058"/>
                  </a:lnTo>
                  <a:lnTo>
                    <a:pt x="2758740" y="3109058"/>
                  </a:lnTo>
                  <a:lnTo>
                    <a:pt x="2757683" y="3109058"/>
                  </a:lnTo>
                  <a:lnTo>
                    <a:pt x="2756625" y="3109058"/>
                  </a:lnTo>
                  <a:lnTo>
                    <a:pt x="2755567" y="3109058"/>
                  </a:lnTo>
                  <a:lnTo>
                    <a:pt x="2754509" y="3109058"/>
                  </a:lnTo>
                  <a:lnTo>
                    <a:pt x="2753451" y="3109058"/>
                  </a:lnTo>
                  <a:lnTo>
                    <a:pt x="2752393" y="3109058"/>
                  </a:lnTo>
                  <a:lnTo>
                    <a:pt x="2751335" y="3109058"/>
                  </a:lnTo>
                  <a:lnTo>
                    <a:pt x="2750278" y="3109058"/>
                  </a:lnTo>
                  <a:lnTo>
                    <a:pt x="2749220" y="3109058"/>
                  </a:lnTo>
                  <a:lnTo>
                    <a:pt x="2748162" y="3109058"/>
                  </a:lnTo>
                  <a:lnTo>
                    <a:pt x="2747104" y="3109058"/>
                  </a:lnTo>
                  <a:lnTo>
                    <a:pt x="2746046" y="3109058"/>
                  </a:lnTo>
                  <a:lnTo>
                    <a:pt x="2744988" y="3109058"/>
                  </a:lnTo>
                  <a:lnTo>
                    <a:pt x="2743931" y="3109058"/>
                  </a:lnTo>
                  <a:lnTo>
                    <a:pt x="2742873" y="3109058"/>
                  </a:lnTo>
                  <a:lnTo>
                    <a:pt x="2741815" y="3109058"/>
                  </a:lnTo>
                  <a:lnTo>
                    <a:pt x="2740757" y="3109058"/>
                  </a:lnTo>
                  <a:lnTo>
                    <a:pt x="2739699" y="3109058"/>
                  </a:lnTo>
                  <a:lnTo>
                    <a:pt x="2738641" y="3109058"/>
                  </a:lnTo>
                  <a:lnTo>
                    <a:pt x="2737584" y="3109058"/>
                  </a:lnTo>
                  <a:lnTo>
                    <a:pt x="2736526" y="3109058"/>
                  </a:lnTo>
                  <a:lnTo>
                    <a:pt x="2735468" y="3109058"/>
                  </a:lnTo>
                  <a:lnTo>
                    <a:pt x="2734410" y="3109058"/>
                  </a:lnTo>
                  <a:lnTo>
                    <a:pt x="2733352" y="3109058"/>
                  </a:lnTo>
                  <a:lnTo>
                    <a:pt x="2732294" y="3109058"/>
                  </a:lnTo>
                  <a:lnTo>
                    <a:pt x="2731237" y="3109058"/>
                  </a:lnTo>
                  <a:lnTo>
                    <a:pt x="2730179" y="3109058"/>
                  </a:lnTo>
                  <a:lnTo>
                    <a:pt x="2729121" y="3109058"/>
                  </a:lnTo>
                  <a:lnTo>
                    <a:pt x="2728063" y="3109058"/>
                  </a:lnTo>
                  <a:lnTo>
                    <a:pt x="2727005" y="3109058"/>
                  </a:lnTo>
                  <a:lnTo>
                    <a:pt x="2725947" y="3109058"/>
                  </a:lnTo>
                  <a:lnTo>
                    <a:pt x="2724889" y="3109058"/>
                  </a:lnTo>
                  <a:lnTo>
                    <a:pt x="2723832" y="3109058"/>
                  </a:lnTo>
                  <a:lnTo>
                    <a:pt x="2722774" y="3109058"/>
                  </a:lnTo>
                  <a:lnTo>
                    <a:pt x="2721716" y="3109058"/>
                  </a:lnTo>
                  <a:lnTo>
                    <a:pt x="2720658" y="3109058"/>
                  </a:lnTo>
                  <a:lnTo>
                    <a:pt x="2719600" y="3109058"/>
                  </a:lnTo>
                  <a:lnTo>
                    <a:pt x="2718542" y="3109058"/>
                  </a:lnTo>
                  <a:lnTo>
                    <a:pt x="2717485" y="3109058"/>
                  </a:lnTo>
                  <a:lnTo>
                    <a:pt x="2716427" y="3109058"/>
                  </a:lnTo>
                  <a:lnTo>
                    <a:pt x="2715369" y="3109058"/>
                  </a:lnTo>
                  <a:lnTo>
                    <a:pt x="2714311" y="3109058"/>
                  </a:lnTo>
                  <a:lnTo>
                    <a:pt x="2713253" y="3109058"/>
                  </a:lnTo>
                  <a:lnTo>
                    <a:pt x="2712195" y="3109058"/>
                  </a:lnTo>
                  <a:lnTo>
                    <a:pt x="2711138" y="3109058"/>
                  </a:lnTo>
                  <a:lnTo>
                    <a:pt x="2710080" y="3109058"/>
                  </a:lnTo>
                  <a:lnTo>
                    <a:pt x="2709022" y="3109058"/>
                  </a:lnTo>
                  <a:lnTo>
                    <a:pt x="2707964" y="3109058"/>
                  </a:lnTo>
                  <a:lnTo>
                    <a:pt x="2706906" y="3109058"/>
                  </a:lnTo>
                  <a:lnTo>
                    <a:pt x="2705848" y="3109058"/>
                  </a:lnTo>
                  <a:lnTo>
                    <a:pt x="2704791" y="3109058"/>
                  </a:lnTo>
                  <a:lnTo>
                    <a:pt x="2703733" y="3109058"/>
                  </a:lnTo>
                  <a:lnTo>
                    <a:pt x="2702675" y="3109058"/>
                  </a:lnTo>
                  <a:lnTo>
                    <a:pt x="2701617" y="3109058"/>
                  </a:lnTo>
                  <a:lnTo>
                    <a:pt x="2700559" y="3109058"/>
                  </a:lnTo>
                  <a:lnTo>
                    <a:pt x="2699501" y="3109058"/>
                  </a:lnTo>
                  <a:lnTo>
                    <a:pt x="2698443" y="3109058"/>
                  </a:lnTo>
                  <a:lnTo>
                    <a:pt x="2697386" y="3109058"/>
                  </a:lnTo>
                  <a:lnTo>
                    <a:pt x="2696328" y="3109058"/>
                  </a:lnTo>
                  <a:lnTo>
                    <a:pt x="2695270" y="3109058"/>
                  </a:lnTo>
                  <a:lnTo>
                    <a:pt x="2694212" y="3109058"/>
                  </a:lnTo>
                  <a:lnTo>
                    <a:pt x="2693154" y="3109058"/>
                  </a:lnTo>
                  <a:lnTo>
                    <a:pt x="2692096" y="3109058"/>
                  </a:lnTo>
                  <a:lnTo>
                    <a:pt x="2691039" y="3109058"/>
                  </a:lnTo>
                  <a:lnTo>
                    <a:pt x="2689981" y="3109058"/>
                  </a:lnTo>
                  <a:lnTo>
                    <a:pt x="2688923" y="3109058"/>
                  </a:lnTo>
                  <a:lnTo>
                    <a:pt x="2687865" y="3109058"/>
                  </a:lnTo>
                  <a:lnTo>
                    <a:pt x="2686807" y="3109058"/>
                  </a:lnTo>
                  <a:lnTo>
                    <a:pt x="2685749" y="3109058"/>
                  </a:lnTo>
                  <a:lnTo>
                    <a:pt x="2684692" y="3109058"/>
                  </a:lnTo>
                  <a:lnTo>
                    <a:pt x="2683634" y="3109058"/>
                  </a:lnTo>
                  <a:lnTo>
                    <a:pt x="2682576" y="3109058"/>
                  </a:lnTo>
                  <a:lnTo>
                    <a:pt x="2681518" y="3109058"/>
                  </a:lnTo>
                  <a:lnTo>
                    <a:pt x="2680460" y="3109058"/>
                  </a:lnTo>
                  <a:lnTo>
                    <a:pt x="2679402" y="3109058"/>
                  </a:lnTo>
                  <a:lnTo>
                    <a:pt x="2678345" y="3109058"/>
                  </a:lnTo>
                  <a:lnTo>
                    <a:pt x="2677287" y="3109058"/>
                  </a:lnTo>
                  <a:lnTo>
                    <a:pt x="2676229" y="3109058"/>
                  </a:lnTo>
                  <a:lnTo>
                    <a:pt x="2675171" y="3109058"/>
                  </a:lnTo>
                  <a:lnTo>
                    <a:pt x="2674113" y="3109058"/>
                  </a:lnTo>
                  <a:lnTo>
                    <a:pt x="2673055" y="3109058"/>
                  </a:lnTo>
                  <a:lnTo>
                    <a:pt x="2671997" y="3109058"/>
                  </a:lnTo>
                  <a:lnTo>
                    <a:pt x="2670940" y="3109058"/>
                  </a:lnTo>
                  <a:lnTo>
                    <a:pt x="2669882" y="3109058"/>
                  </a:lnTo>
                  <a:lnTo>
                    <a:pt x="2668824" y="3109058"/>
                  </a:lnTo>
                  <a:lnTo>
                    <a:pt x="2667766" y="3109058"/>
                  </a:lnTo>
                  <a:lnTo>
                    <a:pt x="2666708" y="3109058"/>
                  </a:lnTo>
                  <a:lnTo>
                    <a:pt x="2665650" y="3109058"/>
                  </a:lnTo>
                  <a:lnTo>
                    <a:pt x="2664593" y="3109058"/>
                  </a:lnTo>
                  <a:lnTo>
                    <a:pt x="2663535" y="3109058"/>
                  </a:lnTo>
                  <a:lnTo>
                    <a:pt x="2662477" y="3109058"/>
                  </a:lnTo>
                  <a:lnTo>
                    <a:pt x="2661419" y="3109058"/>
                  </a:lnTo>
                  <a:lnTo>
                    <a:pt x="2660361" y="3109058"/>
                  </a:lnTo>
                  <a:lnTo>
                    <a:pt x="2659303" y="3109058"/>
                  </a:lnTo>
                  <a:lnTo>
                    <a:pt x="2658246" y="3109058"/>
                  </a:lnTo>
                  <a:lnTo>
                    <a:pt x="2657188" y="3109058"/>
                  </a:lnTo>
                  <a:lnTo>
                    <a:pt x="2656130" y="3109058"/>
                  </a:lnTo>
                  <a:lnTo>
                    <a:pt x="2655072" y="3109058"/>
                  </a:lnTo>
                  <a:lnTo>
                    <a:pt x="2654014" y="3109058"/>
                  </a:lnTo>
                  <a:lnTo>
                    <a:pt x="2652956" y="3109058"/>
                  </a:lnTo>
                  <a:lnTo>
                    <a:pt x="2651899" y="3109058"/>
                  </a:lnTo>
                  <a:lnTo>
                    <a:pt x="2650841" y="3109058"/>
                  </a:lnTo>
                  <a:lnTo>
                    <a:pt x="2649783" y="3109058"/>
                  </a:lnTo>
                  <a:lnTo>
                    <a:pt x="2648725" y="3109058"/>
                  </a:lnTo>
                  <a:lnTo>
                    <a:pt x="2647667" y="3109058"/>
                  </a:lnTo>
                  <a:lnTo>
                    <a:pt x="2646609" y="3109058"/>
                  </a:lnTo>
                  <a:lnTo>
                    <a:pt x="2645551" y="3109058"/>
                  </a:lnTo>
                  <a:lnTo>
                    <a:pt x="2644494" y="3109058"/>
                  </a:lnTo>
                  <a:lnTo>
                    <a:pt x="2643436" y="3109058"/>
                  </a:lnTo>
                  <a:lnTo>
                    <a:pt x="2642378" y="3109058"/>
                  </a:lnTo>
                  <a:lnTo>
                    <a:pt x="2641320" y="3109058"/>
                  </a:lnTo>
                  <a:lnTo>
                    <a:pt x="2640262" y="3109058"/>
                  </a:lnTo>
                  <a:lnTo>
                    <a:pt x="2639204" y="3109058"/>
                  </a:lnTo>
                  <a:lnTo>
                    <a:pt x="2638147" y="3109058"/>
                  </a:lnTo>
                  <a:lnTo>
                    <a:pt x="2637089" y="3109058"/>
                  </a:lnTo>
                  <a:lnTo>
                    <a:pt x="2636031" y="3109058"/>
                  </a:lnTo>
                  <a:lnTo>
                    <a:pt x="2634973" y="3109058"/>
                  </a:lnTo>
                  <a:lnTo>
                    <a:pt x="2633915" y="3109058"/>
                  </a:lnTo>
                  <a:lnTo>
                    <a:pt x="2632857" y="3109058"/>
                  </a:lnTo>
                  <a:lnTo>
                    <a:pt x="2631800" y="3109058"/>
                  </a:lnTo>
                  <a:lnTo>
                    <a:pt x="2630742" y="3109058"/>
                  </a:lnTo>
                  <a:lnTo>
                    <a:pt x="2629684" y="3109058"/>
                  </a:lnTo>
                  <a:lnTo>
                    <a:pt x="2628626" y="3109058"/>
                  </a:lnTo>
                  <a:lnTo>
                    <a:pt x="2627568" y="3109058"/>
                  </a:lnTo>
                  <a:lnTo>
                    <a:pt x="2626510" y="3109058"/>
                  </a:lnTo>
                  <a:lnTo>
                    <a:pt x="2625453" y="3109058"/>
                  </a:lnTo>
                  <a:lnTo>
                    <a:pt x="2624395" y="3109058"/>
                  </a:lnTo>
                  <a:lnTo>
                    <a:pt x="2623337" y="3109058"/>
                  </a:lnTo>
                  <a:lnTo>
                    <a:pt x="2622279" y="3109058"/>
                  </a:lnTo>
                  <a:lnTo>
                    <a:pt x="2621221" y="3109058"/>
                  </a:lnTo>
                  <a:lnTo>
                    <a:pt x="2620163" y="3109058"/>
                  </a:lnTo>
                  <a:lnTo>
                    <a:pt x="2619105" y="3109058"/>
                  </a:lnTo>
                  <a:lnTo>
                    <a:pt x="2618048" y="3109058"/>
                  </a:lnTo>
                  <a:lnTo>
                    <a:pt x="2616990" y="3109058"/>
                  </a:lnTo>
                  <a:lnTo>
                    <a:pt x="2615932" y="3109058"/>
                  </a:lnTo>
                  <a:lnTo>
                    <a:pt x="2614874" y="3109058"/>
                  </a:lnTo>
                  <a:lnTo>
                    <a:pt x="2613816" y="3109058"/>
                  </a:lnTo>
                  <a:lnTo>
                    <a:pt x="2612758" y="3109058"/>
                  </a:lnTo>
                  <a:lnTo>
                    <a:pt x="2611701" y="3109058"/>
                  </a:lnTo>
                  <a:lnTo>
                    <a:pt x="2610643" y="3109058"/>
                  </a:lnTo>
                  <a:lnTo>
                    <a:pt x="2609585" y="3109058"/>
                  </a:lnTo>
                  <a:lnTo>
                    <a:pt x="2608527" y="3109058"/>
                  </a:lnTo>
                  <a:lnTo>
                    <a:pt x="2607469" y="3109058"/>
                  </a:lnTo>
                  <a:lnTo>
                    <a:pt x="2606411" y="3109058"/>
                  </a:lnTo>
                  <a:lnTo>
                    <a:pt x="2605354" y="3109058"/>
                  </a:lnTo>
                  <a:lnTo>
                    <a:pt x="2604296" y="3109058"/>
                  </a:lnTo>
                  <a:lnTo>
                    <a:pt x="2603238" y="3109058"/>
                  </a:lnTo>
                  <a:lnTo>
                    <a:pt x="2602180" y="3109058"/>
                  </a:lnTo>
                  <a:lnTo>
                    <a:pt x="2601122" y="3109058"/>
                  </a:lnTo>
                  <a:lnTo>
                    <a:pt x="2600064" y="3109058"/>
                  </a:lnTo>
                  <a:lnTo>
                    <a:pt x="2599007" y="3109058"/>
                  </a:lnTo>
                  <a:lnTo>
                    <a:pt x="2597949" y="3109058"/>
                  </a:lnTo>
                  <a:lnTo>
                    <a:pt x="2596891" y="3109058"/>
                  </a:lnTo>
                  <a:lnTo>
                    <a:pt x="2595833" y="3109058"/>
                  </a:lnTo>
                  <a:lnTo>
                    <a:pt x="2594775" y="3109058"/>
                  </a:lnTo>
                  <a:lnTo>
                    <a:pt x="2593717" y="3109058"/>
                  </a:lnTo>
                  <a:lnTo>
                    <a:pt x="2592659" y="3109058"/>
                  </a:lnTo>
                  <a:lnTo>
                    <a:pt x="2591602" y="3109058"/>
                  </a:lnTo>
                  <a:lnTo>
                    <a:pt x="2590544" y="3109058"/>
                  </a:lnTo>
                  <a:lnTo>
                    <a:pt x="2589486" y="3109058"/>
                  </a:lnTo>
                  <a:lnTo>
                    <a:pt x="2588428" y="3109058"/>
                  </a:lnTo>
                  <a:lnTo>
                    <a:pt x="2587370" y="3109058"/>
                  </a:lnTo>
                  <a:lnTo>
                    <a:pt x="2586312" y="3109058"/>
                  </a:lnTo>
                  <a:lnTo>
                    <a:pt x="2585255" y="3109058"/>
                  </a:lnTo>
                  <a:lnTo>
                    <a:pt x="2584197" y="3109058"/>
                  </a:lnTo>
                  <a:lnTo>
                    <a:pt x="2583139" y="3109058"/>
                  </a:lnTo>
                  <a:lnTo>
                    <a:pt x="2582081" y="3109058"/>
                  </a:lnTo>
                  <a:lnTo>
                    <a:pt x="2581023" y="3109058"/>
                  </a:lnTo>
                  <a:lnTo>
                    <a:pt x="2579965" y="3109058"/>
                  </a:lnTo>
                  <a:lnTo>
                    <a:pt x="2578908" y="3109058"/>
                  </a:lnTo>
                  <a:lnTo>
                    <a:pt x="2577850" y="3109058"/>
                  </a:lnTo>
                  <a:lnTo>
                    <a:pt x="2576792" y="3109058"/>
                  </a:lnTo>
                  <a:lnTo>
                    <a:pt x="2575734" y="3109058"/>
                  </a:lnTo>
                  <a:lnTo>
                    <a:pt x="2574676" y="3109058"/>
                  </a:lnTo>
                  <a:lnTo>
                    <a:pt x="2573618" y="3109058"/>
                  </a:lnTo>
                  <a:lnTo>
                    <a:pt x="2572561" y="3109058"/>
                  </a:lnTo>
                  <a:lnTo>
                    <a:pt x="2571503" y="3109058"/>
                  </a:lnTo>
                  <a:lnTo>
                    <a:pt x="2570445" y="3109058"/>
                  </a:lnTo>
                  <a:lnTo>
                    <a:pt x="2569387" y="3109058"/>
                  </a:lnTo>
                  <a:lnTo>
                    <a:pt x="2568329" y="3109058"/>
                  </a:lnTo>
                  <a:lnTo>
                    <a:pt x="2567271" y="3109058"/>
                  </a:lnTo>
                  <a:lnTo>
                    <a:pt x="2566213" y="3109058"/>
                  </a:lnTo>
                  <a:lnTo>
                    <a:pt x="2565156" y="3109058"/>
                  </a:lnTo>
                  <a:lnTo>
                    <a:pt x="2564098" y="3109058"/>
                  </a:lnTo>
                  <a:lnTo>
                    <a:pt x="2563040" y="3109058"/>
                  </a:lnTo>
                  <a:lnTo>
                    <a:pt x="2561982" y="3109058"/>
                  </a:lnTo>
                  <a:lnTo>
                    <a:pt x="2560924" y="3109058"/>
                  </a:lnTo>
                  <a:lnTo>
                    <a:pt x="2559866" y="3109058"/>
                  </a:lnTo>
                  <a:lnTo>
                    <a:pt x="2558809" y="3109058"/>
                  </a:lnTo>
                  <a:lnTo>
                    <a:pt x="2557751" y="3109058"/>
                  </a:lnTo>
                  <a:lnTo>
                    <a:pt x="2556693" y="3109058"/>
                  </a:lnTo>
                  <a:lnTo>
                    <a:pt x="2555635" y="3109058"/>
                  </a:lnTo>
                  <a:lnTo>
                    <a:pt x="2554577" y="3109058"/>
                  </a:lnTo>
                  <a:lnTo>
                    <a:pt x="2553519" y="3109058"/>
                  </a:lnTo>
                  <a:lnTo>
                    <a:pt x="2552462" y="3109058"/>
                  </a:lnTo>
                  <a:lnTo>
                    <a:pt x="2551404" y="3109058"/>
                  </a:lnTo>
                  <a:lnTo>
                    <a:pt x="2550346" y="3109058"/>
                  </a:lnTo>
                  <a:lnTo>
                    <a:pt x="2549288" y="3109058"/>
                  </a:lnTo>
                  <a:lnTo>
                    <a:pt x="2548230" y="3109058"/>
                  </a:lnTo>
                  <a:lnTo>
                    <a:pt x="2547172" y="3109058"/>
                  </a:lnTo>
                  <a:lnTo>
                    <a:pt x="2546115" y="3109058"/>
                  </a:lnTo>
                  <a:lnTo>
                    <a:pt x="2545057" y="3109058"/>
                  </a:lnTo>
                  <a:lnTo>
                    <a:pt x="2543999" y="3109058"/>
                  </a:lnTo>
                  <a:lnTo>
                    <a:pt x="2542941" y="3109058"/>
                  </a:lnTo>
                  <a:lnTo>
                    <a:pt x="2541883" y="3109058"/>
                  </a:lnTo>
                  <a:lnTo>
                    <a:pt x="2540825" y="3109058"/>
                  </a:lnTo>
                  <a:lnTo>
                    <a:pt x="2539767" y="3109058"/>
                  </a:lnTo>
                  <a:lnTo>
                    <a:pt x="2538710" y="3109058"/>
                  </a:lnTo>
                  <a:lnTo>
                    <a:pt x="2537652" y="3109058"/>
                  </a:lnTo>
                  <a:lnTo>
                    <a:pt x="2536594" y="3109058"/>
                  </a:lnTo>
                  <a:lnTo>
                    <a:pt x="2535536" y="3109058"/>
                  </a:lnTo>
                  <a:lnTo>
                    <a:pt x="2534478" y="3109058"/>
                  </a:lnTo>
                  <a:lnTo>
                    <a:pt x="2533420" y="3109058"/>
                  </a:lnTo>
                  <a:lnTo>
                    <a:pt x="2532363" y="3109058"/>
                  </a:lnTo>
                  <a:lnTo>
                    <a:pt x="2531305" y="3109058"/>
                  </a:lnTo>
                  <a:lnTo>
                    <a:pt x="2530247" y="3109058"/>
                  </a:lnTo>
                  <a:lnTo>
                    <a:pt x="2529189" y="3109058"/>
                  </a:lnTo>
                  <a:lnTo>
                    <a:pt x="2528131" y="3109058"/>
                  </a:lnTo>
                  <a:lnTo>
                    <a:pt x="2527073" y="3109058"/>
                  </a:lnTo>
                  <a:lnTo>
                    <a:pt x="2526016" y="3109058"/>
                  </a:lnTo>
                  <a:lnTo>
                    <a:pt x="2524958" y="3109058"/>
                  </a:lnTo>
                  <a:lnTo>
                    <a:pt x="2523900" y="3109058"/>
                  </a:lnTo>
                  <a:lnTo>
                    <a:pt x="2522842" y="3109058"/>
                  </a:lnTo>
                  <a:lnTo>
                    <a:pt x="2521784" y="3109058"/>
                  </a:lnTo>
                  <a:lnTo>
                    <a:pt x="2520726" y="3109058"/>
                  </a:lnTo>
                  <a:lnTo>
                    <a:pt x="2519669" y="3109058"/>
                  </a:lnTo>
                  <a:lnTo>
                    <a:pt x="2518611" y="3109058"/>
                  </a:lnTo>
                  <a:lnTo>
                    <a:pt x="2517553" y="3109058"/>
                  </a:lnTo>
                  <a:lnTo>
                    <a:pt x="2516495" y="3109058"/>
                  </a:lnTo>
                  <a:lnTo>
                    <a:pt x="2515437" y="3109058"/>
                  </a:lnTo>
                  <a:lnTo>
                    <a:pt x="2514379" y="3109058"/>
                  </a:lnTo>
                  <a:lnTo>
                    <a:pt x="2513321" y="3109058"/>
                  </a:lnTo>
                  <a:lnTo>
                    <a:pt x="2512264" y="3109058"/>
                  </a:lnTo>
                  <a:lnTo>
                    <a:pt x="2511206" y="3109058"/>
                  </a:lnTo>
                  <a:lnTo>
                    <a:pt x="2510148" y="3109058"/>
                  </a:lnTo>
                  <a:lnTo>
                    <a:pt x="2509090" y="3109058"/>
                  </a:lnTo>
                  <a:lnTo>
                    <a:pt x="2508032" y="3109058"/>
                  </a:lnTo>
                  <a:lnTo>
                    <a:pt x="2506974" y="3109058"/>
                  </a:lnTo>
                  <a:lnTo>
                    <a:pt x="2505917" y="3109058"/>
                  </a:lnTo>
                  <a:lnTo>
                    <a:pt x="2504859" y="3109058"/>
                  </a:lnTo>
                  <a:lnTo>
                    <a:pt x="2503801" y="3109058"/>
                  </a:lnTo>
                  <a:lnTo>
                    <a:pt x="2502743" y="3109058"/>
                  </a:lnTo>
                  <a:lnTo>
                    <a:pt x="2501685" y="3109058"/>
                  </a:lnTo>
                  <a:lnTo>
                    <a:pt x="2500627" y="3109058"/>
                  </a:lnTo>
                  <a:lnTo>
                    <a:pt x="2499570" y="3109058"/>
                  </a:lnTo>
                  <a:lnTo>
                    <a:pt x="2498512" y="3109058"/>
                  </a:lnTo>
                  <a:lnTo>
                    <a:pt x="2497454" y="3109058"/>
                  </a:lnTo>
                  <a:lnTo>
                    <a:pt x="2496396" y="3109058"/>
                  </a:lnTo>
                  <a:lnTo>
                    <a:pt x="2495338" y="3109058"/>
                  </a:lnTo>
                  <a:lnTo>
                    <a:pt x="2494280" y="3109058"/>
                  </a:lnTo>
                  <a:lnTo>
                    <a:pt x="2493223" y="3109058"/>
                  </a:lnTo>
                  <a:lnTo>
                    <a:pt x="2492165" y="3109058"/>
                  </a:lnTo>
                  <a:lnTo>
                    <a:pt x="2491107" y="3109058"/>
                  </a:lnTo>
                  <a:lnTo>
                    <a:pt x="2490049" y="3109058"/>
                  </a:lnTo>
                  <a:lnTo>
                    <a:pt x="2488991" y="3109058"/>
                  </a:lnTo>
                  <a:lnTo>
                    <a:pt x="2487933" y="3109058"/>
                  </a:lnTo>
                  <a:lnTo>
                    <a:pt x="2486875" y="3109058"/>
                  </a:lnTo>
                  <a:lnTo>
                    <a:pt x="2485818" y="3109058"/>
                  </a:lnTo>
                  <a:lnTo>
                    <a:pt x="2484760" y="3109058"/>
                  </a:lnTo>
                  <a:lnTo>
                    <a:pt x="2483702" y="3109058"/>
                  </a:lnTo>
                  <a:lnTo>
                    <a:pt x="2482644" y="3109058"/>
                  </a:lnTo>
                  <a:lnTo>
                    <a:pt x="2481586" y="3109058"/>
                  </a:lnTo>
                  <a:lnTo>
                    <a:pt x="2480528" y="3109058"/>
                  </a:lnTo>
                  <a:lnTo>
                    <a:pt x="2479471" y="3109058"/>
                  </a:lnTo>
                  <a:lnTo>
                    <a:pt x="2478413" y="3109058"/>
                  </a:lnTo>
                  <a:lnTo>
                    <a:pt x="2477355" y="3109058"/>
                  </a:lnTo>
                  <a:lnTo>
                    <a:pt x="2476297" y="3109058"/>
                  </a:lnTo>
                  <a:lnTo>
                    <a:pt x="2475239" y="3109058"/>
                  </a:lnTo>
                  <a:lnTo>
                    <a:pt x="2474181" y="3109058"/>
                  </a:lnTo>
                  <a:lnTo>
                    <a:pt x="2473124" y="3109058"/>
                  </a:lnTo>
                  <a:lnTo>
                    <a:pt x="2472066" y="3109058"/>
                  </a:lnTo>
                  <a:lnTo>
                    <a:pt x="2471008" y="3109058"/>
                  </a:lnTo>
                  <a:lnTo>
                    <a:pt x="2469950" y="3109058"/>
                  </a:lnTo>
                  <a:lnTo>
                    <a:pt x="2468892" y="3109058"/>
                  </a:lnTo>
                  <a:lnTo>
                    <a:pt x="2467834" y="3109058"/>
                  </a:lnTo>
                  <a:lnTo>
                    <a:pt x="2466777" y="3109058"/>
                  </a:lnTo>
                  <a:lnTo>
                    <a:pt x="2465719" y="3109058"/>
                  </a:lnTo>
                  <a:lnTo>
                    <a:pt x="2464661" y="3109058"/>
                  </a:lnTo>
                  <a:lnTo>
                    <a:pt x="2463603" y="3109058"/>
                  </a:lnTo>
                  <a:lnTo>
                    <a:pt x="2462545" y="3109058"/>
                  </a:lnTo>
                  <a:lnTo>
                    <a:pt x="2461487" y="3109058"/>
                  </a:lnTo>
                  <a:lnTo>
                    <a:pt x="2460429" y="3109058"/>
                  </a:lnTo>
                  <a:lnTo>
                    <a:pt x="2459372" y="3109058"/>
                  </a:lnTo>
                  <a:lnTo>
                    <a:pt x="2458314" y="3109058"/>
                  </a:lnTo>
                  <a:lnTo>
                    <a:pt x="2457256" y="3109058"/>
                  </a:lnTo>
                  <a:lnTo>
                    <a:pt x="2456198" y="3109058"/>
                  </a:lnTo>
                  <a:lnTo>
                    <a:pt x="2455140" y="3109058"/>
                  </a:lnTo>
                  <a:lnTo>
                    <a:pt x="2454082" y="3109058"/>
                  </a:lnTo>
                  <a:lnTo>
                    <a:pt x="2453025" y="3109058"/>
                  </a:lnTo>
                  <a:lnTo>
                    <a:pt x="2451967" y="3109058"/>
                  </a:lnTo>
                  <a:lnTo>
                    <a:pt x="2450909" y="3109058"/>
                  </a:lnTo>
                  <a:lnTo>
                    <a:pt x="2449851" y="3109058"/>
                  </a:lnTo>
                  <a:lnTo>
                    <a:pt x="2448793" y="3109058"/>
                  </a:lnTo>
                  <a:lnTo>
                    <a:pt x="2447735" y="3109058"/>
                  </a:lnTo>
                  <a:lnTo>
                    <a:pt x="2446678" y="3109058"/>
                  </a:lnTo>
                  <a:lnTo>
                    <a:pt x="2445620" y="3109058"/>
                  </a:lnTo>
                  <a:lnTo>
                    <a:pt x="2444562" y="3109058"/>
                  </a:lnTo>
                  <a:lnTo>
                    <a:pt x="2443504" y="3109058"/>
                  </a:lnTo>
                  <a:lnTo>
                    <a:pt x="2442446" y="3109058"/>
                  </a:lnTo>
                  <a:lnTo>
                    <a:pt x="2441388" y="3109058"/>
                  </a:lnTo>
                  <a:lnTo>
                    <a:pt x="2440331" y="3109058"/>
                  </a:lnTo>
                  <a:lnTo>
                    <a:pt x="2439273" y="3109058"/>
                  </a:lnTo>
                  <a:lnTo>
                    <a:pt x="2438215" y="3109058"/>
                  </a:lnTo>
                  <a:lnTo>
                    <a:pt x="2437157" y="3109058"/>
                  </a:lnTo>
                  <a:lnTo>
                    <a:pt x="2436099" y="3109058"/>
                  </a:lnTo>
                  <a:lnTo>
                    <a:pt x="2435041" y="3109058"/>
                  </a:lnTo>
                  <a:lnTo>
                    <a:pt x="2433983" y="3109058"/>
                  </a:lnTo>
                  <a:lnTo>
                    <a:pt x="2432926" y="3109058"/>
                  </a:lnTo>
                  <a:lnTo>
                    <a:pt x="2431868" y="3109058"/>
                  </a:lnTo>
                  <a:lnTo>
                    <a:pt x="2430810" y="3109058"/>
                  </a:lnTo>
                  <a:lnTo>
                    <a:pt x="2429752" y="3109058"/>
                  </a:lnTo>
                  <a:lnTo>
                    <a:pt x="2428694" y="3109058"/>
                  </a:lnTo>
                  <a:lnTo>
                    <a:pt x="2427636" y="3109058"/>
                  </a:lnTo>
                  <a:lnTo>
                    <a:pt x="2426579" y="3109058"/>
                  </a:lnTo>
                  <a:lnTo>
                    <a:pt x="2425521" y="3109058"/>
                  </a:lnTo>
                  <a:lnTo>
                    <a:pt x="2424463" y="3109058"/>
                  </a:lnTo>
                  <a:lnTo>
                    <a:pt x="2423405" y="3109058"/>
                  </a:lnTo>
                  <a:lnTo>
                    <a:pt x="2422347" y="3109058"/>
                  </a:lnTo>
                  <a:lnTo>
                    <a:pt x="2421289" y="3109058"/>
                  </a:lnTo>
                  <a:lnTo>
                    <a:pt x="2420232" y="3109058"/>
                  </a:lnTo>
                  <a:lnTo>
                    <a:pt x="2419174" y="3109058"/>
                  </a:lnTo>
                  <a:lnTo>
                    <a:pt x="2418116" y="3109058"/>
                  </a:lnTo>
                  <a:lnTo>
                    <a:pt x="2417058" y="3109058"/>
                  </a:lnTo>
                  <a:lnTo>
                    <a:pt x="2416000" y="3109058"/>
                  </a:lnTo>
                  <a:lnTo>
                    <a:pt x="2414942" y="3109058"/>
                  </a:lnTo>
                  <a:lnTo>
                    <a:pt x="2413885" y="3109058"/>
                  </a:lnTo>
                  <a:lnTo>
                    <a:pt x="2412827" y="3109058"/>
                  </a:lnTo>
                  <a:lnTo>
                    <a:pt x="2411769" y="3109058"/>
                  </a:lnTo>
                  <a:lnTo>
                    <a:pt x="2410711" y="3109058"/>
                  </a:lnTo>
                  <a:lnTo>
                    <a:pt x="2409653" y="3109058"/>
                  </a:lnTo>
                  <a:lnTo>
                    <a:pt x="2408595" y="3109058"/>
                  </a:lnTo>
                  <a:lnTo>
                    <a:pt x="2407537" y="3109058"/>
                  </a:lnTo>
                  <a:lnTo>
                    <a:pt x="2406480" y="3109058"/>
                  </a:lnTo>
                  <a:lnTo>
                    <a:pt x="2405422" y="3109058"/>
                  </a:lnTo>
                  <a:lnTo>
                    <a:pt x="2404364" y="3109058"/>
                  </a:lnTo>
                  <a:lnTo>
                    <a:pt x="2403306" y="3109058"/>
                  </a:lnTo>
                  <a:lnTo>
                    <a:pt x="2402248" y="3109058"/>
                  </a:lnTo>
                  <a:lnTo>
                    <a:pt x="2401190" y="3109058"/>
                  </a:lnTo>
                  <a:lnTo>
                    <a:pt x="2400133" y="3109058"/>
                  </a:lnTo>
                  <a:lnTo>
                    <a:pt x="2399075" y="3109058"/>
                  </a:lnTo>
                  <a:lnTo>
                    <a:pt x="2398017" y="3109058"/>
                  </a:lnTo>
                  <a:lnTo>
                    <a:pt x="2396959" y="3109058"/>
                  </a:lnTo>
                  <a:lnTo>
                    <a:pt x="2395901" y="3109058"/>
                  </a:lnTo>
                  <a:lnTo>
                    <a:pt x="2394843" y="3109058"/>
                  </a:lnTo>
                  <a:lnTo>
                    <a:pt x="2393786" y="3109058"/>
                  </a:lnTo>
                  <a:lnTo>
                    <a:pt x="2392728" y="3109058"/>
                  </a:lnTo>
                  <a:lnTo>
                    <a:pt x="2391670" y="3109058"/>
                  </a:lnTo>
                  <a:lnTo>
                    <a:pt x="2390612" y="3109058"/>
                  </a:lnTo>
                  <a:lnTo>
                    <a:pt x="2389554" y="3109058"/>
                  </a:lnTo>
                  <a:lnTo>
                    <a:pt x="2388496" y="3109058"/>
                  </a:lnTo>
                  <a:lnTo>
                    <a:pt x="2387439" y="3109058"/>
                  </a:lnTo>
                  <a:lnTo>
                    <a:pt x="2386381" y="3109058"/>
                  </a:lnTo>
                  <a:lnTo>
                    <a:pt x="2385323" y="3109058"/>
                  </a:lnTo>
                  <a:lnTo>
                    <a:pt x="2384265" y="3109058"/>
                  </a:lnTo>
                  <a:lnTo>
                    <a:pt x="2383207" y="3109058"/>
                  </a:lnTo>
                  <a:lnTo>
                    <a:pt x="2382149" y="3109058"/>
                  </a:lnTo>
                  <a:lnTo>
                    <a:pt x="2381091" y="3109058"/>
                  </a:lnTo>
                  <a:lnTo>
                    <a:pt x="2380034" y="3109058"/>
                  </a:lnTo>
                  <a:lnTo>
                    <a:pt x="2378976" y="3109058"/>
                  </a:lnTo>
                  <a:lnTo>
                    <a:pt x="2377918" y="3109058"/>
                  </a:lnTo>
                  <a:lnTo>
                    <a:pt x="2376860" y="3109058"/>
                  </a:lnTo>
                  <a:lnTo>
                    <a:pt x="2375802" y="3109058"/>
                  </a:lnTo>
                  <a:lnTo>
                    <a:pt x="2374744" y="3109058"/>
                  </a:lnTo>
                  <a:lnTo>
                    <a:pt x="2373687" y="3109058"/>
                  </a:lnTo>
                  <a:lnTo>
                    <a:pt x="2372629" y="3109058"/>
                  </a:lnTo>
                  <a:lnTo>
                    <a:pt x="2371571" y="3109058"/>
                  </a:lnTo>
                  <a:lnTo>
                    <a:pt x="2370513" y="3109058"/>
                  </a:lnTo>
                  <a:lnTo>
                    <a:pt x="2369455" y="3109058"/>
                  </a:lnTo>
                  <a:lnTo>
                    <a:pt x="2368397" y="3109058"/>
                  </a:lnTo>
                  <a:lnTo>
                    <a:pt x="2367340" y="3109058"/>
                  </a:lnTo>
                  <a:lnTo>
                    <a:pt x="2366282" y="3109058"/>
                  </a:lnTo>
                  <a:lnTo>
                    <a:pt x="2365224" y="3109058"/>
                  </a:lnTo>
                  <a:lnTo>
                    <a:pt x="2364166" y="3109058"/>
                  </a:lnTo>
                  <a:lnTo>
                    <a:pt x="2363108" y="3109058"/>
                  </a:lnTo>
                  <a:lnTo>
                    <a:pt x="2362050" y="3109058"/>
                  </a:lnTo>
                  <a:lnTo>
                    <a:pt x="2360993" y="3109058"/>
                  </a:lnTo>
                  <a:lnTo>
                    <a:pt x="2359935" y="3109058"/>
                  </a:lnTo>
                  <a:lnTo>
                    <a:pt x="2358877" y="3109058"/>
                  </a:lnTo>
                  <a:lnTo>
                    <a:pt x="2357819" y="3109058"/>
                  </a:lnTo>
                  <a:lnTo>
                    <a:pt x="2356761" y="3109058"/>
                  </a:lnTo>
                  <a:lnTo>
                    <a:pt x="2355703" y="3109058"/>
                  </a:lnTo>
                  <a:lnTo>
                    <a:pt x="2354645" y="3109058"/>
                  </a:lnTo>
                  <a:lnTo>
                    <a:pt x="2353588" y="3109058"/>
                  </a:lnTo>
                  <a:lnTo>
                    <a:pt x="2352530" y="3109058"/>
                  </a:lnTo>
                  <a:lnTo>
                    <a:pt x="2351472" y="3109058"/>
                  </a:lnTo>
                  <a:lnTo>
                    <a:pt x="2350414" y="3109058"/>
                  </a:lnTo>
                  <a:lnTo>
                    <a:pt x="2349356" y="3109058"/>
                  </a:lnTo>
                  <a:lnTo>
                    <a:pt x="2348298" y="3109058"/>
                  </a:lnTo>
                  <a:lnTo>
                    <a:pt x="2347241" y="3109058"/>
                  </a:lnTo>
                  <a:lnTo>
                    <a:pt x="2346183" y="3109058"/>
                  </a:lnTo>
                  <a:lnTo>
                    <a:pt x="2345125" y="3109058"/>
                  </a:lnTo>
                  <a:lnTo>
                    <a:pt x="2344067" y="3109058"/>
                  </a:lnTo>
                  <a:lnTo>
                    <a:pt x="2343009" y="3109058"/>
                  </a:lnTo>
                  <a:lnTo>
                    <a:pt x="2341951" y="3109058"/>
                  </a:lnTo>
                  <a:lnTo>
                    <a:pt x="2340894" y="3109058"/>
                  </a:lnTo>
                  <a:lnTo>
                    <a:pt x="2339836" y="3109058"/>
                  </a:lnTo>
                  <a:lnTo>
                    <a:pt x="2338778" y="3109058"/>
                  </a:lnTo>
                  <a:lnTo>
                    <a:pt x="2337720" y="3109058"/>
                  </a:lnTo>
                  <a:lnTo>
                    <a:pt x="2336662" y="3109058"/>
                  </a:lnTo>
                  <a:lnTo>
                    <a:pt x="2335604" y="3109058"/>
                  </a:lnTo>
                  <a:lnTo>
                    <a:pt x="2334547" y="3109058"/>
                  </a:lnTo>
                  <a:lnTo>
                    <a:pt x="2333489" y="3109058"/>
                  </a:lnTo>
                  <a:lnTo>
                    <a:pt x="2332431" y="3109058"/>
                  </a:lnTo>
                  <a:lnTo>
                    <a:pt x="2331373" y="3109058"/>
                  </a:lnTo>
                  <a:lnTo>
                    <a:pt x="2330315" y="3109058"/>
                  </a:lnTo>
                  <a:lnTo>
                    <a:pt x="2329257" y="3109058"/>
                  </a:lnTo>
                  <a:lnTo>
                    <a:pt x="2328199" y="3109058"/>
                  </a:lnTo>
                  <a:lnTo>
                    <a:pt x="2327142" y="3109058"/>
                  </a:lnTo>
                  <a:lnTo>
                    <a:pt x="2326084" y="3109058"/>
                  </a:lnTo>
                  <a:lnTo>
                    <a:pt x="2325026" y="3109058"/>
                  </a:lnTo>
                  <a:lnTo>
                    <a:pt x="2323968" y="3109058"/>
                  </a:lnTo>
                  <a:lnTo>
                    <a:pt x="2322910" y="3109058"/>
                  </a:lnTo>
                  <a:lnTo>
                    <a:pt x="2321852" y="3109058"/>
                  </a:lnTo>
                  <a:lnTo>
                    <a:pt x="2320795" y="3109058"/>
                  </a:lnTo>
                  <a:lnTo>
                    <a:pt x="2319737" y="3109058"/>
                  </a:lnTo>
                  <a:lnTo>
                    <a:pt x="2318679" y="3109058"/>
                  </a:lnTo>
                  <a:lnTo>
                    <a:pt x="2317621" y="3109058"/>
                  </a:lnTo>
                  <a:lnTo>
                    <a:pt x="2316563" y="3109058"/>
                  </a:lnTo>
                  <a:lnTo>
                    <a:pt x="2315505" y="3109058"/>
                  </a:lnTo>
                  <a:lnTo>
                    <a:pt x="2314448" y="3109058"/>
                  </a:lnTo>
                  <a:lnTo>
                    <a:pt x="2313390" y="3109058"/>
                  </a:lnTo>
                  <a:lnTo>
                    <a:pt x="2312332" y="3109058"/>
                  </a:lnTo>
                  <a:lnTo>
                    <a:pt x="2311274" y="3109058"/>
                  </a:lnTo>
                  <a:lnTo>
                    <a:pt x="2310216" y="3109058"/>
                  </a:lnTo>
                  <a:lnTo>
                    <a:pt x="2309158" y="3109058"/>
                  </a:lnTo>
                  <a:lnTo>
                    <a:pt x="2308101" y="3109058"/>
                  </a:lnTo>
                  <a:lnTo>
                    <a:pt x="2307043" y="3109058"/>
                  </a:lnTo>
                  <a:lnTo>
                    <a:pt x="2305985" y="3109058"/>
                  </a:lnTo>
                  <a:lnTo>
                    <a:pt x="2304927" y="3109058"/>
                  </a:lnTo>
                  <a:lnTo>
                    <a:pt x="2303869" y="3109058"/>
                  </a:lnTo>
                  <a:lnTo>
                    <a:pt x="2302811" y="3109058"/>
                  </a:lnTo>
                  <a:lnTo>
                    <a:pt x="2301753" y="3109058"/>
                  </a:lnTo>
                  <a:lnTo>
                    <a:pt x="2300696" y="3109058"/>
                  </a:lnTo>
                  <a:lnTo>
                    <a:pt x="2299638" y="3109058"/>
                  </a:lnTo>
                  <a:lnTo>
                    <a:pt x="2298580" y="3109058"/>
                  </a:lnTo>
                  <a:lnTo>
                    <a:pt x="2297522" y="3109058"/>
                  </a:lnTo>
                  <a:lnTo>
                    <a:pt x="2296464" y="3109058"/>
                  </a:lnTo>
                  <a:lnTo>
                    <a:pt x="2295406" y="3109058"/>
                  </a:lnTo>
                  <a:lnTo>
                    <a:pt x="2294349" y="3109058"/>
                  </a:lnTo>
                  <a:lnTo>
                    <a:pt x="2293291" y="3109058"/>
                  </a:lnTo>
                  <a:lnTo>
                    <a:pt x="2292233" y="3109058"/>
                  </a:lnTo>
                  <a:lnTo>
                    <a:pt x="2291175" y="3109058"/>
                  </a:lnTo>
                  <a:lnTo>
                    <a:pt x="2290117" y="3109058"/>
                  </a:lnTo>
                  <a:lnTo>
                    <a:pt x="2289059" y="3109058"/>
                  </a:lnTo>
                  <a:lnTo>
                    <a:pt x="2288002" y="3109058"/>
                  </a:lnTo>
                  <a:lnTo>
                    <a:pt x="2286944" y="3109058"/>
                  </a:lnTo>
                  <a:lnTo>
                    <a:pt x="2285886" y="3109058"/>
                  </a:lnTo>
                  <a:lnTo>
                    <a:pt x="2284828" y="3109058"/>
                  </a:lnTo>
                  <a:lnTo>
                    <a:pt x="2283770" y="3109058"/>
                  </a:lnTo>
                  <a:lnTo>
                    <a:pt x="2282712" y="3109058"/>
                  </a:lnTo>
                  <a:lnTo>
                    <a:pt x="2281655" y="3109058"/>
                  </a:lnTo>
                  <a:lnTo>
                    <a:pt x="2280597" y="3109058"/>
                  </a:lnTo>
                  <a:lnTo>
                    <a:pt x="2279539" y="3109058"/>
                  </a:lnTo>
                  <a:lnTo>
                    <a:pt x="2278481" y="3109058"/>
                  </a:lnTo>
                  <a:lnTo>
                    <a:pt x="2277423" y="3109058"/>
                  </a:lnTo>
                  <a:lnTo>
                    <a:pt x="2276365" y="3109058"/>
                  </a:lnTo>
                  <a:lnTo>
                    <a:pt x="2275307" y="3109058"/>
                  </a:lnTo>
                  <a:lnTo>
                    <a:pt x="2274250" y="3109058"/>
                  </a:lnTo>
                  <a:lnTo>
                    <a:pt x="2273192" y="3109058"/>
                  </a:lnTo>
                  <a:lnTo>
                    <a:pt x="2272134" y="3109058"/>
                  </a:lnTo>
                  <a:lnTo>
                    <a:pt x="2271076" y="3109058"/>
                  </a:lnTo>
                  <a:lnTo>
                    <a:pt x="2270018" y="3109058"/>
                  </a:lnTo>
                  <a:lnTo>
                    <a:pt x="2268960" y="3109058"/>
                  </a:lnTo>
                  <a:lnTo>
                    <a:pt x="2267903" y="3109058"/>
                  </a:lnTo>
                  <a:lnTo>
                    <a:pt x="2266845" y="3109058"/>
                  </a:lnTo>
                  <a:lnTo>
                    <a:pt x="2265787" y="3109058"/>
                  </a:lnTo>
                  <a:lnTo>
                    <a:pt x="2264729" y="3109058"/>
                  </a:lnTo>
                  <a:lnTo>
                    <a:pt x="2263671" y="3109058"/>
                  </a:lnTo>
                  <a:lnTo>
                    <a:pt x="2262613" y="3109058"/>
                  </a:lnTo>
                  <a:lnTo>
                    <a:pt x="2261556" y="3109058"/>
                  </a:lnTo>
                  <a:lnTo>
                    <a:pt x="2260498" y="3109058"/>
                  </a:lnTo>
                  <a:lnTo>
                    <a:pt x="2259440" y="3109058"/>
                  </a:lnTo>
                  <a:lnTo>
                    <a:pt x="2258382" y="3109058"/>
                  </a:lnTo>
                  <a:lnTo>
                    <a:pt x="2257324" y="3109058"/>
                  </a:lnTo>
                  <a:lnTo>
                    <a:pt x="2256266" y="3109058"/>
                  </a:lnTo>
                  <a:lnTo>
                    <a:pt x="2255209" y="3109058"/>
                  </a:lnTo>
                  <a:lnTo>
                    <a:pt x="2254151" y="3109058"/>
                  </a:lnTo>
                  <a:lnTo>
                    <a:pt x="2253093" y="3109058"/>
                  </a:lnTo>
                  <a:lnTo>
                    <a:pt x="2252035" y="3109058"/>
                  </a:lnTo>
                  <a:lnTo>
                    <a:pt x="2250977" y="3109058"/>
                  </a:lnTo>
                  <a:lnTo>
                    <a:pt x="2249919" y="3109058"/>
                  </a:lnTo>
                  <a:lnTo>
                    <a:pt x="2248861" y="3109058"/>
                  </a:lnTo>
                  <a:lnTo>
                    <a:pt x="2247804" y="3109058"/>
                  </a:lnTo>
                  <a:lnTo>
                    <a:pt x="2246746" y="3109058"/>
                  </a:lnTo>
                  <a:lnTo>
                    <a:pt x="2245688" y="3109058"/>
                  </a:lnTo>
                  <a:lnTo>
                    <a:pt x="2244630" y="3109058"/>
                  </a:lnTo>
                  <a:lnTo>
                    <a:pt x="2243572" y="3109058"/>
                  </a:lnTo>
                  <a:lnTo>
                    <a:pt x="2242514" y="3109058"/>
                  </a:lnTo>
                  <a:lnTo>
                    <a:pt x="2241457" y="3109058"/>
                  </a:lnTo>
                  <a:lnTo>
                    <a:pt x="2240399" y="3109058"/>
                  </a:lnTo>
                  <a:lnTo>
                    <a:pt x="2239341" y="3109058"/>
                  </a:lnTo>
                  <a:lnTo>
                    <a:pt x="2238283" y="3109058"/>
                  </a:lnTo>
                  <a:lnTo>
                    <a:pt x="2237225" y="3109058"/>
                  </a:lnTo>
                  <a:lnTo>
                    <a:pt x="2236167" y="3109058"/>
                  </a:lnTo>
                  <a:lnTo>
                    <a:pt x="2235110" y="3109058"/>
                  </a:lnTo>
                  <a:lnTo>
                    <a:pt x="2234052" y="3109058"/>
                  </a:lnTo>
                  <a:lnTo>
                    <a:pt x="2232994" y="3109058"/>
                  </a:lnTo>
                  <a:lnTo>
                    <a:pt x="2231936" y="3109058"/>
                  </a:lnTo>
                  <a:lnTo>
                    <a:pt x="2230878" y="3109058"/>
                  </a:lnTo>
                  <a:lnTo>
                    <a:pt x="2229820" y="3109058"/>
                  </a:lnTo>
                  <a:lnTo>
                    <a:pt x="2228763" y="3109058"/>
                  </a:lnTo>
                  <a:lnTo>
                    <a:pt x="2227705" y="3109058"/>
                  </a:lnTo>
                  <a:lnTo>
                    <a:pt x="2226647" y="3109058"/>
                  </a:lnTo>
                  <a:lnTo>
                    <a:pt x="2225589" y="3109058"/>
                  </a:lnTo>
                  <a:lnTo>
                    <a:pt x="2224531" y="3109058"/>
                  </a:lnTo>
                  <a:lnTo>
                    <a:pt x="2223473" y="3109058"/>
                  </a:lnTo>
                  <a:lnTo>
                    <a:pt x="2222415" y="3109058"/>
                  </a:lnTo>
                  <a:lnTo>
                    <a:pt x="2221358" y="3109058"/>
                  </a:lnTo>
                  <a:lnTo>
                    <a:pt x="2220300" y="3109058"/>
                  </a:lnTo>
                  <a:lnTo>
                    <a:pt x="2219242" y="3109058"/>
                  </a:lnTo>
                  <a:lnTo>
                    <a:pt x="2218184" y="3109058"/>
                  </a:lnTo>
                  <a:lnTo>
                    <a:pt x="2217126" y="3109058"/>
                  </a:lnTo>
                  <a:lnTo>
                    <a:pt x="2216068" y="3109058"/>
                  </a:lnTo>
                  <a:lnTo>
                    <a:pt x="2215011" y="3109058"/>
                  </a:lnTo>
                  <a:lnTo>
                    <a:pt x="2213953" y="3109058"/>
                  </a:lnTo>
                  <a:lnTo>
                    <a:pt x="2212895" y="3109058"/>
                  </a:lnTo>
                  <a:lnTo>
                    <a:pt x="2211837" y="3109058"/>
                  </a:lnTo>
                  <a:lnTo>
                    <a:pt x="2210779" y="3109058"/>
                  </a:lnTo>
                  <a:lnTo>
                    <a:pt x="2209721" y="3109058"/>
                  </a:lnTo>
                  <a:lnTo>
                    <a:pt x="2208664" y="3109058"/>
                  </a:lnTo>
                  <a:lnTo>
                    <a:pt x="2207606" y="3109058"/>
                  </a:lnTo>
                  <a:lnTo>
                    <a:pt x="2206548" y="3109058"/>
                  </a:lnTo>
                  <a:lnTo>
                    <a:pt x="2205490" y="3109058"/>
                  </a:lnTo>
                  <a:lnTo>
                    <a:pt x="2204432" y="3109058"/>
                  </a:lnTo>
                  <a:lnTo>
                    <a:pt x="2203374" y="3109058"/>
                  </a:lnTo>
                  <a:lnTo>
                    <a:pt x="2202317" y="3109058"/>
                  </a:lnTo>
                  <a:lnTo>
                    <a:pt x="2201259" y="3109058"/>
                  </a:lnTo>
                  <a:lnTo>
                    <a:pt x="2200201" y="3109058"/>
                  </a:lnTo>
                  <a:lnTo>
                    <a:pt x="2199143" y="3109058"/>
                  </a:lnTo>
                  <a:lnTo>
                    <a:pt x="2198085" y="3109058"/>
                  </a:lnTo>
                  <a:lnTo>
                    <a:pt x="2197027" y="3109058"/>
                  </a:lnTo>
                  <a:lnTo>
                    <a:pt x="2195969" y="3109058"/>
                  </a:lnTo>
                  <a:lnTo>
                    <a:pt x="2194912" y="3109058"/>
                  </a:lnTo>
                  <a:lnTo>
                    <a:pt x="2193854" y="3109058"/>
                  </a:lnTo>
                  <a:lnTo>
                    <a:pt x="2192796" y="3109058"/>
                  </a:lnTo>
                  <a:lnTo>
                    <a:pt x="2191738" y="3109058"/>
                  </a:lnTo>
                  <a:lnTo>
                    <a:pt x="2190680" y="3109058"/>
                  </a:lnTo>
                  <a:lnTo>
                    <a:pt x="2189622" y="3109058"/>
                  </a:lnTo>
                  <a:lnTo>
                    <a:pt x="2188565" y="3109058"/>
                  </a:lnTo>
                  <a:lnTo>
                    <a:pt x="2187507" y="3109058"/>
                  </a:lnTo>
                  <a:lnTo>
                    <a:pt x="2186449" y="3109058"/>
                  </a:lnTo>
                  <a:lnTo>
                    <a:pt x="2185391" y="3109058"/>
                  </a:lnTo>
                  <a:lnTo>
                    <a:pt x="2184333" y="3109058"/>
                  </a:lnTo>
                  <a:lnTo>
                    <a:pt x="2183275" y="3109058"/>
                  </a:lnTo>
                  <a:lnTo>
                    <a:pt x="2182218" y="3109058"/>
                  </a:lnTo>
                  <a:lnTo>
                    <a:pt x="2181160" y="3109058"/>
                  </a:lnTo>
                  <a:lnTo>
                    <a:pt x="2180102" y="3109058"/>
                  </a:lnTo>
                  <a:lnTo>
                    <a:pt x="2179044" y="3109058"/>
                  </a:lnTo>
                  <a:lnTo>
                    <a:pt x="2177986" y="3109058"/>
                  </a:lnTo>
                  <a:lnTo>
                    <a:pt x="2176928" y="3109058"/>
                  </a:lnTo>
                  <a:lnTo>
                    <a:pt x="2175871" y="3109058"/>
                  </a:lnTo>
                  <a:lnTo>
                    <a:pt x="2174813" y="3109058"/>
                  </a:lnTo>
                  <a:lnTo>
                    <a:pt x="2173755" y="3109058"/>
                  </a:lnTo>
                  <a:lnTo>
                    <a:pt x="2172697" y="3109058"/>
                  </a:lnTo>
                  <a:lnTo>
                    <a:pt x="2171639" y="3109058"/>
                  </a:lnTo>
                  <a:lnTo>
                    <a:pt x="2170581" y="3109058"/>
                  </a:lnTo>
                  <a:lnTo>
                    <a:pt x="2169523" y="3109058"/>
                  </a:lnTo>
                  <a:lnTo>
                    <a:pt x="2168466" y="3109058"/>
                  </a:lnTo>
                  <a:lnTo>
                    <a:pt x="2167408" y="3109058"/>
                  </a:lnTo>
                  <a:lnTo>
                    <a:pt x="2166350" y="3109058"/>
                  </a:lnTo>
                  <a:lnTo>
                    <a:pt x="2165292" y="3109058"/>
                  </a:lnTo>
                  <a:lnTo>
                    <a:pt x="2164234" y="3109058"/>
                  </a:lnTo>
                  <a:lnTo>
                    <a:pt x="2163176" y="3109058"/>
                  </a:lnTo>
                  <a:lnTo>
                    <a:pt x="2162119" y="3109058"/>
                  </a:lnTo>
                  <a:lnTo>
                    <a:pt x="2161061" y="3109058"/>
                  </a:lnTo>
                  <a:lnTo>
                    <a:pt x="2160003" y="3109058"/>
                  </a:lnTo>
                  <a:lnTo>
                    <a:pt x="2158945" y="3109058"/>
                  </a:lnTo>
                  <a:lnTo>
                    <a:pt x="2157887" y="3109058"/>
                  </a:lnTo>
                  <a:lnTo>
                    <a:pt x="2156829" y="3109058"/>
                  </a:lnTo>
                  <a:lnTo>
                    <a:pt x="2155772" y="3109058"/>
                  </a:lnTo>
                  <a:lnTo>
                    <a:pt x="2154714" y="3109058"/>
                  </a:lnTo>
                  <a:lnTo>
                    <a:pt x="2153656" y="3109058"/>
                  </a:lnTo>
                  <a:lnTo>
                    <a:pt x="2152598" y="3109058"/>
                  </a:lnTo>
                  <a:lnTo>
                    <a:pt x="2151540" y="3109058"/>
                  </a:lnTo>
                  <a:lnTo>
                    <a:pt x="2150482" y="3109058"/>
                  </a:lnTo>
                  <a:lnTo>
                    <a:pt x="2149425" y="3109058"/>
                  </a:lnTo>
                  <a:lnTo>
                    <a:pt x="2148367" y="3109058"/>
                  </a:lnTo>
                  <a:lnTo>
                    <a:pt x="2147309" y="3109058"/>
                  </a:lnTo>
                  <a:lnTo>
                    <a:pt x="2146251" y="3109058"/>
                  </a:lnTo>
                  <a:lnTo>
                    <a:pt x="2145193" y="3109058"/>
                  </a:lnTo>
                  <a:lnTo>
                    <a:pt x="2144135" y="3109058"/>
                  </a:lnTo>
                  <a:lnTo>
                    <a:pt x="2143077" y="3109058"/>
                  </a:lnTo>
                  <a:lnTo>
                    <a:pt x="2142020" y="3109058"/>
                  </a:lnTo>
                  <a:lnTo>
                    <a:pt x="2140962" y="3109058"/>
                  </a:lnTo>
                  <a:lnTo>
                    <a:pt x="2139904" y="3109058"/>
                  </a:lnTo>
                  <a:lnTo>
                    <a:pt x="2138846" y="3109058"/>
                  </a:lnTo>
                  <a:lnTo>
                    <a:pt x="2137788" y="3109058"/>
                  </a:lnTo>
                  <a:lnTo>
                    <a:pt x="2136730" y="3109058"/>
                  </a:lnTo>
                  <a:lnTo>
                    <a:pt x="2135673" y="3109058"/>
                  </a:lnTo>
                  <a:lnTo>
                    <a:pt x="2134615" y="3109058"/>
                  </a:lnTo>
                  <a:lnTo>
                    <a:pt x="2133557" y="3109058"/>
                  </a:lnTo>
                  <a:lnTo>
                    <a:pt x="2132499" y="3109058"/>
                  </a:lnTo>
                  <a:lnTo>
                    <a:pt x="2131441" y="3109058"/>
                  </a:lnTo>
                  <a:lnTo>
                    <a:pt x="2130383" y="3109058"/>
                  </a:lnTo>
                  <a:lnTo>
                    <a:pt x="2129326" y="3109058"/>
                  </a:lnTo>
                  <a:lnTo>
                    <a:pt x="2128268" y="3109058"/>
                  </a:lnTo>
                  <a:lnTo>
                    <a:pt x="2127210" y="3109058"/>
                  </a:lnTo>
                  <a:lnTo>
                    <a:pt x="2126152" y="3109058"/>
                  </a:lnTo>
                  <a:lnTo>
                    <a:pt x="2125094" y="3109058"/>
                  </a:lnTo>
                  <a:lnTo>
                    <a:pt x="2124036" y="3109058"/>
                  </a:lnTo>
                  <a:lnTo>
                    <a:pt x="2122979" y="3109058"/>
                  </a:lnTo>
                  <a:lnTo>
                    <a:pt x="2121921" y="3109058"/>
                  </a:lnTo>
                  <a:lnTo>
                    <a:pt x="2120863" y="3109058"/>
                  </a:lnTo>
                  <a:lnTo>
                    <a:pt x="2119805" y="3109058"/>
                  </a:lnTo>
                  <a:lnTo>
                    <a:pt x="2118747" y="3109058"/>
                  </a:lnTo>
                  <a:lnTo>
                    <a:pt x="2117689" y="3109058"/>
                  </a:lnTo>
                  <a:lnTo>
                    <a:pt x="2116631" y="3109058"/>
                  </a:lnTo>
                  <a:lnTo>
                    <a:pt x="2115574" y="3109058"/>
                  </a:lnTo>
                  <a:lnTo>
                    <a:pt x="2114516" y="3109058"/>
                  </a:lnTo>
                  <a:lnTo>
                    <a:pt x="2113458" y="3109058"/>
                  </a:lnTo>
                  <a:lnTo>
                    <a:pt x="2112400" y="3109058"/>
                  </a:lnTo>
                  <a:lnTo>
                    <a:pt x="2111342" y="3109058"/>
                  </a:lnTo>
                  <a:lnTo>
                    <a:pt x="2110284" y="3109058"/>
                  </a:lnTo>
                  <a:lnTo>
                    <a:pt x="2109227" y="3109058"/>
                  </a:lnTo>
                  <a:lnTo>
                    <a:pt x="2108169" y="3109058"/>
                  </a:lnTo>
                  <a:lnTo>
                    <a:pt x="2107111" y="3109058"/>
                  </a:lnTo>
                  <a:lnTo>
                    <a:pt x="2106053" y="3109058"/>
                  </a:lnTo>
                  <a:lnTo>
                    <a:pt x="2104995" y="3109058"/>
                  </a:lnTo>
                  <a:lnTo>
                    <a:pt x="2103937" y="3109058"/>
                  </a:lnTo>
                  <a:lnTo>
                    <a:pt x="2102880" y="3109058"/>
                  </a:lnTo>
                  <a:lnTo>
                    <a:pt x="2101822" y="3109058"/>
                  </a:lnTo>
                  <a:lnTo>
                    <a:pt x="2100764" y="3109058"/>
                  </a:lnTo>
                  <a:lnTo>
                    <a:pt x="2099706" y="3109058"/>
                  </a:lnTo>
                  <a:lnTo>
                    <a:pt x="2098648" y="3109058"/>
                  </a:lnTo>
                  <a:lnTo>
                    <a:pt x="2097590" y="3109058"/>
                  </a:lnTo>
                  <a:lnTo>
                    <a:pt x="2096533" y="3109058"/>
                  </a:lnTo>
                  <a:lnTo>
                    <a:pt x="2095475" y="3109058"/>
                  </a:lnTo>
                  <a:lnTo>
                    <a:pt x="2094417" y="3109058"/>
                  </a:lnTo>
                  <a:lnTo>
                    <a:pt x="2093359" y="3109058"/>
                  </a:lnTo>
                  <a:lnTo>
                    <a:pt x="2092301" y="3109058"/>
                  </a:lnTo>
                  <a:lnTo>
                    <a:pt x="2091243" y="3109058"/>
                  </a:lnTo>
                  <a:lnTo>
                    <a:pt x="2090185" y="3109058"/>
                  </a:lnTo>
                  <a:lnTo>
                    <a:pt x="2089128" y="3109058"/>
                  </a:lnTo>
                  <a:lnTo>
                    <a:pt x="2088070" y="3109058"/>
                  </a:lnTo>
                  <a:lnTo>
                    <a:pt x="2087012" y="3109058"/>
                  </a:lnTo>
                  <a:lnTo>
                    <a:pt x="2085954" y="3109058"/>
                  </a:lnTo>
                  <a:lnTo>
                    <a:pt x="2084896" y="3109058"/>
                  </a:lnTo>
                  <a:lnTo>
                    <a:pt x="2083838" y="3109058"/>
                  </a:lnTo>
                  <a:lnTo>
                    <a:pt x="2082781" y="3109058"/>
                  </a:lnTo>
                  <a:lnTo>
                    <a:pt x="2081723" y="3109058"/>
                  </a:lnTo>
                  <a:lnTo>
                    <a:pt x="2080665" y="3109058"/>
                  </a:lnTo>
                  <a:lnTo>
                    <a:pt x="2079607" y="3109058"/>
                  </a:lnTo>
                  <a:lnTo>
                    <a:pt x="2078549" y="3109058"/>
                  </a:lnTo>
                  <a:lnTo>
                    <a:pt x="2077491" y="3109058"/>
                  </a:lnTo>
                  <a:lnTo>
                    <a:pt x="2076434" y="3109058"/>
                  </a:lnTo>
                  <a:lnTo>
                    <a:pt x="2075376" y="3109058"/>
                  </a:lnTo>
                  <a:lnTo>
                    <a:pt x="2074318" y="3109058"/>
                  </a:lnTo>
                  <a:lnTo>
                    <a:pt x="2073260" y="3109058"/>
                  </a:lnTo>
                  <a:lnTo>
                    <a:pt x="2072202" y="3109058"/>
                  </a:lnTo>
                  <a:lnTo>
                    <a:pt x="2071144" y="3109058"/>
                  </a:lnTo>
                  <a:lnTo>
                    <a:pt x="2070087" y="3109058"/>
                  </a:lnTo>
                  <a:lnTo>
                    <a:pt x="2069029" y="3109058"/>
                  </a:lnTo>
                  <a:lnTo>
                    <a:pt x="2067971" y="3109058"/>
                  </a:lnTo>
                  <a:lnTo>
                    <a:pt x="2066913" y="3109058"/>
                  </a:lnTo>
                  <a:lnTo>
                    <a:pt x="2065855" y="3109058"/>
                  </a:lnTo>
                  <a:lnTo>
                    <a:pt x="2064797" y="3109058"/>
                  </a:lnTo>
                  <a:lnTo>
                    <a:pt x="2063739" y="3109058"/>
                  </a:lnTo>
                  <a:lnTo>
                    <a:pt x="2062682" y="3109058"/>
                  </a:lnTo>
                  <a:lnTo>
                    <a:pt x="2061624" y="3109058"/>
                  </a:lnTo>
                  <a:lnTo>
                    <a:pt x="2060566" y="3109058"/>
                  </a:lnTo>
                  <a:lnTo>
                    <a:pt x="2059508" y="3109058"/>
                  </a:lnTo>
                  <a:lnTo>
                    <a:pt x="2058450" y="3109058"/>
                  </a:lnTo>
                  <a:lnTo>
                    <a:pt x="2057392" y="3109058"/>
                  </a:lnTo>
                  <a:lnTo>
                    <a:pt x="2056335" y="3109058"/>
                  </a:lnTo>
                  <a:lnTo>
                    <a:pt x="2055277" y="3109058"/>
                  </a:lnTo>
                  <a:lnTo>
                    <a:pt x="2054219" y="3109058"/>
                  </a:lnTo>
                  <a:lnTo>
                    <a:pt x="2053161" y="3109058"/>
                  </a:lnTo>
                  <a:lnTo>
                    <a:pt x="2052103" y="3109058"/>
                  </a:lnTo>
                  <a:lnTo>
                    <a:pt x="2051045" y="3109058"/>
                  </a:lnTo>
                  <a:lnTo>
                    <a:pt x="2049988" y="3109058"/>
                  </a:lnTo>
                  <a:lnTo>
                    <a:pt x="2048930" y="3109058"/>
                  </a:lnTo>
                  <a:lnTo>
                    <a:pt x="2047872" y="3109058"/>
                  </a:lnTo>
                  <a:lnTo>
                    <a:pt x="2046814" y="3109058"/>
                  </a:lnTo>
                  <a:lnTo>
                    <a:pt x="2045756" y="3109058"/>
                  </a:lnTo>
                  <a:lnTo>
                    <a:pt x="2044698" y="3109058"/>
                  </a:lnTo>
                  <a:lnTo>
                    <a:pt x="2043641" y="3109058"/>
                  </a:lnTo>
                  <a:lnTo>
                    <a:pt x="2042583" y="3109058"/>
                  </a:lnTo>
                  <a:lnTo>
                    <a:pt x="2041525" y="3109058"/>
                  </a:lnTo>
                  <a:lnTo>
                    <a:pt x="2040467" y="3109058"/>
                  </a:lnTo>
                  <a:lnTo>
                    <a:pt x="2039409" y="3109058"/>
                  </a:lnTo>
                  <a:lnTo>
                    <a:pt x="2038351" y="3109058"/>
                  </a:lnTo>
                  <a:lnTo>
                    <a:pt x="2037293" y="3109058"/>
                  </a:lnTo>
                  <a:lnTo>
                    <a:pt x="2036236" y="3109058"/>
                  </a:lnTo>
                  <a:lnTo>
                    <a:pt x="2035178" y="3109058"/>
                  </a:lnTo>
                  <a:lnTo>
                    <a:pt x="2034120" y="3109058"/>
                  </a:lnTo>
                  <a:lnTo>
                    <a:pt x="2033062" y="3109058"/>
                  </a:lnTo>
                  <a:lnTo>
                    <a:pt x="2032004" y="3109058"/>
                  </a:lnTo>
                  <a:lnTo>
                    <a:pt x="2030946" y="3109058"/>
                  </a:lnTo>
                  <a:lnTo>
                    <a:pt x="2029889" y="3109058"/>
                  </a:lnTo>
                  <a:lnTo>
                    <a:pt x="2028831" y="3109058"/>
                  </a:lnTo>
                  <a:lnTo>
                    <a:pt x="2027773" y="3109058"/>
                  </a:lnTo>
                  <a:lnTo>
                    <a:pt x="2026715" y="3109058"/>
                  </a:lnTo>
                  <a:lnTo>
                    <a:pt x="2025657" y="3109058"/>
                  </a:lnTo>
                  <a:lnTo>
                    <a:pt x="2024599" y="3109058"/>
                  </a:lnTo>
                  <a:lnTo>
                    <a:pt x="2023542" y="3109058"/>
                  </a:lnTo>
                  <a:lnTo>
                    <a:pt x="2022484" y="3109058"/>
                  </a:lnTo>
                  <a:lnTo>
                    <a:pt x="2021426" y="3109058"/>
                  </a:lnTo>
                  <a:lnTo>
                    <a:pt x="2020368" y="3109058"/>
                  </a:lnTo>
                  <a:lnTo>
                    <a:pt x="2019310" y="3109058"/>
                  </a:lnTo>
                  <a:lnTo>
                    <a:pt x="2018252" y="3109058"/>
                  </a:lnTo>
                  <a:lnTo>
                    <a:pt x="2017195" y="3109058"/>
                  </a:lnTo>
                  <a:lnTo>
                    <a:pt x="2016137" y="3109058"/>
                  </a:lnTo>
                  <a:lnTo>
                    <a:pt x="2015079" y="3109058"/>
                  </a:lnTo>
                  <a:lnTo>
                    <a:pt x="2014021" y="3109058"/>
                  </a:lnTo>
                  <a:lnTo>
                    <a:pt x="2012963" y="3109058"/>
                  </a:lnTo>
                  <a:lnTo>
                    <a:pt x="2011905" y="3109058"/>
                  </a:lnTo>
                  <a:lnTo>
                    <a:pt x="2010847" y="3109058"/>
                  </a:lnTo>
                  <a:lnTo>
                    <a:pt x="2009790" y="3109058"/>
                  </a:lnTo>
                  <a:lnTo>
                    <a:pt x="2008732" y="3109058"/>
                  </a:lnTo>
                  <a:lnTo>
                    <a:pt x="2007674" y="3109058"/>
                  </a:lnTo>
                  <a:lnTo>
                    <a:pt x="2006616" y="3109058"/>
                  </a:lnTo>
                  <a:lnTo>
                    <a:pt x="2005558" y="3109058"/>
                  </a:lnTo>
                  <a:lnTo>
                    <a:pt x="2004500" y="3109058"/>
                  </a:lnTo>
                  <a:lnTo>
                    <a:pt x="2003443" y="3109058"/>
                  </a:lnTo>
                  <a:lnTo>
                    <a:pt x="2002385" y="3109058"/>
                  </a:lnTo>
                  <a:lnTo>
                    <a:pt x="2001327" y="3109058"/>
                  </a:lnTo>
                  <a:lnTo>
                    <a:pt x="2000269" y="3109058"/>
                  </a:lnTo>
                  <a:lnTo>
                    <a:pt x="1999211" y="3109058"/>
                  </a:lnTo>
                  <a:lnTo>
                    <a:pt x="1998153" y="3109058"/>
                  </a:lnTo>
                  <a:lnTo>
                    <a:pt x="1997096" y="3109058"/>
                  </a:lnTo>
                  <a:lnTo>
                    <a:pt x="1996038" y="3109058"/>
                  </a:lnTo>
                  <a:lnTo>
                    <a:pt x="1994980" y="3109058"/>
                  </a:lnTo>
                  <a:lnTo>
                    <a:pt x="1993922" y="3109058"/>
                  </a:lnTo>
                  <a:lnTo>
                    <a:pt x="1992864" y="3109058"/>
                  </a:lnTo>
                  <a:lnTo>
                    <a:pt x="1991806" y="3109058"/>
                  </a:lnTo>
                  <a:lnTo>
                    <a:pt x="1990749" y="3109058"/>
                  </a:lnTo>
                  <a:lnTo>
                    <a:pt x="1989691" y="3109058"/>
                  </a:lnTo>
                  <a:lnTo>
                    <a:pt x="1988633" y="3109058"/>
                  </a:lnTo>
                  <a:lnTo>
                    <a:pt x="1987575" y="3109058"/>
                  </a:lnTo>
                  <a:lnTo>
                    <a:pt x="1986517" y="3109058"/>
                  </a:lnTo>
                  <a:lnTo>
                    <a:pt x="1985459" y="3109058"/>
                  </a:lnTo>
                  <a:lnTo>
                    <a:pt x="1984401" y="3109058"/>
                  </a:lnTo>
                  <a:lnTo>
                    <a:pt x="1983344" y="3109058"/>
                  </a:lnTo>
                  <a:lnTo>
                    <a:pt x="1982286" y="3109058"/>
                  </a:lnTo>
                  <a:lnTo>
                    <a:pt x="1981228" y="3109058"/>
                  </a:lnTo>
                  <a:lnTo>
                    <a:pt x="1980170" y="3109058"/>
                  </a:lnTo>
                  <a:lnTo>
                    <a:pt x="1979112" y="3109058"/>
                  </a:lnTo>
                  <a:lnTo>
                    <a:pt x="1978054" y="3109058"/>
                  </a:lnTo>
                  <a:lnTo>
                    <a:pt x="1976997" y="3109058"/>
                  </a:lnTo>
                  <a:lnTo>
                    <a:pt x="1975939" y="3109058"/>
                  </a:lnTo>
                  <a:lnTo>
                    <a:pt x="1974881" y="3109058"/>
                  </a:lnTo>
                  <a:lnTo>
                    <a:pt x="1973823" y="3109058"/>
                  </a:lnTo>
                  <a:lnTo>
                    <a:pt x="1972765" y="3109058"/>
                  </a:lnTo>
                  <a:lnTo>
                    <a:pt x="1971707" y="3109058"/>
                  </a:lnTo>
                  <a:lnTo>
                    <a:pt x="1970650" y="3109058"/>
                  </a:lnTo>
                  <a:lnTo>
                    <a:pt x="1969592" y="3109058"/>
                  </a:lnTo>
                  <a:lnTo>
                    <a:pt x="1968534" y="3109058"/>
                  </a:lnTo>
                  <a:lnTo>
                    <a:pt x="1967476" y="3109058"/>
                  </a:lnTo>
                  <a:lnTo>
                    <a:pt x="1966418" y="3109058"/>
                  </a:lnTo>
                  <a:lnTo>
                    <a:pt x="1965360" y="3109058"/>
                  </a:lnTo>
                  <a:lnTo>
                    <a:pt x="1964303" y="3109058"/>
                  </a:lnTo>
                  <a:lnTo>
                    <a:pt x="1963245" y="3109058"/>
                  </a:lnTo>
                  <a:lnTo>
                    <a:pt x="1962187" y="3109058"/>
                  </a:lnTo>
                  <a:lnTo>
                    <a:pt x="1961129" y="3109058"/>
                  </a:lnTo>
                  <a:lnTo>
                    <a:pt x="1960071" y="3109058"/>
                  </a:lnTo>
                  <a:lnTo>
                    <a:pt x="1959013" y="3109058"/>
                  </a:lnTo>
                  <a:lnTo>
                    <a:pt x="1957955" y="3109058"/>
                  </a:lnTo>
                  <a:lnTo>
                    <a:pt x="1956898" y="3109058"/>
                  </a:lnTo>
                  <a:lnTo>
                    <a:pt x="1955840" y="3109058"/>
                  </a:lnTo>
                  <a:lnTo>
                    <a:pt x="1954782" y="3109058"/>
                  </a:lnTo>
                  <a:lnTo>
                    <a:pt x="1953724" y="3109058"/>
                  </a:lnTo>
                  <a:lnTo>
                    <a:pt x="1952666" y="3109058"/>
                  </a:lnTo>
                  <a:lnTo>
                    <a:pt x="1951608" y="3109058"/>
                  </a:lnTo>
                  <a:lnTo>
                    <a:pt x="1950551" y="3109058"/>
                  </a:lnTo>
                  <a:lnTo>
                    <a:pt x="1949493" y="3109058"/>
                  </a:lnTo>
                  <a:lnTo>
                    <a:pt x="1948435" y="3109058"/>
                  </a:lnTo>
                  <a:lnTo>
                    <a:pt x="1947377" y="3109058"/>
                  </a:lnTo>
                  <a:lnTo>
                    <a:pt x="1946319" y="3109058"/>
                  </a:lnTo>
                  <a:lnTo>
                    <a:pt x="1945261" y="3109058"/>
                  </a:lnTo>
                  <a:lnTo>
                    <a:pt x="1944204" y="3109058"/>
                  </a:lnTo>
                  <a:lnTo>
                    <a:pt x="1943146" y="3109058"/>
                  </a:lnTo>
                  <a:lnTo>
                    <a:pt x="1942088" y="3109058"/>
                  </a:lnTo>
                  <a:lnTo>
                    <a:pt x="1941030" y="3109058"/>
                  </a:lnTo>
                  <a:lnTo>
                    <a:pt x="1939972" y="3109058"/>
                  </a:lnTo>
                  <a:lnTo>
                    <a:pt x="1938914" y="3109058"/>
                  </a:lnTo>
                  <a:lnTo>
                    <a:pt x="1937857" y="3109058"/>
                  </a:lnTo>
                  <a:lnTo>
                    <a:pt x="1936799" y="3109058"/>
                  </a:lnTo>
                  <a:lnTo>
                    <a:pt x="1935741" y="3109058"/>
                  </a:lnTo>
                  <a:lnTo>
                    <a:pt x="1934683" y="3109058"/>
                  </a:lnTo>
                  <a:lnTo>
                    <a:pt x="1933625" y="3109058"/>
                  </a:lnTo>
                  <a:lnTo>
                    <a:pt x="1932567" y="3109058"/>
                  </a:lnTo>
                  <a:lnTo>
                    <a:pt x="1931509" y="3109058"/>
                  </a:lnTo>
                  <a:lnTo>
                    <a:pt x="1930452" y="3109058"/>
                  </a:lnTo>
                  <a:lnTo>
                    <a:pt x="1929394" y="3109058"/>
                  </a:lnTo>
                  <a:lnTo>
                    <a:pt x="1928336" y="3109058"/>
                  </a:lnTo>
                  <a:lnTo>
                    <a:pt x="1927278" y="3109058"/>
                  </a:lnTo>
                  <a:lnTo>
                    <a:pt x="1926220" y="3109058"/>
                  </a:lnTo>
                  <a:lnTo>
                    <a:pt x="1925162" y="3109058"/>
                  </a:lnTo>
                  <a:lnTo>
                    <a:pt x="1924105" y="3109058"/>
                  </a:lnTo>
                  <a:lnTo>
                    <a:pt x="1923047" y="3109058"/>
                  </a:lnTo>
                  <a:lnTo>
                    <a:pt x="1921989" y="3109058"/>
                  </a:lnTo>
                  <a:lnTo>
                    <a:pt x="1920931" y="3109058"/>
                  </a:lnTo>
                  <a:lnTo>
                    <a:pt x="1919873" y="3109058"/>
                  </a:lnTo>
                  <a:lnTo>
                    <a:pt x="1918815" y="3109058"/>
                  </a:lnTo>
                  <a:lnTo>
                    <a:pt x="1917758" y="3109058"/>
                  </a:lnTo>
                  <a:lnTo>
                    <a:pt x="1916700" y="3109058"/>
                  </a:lnTo>
                  <a:lnTo>
                    <a:pt x="1915642" y="3109058"/>
                  </a:lnTo>
                  <a:lnTo>
                    <a:pt x="1914584" y="3109058"/>
                  </a:lnTo>
                  <a:lnTo>
                    <a:pt x="1913526" y="3109058"/>
                  </a:lnTo>
                  <a:lnTo>
                    <a:pt x="1912468" y="3109058"/>
                  </a:lnTo>
                  <a:lnTo>
                    <a:pt x="1911411" y="3109058"/>
                  </a:lnTo>
                  <a:lnTo>
                    <a:pt x="1910353" y="3109058"/>
                  </a:lnTo>
                  <a:lnTo>
                    <a:pt x="1909295" y="3109058"/>
                  </a:lnTo>
                  <a:lnTo>
                    <a:pt x="1908237" y="3109058"/>
                  </a:lnTo>
                  <a:lnTo>
                    <a:pt x="1907179" y="3109058"/>
                  </a:lnTo>
                  <a:lnTo>
                    <a:pt x="1906121" y="3109058"/>
                  </a:lnTo>
                  <a:lnTo>
                    <a:pt x="1905063" y="3109058"/>
                  </a:lnTo>
                  <a:lnTo>
                    <a:pt x="1904006" y="3109058"/>
                  </a:lnTo>
                  <a:lnTo>
                    <a:pt x="1902948" y="3109058"/>
                  </a:lnTo>
                  <a:lnTo>
                    <a:pt x="1901890" y="3109058"/>
                  </a:lnTo>
                  <a:lnTo>
                    <a:pt x="1900832" y="3109058"/>
                  </a:lnTo>
                  <a:lnTo>
                    <a:pt x="1899774" y="3109058"/>
                  </a:lnTo>
                  <a:lnTo>
                    <a:pt x="1898716" y="3109058"/>
                  </a:lnTo>
                  <a:lnTo>
                    <a:pt x="1897659" y="3109058"/>
                  </a:lnTo>
                  <a:lnTo>
                    <a:pt x="1896601" y="3109058"/>
                  </a:lnTo>
                  <a:lnTo>
                    <a:pt x="1895543" y="3109058"/>
                  </a:lnTo>
                  <a:lnTo>
                    <a:pt x="1894485" y="3109058"/>
                  </a:lnTo>
                  <a:lnTo>
                    <a:pt x="1893427" y="3109058"/>
                  </a:lnTo>
                  <a:lnTo>
                    <a:pt x="1892369" y="3109058"/>
                  </a:lnTo>
                  <a:lnTo>
                    <a:pt x="1891312" y="3109058"/>
                  </a:lnTo>
                  <a:lnTo>
                    <a:pt x="1890254" y="3109058"/>
                  </a:lnTo>
                  <a:lnTo>
                    <a:pt x="1889196" y="3109058"/>
                  </a:lnTo>
                  <a:lnTo>
                    <a:pt x="1888138" y="3109058"/>
                  </a:lnTo>
                  <a:lnTo>
                    <a:pt x="1887080" y="3109058"/>
                  </a:lnTo>
                  <a:lnTo>
                    <a:pt x="1886022" y="3109058"/>
                  </a:lnTo>
                  <a:lnTo>
                    <a:pt x="1884965" y="3109058"/>
                  </a:lnTo>
                  <a:lnTo>
                    <a:pt x="1883907" y="3109058"/>
                  </a:lnTo>
                  <a:lnTo>
                    <a:pt x="1882849" y="3109058"/>
                  </a:lnTo>
                  <a:lnTo>
                    <a:pt x="1881791" y="3109058"/>
                  </a:lnTo>
                  <a:lnTo>
                    <a:pt x="1880733" y="3109058"/>
                  </a:lnTo>
                  <a:lnTo>
                    <a:pt x="1879675" y="3109058"/>
                  </a:lnTo>
                  <a:lnTo>
                    <a:pt x="1878617" y="3109058"/>
                  </a:lnTo>
                  <a:lnTo>
                    <a:pt x="1877560" y="3109058"/>
                  </a:lnTo>
                  <a:lnTo>
                    <a:pt x="1876502" y="3109058"/>
                  </a:lnTo>
                  <a:lnTo>
                    <a:pt x="1875444" y="3109058"/>
                  </a:lnTo>
                  <a:lnTo>
                    <a:pt x="1874386" y="3109058"/>
                  </a:lnTo>
                  <a:lnTo>
                    <a:pt x="1873328" y="3109058"/>
                  </a:lnTo>
                  <a:lnTo>
                    <a:pt x="1872270" y="3109058"/>
                  </a:lnTo>
                  <a:lnTo>
                    <a:pt x="1871213" y="3109058"/>
                  </a:lnTo>
                  <a:lnTo>
                    <a:pt x="1870155" y="3109058"/>
                  </a:lnTo>
                  <a:lnTo>
                    <a:pt x="1869097" y="3109058"/>
                  </a:lnTo>
                  <a:lnTo>
                    <a:pt x="1868039" y="3109058"/>
                  </a:lnTo>
                  <a:lnTo>
                    <a:pt x="1866981" y="3109058"/>
                  </a:lnTo>
                  <a:lnTo>
                    <a:pt x="1865923" y="3109058"/>
                  </a:lnTo>
                  <a:lnTo>
                    <a:pt x="1864866" y="3109058"/>
                  </a:lnTo>
                  <a:lnTo>
                    <a:pt x="1863808" y="3109058"/>
                  </a:lnTo>
                  <a:lnTo>
                    <a:pt x="1862750" y="3109058"/>
                  </a:lnTo>
                  <a:lnTo>
                    <a:pt x="1861692" y="3109058"/>
                  </a:lnTo>
                  <a:lnTo>
                    <a:pt x="1860634" y="3109058"/>
                  </a:lnTo>
                  <a:lnTo>
                    <a:pt x="1859576" y="3109058"/>
                  </a:lnTo>
                  <a:lnTo>
                    <a:pt x="1858519" y="3109058"/>
                  </a:lnTo>
                  <a:lnTo>
                    <a:pt x="1857461" y="3109058"/>
                  </a:lnTo>
                  <a:lnTo>
                    <a:pt x="1856403" y="3109058"/>
                  </a:lnTo>
                  <a:lnTo>
                    <a:pt x="1855345" y="3109058"/>
                  </a:lnTo>
                  <a:lnTo>
                    <a:pt x="1854287" y="3109058"/>
                  </a:lnTo>
                  <a:lnTo>
                    <a:pt x="1853229" y="3109058"/>
                  </a:lnTo>
                  <a:lnTo>
                    <a:pt x="1852171" y="3109058"/>
                  </a:lnTo>
                  <a:lnTo>
                    <a:pt x="1851114" y="3109058"/>
                  </a:lnTo>
                  <a:lnTo>
                    <a:pt x="1850056" y="3109058"/>
                  </a:lnTo>
                  <a:lnTo>
                    <a:pt x="1848998" y="3109058"/>
                  </a:lnTo>
                  <a:lnTo>
                    <a:pt x="1847940" y="3109058"/>
                  </a:lnTo>
                  <a:lnTo>
                    <a:pt x="1846882" y="3109058"/>
                  </a:lnTo>
                  <a:lnTo>
                    <a:pt x="1845824" y="3109058"/>
                  </a:lnTo>
                  <a:lnTo>
                    <a:pt x="1844767" y="3109058"/>
                  </a:lnTo>
                  <a:lnTo>
                    <a:pt x="1843709" y="3109058"/>
                  </a:lnTo>
                  <a:lnTo>
                    <a:pt x="1842651" y="3109058"/>
                  </a:lnTo>
                  <a:lnTo>
                    <a:pt x="1841593" y="3109058"/>
                  </a:lnTo>
                  <a:lnTo>
                    <a:pt x="1840535" y="3109058"/>
                  </a:lnTo>
                  <a:lnTo>
                    <a:pt x="1839477" y="3109058"/>
                  </a:lnTo>
                  <a:lnTo>
                    <a:pt x="1838420" y="3109058"/>
                  </a:lnTo>
                  <a:lnTo>
                    <a:pt x="1837362" y="3109058"/>
                  </a:lnTo>
                  <a:lnTo>
                    <a:pt x="1836304" y="3109058"/>
                  </a:lnTo>
                  <a:lnTo>
                    <a:pt x="1835246" y="3109058"/>
                  </a:lnTo>
                  <a:lnTo>
                    <a:pt x="1834188" y="3109058"/>
                  </a:lnTo>
                  <a:lnTo>
                    <a:pt x="1833130" y="3109058"/>
                  </a:lnTo>
                  <a:lnTo>
                    <a:pt x="1832073" y="3109058"/>
                  </a:lnTo>
                  <a:lnTo>
                    <a:pt x="1831015" y="3109058"/>
                  </a:lnTo>
                  <a:lnTo>
                    <a:pt x="1829957" y="3109058"/>
                  </a:lnTo>
                  <a:lnTo>
                    <a:pt x="1828899" y="3109058"/>
                  </a:lnTo>
                  <a:lnTo>
                    <a:pt x="1827841" y="3109058"/>
                  </a:lnTo>
                  <a:lnTo>
                    <a:pt x="1826783" y="3109058"/>
                  </a:lnTo>
                  <a:lnTo>
                    <a:pt x="1825725" y="3109058"/>
                  </a:lnTo>
                  <a:lnTo>
                    <a:pt x="1824668" y="3109058"/>
                  </a:lnTo>
                  <a:lnTo>
                    <a:pt x="1823610" y="3109058"/>
                  </a:lnTo>
                  <a:lnTo>
                    <a:pt x="1822552" y="3109058"/>
                  </a:lnTo>
                  <a:lnTo>
                    <a:pt x="1821494" y="3109058"/>
                  </a:lnTo>
                  <a:lnTo>
                    <a:pt x="1820436" y="3109058"/>
                  </a:lnTo>
                  <a:lnTo>
                    <a:pt x="1819378" y="3109058"/>
                  </a:lnTo>
                  <a:lnTo>
                    <a:pt x="1818321" y="3109058"/>
                  </a:lnTo>
                  <a:lnTo>
                    <a:pt x="1817263" y="3109058"/>
                  </a:lnTo>
                  <a:lnTo>
                    <a:pt x="1816205" y="3109058"/>
                  </a:lnTo>
                  <a:lnTo>
                    <a:pt x="1815147" y="3109058"/>
                  </a:lnTo>
                  <a:lnTo>
                    <a:pt x="1814089" y="3109058"/>
                  </a:lnTo>
                  <a:lnTo>
                    <a:pt x="1813031" y="3109058"/>
                  </a:lnTo>
                  <a:lnTo>
                    <a:pt x="1811974" y="3109058"/>
                  </a:lnTo>
                  <a:lnTo>
                    <a:pt x="1810916" y="3109058"/>
                  </a:lnTo>
                  <a:lnTo>
                    <a:pt x="1809858" y="3109058"/>
                  </a:lnTo>
                  <a:lnTo>
                    <a:pt x="1808800" y="3109058"/>
                  </a:lnTo>
                  <a:lnTo>
                    <a:pt x="1807742" y="3109058"/>
                  </a:lnTo>
                  <a:lnTo>
                    <a:pt x="1806684" y="3109058"/>
                  </a:lnTo>
                  <a:lnTo>
                    <a:pt x="1805627" y="3109058"/>
                  </a:lnTo>
                  <a:lnTo>
                    <a:pt x="1804569" y="3109058"/>
                  </a:lnTo>
                  <a:lnTo>
                    <a:pt x="1803511" y="3109058"/>
                  </a:lnTo>
                  <a:lnTo>
                    <a:pt x="1802453" y="3109058"/>
                  </a:lnTo>
                  <a:lnTo>
                    <a:pt x="1801395" y="3109058"/>
                  </a:lnTo>
                  <a:lnTo>
                    <a:pt x="1800337" y="3109058"/>
                  </a:lnTo>
                  <a:lnTo>
                    <a:pt x="1799279" y="3109058"/>
                  </a:lnTo>
                  <a:lnTo>
                    <a:pt x="1798222" y="3109058"/>
                  </a:lnTo>
                  <a:lnTo>
                    <a:pt x="1797164" y="3109058"/>
                  </a:lnTo>
                  <a:lnTo>
                    <a:pt x="1796106" y="3109058"/>
                  </a:lnTo>
                  <a:lnTo>
                    <a:pt x="1795048" y="3109058"/>
                  </a:lnTo>
                  <a:lnTo>
                    <a:pt x="1793990" y="3109058"/>
                  </a:lnTo>
                  <a:lnTo>
                    <a:pt x="1792932" y="3109058"/>
                  </a:lnTo>
                  <a:lnTo>
                    <a:pt x="1791875" y="3109058"/>
                  </a:lnTo>
                  <a:lnTo>
                    <a:pt x="1790817" y="3109058"/>
                  </a:lnTo>
                  <a:lnTo>
                    <a:pt x="1789759" y="3109058"/>
                  </a:lnTo>
                  <a:lnTo>
                    <a:pt x="1788701" y="3109058"/>
                  </a:lnTo>
                  <a:lnTo>
                    <a:pt x="1787643" y="3109058"/>
                  </a:lnTo>
                  <a:lnTo>
                    <a:pt x="1786585" y="3109058"/>
                  </a:lnTo>
                  <a:lnTo>
                    <a:pt x="1785528" y="3109058"/>
                  </a:lnTo>
                  <a:lnTo>
                    <a:pt x="1784470" y="3109058"/>
                  </a:lnTo>
                  <a:lnTo>
                    <a:pt x="1783412" y="3109058"/>
                  </a:lnTo>
                  <a:lnTo>
                    <a:pt x="1782354" y="3109058"/>
                  </a:lnTo>
                  <a:lnTo>
                    <a:pt x="1781296" y="3109058"/>
                  </a:lnTo>
                  <a:lnTo>
                    <a:pt x="1780238" y="3109058"/>
                  </a:lnTo>
                  <a:lnTo>
                    <a:pt x="1779181" y="3109058"/>
                  </a:lnTo>
                  <a:lnTo>
                    <a:pt x="1778123" y="3109058"/>
                  </a:lnTo>
                  <a:lnTo>
                    <a:pt x="1777065" y="3109058"/>
                  </a:lnTo>
                  <a:lnTo>
                    <a:pt x="1776007" y="3109058"/>
                  </a:lnTo>
                  <a:lnTo>
                    <a:pt x="1774949" y="3109058"/>
                  </a:lnTo>
                  <a:lnTo>
                    <a:pt x="1773891" y="3109058"/>
                  </a:lnTo>
                  <a:lnTo>
                    <a:pt x="1772833" y="3109058"/>
                  </a:lnTo>
                  <a:lnTo>
                    <a:pt x="1771776" y="3109058"/>
                  </a:lnTo>
                  <a:lnTo>
                    <a:pt x="1770718" y="3109058"/>
                  </a:lnTo>
                  <a:lnTo>
                    <a:pt x="1769660" y="3109058"/>
                  </a:lnTo>
                  <a:lnTo>
                    <a:pt x="1768602" y="3109058"/>
                  </a:lnTo>
                  <a:lnTo>
                    <a:pt x="1767544" y="3109058"/>
                  </a:lnTo>
                  <a:lnTo>
                    <a:pt x="1766486" y="3109058"/>
                  </a:lnTo>
                  <a:lnTo>
                    <a:pt x="1765429" y="3109058"/>
                  </a:lnTo>
                  <a:lnTo>
                    <a:pt x="1764371" y="3109058"/>
                  </a:lnTo>
                  <a:lnTo>
                    <a:pt x="1763313" y="3109058"/>
                  </a:lnTo>
                  <a:lnTo>
                    <a:pt x="1762255" y="3109058"/>
                  </a:lnTo>
                  <a:lnTo>
                    <a:pt x="1761197" y="3109058"/>
                  </a:lnTo>
                  <a:lnTo>
                    <a:pt x="1760139" y="3109058"/>
                  </a:lnTo>
                  <a:lnTo>
                    <a:pt x="1759082" y="3109058"/>
                  </a:lnTo>
                  <a:lnTo>
                    <a:pt x="1758024" y="3109058"/>
                  </a:lnTo>
                  <a:lnTo>
                    <a:pt x="1756966" y="3109058"/>
                  </a:lnTo>
                  <a:lnTo>
                    <a:pt x="1755908" y="3109058"/>
                  </a:lnTo>
                  <a:lnTo>
                    <a:pt x="1754850" y="3109058"/>
                  </a:lnTo>
                  <a:lnTo>
                    <a:pt x="1753792" y="3109058"/>
                  </a:lnTo>
                  <a:lnTo>
                    <a:pt x="1752735" y="3109058"/>
                  </a:lnTo>
                  <a:lnTo>
                    <a:pt x="1751677" y="3109058"/>
                  </a:lnTo>
                  <a:lnTo>
                    <a:pt x="1750619" y="3109058"/>
                  </a:lnTo>
                  <a:lnTo>
                    <a:pt x="1749561" y="3109058"/>
                  </a:lnTo>
                  <a:lnTo>
                    <a:pt x="1748503" y="3109058"/>
                  </a:lnTo>
                  <a:lnTo>
                    <a:pt x="1747445" y="3109058"/>
                  </a:lnTo>
                  <a:lnTo>
                    <a:pt x="1746387" y="3109058"/>
                  </a:lnTo>
                  <a:lnTo>
                    <a:pt x="1745330" y="3109058"/>
                  </a:lnTo>
                  <a:lnTo>
                    <a:pt x="1744272" y="3109058"/>
                  </a:lnTo>
                  <a:lnTo>
                    <a:pt x="1743214" y="3109058"/>
                  </a:lnTo>
                  <a:lnTo>
                    <a:pt x="1742156" y="3109058"/>
                  </a:lnTo>
                  <a:lnTo>
                    <a:pt x="1741098" y="3109058"/>
                  </a:lnTo>
                  <a:lnTo>
                    <a:pt x="1740040" y="3109058"/>
                  </a:lnTo>
                  <a:lnTo>
                    <a:pt x="1738983" y="3109058"/>
                  </a:lnTo>
                  <a:lnTo>
                    <a:pt x="1737925" y="3109058"/>
                  </a:lnTo>
                  <a:lnTo>
                    <a:pt x="1736867" y="3109058"/>
                  </a:lnTo>
                  <a:lnTo>
                    <a:pt x="1735809" y="3109058"/>
                  </a:lnTo>
                  <a:lnTo>
                    <a:pt x="1734751" y="3109058"/>
                  </a:lnTo>
                  <a:lnTo>
                    <a:pt x="1733693" y="3109058"/>
                  </a:lnTo>
                  <a:lnTo>
                    <a:pt x="1732636" y="3109058"/>
                  </a:lnTo>
                  <a:lnTo>
                    <a:pt x="1731578" y="3109058"/>
                  </a:lnTo>
                  <a:lnTo>
                    <a:pt x="1730520" y="3109058"/>
                  </a:lnTo>
                  <a:lnTo>
                    <a:pt x="1729462" y="3109058"/>
                  </a:lnTo>
                  <a:lnTo>
                    <a:pt x="1728404" y="3109058"/>
                  </a:lnTo>
                  <a:lnTo>
                    <a:pt x="1727346" y="3109058"/>
                  </a:lnTo>
                  <a:lnTo>
                    <a:pt x="1726289" y="3109058"/>
                  </a:lnTo>
                  <a:lnTo>
                    <a:pt x="1725231" y="3109058"/>
                  </a:lnTo>
                  <a:lnTo>
                    <a:pt x="1724173" y="3109058"/>
                  </a:lnTo>
                  <a:lnTo>
                    <a:pt x="1723115" y="3109058"/>
                  </a:lnTo>
                  <a:lnTo>
                    <a:pt x="1722057" y="3109058"/>
                  </a:lnTo>
                  <a:lnTo>
                    <a:pt x="1720999" y="3109058"/>
                  </a:lnTo>
                  <a:lnTo>
                    <a:pt x="1719941" y="3109058"/>
                  </a:lnTo>
                  <a:lnTo>
                    <a:pt x="1718884" y="3109058"/>
                  </a:lnTo>
                  <a:lnTo>
                    <a:pt x="1717826" y="3109058"/>
                  </a:lnTo>
                  <a:lnTo>
                    <a:pt x="1716768" y="3109058"/>
                  </a:lnTo>
                  <a:lnTo>
                    <a:pt x="1715710" y="3109058"/>
                  </a:lnTo>
                  <a:lnTo>
                    <a:pt x="1714652" y="3109058"/>
                  </a:lnTo>
                  <a:lnTo>
                    <a:pt x="1713594" y="3109058"/>
                  </a:lnTo>
                  <a:lnTo>
                    <a:pt x="1712537" y="3109058"/>
                  </a:lnTo>
                  <a:lnTo>
                    <a:pt x="1711479" y="3109058"/>
                  </a:lnTo>
                  <a:lnTo>
                    <a:pt x="1710421" y="3109058"/>
                  </a:lnTo>
                  <a:lnTo>
                    <a:pt x="1709363" y="3109058"/>
                  </a:lnTo>
                  <a:lnTo>
                    <a:pt x="1708305" y="3109058"/>
                  </a:lnTo>
                  <a:lnTo>
                    <a:pt x="1707247" y="3109058"/>
                  </a:lnTo>
                  <a:lnTo>
                    <a:pt x="1706190" y="3109058"/>
                  </a:lnTo>
                  <a:lnTo>
                    <a:pt x="1705132" y="3109058"/>
                  </a:lnTo>
                  <a:lnTo>
                    <a:pt x="1704074" y="3109058"/>
                  </a:lnTo>
                  <a:lnTo>
                    <a:pt x="1703016" y="3109058"/>
                  </a:lnTo>
                  <a:lnTo>
                    <a:pt x="1701958" y="3109058"/>
                  </a:lnTo>
                  <a:lnTo>
                    <a:pt x="1700900" y="3109058"/>
                  </a:lnTo>
                  <a:lnTo>
                    <a:pt x="1699843" y="3109058"/>
                  </a:lnTo>
                  <a:lnTo>
                    <a:pt x="1698785" y="3109058"/>
                  </a:lnTo>
                  <a:lnTo>
                    <a:pt x="1697727" y="3109058"/>
                  </a:lnTo>
                  <a:lnTo>
                    <a:pt x="1696669" y="3109058"/>
                  </a:lnTo>
                  <a:lnTo>
                    <a:pt x="1695611" y="3109058"/>
                  </a:lnTo>
                  <a:lnTo>
                    <a:pt x="1694553" y="3109058"/>
                  </a:lnTo>
                  <a:lnTo>
                    <a:pt x="1693495" y="3109058"/>
                  </a:lnTo>
                  <a:lnTo>
                    <a:pt x="1692438" y="3109058"/>
                  </a:lnTo>
                  <a:lnTo>
                    <a:pt x="1691380" y="3109058"/>
                  </a:lnTo>
                  <a:lnTo>
                    <a:pt x="1690322" y="3109058"/>
                  </a:lnTo>
                  <a:lnTo>
                    <a:pt x="1689264" y="3109058"/>
                  </a:lnTo>
                  <a:lnTo>
                    <a:pt x="1688206" y="3109058"/>
                  </a:lnTo>
                  <a:lnTo>
                    <a:pt x="1687148" y="3109058"/>
                  </a:lnTo>
                  <a:lnTo>
                    <a:pt x="1686091" y="3109058"/>
                  </a:lnTo>
                  <a:lnTo>
                    <a:pt x="1685033" y="3109058"/>
                  </a:lnTo>
                  <a:lnTo>
                    <a:pt x="1683975" y="3109058"/>
                  </a:lnTo>
                  <a:lnTo>
                    <a:pt x="1682917" y="3109058"/>
                  </a:lnTo>
                  <a:lnTo>
                    <a:pt x="1681859" y="3109058"/>
                  </a:lnTo>
                  <a:lnTo>
                    <a:pt x="1680801" y="3109058"/>
                  </a:lnTo>
                  <a:lnTo>
                    <a:pt x="1679744" y="3109058"/>
                  </a:lnTo>
                  <a:lnTo>
                    <a:pt x="1678686" y="3109058"/>
                  </a:lnTo>
                  <a:lnTo>
                    <a:pt x="1677628" y="3109058"/>
                  </a:lnTo>
                  <a:lnTo>
                    <a:pt x="1676570" y="3109058"/>
                  </a:lnTo>
                  <a:lnTo>
                    <a:pt x="1675512" y="3109058"/>
                  </a:lnTo>
                  <a:lnTo>
                    <a:pt x="1674454" y="3109058"/>
                  </a:lnTo>
                  <a:lnTo>
                    <a:pt x="1673397" y="3109058"/>
                  </a:lnTo>
                  <a:lnTo>
                    <a:pt x="1672339" y="3109058"/>
                  </a:lnTo>
                  <a:lnTo>
                    <a:pt x="1671281" y="3109058"/>
                  </a:lnTo>
                  <a:lnTo>
                    <a:pt x="1670223" y="3109058"/>
                  </a:lnTo>
                  <a:lnTo>
                    <a:pt x="1669165" y="3109058"/>
                  </a:lnTo>
                  <a:lnTo>
                    <a:pt x="1668107" y="3109058"/>
                  </a:lnTo>
                  <a:lnTo>
                    <a:pt x="1667049" y="3109058"/>
                  </a:lnTo>
                  <a:lnTo>
                    <a:pt x="1665992" y="3109058"/>
                  </a:lnTo>
                  <a:lnTo>
                    <a:pt x="1664934" y="3109058"/>
                  </a:lnTo>
                  <a:lnTo>
                    <a:pt x="1663876" y="3109058"/>
                  </a:lnTo>
                  <a:lnTo>
                    <a:pt x="1662818" y="3109058"/>
                  </a:lnTo>
                  <a:lnTo>
                    <a:pt x="1661760" y="3109058"/>
                  </a:lnTo>
                  <a:lnTo>
                    <a:pt x="1660702" y="3109058"/>
                  </a:lnTo>
                  <a:lnTo>
                    <a:pt x="1659645" y="3109058"/>
                  </a:lnTo>
                  <a:lnTo>
                    <a:pt x="1658587" y="3109058"/>
                  </a:lnTo>
                  <a:lnTo>
                    <a:pt x="1657529" y="3109058"/>
                  </a:lnTo>
                  <a:lnTo>
                    <a:pt x="1656471" y="3109058"/>
                  </a:lnTo>
                  <a:lnTo>
                    <a:pt x="1655413" y="3109058"/>
                  </a:lnTo>
                  <a:lnTo>
                    <a:pt x="1654355" y="3109058"/>
                  </a:lnTo>
                  <a:lnTo>
                    <a:pt x="1653298" y="3109058"/>
                  </a:lnTo>
                  <a:lnTo>
                    <a:pt x="1652240" y="3109058"/>
                  </a:lnTo>
                  <a:lnTo>
                    <a:pt x="1651182" y="3109058"/>
                  </a:lnTo>
                  <a:lnTo>
                    <a:pt x="1650124" y="3109058"/>
                  </a:lnTo>
                  <a:lnTo>
                    <a:pt x="1649066" y="3109058"/>
                  </a:lnTo>
                  <a:lnTo>
                    <a:pt x="1648008" y="3109058"/>
                  </a:lnTo>
                  <a:lnTo>
                    <a:pt x="1646951" y="3109058"/>
                  </a:lnTo>
                  <a:lnTo>
                    <a:pt x="1645893" y="3109058"/>
                  </a:lnTo>
                  <a:lnTo>
                    <a:pt x="1644835" y="3109058"/>
                  </a:lnTo>
                  <a:lnTo>
                    <a:pt x="1643777" y="3109058"/>
                  </a:lnTo>
                  <a:lnTo>
                    <a:pt x="1642719" y="3109058"/>
                  </a:lnTo>
                  <a:lnTo>
                    <a:pt x="1641661" y="3109058"/>
                  </a:lnTo>
                  <a:lnTo>
                    <a:pt x="1640603" y="3109058"/>
                  </a:lnTo>
                  <a:lnTo>
                    <a:pt x="1639546" y="3109058"/>
                  </a:lnTo>
                  <a:lnTo>
                    <a:pt x="1638488" y="3109058"/>
                  </a:lnTo>
                  <a:lnTo>
                    <a:pt x="1637430" y="3109058"/>
                  </a:lnTo>
                  <a:lnTo>
                    <a:pt x="1636372" y="3109058"/>
                  </a:lnTo>
                  <a:lnTo>
                    <a:pt x="1635314" y="3109058"/>
                  </a:lnTo>
                  <a:lnTo>
                    <a:pt x="1634256" y="3109058"/>
                  </a:lnTo>
                  <a:lnTo>
                    <a:pt x="1633199" y="3109058"/>
                  </a:lnTo>
                  <a:lnTo>
                    <a:pt x="1632141" y="3109058"/>
                  </a:lnTo>
                  <a:lnTo>
                    <a:pt x="1631083" y="3109058"/>
                  </a:lnTo>
                  <a:lnTo>
                    <a:pt x="1630025" y="3109058"/>
                  </a:lnTo>
                  <a:lnTo>
                    <a:pt x="1628967" y="3109058"/>
                  </a:lnTo>
                  <a:lnTo>
                    <a:pt x="1627909" y="3109058"/>
                  </a:lnTo>
                  <a:lnTo>
                    <a:pt x="1626852" y="3109058"/>
                  </a:lnTo>
                  <a:lnTo>
                    <a:pt x="1625794" y="3109058"/>
                  </a:lnTo>
                  <a:lnTo>
                    <a:pt x="1624736" y="3109058"/>
                  </a:lnTo>
                  <a:lnTo>
                    <a:pt x="1623678" y="3109058"/>
                  </a:lnTo>
                  <a:lnTo>
                    <a:pt x="1622620" y="3109058"/>
                  </a:lnTo>
                  <a:lnTo>
                    <a:pt x="1621562" y="3109058"/>
                  </a:lnTo>
                  <a:lnTo>
                    <a:pt x="1620505" y="3109058"/>
                  </a:lnTo>
                  <a:lnTo>
                    <a:pt x="1619447" y="3109058"/>
                  </a:lnTo>
                  <a:lnTo>
                    <a:pt x="1618389" y="3109058"/>
                  </a:lnTo>
                  <a:lnTo>
                    <a:pt x="1617331" y="3109058"/>
                  </a:lnTo>
                  <a:lnTo>
                    <a:pt x="1616273" y="3109058"/>
                  </a:lnTo>
                  <a:lnTo>
                    <a:pt x="1615215" y="3109058"/>
                  </a:lnTo>
                  <a:lnTo>
                    <a:pt x="1614158" y="3109058"/>
                  </a:lnTo>
                  <a:lnTo>
                    <a:pt x="1613100" y="3109058"/>
                  </a:lnTo>
                  <a:lnTo>
                    <a:pt x="1612042" y="3109058"/>
                  </a:lnTo>
                  <a:lnTo>
                    <a:pt x="1610984" y="3109058"/>
                  </a:lnTo>
                  <a:lnTo>
                    <a:pt x="1609926" y="3109058"/>
                  </a:lnTo>
                  <a:lnTo>
                    <a:pt x="1608868" y="3109058"/>
                  </a:lnTo>
                  <a:lnTo>
                    <a:pt x="1607810" y="3109058"/>
                  </a:lnTo>
                  <a:lnTo>
                    <a:pt x="1606753" y="3109058"/>
                  </a:lnTo>
                  <a:lnTo>
                    <a:pt x="1605695" y="3109058"/>
                  </a:lnTo>
                  <a:lnTo>
                    <a:pt x="1604637" y="3109058"/>
                  </a:lnTo>
                  <a:lnTo>
                    <a:pt x="1603579" y="3109058"/>
                  </a:lnTo>
                  <a:lnTo>
                    <a:pt x="1602521" y="3109058"/>
                  </a:lnTo>
                  <a:lnTo>
                    <a:pt x="1601463" y="3109058"/>
                  </a:lnTo>
                  <a:lnTo>
                    <a:pt x="1600406" y="3109058"/>
                  </a:lnTo>
                  <a:lnTo>
                    <a:pt x="1599348" y="3109058"/>
                  </a:lnTo>
                  <a:lnTo>
                    <a:pt x="1598290" y="3109058"/>
                  </a:lnTo>
                  <a:lnTo>
                    <a:pt x="1597232" y="3109058"/>
                  </a:lnTo>
                  <a:lnTo>
                    <a:pt x="1596174" y="3109058"/>
                  </a:lnTo>
                  <a:lnTo>
                    <a:pt x="1595116" y="3109058"/>
                  </a:lnTo>
                  <a:lnTo>
                    <a:pt x="1594059" y="3109058"/>
                  </a:lnTo>
                  <a:lnTo>
                    <a:pt x="1593001" y="3109058"/>
                  </a:lnTo>
                  <a:lnTo>
                    <a:pt x="1591943" y="3109058"/>
                  </a:lnTo>
                  <a:lnTo>
                    <a:pt x="1590885" y="3109058"/>
                  </a:lnTo>
                  <a:lnTo>
                    <a:pt x="1589827" y="3109058"/>
                  </a:lnTo>
                  <a:lnTo>
                    <a:pt x="1588769" y="3109058"/>
                  </a:lnTo>
                  <a:lnTo>
                    <a:pt x="1587712" y="3109058"/>
                  </a:lnTo>
                  <a:lnTo>
                    <a:pt x="1586654" y="3109058"/>
                  </a:lnTo>
                  <a:lnTo>
                    <a:pt x="1585596" y="3109058"/>
                  </a:lnTo>
                  <a:lnTo>
                    <a:pt x="1584538" y="3109058"/>
                  </a:lnTo>
                  <a:lnTo>
                    <a:pt x="1583480" y="3109058"/>
                  </a:lnTo>
                  <a:lnTo>
                    <a:pt x="1582422" y="3109058"/>
                  </a:lnTo>
                  <a:lnTo>
                    <a:pt x="1581364" y="3109058"/>
                  </a:lnTo>
                  <a:lnTo>
                    <a:pt x="1580307" y="3109058"/>
                  </a:lnTo>
                  <a:lnTo>
                    <a:pt x="1579249" y="3109058"/>
                  </a:lnTo>
                  <a:lnTo>
                    <a:pt x="1578191" y="3109058"/>
                  </a:lnTo>
                  <a:lnTo>
                    <a:pt x="1577133" y="3109058"/>
                  </a:lnTo>
                  <a:lnTo>
                    <a:pt x="1576075" y="3109058"/>
                  </a:lnTo>
                  <a:lnTo>
                    <a:pt x="1575017" y="3109058"/>
                  </a:lnTo>
                  <a:lnTo>
                    <a:pt x="1573960" y="3109058"/>
                  </a:lnTo>
                  <a:lnTo>
                    <a:pt x="1572902" y="3109058"/>
                  </a:lnTo>
                  <a:lnTo>
                    <a:pt x="1571844" y="3109058"/>
                  </a:lnTo>
                  <a:lnTo>
                    <a:pt x="1570786" y="3109058"/>
                  </a:lnTo>
                  <a:lnTo>
                    <a:pt x="1569728" y="3109058"/>
                  </a:lnTo>
                  <a:lnTo>
                    <a:pt x="1568670" y="3109058"/>
                  </a:lnTo>
                  <a:lnTo>
                    <a:pt x="1567613" y="3109058"/>
                  </a:lnTo>
                  <a:lnTo>
                    <a:pt x="1566555" y="3109058"/>
                  </a:lnTo>
                  <a:lnTo>
                    <a:pt x="1565497" y="3109058"/>
                  </a:lnTo>
                  <a:lnTo>
                    <a:pt x="1564439" y="3109058"/>
                  </a:lnTo>
                  <a:lnTo>
                    <a:pt x="1563381" y="3109058"/>
                  </a:lnTo>
                  <a:lnTo>
                    <a:pt x="1562323" y="3109058"/>
                  </a:lnTo>
                  <a:lnTo>
                    <a:pt x="1561266" y="3109058"/>
                  </a:lnTo>
                  <a:lnTo>
                    <a:pt x="1560208" y="3109058"/>
                  </a:lnTo>
                  <a:lnTo>
                    <a:pt x="1559150" y="3109058"/>
                  </a:lnTo>
                  <a:lnTo>
                    <a:pt x="1558092" y="3109058"/>
                  </a:lnTo>
                  <a:lnTo>
                    <a:pt x="1557034" y="3109058"/>
                  </a:lnTo>
                  <a:lnTo>
                    <a:pt x="1555976" y="3109058"/>
                  </a:lnTo>
                  <a:lnTo>
                    <a:pt x="1554918" y="3109058"/>
                  </a:lnTo>
                  <a:lnTo>
                    <a:pt x="1553861" y="3109058"/>
                  </a:lnTo>
                  <a:lnTo>
                    <a:pt x="1552803" y="3109058"/>
                  </a:lnTo>
                  <a:lnTo>
                    <a:pt x="1551745" y="3109058"/>
                  </a:lnTo>
                  <a:lnTo>
                    <a:pt x="1550687" y="3109058"/>
                  </a:lnTo>
                  <a:lnTo>
                    <a:pt x="1549629" y="3109058"/>
                  </a:lnTo>
                  <a:lnTo>
                    <a:pt x="1548571" y="3109058"/>
                  </a:lnTo>
                  <a:lnTo>
                    <a:pt x="1547514" y="3109058"/>
                  </a:lnTo>
                  <a:lnTo>
                    <a:pt x="1546456" y="3109058"/>
                  </a:lnTo>
                  <a:lnTo>
                    <a:pt x="1545398" y="3109058"/>
                  </a:lnTo>
                  <a:lnTo>
                    <a:pt x="1544340" y="3109058"/>
                  </a:lnTo>
                  <a:lnTo>
                    <a:pt x="1543282" y="3109058"/>
                  </a:lnTo>
                  <a:lnTo>
                    <a:pt x="1542224" y="3109058"/>
                  </a:lnTo>
                  <a:lnTo>
                    <a:pt x="1541167" y="3109058"/>
                  </a:lnTo>
                  <a:lnTo>
                    <a:pt x="1540109" y="3109058"/>
                  </a:lnTo>
                  <a:lnTo>
                    <a:pt x="1539051" y="3109058"/>
                  </a:lnTo>
                  <a:lnTo>
                    <a:pt x="1537993" y="3109058"/>
                  </a:lnTo>
                  <a:lnTo>
                    <a:pt x="1536935" y="3109058"/>
                  </a:lnTo>
                  <a:lnTo>
                    <a:pt x="1535877" y="3109058"/>
                  </a:lnTo>
                  <a:lnTo>
                    <a:pt x="1534820" y="3109058"/>
                  </a:lnTo>
                  <a:lnTo>
                    <a:pt x="1533762" y="3109058"/>
                  </a:lnTo>
                  <a:lnTo>
                    <a:pt x="1532704" y="3109058"/>
                  </a:lnTo>
                  <a:lnTo>
                    <a:pt x="1531646" y="3109058"/>
                  </a:lnTo>
                  <a:lnTo>
                    <a:pt x="1530588" y="3109058"/>
                  </a:lnTo>
                  <a:lnTo>
                    <a:pt x="1529530" y="3109058"/>
                  </a:lnTo>
                  <a:lnTo>
                    <a:pt x="1528472" y="3109058"/>
                  </a:lnTo>
                  <a:lnTo>
                    <a:pt x="1527415" y="3109058"/>
                  </a:lnTo>
                  <a:lnTo>
                    <a:pt x="1526357" y="3109058"/>
                  </a:lnTo>
                  <a:lnTo>
                    <a:pt x="1525299" y="3109058"/>
                  </a:lnTo>
                  <a:lnTo>
                    <a:pt x="1524241" y="3109058"/>
                  </a:lnTo>
                  <a:lnTo>
                    <a:pt x="1523183" y="3109058"/>
                  </a:lnTo>
                  <a:lnTo>
                    <a:pt x="1522125" y="3109058"/>
                  </a:lnTo>
                  <a:lnTo>
                    <a:pt x="1521068" y="3109058"/>
                  </a:lnTo>
                  <a:lnTo>
                    <a:pt x="1520010" y="3109058"/>
                  </a:lnTo>
                  <a:lnTo>
                    <a:pt x="1518952" y="3109058"/>
                  </a:lnTo>
                  <a:lnTo>
                    <a:pt x="1517894" y="3109058"/>
                  </a:lnTo>
                  <a:lnTo>
                    <a:pt x="1516836" y="3109058"/>
                  </a:lnTo>
                  <a:lnTo>
                    <a:pt x="1515778" y="3109058"/>
                  </a:lnTo>
                  <a:lnTo>
                    <a:pt x="1514721" y="3109058"/>
                  </a:lnTo>
                  <a:lnTo>
                    <a:pt x="1513663" y="3109058"/>
                  </a:lnTo>
                  <a:lnTo>
                    <a:pt x="1512605" y="3109058"/>
                  </a:lnTo>
                  <a:lnTo>
                    <a:pt x="1511547" y="3109058"/>
                  </a:lnTo>
                  <a:lnTo>
                    <a:pt x="1510489" y="3109058"/>
                  </a:lnTo>
                  <a:lnTo>
                    <a:pt x="1509431" y="3109058"/>
                  </a:lnTo>
                  <a:lnTo>
                    <a:pt x="1508374" y="3109058"/>
                  </a:lnTo>
                  <a:lnTo>
                    <a:pt x="1507316" y="3109058"/>
                  </a:lnTo>
                  <a:lnTo>
                    <a:pt x="1506258" y="3109058"/>
                  </a:lnTo>
                  <a:lnTo>
                    <a:pt x="1505200" y="3109058"/>
                  </a:lnTo>
                  <a:lnTo>
                    <a:pt x="1504142" y="3109058"/>
                  </a:lnTo>
                  <a:lnTo>
                    <a:pt x="1503084" y="3109058"/>
                  </a:lnTo>
                  <a:lnTo>
                    <a:pt x="1502026" y="3109058"/>
                  </a:lnTo>
                  <a:lnTo>
                    <a:pt x="1500969" y="3109058"/>
                  </a:lnTo>
                  <a:lnTo>
                    <a:pt x="1499911" y="3109058"/>
                  </a:lnTo>
                  <a:lnTo>
                    <a:pt x="1498853" y="3109058"/>
                  </a:lnTo>
                  <a:lnTo>
                    <a:pt x="1497795" y="3109058"/>
                  </a:lnTo>
                  <a:lnTo>
                    <a:pt x="1496737" y="3109058"/>
                  </a:lnTo>
                  <a:lnTo>
                    <a:pt x="1495679" y="3109058"/>
                  </a:lnTo>
                  <a:lnTo>
                    <a:pt x="1494622" y="3109058"/>
                  </a:lnTo>
                  <a:lnTo>
                    <a:pt x="1493564" y="3109058"/>
                  </a:lnTo>
                  <a:lnTo>
                    <a:pt x="1492506" y="3109058"/>
                  </a:lnTo>
                  <a:lnTo>
                    <a:pt x="1491448" y="3109058"/>
                  </a:lnTo>
                  <a:lnTo>
                    <a:pt x="1490390" y="3109058"/>
                  </a:lnTo>
                  <a:lnTo>
                    <a:pt x="1489332" y="3109058"/>
                  </a:lnTo>
                  <a:lnTo>
                    <a:pt x="1488275" y="3109058"/>
                  </a:lnTo>
                  <a:lnTo>
                    <a:pt x="1487217" y="3109058"/>
                  </a:lnTo>
                  <a:lnTo>
                    <a:pt x="1486159" y="3109058"/>
                  </a:lnTo>
                  <a:lnTo>
                    <a:pt x="1485101" y="3109058"/>
                  </a:lnTo>
                  <a:lnTo>
                    <a:pt x="1484043" y="3109058"/>
                  </a:lnTo>
                  <a:lnTo>
                    <a:pt x="1482985" y="3109058"/>
                  </a:lnTo>
                  <a:lnTo>
                    <a:pt x="1481928" y="3109058"/>
                  </a:lnTo>
                  <a:lnTo>
                    <a:pt x="1480870" y="3109058"/>
                  </a:lnTo>
                  <a:lnTo>
                    <a:pt x="1479812" y="3109058"/>
                  </a:lnTo>
                  <a:lnTo>
                    <a:pt x="1478754" y="3109058"/>
                  </a:lnTo>
                  <a:lnTo>
                    <a:pt x="1477696" y="3109058"/>
                  </a:lnTo>
                  <a:lnTo>
                    <a:pt x="1476638" y="3109058"/>
                  </a:lnTo>
                  <a:lnTo>
                    <a:pt x="1475580" y="3109058"/>
                  </a:lnTo>
                  <a:lnTo>
                    <a:pt x="1474523" y="3109058"/>
                  </a:lnTo>
                  <a:lnTo>
                    <a:pt x="1473465" y="3109058"/>
                  </a:lnTo>
                  <a:lnTo>
                    <a:pt x="1472407" y="3109058"/>
                  </a:lnTo>
                  <a:lnTo>
                    <a:pt x="1471349" y="3109058"/>
                  </a:lnTo>
                  <a:lnTo>
                    <a:pt x="1470291" y="3109058"/>
                  </a:lnTo>
                  <a:lnTo>
                    <a:pt x="1469233" y="3109058"/>
                  </a:lnTo>
                  <a:lnTo>
                    <a:pt x="1468176" y="3109058"/>
                  </a:lnTo>
                  <a:lnTo>
                    <a:pt x="1467118" y="3109058"/>
                  </a:lnTo>
                  <a:lnTo>
                    <a:pt x="1466060" y="3109058"/>
                  </a:lnTo>
                  <a:lnTo>
                    <a:pt x="1465002" y="3109058"/>
                  </a:lnTo>
                  <a:lnTo>
                    <a:pt x="1463944" y="3109058"/>
                  </a:lnTo>
                  <a:lnTo>
                    <a:pt x="1462886" y="3109058"/>
                  </a:lnTo>
                  <a:lnTo>
                    <a:pt x="1461829" y="3109058"/>
                  </a:lnTo>
                  <a:lnTo>
                    <a:pt x="1460771" y="3109058"/>
                  </a:lnTo>
                  <a:lnTo>
                    <a:pt x="1459713" y="3109058"/>
                  </a:lnTo>
                  <a:lnTo>
                    <a:pt x="1458655" y="3109058"/>
                  </a:lnTo>
                  <a:lnTo>
                    <a:pt x="1457597" y="3109058"/>
                  </a:lnTo>
                  <a:lnTo>
                    <a:pt x="1456539" y="3109058"/>
                  </a:lnTo>
                  <a:lnTo>
                    <a:pt x="1455482" y="3109058"/>
                  </a:lnTo>
                  <a:lnTo>
                    <a:pt x="1454424" y="3109058"/>
                  </a:lnTo>
                  <a:lnTo>
                    <a:pt x="1453366" y="3109058"/>
                  </a:lnTo>
                  <a:lnTo>
                    <a:pt x="1452308" y="3109058"/>
                  </a:lnTo>
                  <a:lnTo>
                    <a:pt x="1451250" y="3109058"/>
                  </a:lnTo>
                  <a:lnTo>
                    <a:pt x="1450192" y="3109058"/>
                  </a:lnTo>
                  <a:lnTo>
                    <a:pt x="1449134" y="3109058"/>
                  </a:lnTo>
                  <a:lnTo>
                    <a:pt x="1448077" y="3109058"/>
                  </a:lnTo>
                  <a:lnTo>
                    <a:pt x="1447019" y="3109058"/>
                  </a:lnTo>
                  <a:lnTo>
                    <a:pt x="1445961" y="3109058"/>
                  </a:lnTo>
                  <a:lnTo>
                    <a:pt x="1444903" y="3109058"/>
                  </a:lnTo>
                  <a:lnTo>
                    <a:pt x="1443845" y="3109058"/>
                  </a:lnTo>
                  <a:lnTo>
                    <a:pt x="1442787" y="3109058"/>
                  </a:lnTo>
                  <a:lnTo>
                    <a:pt x="1441730" y="3109058"/>
                  </a:lnTo>
                  <a:lnTo>
                    <a:pt x="1440672" y="3109058"/>
                  </a:lnTo>
                  <a:lnTo>
                    <a:pt x="1439614" y="3109058"/>
                  </a:lnTo>
                  <a:lnTo>
                    <a:pt x="1438556" y="3109058"/>
                  </a:lnTo>
                  <a:lnTo>
                    <a:pt x="1437498" y="3109058"/>
                  </a:lnTo>
                  <a:lnTo>
                    <a:pt x="1436440" y="3109058"/>
                  </a:lnTo>
                  <a:lnTo>
                    <a:pt x="1435383" y="3109058"/>
                  </a:lnTo>
                  <a:lnTo>
                    <a:pt x="1434325" y="3109058"/>
                  </a:lnTo>
                  <a:lnTo>
                    <a:pt x="1433267" y="3109058"/>
                  </a:lnTo>
                  <a:lnTo>
                    <a:pt x="1432209" y="3109058"/>
                  </a:lnTo>
                  <a:lnTo>
                    <a:pt x="1431151" y="3109058"/>
                  </a:lnTo>
                  <a:lnTo>
                    <a:pt x="1430093" y="3109058"/>
                  </a:lnTo>
                  <a:lnTo>
                    <a:pt x="1429036" y="3109058"/>
                  </a:lnTo>
                  <a:lnTo>
                    <a:pt x="1427978" y="3109058"/>
                  </a:lnTo>
                  <a:lnTo>
                    <a:pt x="1426920" y="3109058"/>
                  </a:lnTo>
                  <a:lnTo>
                    <a:pt x="1425862" y="3109058"/>
                  </a:lnTo>
                  <a:lnTo>
                    <a:pt x="1424804" y="3109058"/>
                  </a:lnTo>
                  <a:lnTo>
                    <a:pt x="1423746" y="3109058"/>
                  </a:lnTo>
                  <a:lnTo>
                    <a:pt x="1422688" y="3109058"/>
                  </a:lnTo>
                  <a:lnTo>
                    <a:pt x="1421631" y="3109058"/>
                  </a:lnTo>
                  <a:lnTo>
                    <a:pt x="1420573" y="3109058"/>
                  </a:lnTo>
                  <a:lnTo>
                    <a:pt x="1419515" y="3109058"/>
                  </a:lnTo>
                  <a:lnTo>
                    <a:pt x="1418457" y="3109058"/>
                  </a:lnTo>
                  <a:lnTo>
                    <a:pt x="1417399" y="3109058"/>
                  </a:lnTo>
                  <a:lnTo>
                    <a:pt x="1416341" y="3109058"/>
                  </a:lnTo>
                  <a:lnTo>
                    <a:pt x="1415284" y="3109058"/>
                  </a:lnTo>
                  <a:lnTo>
                    <a:pt x="1414226" y="3109058"/>
                  </a:lnTo>
                  <a:lnTo>
                    <a:pt x="1413168" y="3109058"/>
                  </a:lnTo>
                  <a:lnTo>
                    <a:pt x="1412110" y="3109058"/>
                  </a:lnTo>
                  <a:lnTo>
                    <a:pt x="1411052" y="3109058"/>
                  </a:lnTo>
                  <a:lnTo>
                    <a:pt x="1409994" y="3109058"/>
                  </a:lnTo>
                  <a:lnTo>
                    <a:pt x="1408937" y="3109058"/>
                  </a:lnTo>
                  <a:lnTo>
                    <a:pt x="1407879" y="3109058"/>
                  </a:lnTo>
                  <a:lnTo>
                    <a:pt x="1406821" y="3109058"/>
                  </a:lnTo>
                  <a:lnTo>
                    <a:pt x="1405763" y="3109058"/>
                  </a:lnTo>
                  <a:lnTo>
                    <a:pt x="1404705" y="3109058"/>
                  </a:lnTo>
                  <a:lnTo>
                    <a:pt x="1403647" y="3109058"/>
                  </a:lnTo>
                  <a:lnTo>
                    <a:pt x="1402590" y="3109058"/>
                  </a:lnTo>
                  <a:lnTo>
                    <a:pt x="1401532" y="3109058"/>
                  </a:lnTo>
                  <a:lnTo>
                    <a:pt x="1400474" y="3109058"/>
                  </a:lnTo>
                  <a:lnTo>
                    <a:pt x="1399416" y="3109058"/>
                  </a:lnTo>
                  <a:lnTo>
                    <a:pt x="1398358" y="3109058"/>
                  </a:lnTo>
                  <a:lnTo>
                    <a:pt x="1397300" y="3109058"/>
                  </a:lnTo>
                  <a:lnTo>
                    <a:pt x="1396242" y="3109058"/>
                  </a:lnTo>
                  <a:lnTo>
                    <a:pt x="1395185" y="3109058"/>
                  </a:lnTo>
                  <a:lnTo>
                    <a:pt x="1394127" y="3109058"/>
                  </a:lnTo>
                  <a:lnTo>
                    <a:pt x="1393069" y="3109058"/>
                  </a:lnTo>
                  <a:lnTo>
                    <a:pt x="1392011" y="3109058"/>
                  </a:lnTo>
                  <a:lnTo>
                    <a:pt x="1390953" y="3109058"/>
                  </a:lnTo>
                  <a:lnTo>
                    <a:pt x="1389895" y="3109058"/>
                  </a:lnTo>
                  <a:lnTo>
                    <a:pt x="1388838" y="3109058"/>
                  </a:lnTo>
                  <a:lnTo>
                    <a:pt x="1387780" y="3109058"/>
                  </a:lnTo>
                  <a:lnTo>
                    <a:pt x="1386722" y="3109058"/>
                  </a:lnTo>
                  <a:lnTo>
                    <a:pt x="1385664" y="3109058"/>
                  </a:lnTo>
                  <a:lnTo>
                    <a:pt x="1384606" y="3109058"/>
                  </a:lnTo>
                  <a:lnTo>
                    <a:pt x="1383548" y="3109058"/>
                  </a:lnTo>
                  <a:lnTo>
                    <a:pt x="1382491" y="3109058"/>
                  </a:lnTo>
                  <a:lnTo>
                    <a:pt x="1381433" y="3109058"/>
                  </a:lnTo>
                  <a:lnTo>
                    <a:pt x="1380375" y="3109058"/>
                  </a:lnTo>
                  <a:lnTo>
                    <a:pt x="1379317" y="3109058"/>
                  </a:lnTo>
                  <a:lnTo>
                    <a:pt x="1378259" y="3109058"/>
                  </a:lnTo>
                  <a:lnTo>
                    <a:pt x="1377201" y="3109058"/>
                  </a:lnTo>
                  <a:lnTo>
                    <a:pt x="1376144" y="3109058"/>
                  </a:lnTo>
                  <a:lnTo>
                    <a:pt x="1375086" y="3109058"/>
                  </a:lnTo>
                  <a:lnTo>
                    <a:pt x="1374028" y="3109058"/>
                  </a:lnTo>
                  <a:lnTo>
                    <a:pt x="1372970" y="3109058"/>
                  </a:lnTo>
                  <a:lnTo>
                    <a:pt x="1371912" y="3109058"/>
                  </a:lnTo>
                  <a:lnTo>
                    <a:pt x="1370854" y="3109058"/>
                  </a:lnTo>
                  <a:lnTo>
                    <a:pt x="1369796" y="3109058"/>
                  </a:lnTo>
                  <a:lnTo>
                    <a:pt x="1368739" y="3109058"/>
                  </a:lnTo>
                  <a:lnTo>
                    <a:pt x="1367681" y="3109058"/>
                  </a:lnTo>
                  <a:lnTo>
                    <a:pt x="1366623" y="3109058"/>
                  </a:lnTo>
                  <a:lnTo>
                    <a:pt x="1365565" y="3109058"/>
                  </a:lnTo>
                  <a:lnTo>
                    <a:pt x="1364507" y="3109058"/>
                  </a:lnTo>
                  <a:lnTo>
                    <a:pt x="1363449" y="3109058"/>
                  </a:lnTo>
                  <a:lnTo>
                    <a:pt x="1362392" y="3109058"/>
                  </a:lnTo>
                  <a:lnTo>
                    <a:pt x="1361334" y="3109058"/>
                  </a:lnTo>
                  <a:lnTo>
                    <a:pt x="1360276" y="3109058"/>
                  </a:lnTo>
                  <a:lnTo>
                    <a:pt x="1359218" y="3109058"/>
                  </a:lnTo>
                  <a:lnTo>
                    <a:pt x="1358160" y="3109058"/>
                  </a:lnTo>
                  <a:lnTo>
                    <a:pt x="1357102" y="3109058"/>
                  </a:lnTo>
                  <a:lnTo>
                    <a:pt x="1356045" y="3109058"/>
                  </a:lnTo>
                  <a:lnTo>
                    <a:pt x="1354987" y="3109058"/>
                  </a:lnTo>
                  <a:lnTo>
                    <a:pt x="1353929" y="3109058"/>
                  </a:lnTo>
                  <a:lnTo>
                    <a:pt x="1352871" y="3109058"/>
                  </a:lnTo>
                  <a:lnTo>
                    <a:pt x="1351813" y="3109058"/>
                  </a:lnTo>
                  <a:lnTo>
                    <a:pt x="1350755" y="3109058"/>
                  </a:lnTo>
                  <a:lnTo>
                    <a:pt x="1349698" y="3109058"/>
                  </a:lnTo>
                  <a:lnTo>
                    <a:pt x="1348640" y="3109058"/>
                  </a:lnTo>
                  <a:lnTo>
                    <a:pt x="1347582" y="3109058"/>
                  </a:lnTo>
                  <a:lnTo>
                    <a:pt x="1346524" y="3109058"/>
                  </a:lnTo>
                  <a:lnTo>
                    <a:pt x="1345466" y="3109058"/>
                  </a:lnTo>
                  <a:lnTo>
                    <a:pt x="1344408" y="3109058"/>
                  </a:lnTo>
                  <a:lnTo>
                    <a:pt x="1343350" y="3109058"/>
                  </a:lnTo>
                  <a:lnTo>
                    <a:pt x="1342293" y="3109058"/>
                  </a:lnTo>
                  <a:lnTo>
                    <a:pt x="1341235" y="3109058"/>
                  </a:lnTo>
                  <a:lnTo>
                    <a:pt x="1340177" y="3109058"/>
                  </a:lnTo>
                  <a:lnTo>
                    <a:pt x="1339119" y="3109058"/>
                  </a:lnTo>
                  <a:lnTo>
                    <a:pt x="1338061" y="3109058"/>
                  </a:lnTo>
                  <a:lnTo>
                    <a:pt x="1337003" y="3109058"/>
                  </a:lnTo>
                  <a:lnTo>
                    <a:pt x="1335946" y="3109058"/>
                  </a:lnTo>
                  <a:lnTo>
                    <a:pt x="1334888" y="3109058"/>
                  </a:lnTo>
                  <a:lnTo>
                    <a:pt x="1333830" y="3109058"/>
                  </a:lnTo>
                  <a:lnTo>
                    <a:pt x="1332772" y="3109058"/>
                  </a:lnTo>
                  <a:lnTo>
                    <a:pt x="1331714" y="3109058"/>
                  </a:lnTo>
                  <a:lnTo>
                    <a:pt x="1330656" y="3109058"/>
                  </a:lnTo>
                  <a:lnTo>
                    <a:pt x="1329599" y="3109058"/>
                  </a:lnTo>
                  <a:lnTo>
                    <a:pt x="1328541" y="3109058"/>
                  </a:lnTo>
                  <a:lnTo>
                    <a:pt x="1327483" y="3109058"/>
                  </a:lnTo>
                  <a:lnTo>
                    <a:pt x="1326425" y="3109058"/>
                  </a:lnTo>
                  <a:lnTo>
                    <a:pt x="1325367" y="3109058"/>
                  </a:lnTo>
                  <a:lnTo>
                    <a:pt x="1324309" y="3109058"/>
                  </a:lnTo>
                  <a:lnTo>
                    <a:pt x="1323252" y="3109058"/>
                  </a:lnTo>
                  <a:lnTo>
                    <a:pt x="1322194" y="3109058"/>
                  </a:lnTo>
                  <a:lnTo>
                    <a:pt x="1321136" y="3109058"/>
                  </a:lnTo>
                  <a:lnTo>
                    <a:pt x="1320078" y="3109058"/>
                  </a:lnTo>
                  <a:lnTo>
                    <a:pt x="1319020" y="3109058"/>
                  </a:lnTo>
                  <a:lnTo>
                    <a:pt x="1317962" y="3109058"/>
                  </a:lnTo>
                  <a:lnTo>
                    <a:pt x="1316904" y="3109058"/>
                  </a:lnTo>
                  <a:lnTo>
                    <a:pt x="1315847" y="3109058"/>
                  </a:lnTo>
                  <a:lnTo>
                    <a:pt x="1314789" y="3109058"/>
                  </a:lnTo>
                  <a:lnTo>
                    <a:pt x="1313731" y="3109058"/>
                  </a:lnTo>
                  <a:lnTo>
                    <a:pt x="1312673" y="3109058"/>
                  </a:lnTo>
                  <a:lnTo>
                    <a:pt x="1311615" y="3109058"/>
                  </a:lnTo>
                  <a:lnTo>
                    <a:pt x="1310557" y="3109058"/>
                  </a:lnTo>
                  <a:lnTo>
                    <a:pt x="1309500" y="3109058"/>
                  </a:lnTo>
                  <a:lnTo>
                    <a:pt x="1308442" y="3109058"/>
                  </a:lnTo>
                  <a:lnTo>
                    <a:pt x="1307384" y="3109058"/>
                  </a:lnTo>
                  <a:lnTo>
                    <a:pt x="1306326" y="3109058"/>
                  </a:lnTo>
                  <a:lnTo>
                    <a:pt x="1305268" y="3109058"/>
                  </a:lnTo>
                  <a:lnTo>
                    <a:pt x="1304210" y="3109058"/>
                  </a:lnTo>
                  <a:lnTo>
                    <a:pt x="1303153" y="3109058"/>
                  </a:lnTo>
                  <a:lnTo>
                    <a:pt x="1302095" y="3109058"/>
                  </a:lnTo>
                  <a:lnTo>
                    <a:pt x="1301037" y="3109058"/>
                  </a:lnTo>
                  <a:lnTo>
                    <a:pt x="1299979" y="3109058"/>
                  </a:lnTo>
                  <a:lnTo>
                    <a:pt x="1298921" y="3109058"/>
                  </a:lnTo>
                  <a:lnTo>
                    <a:pt x="1297863" y="3109058"/>
                  </a:lnTo>
                  <a:lnTo>
                    <a:pt x="1296806" y="3109058"/>
                  </a:lnTo>
                  <a:lnTo>
                    <a:pt x="1295748" y="3109058"/>
                  </a:lnTo>
                  <a:lnTo>
                    <a:pt x="1294690" y="3109058"/>
                  </a:lnTo>
                  <a:lnTo>
                    <a:pt x="1293632" y="3109058"/>
                  </a:lnTo>
                  <a:lnTo>
                    <a:pt x="1292574" y="3109058"/>
                  </a:lnTo>
                  <a:lnTo>
                    <a:pt x="1291516" y="3109058"/>
                  </a:lnTo>
                  <a:lnTo>
                    <a:pt x="1290458" y="3109058"/>
                  </a:lnTo>
                  <a:lnTo>
                    <a:pt x="1289401" y="3109058"/>
                  </a:lnTo>
                  <a:lnTo>
                    <a:pt x="1288343" y="3109058"/>
                  </a:lnTo>
                  <a:lnTo>
                    <a:pt x="1287285" y="3109058"/>
                  </a:lnTo>
                  <a:lnTo>
                    <a:pt x="1286227" y="3109058"/>
                  </a:lnTo>
                  <a:lnTo>
                    <a:pt x="1285169" y="3109058"/>
                  </a:lnTo>
                  <a:lnTo>
                    <a:pt x="1284111" y="3109058"/>
                  </a:lnTo>
                  <a:lnTo>
                    <a:pt x="1283054" y="3109058"/>
                  </a:lnTo>
                  <a:lnTo>
                    <a:pt x="1281996" y="3109058"/>
                  </a:lnTo>
                  <a:lnTo>
                    <a:pt x="1280938" y="3109058"/>
                  </a:lnTo>
                  <a:lnTo>
                    <a:pt x="1279880" y="3109058"/>
                  </a:lnTo>
                  <a:lnTo>
                    <a:pt x="1278822" y="3109058"/>
                  </a:lnTo>
                  <a:lnTo>
                    <a:pt x="1277764" y="3109058"/>
                  </a:lnTo>
                  <a:lnTo>
                    <a:pt x="1276707" y="3109058"/>
                  </a:lnTo>
                  <a:lnTo>
                    <a:pt x="1275649" y="3109058"/>
                  </a:lnTo>
                  <a:lnTo>
                    <a:pt x="1274591" y="3109058"/>
                  </a:lnTo>
                  <a:lnTo>
                    <a:pt x="1273533" y="3109058"/>
                  </a:lnTo>
                  <a:lnTo>
                    <a:pt x="1272475" y="3109058"/>
                  </a:lnTo>
                  <a:lnTo>
                    <a:pt x="1271417" y="3109058"/>
                  </a:lnTo>
                  <a:lnTo>
                    <a:pt x="1270360" y="3109058"/>
                  </a:lnTo>
                  <a:lnTo>
                    <a:pt x="1269302" y="3109058"/>
                  </a:lnTo>
                  <a:lnTo>
                    <a:pt x="1268244" y="3109058"/>
                  </a:lnTo>
                  <a:lnTo>
                    <a:pt x="1267186" y="3109058"/>
                  </a:lnTo>
                  <a:lnTo>
                    <a:pt x="1266128" y="3109058"/>
                  </a:lnTo>
                  <a:lnTo>
                    <a:pt x="1265070" y="3109058"/>
                  </a:lnTo>
                  <a:lnTo>
                    <a:pt x="1264012" y="3109058"/>
                  </a:lnTo>
                  <a:lnTo>
                    <a:pt x="1262955" y="3109058"/>
                  </a:lnTo>
                  <a:lnTo>
                    <a:pt x="1261897" y="3109058"/>
                  </a:lnTo>
                  <a:lnTo>
                    <a:pt x="1260839" y="3109058"/>
                  </a:lnTo>
                  <a:lnTo>
                    <a:pt x="1259781" y="3109058"/>
                  </a:lnTo>
                  <a:lnTo>
                    <a:pt x="1258723" y="3109058"/>
                  </a:lnTo>
                  <a:lnTo>
                    <a:pt x="1257665" y="3109058"/>
                  </a:lnTo>
                  <a:lnTo>
                    <a:pt x="1256608" y="3109058"/>
                  </a:lnTo>
                  <a:lnTo>
                    <a:pt x="1255550" y="3109058"/>
                  </a:lnTo>
                  <a:lnTo>
                    <a:pt x="1254492" y="3109058"/>
                  </a:lnTo>
                  <a:lnTo>
                    <a:pt x="1253434" y="3109058"/>
                  </a:lnTo>
                  <a:lnTo>
                    <a:pt x="1252376" y="3109058"/>
                  </a:lnTo>
                  <a:lnTo>
                    <a:pt x="1251318" y="3109058"/>
                  </a:lnTo>
                  <a:lnTo>
                    <a:pt x="1250261" y="3109058"/>
                  </a:lnTo>
                  <a:lnTo>
                    <a:pt x="1249203" y="3109058"/>
                  </a:lnTo>
                  <a:lnTo>
                    <a:pt x="1248145" y="3109058"/>
                  </a:lnTo>
                  <a:lnTo>
                    <a:pt x="1247087" y="3109058"/>
                  </a:lnTo>
                  <a:lnTo>
                    <a:pt x="1246029" y="3109058"/>
                  </a:lnTo>
                  <a:lnTo>
                    <a:pt x="1244971" y="3109058"/>
                  </a:lnTo>
                  <a:lnTo>
                    <a:pt x="1243914" y="3109058"/>
                  </a:lnTo>
                  <a:lnTo>
                    <a:pt x="1242856" y="3109058"/>
                  </a:lnTo>
                  <a:lnTo>
                    <a:pt x="1241798" y="3109058"/>
                  </a:lnTo>
                  <a:lnTo>
                    <a:pt x="1240740" y="3109058"/>
                  </a:lnTo>
                  <a:lnTo>
                    <a:pt x="1239682" y="3109058"/>
                  </a:lnTo>
                  <a:lnTo>
                    <a:pt x="1238624" y="3109058"/>
                  </a:lnTo>
                  <a:lnTo>
                    <a:pt x="1237566" y="3109058"/>
                  </a:lnTo>
                  <a:lnTo>
                    <a:pt x="1236509" y="3109058"/>
                  </a:lnTo>
                  <a:lnTo>
                    <a:pt x="1235451" y="3109058"/>
                  </a:lnTo>
                  <a:lnTo>
                    <a:pt x="1234393" y="3109058"/>
                  </a:lnTo>
                  <a:lnTo>
                    <a:pt x="1233335" y="3109058"/>
                  </a:lnTo>
                  <a:lnTo>
                    <a:pt x="1232277" y="3109058"/>
                  </a:lnTo>
                  <a:lnTo>
                    <a:pt x="1231219" y="3109058"/>
                  </a:lnTo>
                  <a:lnTo>
                    <a:pt x="1230162" y="3109058"/>
                  </a:lnTo>
                  <a:lnTo>
                    <a:pt x="1229104" y="3109058"/>
                  </a:lnTo>
                  <a:lnTo>
                    <a:pt x="1228046" y="3109058"/>
                  </a:lnTo>
                  <a:lnTo>
                    <a:pt x="1226988" y="3109058"/>
                  </a:lnTo>
                  <a:lnTo>
                    <a:pt x="1225930" y="3109058"/>
                  </a:lnTo>
                  <a:lnTo>
                    <a:pt x="1224872" y="3109058"/>
                  </a:lnTo>
                  <a:lnTo>
                    <a:pt x="1223815" y="3109058"/>
                  </a:lnTo>
                  <a:lnTo>
                    <a:pt x="1222757" y="3109058"/>
                  </a:lnTo>
                  <a:lnTo>
                    <a:pt x="1221699" y="3109058"/>
                  </a:lnTo>
                  <a:lnTo>
                    <a:pt x="1220641" y="3109058"/>
                  </a:lnTo>
                  <a:lnTo>
                    <a:pt x="1219583" y="3109058"/>
                  </a:lnTo>
                  <a:lnTo>
                    <a:pt x="1218525" y="3109058"/>
                  </a:lnTo>
                  <a:lnTo>
                    <a:pt x="1217468" y="3109058"/>
                  </a:lnTo>
                  <a:lnTo>
                    <a:pt x="1216410" y="3109058"/>
                  </a:lnTo>
                  <a:lnTo>
                    <a:pt x="1215352" y="3109058"/>
                  </a:lnTo>
                  <a:lnTo>
                    <a:pt x="1214294" y="3109058"/>
                  </a:lnTo>
                  <a:lnTo>
                    <a:pt x="1213236" y="3109058"/>
                  </a:lnTo>
                  <a:lnTo>
                    <a:pt x="1212178" y="3109058"/>
                  </a:lnTo>
                  <a:lnTo>
                    <a:pt x="1211120" y="3109058"/>
                  </a:lnTo>
                  <a:lnTo>
                    <a:pt x="1210063" y="3109058"/>
                  </a:lnTo>
                  <a:lnTo>
                    <a:pt x="1209005" y="3109058"/>
                  </a:lnTo>
                  <a:lnTo>
                    <a:pt x="1207947" y="3109058"/>
                  </a:lnTo>
                  <a:lnTo>
                    <a:pt x="1206889" y="3109058"/>
                  </a:lnTo>
                  <a:lnTo>
                    <a:pt x="1205831" y="3109058"/>
                  </a:lnTo>
                  <a:lnTo>
                    <a:pt x="1204773" y="3109058"/>
                  </a:lnTo>
                  <a:lnTo>
                    <a:pt x="1203716" y="3109058"/>
                  </a:lnTo>
                  <a:lnTo>
                    <a:pt x="1202658" y="3109058"/>
                  </a:lnTo>
                  <a:lnTo>
                    <a:pt x="1201600" y="3109058"/>
                  </a:lnTo>
                  <a:lnTo>
                    <a:pt x="1200542" y="3109058"/>
                  </a:lnTo>
                  <a:lnTo>
                    <a:pt x="1199484" y="3109058"/>
                  </a:lnTo>
                  <a:lnTo>
                    <a:pt x="1198426" y="3109058"/>
                  </a:lnTo>
                  <a:lnTo>
                    <a:pt x="1197369" y="3109058"/>
                  </a:lnTo>
                  <a:lnTo>
                    <a:pt x="1196311" y="3109058"/>
                  </a:lnTo>
                  <a:lnTo>
                    <a:pt x="1195253" y="3109058"/>
                  </a:lnTo>
                  <a:lnTo>
                    <a:pt x="1194195" y="3109058"/>
                  </a:lnTo>
                  <a:lnTo>
                    <a:pt x="1193137" y="3109058"/>
                  </a:lnTo>
                  <a:lnTo>
                    <a:pt x="1192079" y="3109058"/>
                  </a:lnTo>
                  <a:lnTo>
                    <a:pt x="1191022" y="3109058"/>
                  </a:lnTo>
                  <a:lnTo>
                    <a:pt x="1189964" y="3109058"/>
                  </a:lnTo>
                  <a:lnTo>
                    <a:pt x="1188906" y="3109058"/>
                  </a:lnTo>
                  <a:lnTo>
                    <a:pt x="1187848" y="3109058"/>
                  </a:lnTo>
                  <a:lnTo>
                    <a:pt x="1186790" y="3109058"/>
                  </a:lnTo>
                  <a:lnTo>
                    <a:pt x="1185732" y="3109058"/>
                  </a:lnTo>
                  <a:lnTo>
                    <a:pt x="1184674" y="3109058"/>
                  </a:lnTo>
                  <a:lnTo>
                    <a:pt x="1183617" y="3109058"/>
                  </a:lnTo>
                  <a:lnTo>
                    <a:pt x="1182559" y="3109058"/>
                  </a:lnTo>
                  <a:lnTo>
                    <a:pt x="1181501" y="3109058"/>
                  </a:lnTo>
                  <a:lnTo>
                    <a:pt x="1180443" y="3109058"/>
                  </a:lnTo>
                  <a:lnTo>
                    <a:pt x="1179385" y="3109058"/>
                  </a:lnTo>
                  <a:lnTo>
                    <a:pt x="1178327" y="3109058"/>
                  </a:lnTo>
                  <a:lnTo>
                    <a:pt x="1177270" y="3109058"/>
                  </a:lnTo>
                  <a:lnTo>
                    <a:pt x="1176212" y="3109058"/>
                  </a:lnTo>
                  <a:lnTo>
                    <a:pt x="1175154" y="3109058"/>
                  </a:lnTo>
                  <a:lnTo>
                    <a:pt x="1174096" y="3109058"/>
                  </a:lnTo>
                  <a:lnTo>
                    <a:pt x="1173038" y="3109058"/>
                  </a:lnTo>
                  <a:lnTo>
                    <a:pt x="1171980" y="3109058"/>
                  </a:lnTo>
                  <a:lnTo>
                    <a:pt x="1170923" y="3109058"/>
                  </a:lnTo>
                  <a:lnTo>
                    <a:pt x="1169865" y="3109058"/>
                  </a:lnTo>
                  <a:lnTo>
                    <a:pt x="1168807" y="3109058"/>
                  </a:lnTo>
                  <a:lnTo>
                    <a:pt x="1167749" y="3109058"/>
                  </a:lnTo>
                  <a:lnTo>
                    <a:pt x="1166691" y="3109058"/>
                  </a:lnTo>
                  <a:lnTo>
                    <a:pt x="1165633" y="3109058"/>
                  </a:lnTo>
                  <a:lnTo>
                    <a:pt x="1164576" y="3109058"/>
                  </a:lnTo>
                  <a:lnTo>
                    <a:pt x="1163518" y="3109058"/>
                  </a:lnTo>
                  <a:lnTo>
                    <a:pt x="1162460" y="3109058"/>
                  </a:lnTo>
                  <a:lnTo>
                    <a:pt x="1161402" y="3109058"/>
                  </a:lnTo>
                  <a:lnTo>
                    <a:pt x="1160344" y="3109058"/>
                  </a:lnTo>
                  <a:lnTo>
                    <a:pt x="1159286" y="3109058"/>
                  </a:lnTo>
                  <a:lnTo>
                    <a:pt x="1158228" y="3109058"/>
                  </a:lnTo>
                  <a:lnTo>
                    <a:pt x="1157171" y="3109058"/>
                  </a:lnTo>
                  <a:lnTo>
                    <a:pt x="1156113" y="3109058"/>
                  </a:lnTo>
                  <a:lnTo>
                    <a:pt x="1155055" y="3109058"/>
                  </a:lnTo>
                  <a:lnTo>
                    <a:pt x="1153997" y="3109058"/>
                  </a:lnTo>
                  <a:lnTo>
                    <a:pt x="1152939" y="3109058"/>
                  </a:lnTo>
                  <a:lnTo>
                    <a:pt x="1151881" y="3109058"/>
                  </a:lnTo>
                  <a:lnTo>
                    <a:pt x="1150824" y="3109058"/>
                  </a:lnTo>
                  <a:lnTo>
                    <a:pt x="1149766" y="3109058"/>
                  </a:lnTo>
                  <a:lnTo>
                    <a:pt x="1148708" y="3109058"/>
                  </a:lnTo>
                  <a:lnTo>
                    <a:pt x="1147650" y="3109058"/>
                  </a:lnTo>
                  <a:lnTo>
                    <a:pt x="1146592" y="3109058"/>
                  </a:lnTo>
                  <a:lnTo>
                    <a:pt x="1145534" y="3109058"/>
                  </a:lnTo>
                  <a:lnTo>
                    <a:pt x="1144477" y="3109058"/>
                  </a:lnTo>
                  <a:lnTo>
                    <a:pt x="1143419" y="3109058"/>
                  </a:lnTo>
                  <a:lnTo>
                    <a:pt x="1142361" y="3109058"/>
                  </a:lnTo>
                  <a:lnTo>
                    <a:pt x="1141303" y="3109058"/>
                  </a:lnTo>
                  <a:lnTo>
                    <a:pt x="1140245" y="3109058"/>
                  </a:lnTo>
                  <a:lnTo>
                    <a:pt x="1139187" y="3109058"/>
                  </a:lnTo>
                  <a:lnTo>
                    <a:pt x="1138130" y="3109058"/>
                  </a:lnTo>
                  <a:lnTo>
                    <a:pt x="1137072" y="3109058"/>
                  </a:lnTo>
                  <a:lnTo>
                    <a:pt x="1136014" y="3109058"/>
                  </a:lnTo>
                  <a:lnTo>
                    <a:pt x="1134956" y="3109058"/>
                  </a:lnTo>
                  <a:lnTo>
                    <a:pt x="1133898" y="3109058"/>
                  </a:lnTo>
                  <a:lnTo>
                    <a:pt x="1132840" y="3109058"/>
                  </a:lnTo>
                  <a:lnTo>
                    <a:pt x="1131782" y="3109058"/>
                  </a:lnTo>
                  <a:lnTo>
                    <a:pt x="1130725" y="3109058"/>
                  </a:lnTo>
                  <a:lnTo>
                    <a:pt x="1129667" y="3109058"/>
                  </a:lnTo>
                  <a:lnTo>
                    <a:pt x="1128609" y="3109058"/>
                  </a:lnTo>
                  <a:lnTo>
                    <a:pt x="1127551" y="3109058"/>
                  </a:lnTo>
                  <a:lnTo>
                    <a:pt x="1126493" y="3109058"/>
                  </a:lnTo>
                  <a:lnTo>
                    <a:pt x="1125435" y="3109058"/>
                  </a:lnTo>
                  <a:lnTo>
                    <a:pt x="1124378" y="3109058"/>
                  </a:lnTo>
                  <a:lnTo>
                    <a:pt x="1123320" y="3109058"/>
                  </a:lnTo>
                  <a:lnTo>
                    <a:pt x="1122262" y="3109058"/>
                  </a:lnTo>
                  <a:lnTo>
                    <a:pt x="1121204" y="3109058"/>
                  </a:lnTo>
                  <a:lnTo>
                    <a:pt x="1120146" y="3109058"/>
                  </a:lnTo>
                  <a:lnTo>
                    <a:pt x="1119088" y="3109058"/>
                  </a:lnTo>
                  <a:lnTo>
                    <a:pt x="1118031" y="3109058"/>
                  </a:lnTo>
                  <a:lnTo>
                    <a:pt x="1116973" y="3109058"/>
                  </a:lnTo>
                  <a:lnTo>
                    <a:pt x="1115915" y="3109058"/>
                  </a:lnTo>
                  <a:lnTo>
                    <a:pt x="1114857" y="3109058"/>
                  </a:lnTo>
                  <a:lnTo>
                    <a:pt x="1113799" y="3109058"/>
                  </a:lnTo>
                  <a:lnTo>
                    <a:pt x="1112741" y="3109058"/>
                  </a:lnTo>
                  <a:lnTo>
                    <a:pt x="1111684" y="3109058"/>
                  </a:lnTo>
                  <a:lnTo>
                    <a:pt x="1110626" y="3109058"/>
                  </a:lnTo>
                  <a:lnTo>
                    <a:pt x="1109568" y="3109058"/>
                  </a:lnTo>
                  <a:lnTo>
                    <a:pt x="1108510" y="3109058"/>
                  </a:lnTo>
                  <a:lnTo>
                    <a:pt x="1107452" y="3109058"/>
                  </a:lnTo>
                  <a:lnTo>
                    <a:pt x="1106394" y="3109058"/>
                  </a:lnTo>
                  <a:lnTo>
                    <a:pt x="1105336" y="3109058"/>
                  </a:lnTo>
                  <a:lnTo>
                    <a:pt x="1104279" y="3109058"/>
                  </a:lnTo>
                  <a:lnTo>
                    <a:pt x="1103221" y="3109058"/>
                  </a:lnTo>
                  <a:lnTo>
                    <a:pt x="1102163" y="3109058"/>
                  </a:lnTo>
                  <a:lnTo>
                    <a:pt x="1101105" y="3109058"/>
                  </a:lnTo>
                  <a:lnTo>
                    <a:pt x="1100047" y="3109058"/>
                  </a:lnTo>
                  <a:lnTo>
                    <a:pt x="1098989" y="3109058"/>
                  </a:lnTo>
                  <a:lnTo>
                    <a:pt x="1097932" y="3109058"/>
                  </a:lnTo>
                  <a:lnTo>
                    <a:pt x="1096874" y="3109058"/>
                  </a:lnTo>
                  <a:lnTo>
                    <a:pt x="1095816" y="3109058"/>
                  </a:lnTo>
                  <a:lnTo>
                    <a:pt x="1094758" y="3109058"/>
                  </a:lnTo>
                  <a:lnTo>
                    <a:pt x="1093700" y="3109058"/>
                  </a:lnTo>
                  <a:lnTo>
                    <a:pt x="1092642" y="3109058"/>
                  </a:lnTo>
                  <a:lnTo>
                    <a:pt x="1091585" y="3109058"/>
                  </a:lnTo>
                  <a:lnTo>
                    <a:pt x="1090527" y="3109058"/>
                  </a:lnTo>
                  <a:lnTo>
                    <a:pt x="1089469" y="3109058"/>
                  </a:lnTo>
                  <a:lnTo>
                    <a:pt x="1088411" y="3109058"/>
                  </a:lnTo>
                  <a:lnTo>
                    <a:pt x="1087353" y="3109058"/>
                  </a:lnTo>
                  <a:lnTo>
                    <a:pt x="1086295" y="3109058"/>
                  </a:lnTo>
                  <a:lnTo>
                    <a:pt x="1085238" y="3109058"/>
                  </a:lnTo>
                  <a:lnTo>
                    <a:pt x="1084180" y="3109058"/>
                  </a:lnTo>
                  <a:lnTo>
                    <a:pt x="1083122" y="3109058"/>
                  </a:lnTo>
                  <a:lnTo>
                    <a:pt x="1082064" y="3109058"/>
                  </a:lnTo>
                  <a:lnTo>
                    <a:pt x="1081006" y="3109058"/>
                  </a:lnTo>
                  <a:lnTo>
                    <a:pt x="1079948" y="3109058"/>
                  </a:lnTo>
                  <a:lnTo>
                    <a:pt x="1078890" y="3109058"/>
                  </a:lnTo>
                  <a:lnTo>
                    <a:pt x="1077833" y="3109058"/>
                  </a:lnTo>
                  <a:lnTo>
                    <a:pt x="1076775" y="3109058"/>
                  </a:lnTo>
                  <a:lnTo>
                    <a:pt x="1075717" y="3109058"/>
                  </a:lnTo>
                  <a:lnTo>
                    <a:pt x="1074659" y="3109058"/>
                  </a:lnTo>
                  <a:lnTo>
                    <a:pt x="1073601" y="3109058"/>
                  </a:lnTo>
                  <a:lnTo>
                    <a:pt x="1072543" y="3109058"/>
                  </a:lnTo>
                  <a:lnTo>
                    <a:pt x="1071486" y="3109058"/>
                  </a:lnTo>
                  <a:lnTo>
                    <a:pt x="1070428" y="3109058"/>
                  </a:lnTo>
                  <a:lnTo>
                    <a:pt x="1069370" y="3109058"/>
                  </a:lnTo>
                  <a:lnTo>
                    <a:pt x="1068312" y="3109058"/>
                  </a:lnTo>
                  <a:lnTo>
                    <a:pt x="1067254" y="3109058"/>
                  </a:lnTo>
                  <a:lnTo>
                    <a:pt x="1066196" y="3109058"/>
                  </a:lnTo>
                  <a:lnTo>
                    <a:pt x="1065139" y="3109058"/>
                  </a:lnTo>
                  <a:lnTo>
                    <a:pt x="1064081" y="3109058"/>
                  </a:lnTo>
                  <a:lnTo>
                    <a:pt x="1063023" y="3109058"/>
                  </a:lnTo>
                  <a:lnTo>
                    <a:pt x="1061965" y="3109058"/>
                  </a:lnTo>
                  <a:lnTo>
                    <a:pt x="1060907" y="3109058"/>
                  </a:lnTo>
                  <a:lnTo>
                    <a:pt x="1059849" y="3109058"/>
                  </a:lnTo>
                  <a:lnTo>
                    <a:pt x="1058792" y="3109058"/>
                  </a:lnTo>
                  <a:lnTo>
                    <a:pt x="1057734" y="3109058"/>
                  </a:lnTo>
                  <a:lnTo>
                    <a:pt x="1056676" y="3109058"/>
                  </a:lnTo>
                  <a:lnTo>
                    <a:pt x="1055618" y="3109058"/>
                  </a:lnTo>
                  <a:lnTo>
                    <a:pt x="1054560" y="3109058"/>
                  </a:lnTo>
                  <a:lnTo>
                    <a:pt x="1053502" y="3109058"/>
                  </a:lnTo>
                  <a:lnTo>
                    <a:pt x="1052444" y="3109058"/>
                  </a:lnTo>
                  <a:lnTo>
                    <a:pt x="1051387" y="3109058"/>
                  </a:lnTo>
                  <a:lnTo>
                    <a:pt x="1050329" y="3109058"/>
                  </a:lnTo>
                  <a:lnTo>
                    <a:pt x="1049271" y="3109058"/>
                  </a:lnTo>
                  <a:lnTo>
                    <a:pt x="1048213" y="3109058"/>
                  </a:lnTo>
                  <a:lnTo>
                    <a:pt x="1047155" y="3109058"/>
                  </a:lnTo>
                  <a:lnTo>
                    <a:pt x="1046097" y="3109058"/>
                  </a:lnTo>
                  <a:lnTo>
                    <a:pt x="1045040" y="3109058"/>
                  </a:lnTo>
                  <a:lnTo>
                    <a:pt x="1043982" y="3109058"/>
                  </a:lnTo>
                  <a:lnTo>
                    <a:pt x="1042924" y="3109058"/>
                  </a:lnTo>
                  <a:lnTo>
                    <a:pt x="1041866" y="3109058"/>
                  </a:lnTo>
                  <a:lnTo>
                    <a:pt x="1040808" y="3109058"/>
                  </a:lnTo>
                  <a:lnTo>
                    <a:pt x="1039750" y="3109058"/>
                  </a:lnTo>
                  <a:lnTo>
                    <a:pt x="1038693" y="3109058"/>
                  </a:lnTo>
                  <a:lnTo>
                    <a:pt x="1037635" y="3109058"/>
                  </a:lnTo>
                  <a:lnTo>
                    <a:pt x="1036577" y="3109058"/>
                  </a:lnTo>
                  <a:lnTo>
                    <a:pt x="1035519" y="3109058"/>
                  </a:lnTo>
                  <a:lnTo>
                    <a:pt x="1034461" y="3109058"/>
                  </a:lnTo>
                  <a:lnTo>
                    <a:pt x="1033403" y="3109058"/>
                  </a:lnTo>
                  <a:lnTo>
                    <a:pt x="1032346" y="3109058"/>
                  </a:lnTo>
                  <a:lnTo>
                    <a:pt x="1031288" y="3109058"/>
                  </a:lnTo>
                  <a:lnTo>
                    <a:pt x="1030230" y="3109058"/>
                  </a:lnTo>
                  <a:lnTo>
                    <a:pt x="1029172" y="3109058"/>
                  </a:lnTo>
                  <a:lnTo>
                    <a:pt x="1028114" y="3109058"/>
                  </a:lnTo>
                  <a:lnTo>
                    <a:pt x="1027056" y="3109058"/>
                  </a:lnTo>
                  <a:lnTo>
                    <a:pt x="1025998" y="3109058"/>
                  </a:lnTo>
                  <a:lnTo>
                    <a:pt x="1024941" y="3109058"/>
                  </a:lnTo>
                  <a:lnTo>
                    <a:pt x="1023883" y="3109058"/>
                  </a:lnTo>
                  <a:lnTo>
                    <a:pt x="1022825" y="3109058"/>
                  </a:lnTo>
                  <a:lnTo>
                    <a:pt x="1021767" y="3109058"/>
                  </a:lnTo>
                  <a:lnTo>
                    <a:pt x="1020709" y="3109058"/>
                  </a:lnTo>
                  <a:lnTo>
                    <a:pt x="1019651" y="3109058"/>
                  </a:lnTo>
                  <a:lnTo>
                    <a:pt x="1018594" y="3109058"/>
                  </a:lnTo>
                  <a:lnTo>
                    <a:pt x="1017536" y="3109058"/>
                  </a:lnTo>
                  <a:lnTo>
                    <a:pt x="1016478" y="3109058"/>
                  </a:lnTo>
                  <a:lnTo>
                    <a:pt x="1015420" y="3109058"/>
                  </a:lnTo>
                  <a:lnTo>
                    <a:pt x="1014362" y="3109058"/>
                  </a:lnTo>
                  <a:lnTo>
                    <a:pt x="1013304" y="3109058"/>
                  </a:lnTo>
                  <a:lnTo>
                    <a:pt x="1012247" y="3109058"/>
                  </a:lnTo>
                  <a:lnTo>
                    <a:pt x="1011189" y="3109058"/>
                  </a:lnTo>
                  <a:lnTo>
                    <a:pt x="1010131" y="3109058"/>
                  </a:lnTo>
                  <a:lnTo>
                    <a:pt x="1009073" y="3109058"/>
                  </a:lnTo>
                  <a:lnTo>
                    <a:pt x="1008015" y="3109058"/>
                  </a:lnTo>
                  <a:lnTo>
                    <a:pt x="1006957" y="3109058"/>
                  </a:lnTo>
                  <a:lnTo>
                    <a:pt x="1005900" y="3109058"/>
                  </a:lnTo>
                  <a:lnTo>
                    <a:pt x="1004842" y="3109058"/>
                  </a:lnTo>
                  <a:lnTo>
                    <a:pt x="1003784" y="3109058"/>
                  </a:lnTo>
                  <a:lnTo>
                    <a:pt x="1002726" y="3109058"/>
                  </a:lnTo>
                  <a:lnTo>
                    <a:pt x="1001668" y="3109058"/>
                  </a:lnTo>
                  <a:lnTo>
                    <a:pt x="1000610" y="3109058"/>
                  </a:lnTo>
                  <a:lnTo>
                    <a:pt x="999552" y="3109058"/>
                  </a:lnTo>
                  <a:lnTo>
                    <a:pt x="998495" y="3109058"/>
                  </a:lnTo>
                  <a:lnTo>
                    <a:pt x="997437" y="3109058"/>
                  </a:lnTo>
                  <a:lnTo>
                    <a:pt x="996379" y="3109058"/>
                  </a:lnTo>
                  <a:lnTo>
                    <a:pt x="995321" y="3109058"/>
                  </a:lnTo>
                  <a:lnTo>
                    <a:pt x="994263" y="3109058"/>
                  </a:lnTo>
                  <a:lnTo>
                    <a:pt x="993205" y="3109058"/>
                  </a:lnTo>
                  <a:lnTo>
                    <a:pt x="992148" y="3109058"/>
                  </a:lnTo>
                  <a:lnTo>
                    <a:pt x="991090" y="3109058"/>
                  </a:lnTo>
                  <a:lnTo>
                    <a:pt x="990032" y="3109058"/>
                  </a:lnTo>
                  <a:lnTo>
                    <a:pt x="988974" y="3109058"/>
                  </a:lnTo>
                  <a:lnTo>
                    <a:pt x="987916" y="3109058"/>
                  </a:lnTo>
                  <a:lnTo>
                    <a:pt x="986858" y="3109058"/>
                  </a:lnTo>
                  <a:lnTo>
                    <a:pt x="985801" y="3109058"/>
                  </a:lnTo>
                  <a:lnTo>
                    <a:pt x="984743" y="3109058"/>
                  </a:lnTo>
                  <a:lnTo>
                    <a:pt x="983685" y="3109058"/>
                  </a:lnTo>
                  <a:lnTo>
                    <a:pt x="982627" y="3109058"/>
                  </a:lnTo>
                  <a:lnTo>
                    <a:pt x="981569" y="3109058"/>
                  </a:lnTo>
                  <a:lnTo>
                    <a:pt x="980511" y="3109058"/>
                  </a:lnTo>
                  <a:lnTo>
                    <a:pt x="979454" y="3109058"/>
                  </a:lnTo>
                  <a:lnTo>
                    <a:pt x="978396" y="3109058"/>
                  </a:lnTo>
                  <a:lnTo>
                    <a:pt x="977338" y="3109058"/>
                  </a:lnTo>
                  <a:lnTo>
                    <a:pt x="976280" y="3109058"/>
                  </a:lnTo>
                  <a:lnTo>
                    <a:pt x="975222" y="3109058"/>
                  </a:lnTo>
                  <a:lnTo>
                    <a:pt x="974164" y="3109058"/>
                  </a:lnTo>
                  <a:lnTo>
                    <a:pt x="973106" y="3109058"/>
                  </a:lnTo>
                  <a:lnTo>
                    <a:pt x="972049" y="3109058"/>
                  </a:lnTo>
                  <a:lnTo>
                    <a:pt x="970991" y="3109058"/>
                  </a:lnTo>
                  <a:lnTo>
                    <a:pt x="969933" y="3109058"/>
                  </a:lnTo>
                  <a:lnTo>
                    <a:pt x="968875" y="3109058"/>
                  </a:lnTo>
                  <a:lnTo>
                    <a:pt x="967817" y="3109058"/>
                  </a:lnTo>
                  <a:lnTo>
                    <a:pt x="966759" y="3109058"/>
                  </a:lnTo>
                  <a:lnTo>
                    <a:pt x="965702" y="3109058"/>
                  </a:lnTo>
                  <a:lnTo>
                    <a:pt x="964644" y="3109058"/>
                  </a:lnTo>
                  <a:lnTo>
                    <a:pt x="963586" y="3109058"/>
                  </a:lnTo>
                  <a:lnTo>
                    <a:pt x="962528" y="3109058"/>
                  </a:lnTo>
                  <a:lnTo>
                    <a:pt x="961470" y="3109058"/>
                  </a:lnTo>
                  <a:lnTo>
                    <a:pt x="960412" y="3109058"/>
                  </a:lnTo>
                  <a:lnTo>
                    <a:pt x="959355" y="3109058"/>
                  </a:lnTo>
                  <a:lnTo>
                    <a:pt x="958297" y="3109058"/>
                  </a:lnTo>
                  <a:lnTo>
                    <a:pt x="957239" y="3109058"/>
                  </a:lnTo>
                  <a:lnTo>
                    <a:pt x="956181" y="3109058"/>
                  </a:lnTo>
                  <a:lnTo>
                    <a:pt x="955123" y="3109058"/>
                  </a:lnTo>
                  <a:lnTo>
                    <a:pt x="954065" y="3109058"/>
                  </a:lnTo>
                  <a:lnTo>
                    <a:pt x="953008" y="3109058"/>
                  </a:lnTo>
                  <a:lnTo>
                    <a:pt x="951950" y="3109058"/>
                  </a:lnTo>
                  <a:lnTo>
                    <a:pt x="950892" y="3109058"/>
                  </a:lnTo>
                  <a:lnTo>
                    <a:pt x="949834" y="3109058"/>
                  </a:lnTo>
                  <a:lnTo>
                    <a:pt x="948776" y="3109058"/>
                  </a:lnTo>
                  <a:lnTo>
                    <a:pt x="947718" y="3109058"/>
                  </a:lnTo>
                  <a:lnTo>
                    <a:pt x="946660" y="3109058"/>
                  </a:lnTo>
                  <a:lnTo>
                    <a:pt x="945603" y="3109058"/>
                  </a:lnTo>
                  <a:lnTo>
                    <a:pt x="944545" y="3109058"/>
                  </a:lnTo>
                  <a:lnTo>
                    <a:pt x="943487" y="3109058"/>
                  </a:lnTo>
                  <a:lnTo>
                    <a:pt x="942429" y="3109058"/>
                  </a:lnTo>
                  <a:lnTo>
                    <a:pt x="941371" y="3109058"/>
                  </a:lnTo>
                  <a:lnTo>
                    <a:pt x="940313" y="3109058"/>
                  </a:lnTo>
                  <a:lnTo>
                    <a:pt x="939256" y="3109058"/>
                  </a:lnTo>
                  <a:lnTo>
                    <a:pt x="938198" y="3109058"/>
                  </a:lnTo>
                  <a:lnTo>
                    <a:pt x="937140" y="3109058"/>
                  </a:lnTo>
                  <a:lnTo>
                    <a:pt x="936082" y="3109058"/>
                  </a:lnTo>
                  <a:lnTo>
                    <a:pt x="935024" y="3109058"/>
                  </a:lnTo>
                  <a:lnTo>
                    <a:pt x="933966" y="3109058"/>
                  </a:lnTo>
                  <a:lnTo>
                    <a:pt x="932909" y="3109058"/>
                  </a:lnTo>
                  <a:lnTo>
                    <a:pt x="931851" y="3109058"/>
                  </a:lnTo>
                  <a:lnTo>
                    <a:pt x="930793" y="3109058"/>
                  </a:lnTo>
                  <a:lnTo>
                    <a:pt x="929735" y="3109058"/>
                  </a:lnTo>
                  <a:lnTo>
                    <a:pt x="928677" y="3109058"/>
                  </a:lnTo>
                  <a:lnTo>
                    <a:pt x="927619" y="3109058"/>
                  </a:lnTo>
                  <a:lnTo>
                    <a:pt x="926562" y="3109058"/>
                  </a:lnTo>
                  <a:lnTo>
                    <a:pt x="925504" y="3109058"/>
                  </a:lnTo>
                  <a:lnTo>
                    <a:pt x="924446" y="3109058"/>
                  </a:lnTo>
                  <a:lnTo>
                    <a:pt x="923388" y="3109058"/>
                  </a:lnTo>
                  <a:lnTo>
                    <a:pt x="922330" y="3109058"/>
                  </a:lnTo>
                  <a:lnTo>
                    <a:pt x="921272" y="3109058"/>
                  </a:lnTo>
                  <a:lnTo>
                    <a:pt x="920214" y="3109058"/>
                  </a:lnTo>
                  <a:lnTo>
                    <a:pt x="919157" y="3109058"/>
                  </a:lnTo>
                  <a:lnTo>
                    <a:pt x="918099" y="3109058"/>
                  </a:lnTo>
                  <a:lnTo>
                    <a:pt x="917041" y="3109058"/>
                  </a:lnTo>
                  <a:lnTo>
                    <a:pt x="915983" y="3109058"/>
                  </a:lnTo>
                  <a:lnTo>
                    <a:pt x="914925" y="3109058"/>
                  </a:lnTo>
                  <a:lnTo>
                    <a:pt x="913867" y="3109058"/>
                  </a:lnTo>
                  <a:lnTo>
                    <a:pt x="912810" y="3109058"/>
                  </a:lnTo>
                  <a:lnTo>
                    <a:pt x="911752" y="3109058"/>
                  </a:lnTo>
                  <a:lnTo>
                    <a:pt x="910694" y="3109058"/>
                  </a:lnTo>
                  <a:lnTo>
                    <a:pt x="909636" y="3109058"/>
                  </a:lnTo>
                  <a:lnTo>
                    <a:pt x="908578" y="3109058"/>
                  </a:lnTo>
                  <a:lnTo>
                    <a:pt x="907520" y="3109058"/>
                  </a:lnTo>
                  <a:lnTo>
                    <a:pt x="906463" y="3109058"/>
                  </a:lnTo>
                  <a:lnTo>
                    <a:pt x="905405" y="3109058"/>
                  </a:lnTo>
                  <a:lnTo>
                    <a:pt x="904347" y="3109058"/>
                  </a:lnTo>
                  <a:lnTo>
                    <a:pt x="903289" y="3109058"/>
                  </a:lnTo>
                  <a:lnTo>
                    <a:pt x="902231" y="3109058"/>
                  </a:lnTo>
                  <a:lnTo>
                    <a:pt x="901173" y="3109058"/>
                  </a:lnTo>
                  <a:lnTo>
                    <a:pt x="900116" y="3109058"/>
                  </a:lnTo>
                  <a:lnTo>
                    <a:pt x="899058" y="3109058"/>
                  </a:lnTo>
                  <a:lnTo>
                    <a:pt x="898000" y="3109058"/>
                  </a:lnTo>
                  <a:lnTo>
                    <a:pt x="896942" y="3109058"/>
                  </a:lnTo>
                  <a:lnTo>
                    <a:pt x="895884" y="3109058"/>
                  </a:lnTo>
                  <a:lnTo>
                    <a:pt x="894826" y="3109058"/>
                  </a:lnTo>
                  <a:lnTo>
                    <a:pt x="893768" y="3109058"/>
                  </a:lnTo>
                  <a:lnTo>
                    <a:pt x="892711" y="3109058"/>
                  </a:lnTo>
                  <a:lnTo>
                    <a:pt x="891653" y="3109058"/>
                  </a:lnTo>
                  <a:lnTo>
                    <a:pt x="890595" y="3109058"/>
                  </a:lnTo>
                  <a:lnTo>
                    <a:pt x="889537" y="3109058"/>
                  </a:lnTo>
                  <a:lnTo>
                    <a:pt x="888479" y="3109058"/>
                  </a:lnTo>
                  <a:lnTo>
                    <a:pt x="887421" y="3109058"/>
                  </a:lnTo>
                  <a:lnTo>
                    <a:pt x="886364" y="3109058"/>
                  </a:lnTo>
                  <a:lnTo>
                    <a:pt x="885306" y="3109058"/>
                  </a:lnTo>
                  <a:lnTo>
                    <a:pt x="884248" y="3109058"/>
                  </a:lnTo>
                  <a:lnTo>
                    <a:pt x="883190" y="3109058"/>
                  </a:lnTo>
                  <a:lnTo>
                    <a:pt x="882132" y="3109058"/>
                  </a:lnTo>
                  <a:lnTo>
                    <a:pt x="881074" y="3109058"/>
                  </a:lnTo>
                  <a:lnTo>
                    <a:pt x="880017" y="3109058"/>
                  </a:lnTo>
                  <a:lnTo>
                    <a:pt x="878959" y="3109058"/>
                  </a:lnTo>
                  <a:lnTo>
                    <a:pt x="877901" y="3109058"/>
                  </a:lnTo>
                  <a:lnTo>
                    <a:pt x="876843" y="3109058"/>
                  </a:lnTo>
                  <a:lnTo>
                    <a:pt x="875785" y="3109058"/>
                  </a:lnTo>
                  <a:lnTo>
                    <a:pt x="874727" y="3109058"/>
                  </a:lnTo>
                  <a:lnTo>
                    <a:pt x="873670" y="3109058"/>
                  </a:lnTo>
                  <a:lnTo>
                    <a:pt x="872612" y="3109058"/>
                  </a:lnTo>
                  <a:lnTo>
                    <a:pt x="871554" y="3109058"/>
                  </a:lnTo>
                  <a:lnTo>
                    <a:pt x="870496" y="3109058"/>
                  </a:lnTo>
                  <a:lnTo>
                    <a:pt x="869438" y="3109058"/>
                  </a:lnTo>
                  <a:lnTo>
                    <a:pt x="868380" y="3109058"/>
                  </a:lnTo>
                  <a:lnTo>
                    <a:pt x="867322" y="3109058"/>
                  </a:lnTo>
                  <a:lnTo>
                    <a:pt x="866265" y="3109058"/>
                  </a:lnTo>
                  <a:lnTo>
                    <a:pt x="865207" y="3109058"/>
                  </a:lnTo>
                  <a:lnTo>
                    <a:pt x="864149" y="3109058"/>
                  </a:lnTo>
                  <a:lnTo>
                    <a:pt x="863091" y="3109058"/>
                  </a:lnTo>
                  <a:lnTo>
                    <a:pt x="862033" y="3109058"/>
                  </a:lnTo>
                  <a:lnTo>
                    <a:pt x="860975" y="3109058"/>
                  </a:lnTo>
                  <a:lnTo>
                    <a:pt x="859918" y="3109058"/>
                  </a:lnTo>
                  <a:lnTo>
                    <a:pt x="858860" y="3109058"/>
                  </a:lnTo>
                  <a:lnTo>
                    <a:pt x="857802" y="3109058"/>
                  </a:lnTo>
                  <a:lnTo>
                    <a:pt x="856744" y="3109058"/>
                  </a:lnTo>
                  <a:lnTo>
                    <a:pt x="855686" y="3109058"/>
                  </a:lnTo>
                  <a:lnTo>
                    <a:pt x="854628" y="3109058"/>
                  </a:lnTo>
                  <a:lnTo>
                    <a:pt x="853571" y="3109058"/>
                  </a:lnTo>
                  <a:lnTo>
                    <a:pt x="852513" y="3109058"/>
                  </a:lnTo>
                  <a:lnTo>
                    <a:pt x="851455" y="3109058"/>
                  </a:lnTo>
                  <a:lnTo>
                    <a:pt x="850397" y="3109058"/>
                  </a:lnTo>
                  <a:lnTo>
                    <a:pt x="849339" y="3109058"/>
                  </a:lnTo>
                  <a:lnTo>
                    <a:pt x="848281" y="3109058"/>
                  </a:lnTo>
                  <a:lnTo>
                    <a:pt x="847224" y="3109058"/>
                  </a:lnTo>
                  <a:lnTo>
                    <a:pt x="846166" y="3109058"/>
                  </a:lnTo>
                  <a:lnTo>
                    <a:pt x="845108" y="3109058"/>
                  </a:lnTo>
                  <a:lnTo>
                    <a:pt x="844050" y="3109058"/>
                  </a:lnTo>
                  <a:lnTo>
                    <a:pt x="842992" y="3109058"/>
                  </a:lnTo>
                  <a:lnTo>
                    <a:pt x="841934" y="3109058"/>
                  </a:lnTo>
                  <a:lnTo>
                    <a:pt x="840876" y="3109058"/>
                  </a:lnTo>
                  <a:lnTo>
                    <a:pt x="839819" y="3109058"/>
                  </a:lnTo>
                  <a:lnTo>
                    <a:pt x="838761" y="3109058"/>
                  </a:lnTo>
                  <a:lnTo>
                    <a:pt x="837703" y="3109058"/>
                  </a:lnTo>
                  <a:lnTo>
                    <a:pt x="836645" y="3109058"/>
                  </a:lnTo>
                  <a:lnTo>
                    <a:pt x="835587" y="3109058"/>
                  </a:lnTo>
                  <a:lnTo>
                    <a:pt x="834529" y="3109058"/>
                  </a:lnTo>
                  <a:lnTo>
                    <a:pt x="833472" y="3109058"/>
                  </a:lnTo>
                  <a:lnTo>
                    <a:pt x="832414" y="3109058"/>
                  </a:lnTo>
                  <a:lnTo>
                    <a:pt x="831356" y="3109058"/>
                  </a:lnTo>
                  <a:lnTo>
                    <a:pt x="830298" y="3109058"/>
                  </a:lnTo>
                  <a:lnTo>
                    <a:pt x="829240" y="3109058"/>
                  </a:lnTo>
                  <a:lnTo>
                    <a:pt x="828182" y="3109058"/>
                  </a:lnTo>
                  <a:lnTo>
                    <a:pt x="827125" y="3109058"/>
                  </a:lnTo>
                  <a:lnTo>
                    <a:pt x="826067" y="3109058"/>
                  </a:lnTo>
                  <a:lnTo>
                    <a:pt x="825009" y="3109058"/>
                  </a:lnTo>
                  <a:lnTo>
                    <a:pt x="823951" y="3109058"/>
                  </a:lnTo>
                  <a:lnTo>
                    <a:pt x="822893" y="3109058"/>
                  </a:lnTo>
                  <a:lnTo>
                    <a:pt x="821835" y="3109058"/>
                  </a:lnTo>
                  <a:lnTo>
                    <a:pt x="820778" y="3109058"/>
                  </a:lnTo>
                  <a:lnTo>
                    <a:pt x="819720" y="3109058"/>
                  </a:lnTo>
                  <a:lnTo>
                    <a:pt x="818662" y="3109058"/>
                  </a:lnTo>
                  <a:lnTo>
                    <a:pt x="817604" y="3109058"/>
                  </a:lnTo>
                  <a:lnTo>
                    <a:pt x="816546" y="3109058"/>
                  </a:lnTo>
                  <a:lnTo>
                    <a:pt x="815488" y="3109058"/>
                  </a:lnTo>
                  <a:lnTo>
                    <a:pt x="814430" y="3109058"/>
                  </a:lnTo>
                  <a:lnTo>
                    <a:pt x="813373" y="3109058"/>
                  </a:lnTo>
                  <a:lnTo>
                    <a:pt x="812315" y="3109058"/>
                  </a:lnTo>
                  <a:lnTo>
                    <a:pt x="811257" y="3109058"/>
                  </a:lnTo>
                  <a:lnTo>
                    <a:pt x="810199" y="3109058"/>
                  </a:lnTo>
                  <a:lnTo>
                    <a:pt x="809141" y="3109058"/>
                  </a:lnTo>
                  <a:lnTo>
                    <a:pt x="808083" y="3109058"/>
                  </a:lnTo>
                  <a:lnTo>
                    <a:pt x="807026" y="3109058"/>
                  </a:lnTo>
                  <a:lnTo>
                    <a:pt x="805968" y="3109058"/>
                  </a:lnTo>
                  <a:lnTo>
                    <a:pt x="804910" y="3109058"/>
                  </a:lnTo>
                  <a:lnTo>
                    <a:pt x="803852" y="3109058"/>
                  </a:lnTo>
                  <a:lnTo>
                    <a:pt x="802794" y="3109058"/>
                  </a:lnTo>
                  <a:lnTo>
                    <a:pt x="801736" y="3109058"/>
                  </a:lnTo>
                  <a:lnTo>
                    <a:pt x="800679" y="3109058"/>
                  </a:lnTo>
                  <a:lnTo>
                    <a:pt x="799621" y="3109058"/>
                  </a:lnTo>
                  <a:lnTo>
                    <a:pt x="798563" y="3109058"/>
                  </a:lnTo>
                  <a:lnTo>
                    <a:pt x="797505" y="3109058"/>
                  </a:lnTo>
                  <a:lnTo>
                    <a:pt x="796447" y="3109058"/>
                  </a:lnTo>
                  <a:lnTo>
                    <a:pt x="795389" y="3109058"/>
                  </a:lnTo>
                  <a:lnTo>
                    <a:pt x="794332" y="3109058"/>
                  </a:lnTo>
                  <a:lnTo>
                    <a:pt x="793274" y="3109058"/>
                  </a:lnTo>
                  <a:lnTo>
                    <a:pt x="792216" y="3109058"/>
                  </a:lnTo>
                  <a:lnTo>
                    <a:pt x="791158" y="3109058"/>
                  </a:lnTo>
                  <a:lnTo>
                    <a:pt x="790100" y="3109058"/>
                  </a:lnTo>
                  <a:lnTo>
                    <a:pt x="789042" y="3109058"/>
                  </a:lnTo>
                  <a:lnTo>
                    <a:pt x="787984" y="3109058"/>
                  </a:lnTo>
                  <a:lnTo>
                    <a:pt x="786927" y="3109058"/>
                  </a:lnTo>
                  <a:lnTo>
                    <a:pt x="785869" y="3109058"/>
                  </a:lnTo>
                  <a:lnTo>
                    <a:pt x="784811" y="3109058"/>
                  </a:lnTo>
                  <a:lnTo>
                    <a:pt x="783753" y="3109058"/>
                  </a:lnTo>
                  <a:lnTo>
                    <a:pt x="782695" y="3109058"/>
                  </a:lnTo>
                  <a:lnTo>
                    <a:pt x="781637" y="3109058"/>
                  </a:lnTo>
                  <a:lnTo>
                    <a:pt x="780580" y="3109058"/>
                  </a:lnTo>
                  <a:lnTo>
                    <a:pt x="779522" y="3109058"/>
                  </a:lnTo>
                  <a:lnTo>
                    <a:pt x="778464" y="3109058"/>
                  </a:lnTo>
                  <a:lnTo>
                    <a:pt x="777406" y="3109058"/>
                  </a:lnTo>
                  <a:lnTo>
                    <a:pt x="776348" y="3109058"/>
                  </a:lnTo>
                  <a:lnTo>
                    <a:pt x="775290" y="3109058"/>
                  </a:lnTo>
                  <a:lnTo>
                    <a:pt x="774233" y="3109058"/>
                  </a:lnTo>
                  <a:lnTo>
                    <a:pt x="773175" y="3109058"/>
                  </a:lnTo>
                  <a:lnTo>
                    <a:pt x="772117" y="3109058"/>
                  </a:lnTo>
                  <a:lnTo>
                    <a:pt x="771059" y="3109058"/>
                  </a:lnTo>
                  <a:lnTo>
                    <a:pt x="770001" y="3109058"/>
                  </a:lnTo>
                  <a:lnTo>
                    <a:pt x="768943" y="3109058"/>
                  </a:lnTo>
                  <a:lnTo>
                    <a:pt x="767886" y="3109058"/>
                  </a:lnTo>
                  <a:lnTo>
                    <a:pt x="766828" y="3109058"/>
                  </a:lnTo>
                  <a:lnTo>
                    <a:pt x="765770" y="3109058"/>
                  </a:lnTo>
                  <a:lnTo>
                    <a:pt x="764712" y="3109058"/>
                  </a:lnTo>
                  <a:lnTo>
                    <a:pt x="763654" y="3109058"/>
                  </a:lnTo>
                  <a:lnTo>
                    <a:pt x="762596" y="3109058"/>
                  </a:lnTo>
                  <a:lnTo>
                    <a:pt x="761538" y="3109058"/>
                  </a:lnTo>
                  <a:lnTo>
                    <a:pt x="760481" y="3109058"/>
                  </a:lnTo>
                  <a:lnTo>
                    <a:pt x="759423" y="3109058"/>
                  </a:lnTo>
                  <a:lnTo>
                    <a:pt x="758365" y="3109058"/>
                  </a:lnTo>
                  <a:lnTo>
                    <a:pt x="757307" y="3109058"/>
                  </a:lnTo>
                  <a:lnTo>
                    <a:pt x="756249" y="3109058"/>
                  </a:lnTo>
                  <a:lnTo>
                    <a:pt x="755191" y="3109058"/>
                  </a:lnTo>
                  <a:lnTo>
                    <a:pt x="754134" y="3109058"/>
                  </a:lnTo>
                  <a:lnTo>
                    <a:pt x="753076" y="3109058"/>
                  </a:lnTo>
                  <a:lnTo>
                    <a:pt x="752018" y="3109058"/>
                  </a:lnTo>
                  <a:lnTo>
                    <a:pt x="750960" y="3109058"/>
                  </a:lnTo>
                  <a:lnTo>
                    <a:pt x="749902" y="3109058"/>
                  </a:lnTo>
                  <a:lnTo>
                    <a:pt x="748844" y="3109058"/>
                  </a:lnTo>
                  <a:lnTo>
                    <a:pt x="747787" y="3109058"/>
                  </a:lnTo>
                  <a:lnTo>
                    <a:pt x="746729" y="3109058"/>
                  </a:lnTo>
                  <a:lnTo>
                    <a:pt x="745671" y="3109058"/>
                  </a:lnTo>
                  <a:lnTo>
                    <a:pt x="744613" y="3109058"/>
                  </a:lnTo>
                  <a:lnTo>
                    <a:pt x="743555" y="3109058"/>
                  </a:lnTo>
                  <a:lnTo>
                    <a:pt x="742497" y="3109058"/>
                  </a:lnTo>
                  <a:lnTo>
                    <a:pt x="741440" y="3109058"/>
                  </a:lnTo>
                  <a:lnTo>
                    <a:pt x="740382" y="3109058"/>
                  </a:lnTo>
                  <a:lnTo>
                    <a:pt x="739324" y="3109058"/>
                  </a:lnTo>
                  <a:lnTo>
                    <a:pt x="738266" y="3109058"/>
                  </a:lnTo>
                  <a:lnTo>
                    <a:pt x="737208" y="3109058"/>
                  </a:lnTo>
                  <a:lnTo>
                    <a:pt x="736150" y="3109058"/>
                  </a:lnTo>
                  <a:lnTo>
                    <a:pt x="735092" y="3109058"/>
                  </a:lnTo>
                  <a:lnTo>
                    <a:pt x="734035" y="3109058"/>
                  </a:lnTo>
                  <a:lnTo>
                    <a:pt x="732977" y="3109058"/>
                  </a:lnTo>
                  <a:lnTo>
                    <a:pt x="731919" y="3109058"/>
                  </a:lnTo>
                  <a:lnTo>
                    <a:pt x="730861" y="3109058"/>
                  </a:lnTo>
                  <a:lnTo>
                    <a:pt x="729803" y="3109058"/>
                  </a:lnTo>
                  <a:lnTo>
                    <a:pt x="728745" y="3109058"/>
                  </a:lnTo>
                  <a:lnTo>
                    <a:pt x="727688" y="3109058"/>
                  </a:lnTo>
                  <a:lnTo>
                    <a:pt x="726630" y="3109058"/>
                  </a:lnTo>
                  <a:lnTo>
                    <a:pt x="725572" y="3109058"/>
                  </a:lnTo>
                  <a:lnTo>
                    <a:pt x="724514" y="3109058"/>
                  </a:lnTo>
                  <a:lnTo>
                    <a:pt x="723456" y="3109058"/>
                  </a:lnTo>
                  <a:lnTo>
                    <a:pt x="722398" y="3109058"/>
                  </a:lnTo>
                  <a:lnTo>
                    <a:pt x="721341" y="3109058"/>
                  </a:lnTo>
                  <a:lnTo>
                    <a:pt x="720283" y="3109058"/>
                  </a:lnTo>
                  <a:lnTo>
                    <a:pt x="719225" y="3109058"/>
                  </a:lnTo>
                  <a:lnTo>
                    <a:pt x="718167" y="3109058"/>
                  </a:lnTo>
                  <a:lnTo>
                    <a:pt x="717109" y="3109058"/>
                  </a:lnTo>
                  <a:lnTo>
                    <a:pt x="716051" y="3109058"/>
                  </a:lnTo>
                  <a:lnTo>
                    <a:pt x="714994" y="3109058"/>
                  </a:lnTo>
                  <a:lnTo>
                    <a:pt x="713936" y="3109058"/>
                  </a:lnTo>
                  <a:lnTo>
                    <a:pt x="712878" y="3109058"/>
                  </a:lnTo>
                  <a:lnTo>
                    <a:pt x="711820" y="3109058"/>
                  </a:lnTo>
                  <a:lnTo>
                    <a:pt x="710762" y="3109058"/>
                  </a:lnTo>
                  <a:lnTo>
                    <a:pt x="709704" y="3109058"/>
                  </a:lnTo>
                  <a:lnTo>
                    <a:pt x="708646" y="3109058"/>
                  </a:lnTo>
                  <a:lnTo>
                    <a:pt x="707589" y="3109058"/>
                  </a:lnTo>
                  <a:lnTo>
                    <a:pt x="706531" y="3109058"/>
                  </a:lnTo>
                  <a:lnTo>
                    <a:pt x="705473" y="3109058"/>
                  </a:lnTo>
                  <a:lnTo>
                    <a:pt x="704415" y="3109058"/>
                  </a:lnTo>
                  <a:lnTo>
                    <a:pt x="703357" y="3109058"/>
                  </a:lnTo>
                  <a:lnTo>
                    <a:pt x="702299" y="3109058"/>
                  </a:lnTo>
                  <a:lnTo>
                    <a:pt x="701242" y="3109058"/>
                  </a:lnTo>
                  <a:lnTo>
                    <a:pt x="700184" y="3109058"/>
                  </a:lnTo>
                  <a:lnTo>
                    <a:pt x="699126" y="3109058"/>
                  </a:lnTo>
                  <a:lnTo>
                    <a:pt x="698068" y="3109058"/>
                  </a:lnTo>
                  <a:lnTo>
                    <a:pt x="697010" y="3109058"/>
                  </a:lnTo>
                  <a:lnTo>
                    <a:pt x="695952" y="3109058"/>
                  </a:lnTo>
                  <a:lnTo>
                    <a:pt x="694895" y="3109058"/>
                  </a:lnTo>
                  <a:lnTo>
                    <a:pt x="693837" y="3109058"/>
                  </a:lnTo>
                  <a:lnTo>
                    <a:pt x="692779" y="3109058"/>
                  </a:lnTo>
                  <a:lnTo>
                    <a:pt x="691721" y="3109058"/>
                  </a:lnTo>
                  <a:lnTo>
                    <a:pt x="690663" y="3109058"/>
                  </a:lnTo>
                  <a:lnTo>
                    <a:pt x="689605" y="3109058"/>
                  </a:lnTo>
                  <a:lnTo>
                    <a:pt x="688548" y="3109058"/>
                  </a:lnTo>
                  <a:lnTo>
                    <a:pt x="687490" y="3109058"/>
                  </a:lnTo>
                  <a:lnTo>
                    <a:pt x="686432" y="3109058"/>
                  </a:lnTo>
                  <a:lnTo>
                    <a:pt x="685374" y="3109058"/>
                  </a:lnTo>
                  <a:lnTo>
                    <a:pt x="684316" y="3109058"/>
                  </a:lnTo>
                  <a:lnTo>
                    <a:pt x="683258" y="3109058"/>
                  </a:lnTo>
                  <a:lnTo>
                    <a:pt x="682200" y="3109058"/>
                  </a:lnTo>
                  <a:lnTo>
                    <a:pt x="681143" y="3109058"/>
                  </a:lnTo>
                  <a:lnTo>
                    <a:pt x="680085" y="3109058"/>
                  </a:lnTo>
                  <a:lnTo>
                    <a:pt x="679027" y="3109058"/>
                  </a:lnTo>
                  <a:lnTo>
                    <a:pt x="677969" y="3109058"/>
                  </a:lnTo>
                  <a:lnTo>
                    <a:pt x="676911" y="3109058"/>
                  </a:lnTo>
                  <a:lnTo>
                    <a:pt x="675853" y="3109058"/>
                  </a:lnTo>
                  <a:lnTo>
                    <a:pt x="674796" y="3109058"/>
                  </a:lnTo>
                  <a:lnTo>
                    <a:pt x="673738" y="3109058"/>
                  </a:lnTo>
                  <a:lnTo>
                    <a:pt x="672680" y="3109058"/>
                  </a:lnTo>
                  <a:lnTo>
                    <a:pt x="671622" y="3109058"/>
                  </a:lnTo>
                  <a:lnTo>
                    <a:pt x="670564" y="3109058"/>
                  </a:lnTo>
                  <a:lnTo>
                    <a:pt x="669506" y="3109058"/>
                  </a:lnTo>
                  <a:lnTo>
                    <a:pt x="668449" y="3109058"/>
                  </a:lnTo>
                  <a:lnTo>
                    <a:pt x="667391" y="3109058"/>
                  </a:lnTo>
                  <a:lnTo>
                    <a:pt x="666333" y="3109058"/>
                  </a:lnTo>
                  <a:lnTo>
                    <a:pt x="665275" y="3109058"/>
                  </a:lnTo>
                  <a:lnTo>
                    <a:pt x="664217" y="3109058"/>
                  </a:lnTo>
                  <a:lnTo>
                    <a:pt x="663159" y="3109058"/>
                  </a:lnTo>
                  <a:lnTo>
                    <a:pt x="662102" y="3109058"/>
                  </a:lnTo>
                  <a:lnTo>
                    <a:pt x="661044" y="3109058"/>
                  </a:lnTo>
                  <a:lnTo>
                    <a:pt x="659986" y="3109058"/>
                  </a:lnTo>
                  <a:lnTo>
                    <a:pt x="658928" y="3109058"/>
                  </a:lnTo>
                  <a:lnTo>
                    <a:pt x="657870" y="3109058"/>
                  </a:lnTo>
                  <a:lnTo>
                    <a:pt x="656812" y="3109058"/>
                  </a:lnTo>
                  <a:lnTo>
                    <a:pt x="655754" y="3109058"/>
                  </a:lnTo>
                  <a:lnTo>
                    <a:pt x="654697" y="3109058"/>
                  </a:lnTo>
                  <a:lnTo>
                    <a:pt x="653639" y="3109058"/>
                  </a:lnTo>
                  <a:lnTo>
                    <a:pt x="652581" y="3109058"/>
                  </a:lnTo>
                  <a:lnTo>
                    <a:pt x="651523" y="3109058"/>
                  </a:lnTo>
                  <a:lnTo>
                    <a:pt x="650465" y="3109058"/>
                  </a:lnTo>
                  <a:lnTo>
                    <a:pt x="649407" y="3109058"/>
                  </a:lnTo>
                  <a:lnTo>
                    <a:pt x="648350" y="3109058"/>
                  </a:lnTo>
                  <a:lnTo>
                    <a:pt x="647292" y="3109058"/>
                  </a:lnTo>
                  <a:lnTo>
                    <a:pt x="646234" y="3109058"/>
                  </a:lnTo>
                  <a:lnTo>
                    <a:pt x="645176" y="3109058"/>
                  </a:lnTo>
                  <a:lnTo>
                    <a:pt x="644118" y="3109058"/>
                  </a:lnTo>
                  <a:lnTo>
                    <a:pt x="643060" y="3109058"/>
                  </a:lnTo>
                  <a:lnTo>
                    <a:pt x="642003" y="3109058"/>
                  </a:lnTo>
                  <a:lnTo>
                    <a:pt x="640945" y="3109058"/>
                  </a:lnTo>
                  <a:lnTo>
                    <a:pt x="639887" y="3109058"/>
                  </a:lnTo>
                  <a:lnTo>
                    <a:pt x="638829" y="3109058"/>
                  </a:lnTo>
                  <a:lnTo>
                    <a:pt x="637771" y="3109058"/>
                  </a:lnTo>
                  <a:lnTo>
                    <a:pt x="636713" y="3109058"/>
                  </a:lnTo>
                  <a:lnTo>
                    <a:pt x="635656" y="3109058"/>
                  </a:lnTo>
                  <a:lnTo>
                    <a:pt x="634598" y="3109058"/>
                  </a:lnTo>
                  <a:lnTo>
                    <a:pt x="633540" y="3109058"/>
                  </a:lnTo>
                  <a:lnTo>
                    <a:pt x="632482" y="3109058"/>
                  </a:lnTo>
                  <a:lnTo>
                    <a:pt x="631424" y="3109058"/>
                  </a:lnTo>
                  <a:lnTo>
                    <a:pt x="630366" y="3109058"/>
                  </a:lnTo>
                  <a:lnTo>
                    <a:pt x="629308" y="3109058"/>
                  </a:lnTo>
                  <a:lnTo>
                    <a:pt x="628251" y="3109058"/>
                  </a:lnTo>
                  <a:lnTo>
                    <a:pt x="627193" y="3109058"/>
                  </a:lnTo>
                  <a:lnTo>
                    <a:pt x="626135" y="3109058"/>
                  </a:lnTo>
                  <a:lnTo>
                    <a:pt x="625077" y="3109058"/>
                  </a:lnTo>
                  <a:lnTo>
                    <a:pt x="624019" y="3109058"/>
                  </a:lnTo>
                  <a:lnTo>
                    <a:pt x="622961" y="3109058"/>
                  </a:lnTo>
                  <a:lnTo>
                    <a:pt x="621904" y="3109058"/>
                  </a:lnTo>
                  <a:lnTo>
                    <a:pt x="620846" y="3109058"/>
                  </a:lnTo>
                  <a:lnTo>
                    <a:pt x="619788" y="3109058"/>
                  </a:lnTo>
                  <a:lnTo>
                    <a:pt x="618730" y="3109058"/>
                  </a:lnTo>
                  <a:lnTo>
                    <a:pt x="617672" y="3109058"/>
                  </a:lnTo>
                  <a:lnTo>
                    <a:pt x="616614" y="3109058"/>
                  </a:lnTo>
                  <a:lnTo>
                    <a:pt x="615557" y="3109058"/>
                  </a:lnTo>
                  <a:lnTo>
                    <a:pt x="614499" y="3109058"/>
                  </a:lnTo>
                  <a:lnTo>
                    <a:pt x="613441" y="3109058"/>
                  </a:lnTo>
                  <a:lnTo>
                    <a:pt x="612383" y="3109058"/>
                  </a:lnTo>
                  <a:lnTo>
                    <a:pt x="611325" y="3109058"/>
                  </a:lnTo>
                  <a:lnTo>
                    <a:pt x="610267" y="3109058"/>
                  </a:lnTo>
                  <a:lnTo>
                    <a:pt x="609210" y="3109058"/>
                  </a:lnTo>
                  <a:lnTo>
                    <a:pt x="608152" y="3109058"/>
                  </a:lnTo>
                  <a:lnTo>
                    <a:pt x="607094" y="3109058"/>
                  </a:lnTo>
                  <a:lnTo>
                    <a:pt x="606036" y="3109058"/>
                  </a:lnTo>
                  <a:lnTo>
                    <a:pt x="604978" y="3109058"/>
                  </a:lnTo>
                  <a:lnTo>
                    <a:pt x="603920" y="3109058"/>
                  </a:lnTo>
                  <a:lnTo>
                    <a:pt x="602862" y="3109058"/>
                  </a:lnTo>
                  <a:lnTo>
                    <a:pt x="601805" y="3109058"/>
                  </a:lnTo>
                  <a:lnTo>
                    <a:pt x="600747" y="3109058"/>
                  </a:lnTo>
                  <a:lnTo>
                    <a:pt x="599689" y="3109058"/>
                  </a:lnTo>
                  <a:lnTo>
                    <a:pt x="598631" y="3109058"/>
                  </a:lnTo>
                  <a:lnTo>
                    <a:pt x="597573" y="3109058"/>
                  </a:lnTo>
                  <a:lnTo>
                    <a:pt x="596515" y="3109058"/>
                  </a:lnTo>
                  <a:lnTo>
                    <a:pt x="595458" y="3109058"/>
                  </a:lnTo>
                  <a:lnTo>
                    <a:pt x="594400" y="3109058"/>
                  </a:lnTo>
                  <a:lnTo>
                    <a:pt x="593342" y="3109058"/>
                  </a:lnTo>
                  <a:lnTo>
                    <a:pt x="592284" y="3109058"/>
                  </a:lnTo>
                  <a:lnTo>
                    <a:pt x="591226" y="3109058"/>
                  </a:lnTo>
                  <a:lnTo>
                    <a:pt x="590168" y="3109058"/>
                  </a:lnTo>
                  <a:lnTo>
                    <a:pt x="589111" y="3109058"/>
                  </a:lnTo>
                  <a:lnTo>
                    <a:pt x="588053" y="3109058"/>
                  </a:lnTo>
                  <a:lnTo>
                    <a:pt x="586995" y="3109058"/>
                  </a:lnTo>
                  <a:lnTo>
                    <a:pt x="585937" y="3109058"/>
                  </a:lnTo>
                  <a:lnTo>
                    <a:pt x="584879" y="3109058"/>
                  </a:lnTo>
                  <a:lnTo>
                    <a:pt x="583821" y="3109058"/>
                  </a:lnTo>
                  <a:lnTo>
                    <a:pt x="582764" y="3109058"/>
                  </a:lnTo>
                  <a:lnTo>
                    <a:pt x="581706" y="3109058"/>
                  </a:lnTo>
                  <a:lnTo>
                    <a:pt x="580648" y="3109058"/>
                  </a:lnTo>
                  <a:lnTo>
                    <a:pt x="579590" y="3109058"/>
                  </a:lnTo>
                  <a:lnTo>
                    <a:pt x="578532" y="3109058"/>
                  </a:lnTo>
                  <a:lnTo>
                    <a:pt x="577474" y="3109058"/>
                  </a:lnTo>
                  <a:lnTo>
                    <a:pt x="576416" y="3109058"/>
                  </a:lnTo>
                  <a:lnTo>
                    <a:pt x="575359" y="3109058"/>
                  </a:lnTo>
                  <a:lnTo>
                    <a:pt x="574301" y="3109058"/>
                  </a:lnTo>
                  <a:lnTo>
                    <a:pt x="573243" y="3109058"/>
                  </a:lnTo>
                  <a:lnTo>
                    <a:pt x="572185" y="3109058"/>
                  </a:lnTo>
                  <a:lnTo>
                    <a:pt x="571127" y="3109058"/>
                  </a:lnTo>
                  <a:lnTo>
                    <a:pt x="570069" y="3109058"/>
                  </a:lnTo>
                  <a:lnTo>
                    <a:pt x="569012" y="3109058"/>
                  </a:lnTo>
                  <a:lnTo>
                    <a:pt x="567954" y="3109058"/>
                  </a:lnTo>
                  <a:lnTo>
                    <a:pt x="566896" y="3109058"/>
                  </a:lnTo>
                  <a:lnTo>
                    <a:pt x="565838" y="3109058"/>
                  </a:lnTo>
                  <a:lnTo>
                    <a:pt x="564780" y="3109058"/>
                  </a:lnTo>
                  <a:lnTo>
                    <a:pt x="563722" y="3109058"/>
                  </a:lnTo>
                  <a:lnTo>
                    <a:pt x="562665" y="3109058"/>
                  </a:lnTo>
                  <a:lnTo>
                    <a:pt x="561607" y="3109058"/>
                  </a:lnTo>
                  <a:lnTo>
                    <a:pt x="560549" y="3109058"/>
                  </a:lnTo>
                  <a:lnTo>
                    <a:pt x="559491" y="3109058"/>
                  </a:lnTo>
                  <a:lnTo>
                    <a:pt x="558433" y="3109058"/>
                  </a:lnTo>
                  <a:lnTo>
                    <a:pt x="557375" y="3109058"/>
                  </a:lnTo>
                  <a:lnTo>
                    <a:pt x="556318" y="3109058"/>
                  </a:lnTo>
                  <a:lnTo>
                    <a:pt x="555260" y="3109058"/>
                  </a:lnTo>
                  <a:lnTo>
                    <a:pt x="554202" y="3109058"/>
                  </a:lnTo>
                  <a:lnTo>
                    <a:pt x="553144" y="3109058"/>
                  </a:lnTo>
                  <a:lnTo>
                    <a:pt x="552086" y="3109058"/>
                  </a:lnTo>
                  <a:lnTo>
                    <a:pt x="551028" y="3109058"/>
                  </a:lnTo>
                  <a:lnTo>
                    <a:pt x="549970" y="3109058"/>
                  </a:lnTo>
                  <a:lnTo>
                    <a:pt x="548913" y="3109058"/>
                  </a:lnTo>
                  <a:lnTo>
                    <a:pt x="547855" y="3109058"/>
                  </a:lnTo>
                  <a:lnTo>
                    <a:pt x="546797" y="3109058"/>
                  </a:lnTo>
                  <a:lnTo>
                    <a:pt x="545739" y="3109058"/>
                  </a:lnTo>
                  <a:lnTo>
                    <a:pt x="544681" y="3109058"/>
                  </a:lnTo>
                  <a:lnTo>
                    <a:pt x="543623" y="3109058"/>
                  </a:lnTo>
                  <a:lnTo>
                    <a:pt x="542566" y="3109058"/>
                  </a:lnTo>
                  <a:lnTo>
                    <a:pt x="541508" y="3109058"/>
                  </a:lnTo>
                  <a:lnTo>
                    <a:pt x="540450" y="3109058"/>
                  </a:lnTo>
                  <a:lnTo>
                    <a:pt x="539392" y="3109058"/>
                  </a:lnTo>
                  <a:lnTo>
                    <a:pt x="538334" y="3109058"/>
                  </a:lnTo>
                  <a:lnTo>
                    <a:pt x="537276" y="3109058"/>
                  </a:lnTo>
                  <a:lnTo>
                    <a:pt x="536219" y="3109058"/>
                  </a:lnTo>
                  <a:lnTo>
                    <a:pt x="535161" y="3109058"/>
                  </a:lnTo>
                  <a:lnTo>
                    <a:pt x="534103" y="3109058"/>
                  </a:lnTo>
                  <a:lnTo>
                    <a:pt x="533045" y="3109058"/>
                  </a:lnTo>
                  <a:lnTo>
                    <a:pt x="531987" y="3109058"/>
                  </a:lnTo>
                  <a:lnTo>
                    <a:pt x="530929" y="3109058"/>
                  </a:lnTo>
                  <a:lnTo>
                    <a:pt x="529872" y="3109058"/>
                  </a:lnTo>
                  <a:lnTo>
                    <a:pt x="528814" y="3109058"/>
                  </a:lnTo>
                  <a:lnTo>
                    <a:pt x="527756" y="3109058"/>
                  </a:lnTo>
                  <a:lnTo>
                    <a:pt x="526698" y="3109058"/>
                  </a:lnTo>
                  <a:lnTo>
                    <a:pt x="525640" y="3109058"/>
                  </a:lnTo>
                  <a:lnTo>
                    <a:pt x="524582" y="3109058"/>
                  </a:lnTo>
                  <a:lnTo>
                    <a:pt x="523524" y="3109058"/>
                  </a:lnTo>
                  <a:lnTo>
                    <a:pt x="522467" y="3109058"/>
                  </a:lnTo>
                  <a:lnTo>
                    <a:pt x="521409" y="3109058"/>
                  </a:lnTo>
                  <a:lnTo>
                    <a:pt x="520351" y="3109058"/>
                  </a:lnTo>
                  <a:lnTo>
                    <a:pt x="519293" y="3109058"/>
                  </a:lnTo>
                  <a:lnTo>
                    <a:pt x="518235" y="3109058"/>
                  </a:lnTo>
                  <a:lnTo>
                    <a:pt x="517177" y="3109058"/>
                  </a:lnTo>
                  <a:lnTo>
                    <a:pt x="516120" y="3109058"/>
                  </a:lnTo>
                  <a:lnTo>
                    <a:pt x="515062" y="3109058"/>
                  </a:lnTo>
                  <a:lnTo>
                    <a:pt x="514004" y="3109058"/>
                  </a:lnTo>
                  <a:lnTo>
                    <a:pt x="512946" y="3109058"/>
                  </a:lnTo>
                  <a:lnTo>
                    <a:pt x="511888" y="3109058"/>
                  </a:lnTo>
                  <a:lnTo>
                    <a:pt x="510830" y="3109058"/>
                  </a:lnTo>
                  <a:lnTo>
                    <a:pt x="509773" y="3109058"/>
                  </a:lnTo>
                  <a:lnTo>
                    <a:pt x="508715" y="3109058"/>
                  </a:lnTo>
                  <a:lnTo>
                    <a:pt x="507657" y="3109058"/>
                  </a:lnTo>
                  <a:lnTo>
                    <a:pt x="506599" y="3109058"/>
                  </a:lnTo>
                  <a:lnTo>
                    <a:pt x="505541" y="3109058"/>
                  </a:lnTo>
                  <a:lnTo>
                    <a:pt x="504483" y="3109058"/>
                  </a:lnTo>
                  <a:lnTo>
                    <a:pt x="503426" y="3109058"/>
                  </a:lnTo>
                  <a:lnTo>
                    <a:pt x="502368" y="3109058"/>
                  </a:lnTo>
                  <a:lnTo>
                    <a:pt x="501310" y="3109058"/>
                  </a:lnTo>
                  <a:lnTo>
                    <a:pt x="500252" y="3109058"/>
                  </a:lnTo>
                  <a:lnTo>
                    <a:pt x="499194" y="3109058"/>
                  </a:lnTo>
                  <a:lnTo>
                    <a:pt x="498136" y="3109058"/>
                  </a:lnTo>
                  <a:lnTo>
                    <a:pt x="497078" y="3109058"/>
                  </a:lnTo>
                  <a:lnTo>
                    <a:pt x="496021" y="3109058"/>
                  </a:lnTo>
                  <a:lnTo>
                    <a:pt x="494963" y="3109058"/>
                  </a:lnTo>
                  <a:lnTo>
                    <a:pt x="493905" y="3109058"/>
                  </a:lnTo>
                  <a:lnTo>
                    <a:pt x="492847" y="3109058"/>
                  </a:lnTo>
                  <a:lnTo>
                    <a:pt x="491789" y="3109058"/>
                  </a:lnTo>
                  <a:lnTo>
                    <a:pt x="490731" y="3109058"/>
                  </a:lnTo>
                  <a:lnTo>
                    <a:pt x="489674" y="3109058"/>
                  </a:lnTo>
                  <a:lnTo>
                    <a:pt x="488616" y="3109058"/>
                  </a:lnTo>
                  <a:lnTo>
                    <a:pt x="487558" y="3109058"/>
                  </a:lnTo>
                  <a:lnTo>
                    <a:pt x="486500" y="3109058"/>
                  </a:lnTo>
                  <a:lnTo>
                    <a:pt x="485442" y="3109058"/>
                  </a:lnTo>
                  <a:lnTo>
                    <a:pt x="484384" y="3109058"/>
                  </a:lnTo>
                  <a:lnTo>
                    <a:pt x="483327" y="3109058"/>
                  </a:lnTo>
                  <a:lnTo>
                    <a:pt x="482269" y="3109058"/>
                  </a:lnTo>
                  <a:lnTo>
                    <a:pt x="481211" y="3109058"/>
                  </a:lnTo>
                  <a:lnTo>
                    <a:pt x="480153" y="3109058"/>
                  </a:lnTo>
                  <a:lnTo>
                    <a:pt x="479095" y="3109058"/>
                  </a:lnTo>
                  <a:lnTo>
                    <a:pt x="478037" y="3109058"/>
                  </a:lnTo>
                  <a:lnTo>
                    <a:pt x="476980" y="3109058"/>
                  </a:lnTo>
                  <a:lnTo>
                    <a:pt x="475922" y="3109058"/>
                  </a:lnTo>
                  <a:lnTo>
                    <a:pt x="474864" y="3109058"/>
                  </a:lnTo>
                  <a:lnTo>
                    <a:pt x="473806" y="3109058"/>
                  </a:lnTo>
                  <a:lnTo>
                    <a:pt x="472748" y="3109058"/>
                  </a:lnTo>
                  <a:lnTo>
                    <a:pt x="471690" y="3109058"/>
                  </a:lnTo>
                  <a:lnTo>
                    <a:pt x="470632" y="3109058"/>
                  </a:lnTo>
                  <a:lnTo>
                    <a:pt x="469575" y="3109058"/>
                  </a:lnTo>
                  <a:lnTo>
                    <a:pt x="468517" y="3109058"/>
                  </a:lnTo>
                  <a:lnTo>
                    <a:pt x="467459" y="3109058"/>
                  </a:lnTo>
                  <a:lnTo>
                    <a:pt x="466401" y="3109058"/>
                  </a:lnTo>
                  <a:lnTo>
                    <a:pt x="465343" y="3109058"/>
                  </a:lnTo>
                  <a:lnTo>
                    <a:pt x="464285" y="3109058"/>
                  </a:lnTo>
                  <a:lnTo>
                    <a:pt x="463228" y="3109058"/>
                  </a:lnTo>
                  <a:lnTo>
                    <a:pt x="462170" y="3109058"/>
                  </a:lnTo>
                  <a:lnTo>
                    <a:pt x="461112" y="3109058"/>
                  </a:lnTo>
                  <a:lnTo>
                    <a:pt x="460054" y="3109058"/>
                  </a:lnTo>
                  <a:lnTo>
                    <a:pt x="458996" y="3109058"/>
                  </a:lnTo>
                  <a:lnTo>
                    <a:pt x="457938" y="3109058"/>
                  </a:lnTo>
                  <a:lnTo>
                    <a:pt x="456881" y="3109058"/>
                  </a:lnTo>
                  <a:lnTo>
                    <a:pt x="455823" y="3109058"/>
                  </a:lnTo>
                  <a:lnTo>
                    <a:pt x="454765" y="3109058"/>
                  </a:lnTo>
                  <a:lnTo>
                    <a:pt x="453707" y="3109058"/>
                  </a:lnTo>
                  <a:lnTo>
                    <a:pt x="452649" y="3109058"/>
                  </a:lnTo>
                  <a:lnTo>
                    <a:pt x="451591" y="3109058"/>
                  </a:lnTo>
                  <a:lnTo>
                    <a:pt x="450534" y="3109058"/>
                  </a:lnTo>
                  <a:lnTo>
                    <a:pt x="449476" y="3109058"/>
                  </a:lnTo>
                  <a:lnTo>
                    <a:pt x="448418" y="3109058"/>
                  </a:lnTo>
                  <a:lnTo>
                    <a:pt x="447360" y="3109058"/>
                  </a:lnTo>
                  <a:lnTo>
                    <a:pt x="446302" y="3109058"/>
                  </a:lnTo>
                  <a:lnTo>
                    <a:pt x="445244" y="3109058"/>
                  </a:lnTo>
                  <a:lnTo>
                    <a:pt x="444187" y="3109058"/>
                  </a:lnTo>
                  <a:lnTo>
                    <a:pt x="443129" y="3109058"/>
                  </a:lnTo>
                  <a:lnTo>
                    <a:pt x="442071" y="3109058"/>
                  </a:lnTo>
                  <a:lnTo>
                    <a:pt x="441013" y="3109058"/>
                  </a:lnTo>
                  <a:lnTo>
                    <a:pt x="439955" y="3109058"/>
                  </a:lnTo>
                  <a:lnTo>
                    <a:pt x="438897" y="3109058"/>
                  </a:lnTo>
                  <a:lnTo>
                    <a:pt x="437839" y="3109058"/>
                  </a:lnTo>
                  <a:lnTo>
                    <a:pt x="436782" y="3109058"/>
                  </a:lnTo>
                  <a:lnTo>
                    <a:pt x="435724" y="3109058"/>
                  </a:lnTo>
                  <a:lnTo>
                    <a:pt x="434666" y="3109058"/>
                  </a:lnTo>
                  <a:lnTo>
                    <a:pt x="433608" y="3109058"/>
                  </a:lnTo>
                  <a:lnTo>
                    <a:pt x="432550" y="3109058"/>
                  </a:lnTo>
                  <a:lnTo>
                    <a:pt x="431492" y="3109058"/>
                  </a:lnTo>
                  <a:lnTo>
                    <a:pt x="430435" y="3109058"/>
                  </a:lnTo>
                  <a:lnTo>
                    <a:pt x="429377" y="3109058"/>
                  </a:lnTo>
                  <a:lnTo>
                    <a:pt x="428319" y="3109058"/>
                  </a:lnTo>
                  <a:lnTo>
                    <a:pt x="427261" y="3109058"/>
                  </a:lnTo>
                  <a:lnTo>
                    <a:pt x="426203" y="3109058"/>
                  </a:lnTo>
                  <a:lnTo>
                    <a:pt x="425145" y="3109058"/>
                  </a:lnTo>
                  <a:lnTo>
                    <a:pt x="424088" y="3109058"/>
                  </a:lnTo>
                  <a:lnTo>
                    <a:pt x="423030" y="3109058"/>
                  </a:lnTo>
                  <a:lnTo>
                    <a:pt x="421972" y="3109058"/>
                  </a:lnTo>
                  <a:lnTo>
                    <a:pt x="420914" y="3109058"/>
                  </a:lnTo>
                  <a:lnTo>
                    <a:pt x="419856" y="3109058"/>
                  </a:lnTo>
                  <a:lnTo>
                    <a:pt x="418798" y="3109058"/>
                  </a:lnTo>
                  <a:lnTo>
                    <a:pt x="417741" y="3109058"/>
                  </a:lnTo>
                  <a:lnTo>
                    <a:pt x="416683" y="3109058"/>
                  </a:lnTo>
                  <a:lnTo>
                    <a:pt x="415625" y="3109058"/>
                  </a:lnTo>
                  <a:lnTo>
                    <a:pt x="414567" y="3109058"/>
                  </a:lnTo>
                  <a:lnTo>
                    <a:pt x="413509" y="3109058"/>
                  </a:lnTo>
                  <a:lnTo>
                    <a:pt x="412451" y="3109058"/>
                  </a:lnTo>
                  <a:lnTo>
                    <a:pt x="411393" y="3109058"/>
                  </a:lnTo>
                  <a:lnTo>
                    <a:pt x="410336" y="3109058"/>
                  </a:lnTo>
                  <a:lnTo>
                    <a:pt x="409278" y="3109058"/>
                  </a:lnTo>
                  <a:lnTo>
                    <a:pt x="408220" y="3109058"/>
                  </a:lnTo>
                  <a:lnTo>
                    <a:pt x="407162" y="3109058"/>
                  </a:lnTo>
                  <a:lnTo>
                    <a:pt x="406104" y="3109058"/>
                  </a:lnTo>
                  <a:lnTo>
                    <a:pt x="405046" y="3109058"/>
                  </a:lnTo>
                  <a:lnTo>
                    <a:pt x="403989" y="3109058"/>
                  </a:lnTo>
                  <a:lnTo>
                    <a:pt x="402931" y="3109058"/>
                  </a:lnTo>
                  <a:lnTo>
                    <a:pt x="401873" y="3109058"/>
                  </a:lnTo>
                  <a:lnTo>
                    <a:pt x="400815" y="3109058"/>
                  </a:lnTo>
                  <a:lnTo>
                    <a:pt x="399757" y="3109058"/>
                  </a:lnTo>
                  <a:lnTo>
                    <a:pt x="398699" y="3109058"/>
                  </a:lnTo>
                  <a:lnTo>
                    <a:pt x="397642" y="3109058"/>
                  </a:lnTo>
                  <a:lnTo>
                    <a:pt x="396584" y="3109058"/>
                  </a:lnTo>
                  <a:lnTo>
                    <a:pt x="395526" y="3109058"/>
                  </a:lnTo>
                  <a:lnTo>
                    <a:pt x="394468" y="3109058"/>
                  </a:lnTo>
                  <a:lnTo>
                    <a:pt x="393410" y="3109058"/>
                  </a:lnTo>
                  <a:lnTo>
                    <a:pt x="392352" y="3109058"/>
                  </a:lnTo>
                  <a:lnTo>
                    <a:pt x="391295" y="3109058"/>
                  </a:lnTo>
                  <a:lnTo>
                    <a:pt x="390237" y="3109058"/>
                  </a:lnTo>
                  <a:lnTo>
                    <a:pt x="389179" y="3109058"/>
                  </a:lnTo>
                  <a:lnTo>
                    <a:pt x="388121" y="3109058"/>
                  </a:lnTo>
                  <a:lnTo>
                    <a:pt x="387063" y="3109058"/>
                  </a:lnTo>
                  <a:lnTo>
                    <a:pt x="386005" y="3109058"/>
                  </a:lnTo>
                  <a:lnTo>
                    <a:pt x="384947" y="3109058"/>
                  </a:lnTo>
                  <a:lnTo>
                    <a:pt x="383890" y="3109058"/>
                  </a:lnTo>
                  <a:lnTo>
                    <a:pt x="382832" y="3109058"/>
                  </a:lnTo>
                  <a:lnTo>
                    <a:pt x="381774" y="3109058"/>
                  </a:lnTo>
                  <a:lnTo>
                    <a:pt x="380716" y="3109058"/>
                  </a:lnTo>
                  <a:lnTo>
                    <a:pt x="379658" y="3109058"/>
                  </a:lnTo>
                  <a:lnTo>
                    <a:pt x="378600" y="3109058"/>
                  </a:lnTo>
                  <a:lnTo>
                    <a:pt x="377543" y="3109058"/>
                  </a:lnTo>
                  <a:lnTo>
                    <a:pt x="376485" y="3109058"/>
                  </a:lnTo>
                  <a:lnTo>
                    <a:pt x="375427" y="3109058"/>
                  </a:lnTo>
                  <a:lnTo>
                    <a:pt x="374369" y="3109058"/>
                  </a:lnTo>
                  <a:lnTo>
                    <a:pt x="373311" y="3109058"/>
                  </a:lnTo>
                  <a:lnTo>
                    <a:pt x="372253" y="3109058"/>
                  </a:lnTo>
                  <a:lnTo>
                    <a:pt x="371196" y="3109058"/>
                  </a:lnTo>
                  <a:lnTo>
                    <a:pt x="370138" y="3109058"/>
                  </a:lnTo>
                  <a:lnTo>
                    <a:pt x="369080" y="3109058"/>
                  </a:lnTo>
                  <a:lnTo>
                    <a:pt x="368022" y="3109058"/>
                  </a:lnTo>
                  <a:lnTo>
                    <a:pt x="366964" y="3109058"/>
                  </a:lnTo>
                  <a:lnTo>
                    <a:pt x="365906" y="3109058"/>
                  </a:lnTo>
                  <a:lnTo>
                    <a:pt x="364849" y="3109058"/>
                  </a:lnTo>
                  <a:lnTo>
                    <a:pt x="363791" y="3109058"/>
                  </a:lnTo>
                  <a:lnTo>
                    <a:pt x="362733" y="3109058"/>
                  </a:lnTo>
                  <a:lnTo>
                    <a:pt x="361675" y="3109058"/>
                  </a:lnTo>
                  <a:lnTo>
                    <a:pt x="360617" y="3109058"/>
                  </a:lnTo>
                  <a:lnTo>
                    <a:pt x="359559" y="3109058"/>
                  </a:lnTo>
                  <a:lnTo>
                    <a:pt x="358501" y="3109058"/>
                  </a:lnTo>
                  <a:lnTo>
                    <a:pt x="357444" y="3109058"/>
                  </a:lnTo>
                  <a:lnTo>
                    <a:pt x="356386" y="3109058"/>
                  </a:lnTo>
                  <a:lnTo>
                    <a:pt x="355328" y="3109058"/>
                  </a:lnTo>
                  <a:lnTo>
                    <a:pt x="354270" y="3109058"/>
                  </a:lnTo>
                  <a:lnTo>
                    <a:pt x="353212" y="3109058"/>
                  </a:lnTo>
                  <a:lnTo>
                    <a:pt x="352154" y="3109058"/>
                  </a:lnTo>
                  <a:lnTo>
                    <a:pt x="351097" y="3109058"/>
                  </a:lnTo>
                  <a:lnTo>
                    <a:pt x="350039" y="3109058"/>
                  </a:lnTo>
                  <a:lnTo>
                    <a:pt x="348981" y="3109058"/>
                  </a:lnTo>
                  <a:lnTo>
                    <a:pt x="347923" y="3109058"/>
                  </a:lnTo>
                  <a:lnTo>
                    <a:pt x="346865" y="3109058"/>
                  </a:lnTo>
                  <a:lnTo>
                    <a:pt x="345807" y="3109058"/>
                  </a:lnTo>
                  <a:lnTo>
                    <a:pt x="344750" y="3109058"/>
                  </a:lnTo>
                  <a:lnTo>
                    <a:pt x="343692" y="3109058"/>
                  </a:lnTo>
                  <a:lnTo>
                    <a:pt x="342634" y="3109058"/>
                  </a:lnTo>
                  <a:lnTo>
                    <a:pt x="341576" y="3109058"/>
                  </a:lnTo>
                  <a:lnTo>
                    <a:pt x="340518" y="3109058"/>
                  </a:lnTo>
                  <a:lnTo>
                    <a:pt x="339460" y="3109058"/>
                  </a:lnTo>
                  <a:lnTo>
                    <a:pt x="338403" y="3109058"/>
                  </a:lnTo>
                  <a:lnTo>
                    <a:pt x="337345" y="3109058"/>
                  </a:lnTo>
                  <a:lnTo>
                    <a:pt x="336287" y="3109058"/>
                  </a:lnTo>
                  <a:lnTo>
                    <a:pt x="335229" y="3109058"/>
                  </a:lnTo>
                  <a:lnTo>
                    <a:pt x="334171" y="3109058"/>
                  </a:lnTo>
                  <a:lnTo>
                    <a:pt x="333113" y="3109058"/>
                  </a:lnTo>
                  <a:lnTo>
                    <a:pt x="332055" y="3109058"/>
                  </a:lnTo>
                  <a:lnTo>
                    <a:pt x="330998" y="3109058"/>
                  </a:lnTo>
                  <a:lnTo>
                    <a:pt x="329940" y="3109058"/>
                  </a:lnTo>
                  <a:lnTo>
                    <a:pt x="328882" y="3109058"/>
                  </a:lnTo>
                  <a:lnTo>
                    <a:pt x="327824" y="3109058"/>
                  </a:lnTo>
                  <a:lnTo>
                    <a:pt x="326766" y="3109058"/>
                  </a:lnTo>
                  <a:lnTo>
                    <a:pt x="325708" y="3109058"/>
                  </a:lnTo>
                  <a:lnTo>
                    <a:pt x="324651" y="3109058"/>
                  </a:lnTo>
                  <a:lnTo>
                    <a:pt x="323593" y="3109058"/>
                  </a:lnTo>
                  <a:lnTo>
                    <a:pt x="322535" y="3109058"/>
                  </a:lnTo>
                  <a:lnTo>
                    <a:pt x="321477" y="3109058"/>
                  </a:lnTo>
                  <a:lnTo>
                    <a:pt x="320419" y="3109058"/>
                  </a:lnTo>
                  <a:lnTo>
                    <a:pt x="319361" y="3109058"/>
                  </a:lnTo>
                  <a:lnTo>
                    <a:pt x="318304" y="3109058"/>
                  </a:lnTo>
                  <a:lnTo>
                    <a:pt x="317246" y="3109058"/>
                  </a:lnTo>
                  <a:lnTo>
                    <a:pt x="316188" y="3109058"/>
                  </a:lnTo>
                  <a:lnTo>
                    <a:pt x="315130" y="3109058"/>
                  </a:lnTo>
                  <a:lnTo>
                    <a:pt x="314072" y="3109058"/>
                  </a:lnTo>
                  <a:lnTo>
                    <a:pt x="313014" y="3109058"/>
                  </a:lnTo>
                  <a:lnTo>
                    <a:pt x="311957" y="3109058"/>
                  </a:lnTo>
                  <a:lnTo>
                    <a:pt x="310899" y="3109058"/>
                  </a:lnTo>
                  <a:lnTo>
                    <a:pt x="309841" y="3109058"/>
                  </a:lnTo>
                  <a:lnTo>
                    <a:pt x="308783" y="3109058"/>
                  </a:lnTo>
                  <a:lnTo>
                    <a:pt x="307725" y="3109058"/>
                  </a:lnTo>
                  <a:lnTo>
                    <a:pt x="306667" y="3109058"/>
                  </a:lnTo>
                  <a:lnTo>
                    <a:pt x="305609" y="3109058"/>
                  </a:lnTo>
                  <a:lnTo>
                    <a:pt x="304552" y="3109058"/>
                  </a:lnTo>
                  <a:lnTo>
                    <a:pt x="303494" y="3109058"/>
                  </a:lnTo>
                  <a:lnTo>
                    <a:pt x="302436" y="3109058"/>
                  </a:lnTo>
                  <a:lnTo>
                    <a:pt x="301378" y="3109058"/>
                  </a:lnTo>
                  <a:lnTo>
                    <a:pt x="300320" y="3109058"/>
                  </a:lnTo>
                  <a:lnTo>
                    <a:pt x="299262" y="3109058"/>
                  </a:lnTo>
                  <a:lnTo>
                    <a:pt x="298205" y="3109058"/>
                  </a:lnTo>
                  <a:lnTo>
                    <a:pt x="297147" y="3109058"/>
                  </a:lnTo>
                  <a:lnTo>
                    <a:pt x="296089" y="3109058"/>
                  </a:lnTo>
                  <a:lnTo>
                    <a:pt x="295031" y="3109058"/>
                  </a:lnTo>
                  <a:lnTo>
                    <a:pt x="293973" y="3109058"/>
                  </a:lnTo>
                  <a:lnTo>
                    <a:pt x="292915" y="3109058"/>
                  </a:lnTo>
                  <a:lnTo>
                    <a:pt x="291858" y="3109058"/>
                  </a:lnTo>
                  <a:lnTo>
                    <a:pt x="290800" y="3109058"/>
                  </a:lnTo>
                  <a:lnTo>
                    <a:pt x="289742" y="3109058"/>
                  </a:lnTo>
                  <a:lnTo>
                    <a:pt x="288684" y="3109058"/>
                  </a:lnTo>
                  <a:lnTo>
                    <a:pt x="287626" y="3109058"/>
                  </a:lnTo>
                  <a:lnTo>
                    <a:pt x="286568" y="3109058"/>
                  </a:lnTo>
                  <a:lnTo>
                    <a:pt x="285511" y="3109058"/>
                  </a:lnTo>
                  <a:lnTo>
                    <a:pt x="284453" y="3109058"/>
                  </a:lnTo>
                  <a:lnTo>
                    <a:pt x="283395" y="3109058"/>
                  </a:lnTo>
                  <a:lnTo>
                    <a:pt x="282337" y="3109058"/>
                  </a:lnTo>
                  <a:lnTo>
                    <a:pt x="281279" y="3109058"/>
                  </a:lnTo>
                  <a:lnTo>
                    <a:pt x="280221" y="3109058"/>
                  </a:lnTo>
                  <a:lnTo>
                    <a:pt x="279163" y="3109058"/>
                  </a:lnTo>
                  <a:lnTo>
                    <a:pt x="278106" y="3109058"/>
                  </a:lnTo>
                  <a:lnTo>
                    <a:pt x="277048" y="3109058"/>
                  </a:lnTo>
                  <a:lnTo>
                    <a:pt x="275990" y="3109058"/>
                  </a:lnTo>
                  <a:lnTo>
                    <a:pt x="274932" y="3109058"/>
                  </a:lnTo>
                  <a:lnTo>
                    <a:pt x="273874" y="3109058"/>
                  </a:lnTo>
                  <a:lnTo>
                    <a:pt x="272816" y="3109058"/>
                  </a:lnTo>
                  <a:lnTo>
                    <a:pt x="271759" y="3109058"/>
                  </a:lnTo>
                  <a:lnTo>
                    <a:pt x="270701" y="3109058"/>
                  </a:lnTo>
                  <a:lnTo>
                    <a:pt x="269643" y="3109058"/>
                  </a:lnTo>
                  <a:lnTo>
                    <a:pt x="268585" y="3109058"/>
                  </a:lnTo>
                  <a:lnTo>
                    <a:pt x="267527" y="3109058"/>
                  </a:lnTo>
                  <a:lnTo>
                    <a:pt x="266469" y="3109058"/>
                  </a:lnTo>
                  <a:lnTo>
                    <a:pt x="265412" y="3109058"/>
                  </a:lnTo>
                  <a:lnTo>
                    <a:pt x="264354" y="3109058"/>
                  </a:lnTo>
                  <a:lnTo>
                    <a:pt x="263296" y="3109058"/>
                  </a:lnTo>
                  <a:lnTo>
                    <a:pt x="262238" y="3109058"/>
                  </a:lnTo>
                  <a:lnTo>
                    <a:pt x="261180" y="3109058"/>
                  </a:lnTo>
                  <a:lnTo>
                    <a:pt x="260122" y="3109058"/>
                  </a:lnTo>
                  <a:lnTo>
                    <a:pt x="259065" y="3109058"/>
                  </a:lnTo>
                  <a:lnTo>
                    <a:pt x="258007" y="3109058"/>
                  </a:lnTo>
                  <a:lnTo>
                    <a:pt x="256949" y="3109058"/>
                  </a:lnTo>
                  <a:lnTo>
                    <a:pt x="255891" y="3109058"/>
                  </a:lnTo>
                  <a:lnTo>
                    <a:pt x="254833" y="3109058"/>
                  </a:lnTo>
                  <a:lnTo>
                    <a:pt x="253775" y="3109058"/>
                  </a:lnTo>
                  <a:lnTo>
                    <a:pt x="252717" y="3109058"/>
                  </a:lnTo>
                  <a:lnTo>
                    <a:pt x="251660" y="3109058"/>
                  </a:lnTo>
                  <a:lnTo>
                    <a:pt x="250602" y="3109058"/>
                  </a:lnTo>
                  <a:lnTo>
                    <a:pt x="249544" y="3109058"/>
                  </a:lnTo>
                  <a:lnTo>
                    <a:pt x="248486" y="3109058"/>
                  </a:lnTo>
                  <a:lnTo>
                    <a:pt x="247428" y="3109058"/>
                  </a:lnTo>
                  <a:lnTo>
                    <a:pt x="246370" y="3109058"/>
                  </a:lnTo>
                  <a:lnTo>
                    <a:pt x="245313" y="3109058"/>
                  </a:lnTo>
                  <a:lnTo>
                    <a:pt x="244255" y="3109058"/>
                  </a:lnTo>
                  <a:lnTo>
                    <a:pt x="243197" y="3109058"/>
                  </a:lnTo>
                  <a:lnTo>
                    <a:pt x="242139" y="3109058"/>
                  </a:lnTo>
                  <a:lnTo>
                    <a:pt x="241081" y="3109058"/>
                  </a:lnTo>
                  <a:lnTo>
                    <a:pt x="240023" y="3109058"/>
                  </a:lnTo>
                  <a:lnTo>
                    <a:pt x="238966" y="3109058"/>
                  </a:lnTo>
                  <a:lnTo>
                    <a:pt x="237908" y="3109058"/>
                  </a:lnTo>
                  <a:lnTo>
                    <a:pt x="236850" y="3109058"/>
                  </a:lnTo>
                  <a:lnTo>
                    <a:pt x="235792" y="3109058"/>
                  </a:lnTo>
                  <a:lnTo>
                    <a:pt x="234734" y="3109058"/>
                  </a:lnTo>
                  <a:lnTo>
                    <a:pt x="233676" y="3109058"/>
                  </a:lnTo>
                  <a:lnTo>
                    <a:pt x="232619" y="3109058"/>
                  </a:lnTo>
                  <a:lnTo>
                    <a:pt x="231561" y="3109058"/>
                  </a:lnTo>
                  <a:lnTo>
                    <a:pt x="230503" y="3109058"/>
                  </a:lnTo>
                  <a:lnTo>
                    <a:pt x="229445" y="3109058"/>
                  </a:lnTo>
                  <a:lnTo>
                    <a:pt x="228387" y="3109058"/>
                  </a:lnTo>
                  <a:lnTo>
                    <a:pt x="227329" y="3109058"/>
                  </a:lnTo>
                  <a:lnTo>
                    <a:pt x="226271" y="3109058"/>
                  </a:lnTo>
                  <a:lnTo>
                    <a:pt x="225214" y="3109058"/>
                  </a:lnTo>
                  <a:lnTo>
                    <a:pt x="224156" y="3109058"/>
                  </a:lnTo>
                  <a:lnTo>
                    <a:pt x="223098" y="3109058"/>
                  </a:lnTo>
                  <a:lnTo>
                    <a:pt x="222040" y="3109058"/>
                  </a:lnTo>
                  <a:lnTo>
                    <a:pt x="220982" y="3109058"/>
                  </a:lnTo>
                  <a:lnTo>
                    <a:pt x="219924" y="3109058"/>
                  </a:lnTo>
                  <a:lnTo>
                    <a:pt x="218867" y="3109058"/>
                  </a:lnTo>
                  <a:lnTo>
                    <a:pt x="217809" y="3109058"/>
                  </a:lnTo>
                  <a:lnTo>
                    <a:pt x="216751" y="3109058"/>
                  </a:lnTo>
                  <a:lnTo>
                    <a:pt x="215693" y="3109058"/>
                  </a:lnTo>
                  <a:lnTo>
                    <a:pt x="214635" y="3109058"/>
                  </a:lnTo>
                  <a:lnTo>
                    <a:pt x="213577" y="3109058"/>
                  </a:lnTo>
                  <a:lnTo>
                    <a:pt x="212520" y="3109058"/>
                  </a:lnTo>
                  <a:lnTo>
                    <a:pt x="211462" y="3109058"/>
                  </a:lnTo>
                  <a:lnTo>
                    <a:pt x="210404" y="3109058"/>
                  </a:lnTo>
                  <a:lnTo>
                    <a:pt x="209346" y="3109058"/>
                  </a:lnTo>
                  <a:lnTo>
                    <a:pt x="208288" y="3109058"/>
                  </a:lnTo>
                  <a:lnTo>
                    <a:pt x="207230" y="3109058"/>
                  </a:lnTo>
                  <a:lnTo>
                    <a:pt x="206173" y="3109058"/>
                  </a:lnTo>
                  <a:lnTo>
                    <a:pt x="205115" y="3109058"/>
                  </a:lnTo>
                  <a:lnTo>
                    <a:pt x="204057" y="3109058"/>
                  </a:lnTo>
                  <a:lnTo>
                    <a:pt x="202999" y="3109058"/>
                  </a:lnTo>
                  <a:lnTo>
                    <a:pt x="201941" y="3109058"/>
                  </a:lnTo>
                  <a:lnTo>
                    <a:pt x="200883" y="3109058"/>
                  </a:lnTo>
                  <a:lnTo>
                    <a:pt x="199825" y="3109058"/>
                  </a:lnTo>
                  <a:lnTo>
                    <a:pt x="198768" y="3109058"/>
                  </a:lnTo>
                  <a:lnTo>
                    <a:pt x="197710" y="3109058"/>
                  </a:lnTo>
                  <a:lnTo>
                    <a:pt x="196652" y="3109058"/>
                  </a:lnTo>
                  <a:lnTo>
                    <a:pt x="195594" y="3109058"/>
                  </a:lnTo>
                  <a:lnTo>
                    <a:pt x="194536" y="3109058"/>
                  </a:lnTo>
                  <a:lnTo>
                    <a:pt x="193478" y="3109058"/>
                  </a:lnTo>
                  <a:lnTo>
                    <a:pt x="192421" y="3109058"/>
                  </a:lnTo>
                  <a:lnTo>
                    <a:pt x="191363" y="3109058"/>
                  </a:lnTo>
                  <a:lnTo>
                    <a:pt x="190305" y="3109058"/>
                  </a:lnTo>
                  <a:lnTo>
                    <a:pt x="189247" y="3109058"/>
                  </a:lnTo>
                  <a:lnTo>
                    <a:pt x="188189" y="3109058"/>
                  </a:lnTo>
                  <a:lnTo>
                    <a:pt x="187131" y="3109058"/>
                  </a:lnTo>
                  <a:lnTo>
                    <a:pt x="186074" y="3109058"/>
                  </a:lnTo>
                  <a:lnTo>
                    <a:pt x="185016" y="3109058"/>
                  </a:lnTo>
                  <a:lnTo>
                    <a:pt x="183958" y="3109058"/>
                  </a:lnTo>
                  <a:lnTo>
                    <a:pt x="182900" y="3109058"/>
                  </a:lnTo>
                  <a:lnTo>
                    <a:pt x="181842" y="3109058"/>
                  </a:lnTo>
                  <a:lnTo>
                    <a:pt x="180784" y="3109058"/>
                  </a:lnTo>
                  <a:lnTo>
                    <a:pt x="179727" y="3109058"/>
                  </a:lnTo>
                  <a:lnTo>
                    <a:pt x="178669" y="3109058"/>
                  </a:lnTo>
                  <a:lnTo>
                    <a:pt x="177611" y="3109058"/>
                  </a:lnTo>
                  <a:lnTo>
                    <a:pt x="176553" y="3109058"/>
                  </a:lnTo>
                  <a:lnTo>
                    <a:pt x="175495" y="3109058"/>
                  </a:lnTo>
                  <a:lnTo>
                    <a:pt x="174437" y="3109058"/>
                  </a:lnTo>
                  <a:lnTo>
                    <a:pt x="173379" y="3109058"/>
                  </a:lnTo>
                  <a:lnTo>
                    <a:pt x="172322" y="3109058"/>
                  </a:lnTo>
                  <a:lnTo>
                    <a:pt x="171264" y="3109058"/>
                  </a:lnTo>
                  <a:lnTo>
                    <a:pt x="170206" y="3109058"/>
                  </a:lnTo>
                  <a:lnTo>
                    <a:pt x="169148" y="3109058"/>
                  </a:lnTo>
                  <a:lnTo>
                    <a:pt x="168090" y="3109058"/>
                  </a:lnTo>
                  <a:lnTo>
                    <a:pt x="167032" y="3109058"/>
                  </a:lnTo>
                  <a:lnTo>
                    <a:pt x="165975" y="3109058"/>
                  </a:lnTo>
                  <a:lnTo>
                    <a:pt x="164917" y="3109058"/>
                  </a:lnTo>
                  <a:lnTo>
                    <a:pt x="163859" y="3109058"/>
                  </a:lnTo>
                  <a:lnTo>
                    <a:pt x="162801" y="3109058"/>
                  </a:lnTo>
                  <a:lnTo>
                    <a:pt x="161743" y="3109058"/>
                  </a:lnTo>
                  <a:lnTo>
                    <a:pt x="160685" y="3109058"/>
                  </a:lnTo>
                  <a:lnTo>
                    <a:pt x="159628" y="3109058"/>
                  </a:lnTo>
                  <a:lnTo>
                    <a:pt x="158570" y="3109058"/>
                  </a:lnTo>
                  <a:lnTo>
                    <a:pt x="157512" y="3109058"/>
                  </a:lnTo>
                  <a:lnTo>
                    <a:pt x="156454" y="3109058"/>
                  </a:lnTo>
                  <a:lnTo>
                    <a:pt x="155396" y="3109058"/>
                  </a:lnTo>
                  <a:lnTo>
                    <a:pt x="154338" y="3109058"/>
                  </a:lnTo>
                  <a:lnTo>
                    <a:pt x="153281" y="3109058"/>
                  </a:lnTo>
                  <a:lnTo>
                    <a:pt x="152223" y="3109058"/>
                  </a:lnTo>
                  <a:lnTo>
                    <a:pt x="151165" y="3109058"/>
                  </a:lnTo>
                  <a:lnTo>
                    <a:pt x="150107" y="3109058"/>
                  </a:lnTo>
                  <a:lnTo>
                    <a:pt x="149049" y="3109058"/>
                  </a:lnTo>
                  <a:lnTo>
                    <a:pt x="147991" y="3109058"/>
                  </a:lnTo>
                  <a:lnTo>
                    <a:pt x="146933" y="3109058"/>
                  </a:lnTo>
                  <a:lnTo>
                    <a:pt x="145876" y="3109058"/>
                  </a:lnTo>
                  <a:lnTo>
                    <a:pt x="144818" y="3109058"/>
                  </a:lnTo>
                  <a:lnTo>
                    <a:pt x="143760" y="3109058"/>
                  </a:lnTo>
                  <a:lnTo>
                    <a:pt x="142702" y="3109058"/>
                  </a:lnTo>
                  <a:lnTo>
                    <a:pt x="141644" y="3109058"/>
                  </a:lnTo>
                  <a:lnTo>
                    <a:pt x="140586" y="3109058"/>
                  </a:lnTo>
                  <a:lnTo>
                    <a:pt x="139529" y="3109058"/>
                  </a:lnTo>
                  <a:lnTo>
                    <a:pt x="138471" y="3109058"/>
                  </a:lnTo>
                  <a:lnTo>
                    <a:pt x="137413" y="3109058"/>
                  </a:lnTo>
                  <a:lnTo>
                    <a:pt x="136355" y="3109058"/>
                  </a:lnTo>
                  <a:lnTo>
                    <a:pt x="135297" y="3109058"/>
                  </a:lnTo>
                  <a:lnTo>
                    <a:pt x="134239" y="3109058"/>
                  </a:lnTo>
                  <a:lnTo>
                    <a:pt x="133182" y="3109058"/>
                  </a:lnTo>
                  <a:lnTo>
                    <a:pt x="132124" y="3109058"/>
                  </a:lnTo>
                  <a:lnTo>
                    <a:pt x="131066" y="3109058"/>
                  </a:lnTo>
                  <a:lnTo>
                    <a:pt x="130008" y="3109058"/>
                  </a:lnTo>
                  <a:lnTo>
                    <a:pt x="128950" y="3109058"/>
                  </a:lnTo>
                  <a:lnTo>
                    <a:pt x="127892" y="3109058"/>
                  </a:lnTo>
                  <a:lnTo>
                    <a:pt x="126835" y="3109058"/>
                  </a:lnTo>
                  <a:lnTo>
                    <a:pt x="125777" y="3109058"/>
                  </a:lnTo>
                  <a:lnTo>
                    <a:pt x="124719" y="3109058"/>
                  </a:lnTo>
                  <a:lnTo>
                    <a:pt x="123661" y="3109058"/>
                  </a:lnTo>
                  <a:lnTo>
                    <a:pt x="122603" y="3109058"/>
                  </a:lnTo>
                  <a:lnTo>
                    <a:pt x="121545" y="3109058"/>
                  </a:lnTo>
                  <a:lnTo>
                    <a:pt x="120487" y="3109058"/>
                  </a:lnTo>
                  <a:lnTo>
                    <a:pt x="119430" y="3109058"/>
                  </a:lnTo>
                  <a:lnTo>
                    <a:pt x="118372" y="3109058"/>
                  </a:lnTo>
                  <a:lnTo>
                    <a:pt x="117314" y="3109058"/>
                  </a:lnTo>
                  <a:lnTo>
                    <a:pt x="116256" y="3109058"/>
                  </a:lnTo>
                  <a:lnTo>
                    <a:pt x="115198" y="3109058"/>
                  </a:lnTo>
                  <a:lnTo>
                    <a:pt x="114140" y="3109058"/>
                  </a:lnTo>
                  <a:lnTo>
                    <a:pt x="113083" y="3109058"/>
                  </a:lnTo>
                  <a:lnTo>
                    <a:pt x="112025" y="3109058"/>
                  </a:lnTo>
                  <a:lnTo>
                    <a:pt x="110967" y="3109058"/>
                  </a:lnTo>
                  <a:lnTo>
                    <a:pt x="109909" y="3109058"/>
                  </a:lnTo>
                  <a:lnTo>
                    <a:pt x="108851" y="3109058"/>
                  </a:lnTo>
                  <a:lnTo>
                    <a:pt x="107793" y="3109058"/>
                  </a:lnTo>
                  <a:lnTo>
                    <a:pt x="106736" y="3109058"/>
                  </a:lnTo>
                  <a:lnTo>
                    <a:pt x="105678" y="3109058"/>
                  </a:lnTo>
                  <a:lnTo>
                    <a:pt x="104620" y="3109058"/>
                  </a:lnTo>
                  <a:lnTo>
                    <a:pt x="103562" y="3109058"/>
                  </a:lnTo>
                  <a:lnTo>
                    <a:pt x="102504" y="3109058"/>
                  </a:lnTo>
                  <a:lnTo>
                    <a:pt x="101446" y="3109058"/>
                  </a:lnTo>
                  <a:lnTo>
                    <a:pt x="100389" y="3109058"/>
                  </a:lnTo>
                  <a:lnTo>
                    <a:pt x="99331" y="3109058"/>
                  </a:lnTo>
                  <a:lnTo>
                    <a:pt x="98273" y="3109058"/>
                  </a:lnTo>
                  <a:lnTo>
                    <a:pt x="97215" y="3109058"/>
                  </a:lnTo>
                  <a:lnTo>
                    <a:pt x="96157" y="3109058"/>
                  </a:lnTo>
                  <a:lnTo>
                    <a:pt x="95099" y="3109058"/>
                  </a:lnTo>
                  <a:lnTo>
                    <a:pt x="94041" y="3109058"/>
                  </a:lnTo>
                  <a:lnTo>
                    <a:pt x="92984" y="3109058"/>
                  </a:lnTo>
                  <a:lnTo>
                    <a:pt x="91926" y="3109058"/>
                  </a:lnTo>
                  <a:lnTo>
                    <a:pt x="90868" y="3109058"/>
                  </a:lnTo>
                  <a:lnTo>
                    <a:pt x="89810" y="3109058"/>
                  </a:lnTo>
                  <a:lnTo>
                    <a:pt x="88752" y="3109058"/>
                  </a:lnTo>
                  <a:lnTo>
                    <a:pt x="87694" y="3109058"/>
                  </a:lnTo>
                  <a:lnTo>
                    <a:pt x="86637" y="3109058"/>
                  </a:lnTo>
                  <a:lnTo>
                    <a:pt x="85579" y="3109058"/>
                  </a:lnTo>
                  <a:lnTo>
                    <a:pt x="84521" y="3109058"/>
                  </a:lnTo>
                  <a:lnTo>
                    <a:pt x="83463" y="3109058"/>
                  </a:lnTo>
                  <a:lnTo>
                    <a:pt x="82405" y="3109058"/>
                  </a:lnTo>
                  <a:lnTo>
                    <a:pt x="81347" y="3109058"/>
                  </a:lnTo>
                  <a:lnTo>
                    <a:pt x="80290" y="3109058"/>
                  </a:lnTo>
                  <a:lnTo>
                    <a:pt x="79232" y="3109058"/>
                  </a:lnTo>
                  <a:lnTo>
                    <a:pt x="78174" y="3109058"/>
                  </a:lnTo>
                  <a:lnTo>
                    <a:pt x="77116" y="3109058"/>
                  </a:lnTo>
                  <a:lnTo>
                    <a:pt x="76058" y="3109058"/>
                  </a:lnTo>
                  <a:lnTo>
                    <a:pt x="75000" y="3109058"/>
                  </a:lnTo>
                  <a:lnTo>
                    <a:pt x="73943" y="3109058"/>
                  </a:lnTo>
                  <a:lnTo>
                    <a:pt x="72885" y="3109058"/>
                  </a:lnTo>
                  <a:lnTo>
                    <a:pt x="71827" y="3109058"/>
                  </a:lnTo>
                  <a:lnTo>
                    <a:pt x="70769" y="3109058"/>
                  </a:lnTo>
                  <a:lnTo>
                    <a:pt x="69711" y="3109058"/>
                  </a:lnTo>
                  <a:lnTo>
                    <a:pt x="68653" y="3109058"/>
                  </a:lnTo>
                  <a:lnTo>
                    <a:pt x="67595" y="3109058"/>
                  </a:lnTo>
                  <a:lnTo>
                    <a:pt x="66538" y="3109058"/>
                  </a:lnTo>
                  <a:lnTo>
                    <a:pt x="65480" y="3109058"/>
                  </a:lnTo>
                  <a:lnTo>
                    <a:pt x="64422" y="3109058"/>
                  </a:lnTo>
                  <a:lnTo>
                    <a:pt x="63364" y="3109058"/>
                  </a:lnTo>
                  <a:lnTo>
                    <a:pt x="62306" y="3109058"/>
                  </a:lnTo>
                  <a:lnTo>
                    <a:pt x="61248" y="3109058"/>
                  </a:lnTo>
                  <a:lnTo>
                    <a:pt x="60191" y="3109058"/>
                  </a:lnTo>
                  <a:lnTo>
                    <a:pt x="59133" y="3109058"/>
                  </a:lnTo>
                  <a:lnTo>
                    <a:pt x="58075" y="3109058"/>
                  </a:lnTo>
                  <a:lnTo>
                    <a:pt x="57017" y="3109058"/>
                  </a:lnTo>
                  <a:lnTo>
                    <a:pt x="55959" y="3109058"/>
                  </a:lnTo>
                  <a:lnTo>
                    <a:pt x="54901" y="3109058"/>
                  </a:lnTo>
                  <a:lnTo>
                    <a:pt x="53844" y="3109058"/>
                  </a:lnTo>
                  <a:lnTo>
                    <a:pt x="52786" y="3109058"/>
                  </a:lnTo>
                  <a:lnTo>
                    <a:pt x="51728" y="3109058"/>
                  </a:lnTo>
                  <a:lnTo>
                    <a:pt x="50670" y="3109058"/>
                  </a:lnTo>
                  <a:lnTo>
                    <a:pt x="49612" y="3109058"/>
                  </a:lnTo>
                  <a:lnTo>
                    <a:pt x="48554" y="3109058"/>
                  </a:lnTo>
                  <a:lnTo>
                    <a:pt x="47497" y="3109058"/>
                  </a:lnTo>
                  <a:lnTo>
                    <a:pt x="46439" y="3109058"/>
                  </a:lnTo>
                  <a:lnTo>
                    <a:pt x="45381" y="3109058"/>
                  </a:lnTo>
                  <a:lnTo>
                    <a:pt x="44323" y="3109058"/>
                  </a:lnTo>
                  <a:lnTo>
                    <a:pt x="43265" y="3109058"/>
                  </a:lnTo>
                  <a:lnTo>
                    <a:pt x="42207" y="3109058"/>
                  </a:lnTo>
                  <a:lnTo>
                    <a:pt x="41149" y="3109058"/>
                  </a:lnTo>
                  <a:lnTo>
                    <a:pt x="40092" y="3109058"/>
                  </a:lnTo>
                  <a:lnTo>
                    <a:pt x="39034" y="3109058"/>
                  </a:lnTo>
                  <a:lnTo>
                    <a:pt x="37976" y="3109058"/>
                  </a:lnTo>
                  <a:lnTo>
                    <a:pt x="36918" y="3109058"/>
                  </a:lnTo>
                  <a:lnTo>
                    <a:pt x="35860" y="3109058"/>
                  </a:lnTo>
                  <a:lnTo>
                    <a:pt x="34802" y="3109058"/>
                  </a:lnTo>
                  <a:lnTo>
                    <a:pt x="33745" y="3109058"/>
                  </a:lnTo>
                  <a:lnTo>
                    <a:pt x="32687" y="3109058"/>
                  </a:lnTo>
                  <a:lnTo>
                    <a:pt x="31629" y="3109058"/>
                  </a:lnTo>
                  <a:lnTo>
                    <a:pt x="30571" y="3109058"/>
                  </a:lnTo>
                  <a:lnTo>
                    <a:pt x="29513" y="3109058"/>
                  </a:lnTo>
                  <a:lnTo>
                    <a:pt x="28455" y="3109058"/>
                  </a:lnTo>
                  <a:lnTo>
                    <a:pt x="27398" y="3109058"/>
                  </a:lnTo>
                  <a:lnTo>
                    <a:pt x="26340" y="3109058"/>
                  </a:lnTo>
                  <a:lnTo>
                    <a:pt x="25282" y="3109058"/>
                  </a:lnTo>
                  <a:lnTo>
                    <a:pt x="24224" y="3109058"/>
                  </a:lnTo>
                  <a:lnTo>
                    <a:pt x="23166" y="3109058"/>
                  </a:lnTo>
                  <a:lnTo>
                    <a:pt x="22108" y="3109058"/>
                  </a:lnTo>
                  <a:lnTo>
                    <a:pt x="21051" y="3109058"/>
                  </a:lnTo>
                  <a:lnTo>
                    <a:pt x="19993" y="3109058"/>
                  </a:lnTo>
                  <a:lnTo>
                    <a:pt x="18935" y="3109058"/>
                  </a:lnTo>
                  <a:lnTo>
                    <a:pt x="17877" y="3109058"/>
                  </a:lnTo>
                  <a:lnTo>
                    <a:pt x="16819" y="3109058"/>
                  </a:lnTo>
                  <a:lnTo>
                    <a:pt x="15761" y="3109058"/>
                  </a:lnTo>
                  <a:lnTo>
                    <a:pt x="14703" y="3109058"/>
                  </a:lnTo>
                  <a:lnTo>
                    <a:pt x="13646" y="3109058"/>
                  </a:lnTo>
                  <a:lnTo>
                    <a:pt x="12588" y="3109058"/>
                  </a:lnTo>
                  <a:lnTo>
                    <a:pt x="11530" y="3109058"/>
                  </a:lnTo>
                  <a:lnTo>
                    <a:pt x="10472" y="3109058"/>
                  </a:lnTo>
                  <a:lnTo>
                    <a:pt x="9414" y="3109058"/>
                  </a:lnTo>
                  <a:lnTo>
                    <a:pt x="8356" y="3109058"/>
                  </a:lnTo>
                  <a:lnTo>
                    <a:pt x="7299" y="3109058"/>
                  </a:lnTo>
                  <a:lnTo>
                    <a:pt x="6241" y="3109058"/>
                  </a:lnTo>
                  <a:lnTo>
                    <a:pt x="5183" y="3109058"/>
                  </a:lnTo>
                  <a:lnTo>
                    <a:pt x="4125" y="3109058"/>
                  </a:lnTo>
                  <a:lnTo>
                    <a:pt x="3067" y="3109058"/>
                  </a:lnTo>
                  <a:lnTo>
                    <a:pt x="2009" y="3109058"/>
                  </a:lnTo>
                  <a:lnTo>
                    <a:pt x="952" y="3109058"/>
                  </a:lnTo>
                  <a:lnTo>
                    <a:pt x="0" y="3109058"/>
                  </a:lnTo>
                  <a:close/>
                </a:path>
              </a:pathLst>
            </a:custGeom>
            <a:solidFill>
              <a:srgbClr val="9400D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0787" y="120199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023800" y="120199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90734" y="120199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356999" y="3220157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356999" y="220504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56999" y="1194464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56999" y="17777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1" name="pl21"/>
            <p:cNvSpPr/>
            <p:nvPr/>
          </p:nvSpPr>
          <p:spPr>
            <a:xfrm>
              <a:off x="455940" y="32624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5940" y="22488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5940" y="12352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55940" y="2215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90734" y="3262477"/>
              <a:ext cx="8533066" cy="0"/>
            </a:xfrm>
            <a:custGeom>
              <a:avLst/>
              <a:pathLst>
                <a:path w="8533066" h="0">
                  <a:moveTo>
                    <a:pt x="0" y="0"/>
                  </a:moveTo>
                  <a:lnTo>
                    <a:pt x="8533066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 rot="-5400000">
              <a:off x="-218034" y="1623739"/>
              <a:ext cx="74495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CnT Signal</a:t>
              </a:r>
            </a:p>
          </p:txBody>
        </p:sp>
        <p:sp>
          <p:nvSpPr>
            <p:cNvPr id="27" name="rc27"/>
            <p:cNvSpPr/>
            <p:nvPr/>
          </p:nvSpPr>
          <p:spPr>
            <a:xfrm>
              <a:off x="490734" y="3262477"/>
              <a:ext cx="8533066" cy="31422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0734" y="3321885"/>
              <a:ext cx="8532431" cy="2983223"/>
            </a:xfrm>
            <a:custGeom>
              <a:avLst/>
              <a:pathLst>
                <a:path w="8532431" h="2983223">
                  <a:moveTo>
                    <a:pt x="0" y="2733632"/>
                  </a:moveTo>
                  <a:lnTo>
                    <a:pt x="952" y="2733632"/>
                  </a:lnTo>
                  <a:lnTo>
                    <a:pt x="2009" y="2733632"/>
                  </a:lnTo>
                  <a:lnTo>
                    <a:pt x="3067" y="2733632"/>
                  </a:lnTo>
                  <a:lnTo>
                    <a:pt x="4125" y="2733632"/>
                  </a:lnTo>
                  <a:lnTo>
                    <a:pt x="5183" y="2733632"/>
                  </a:lnTo>
                  <a:lnTo>
                    <a:pt x="6241" y="2733632"/>
                  </a:lnTo>
                  <a:lnTo>
                    <a:pt x="7299" y="2733632"/>
                  </a:lnTo>
                  <a:lnTo>
                    <a:pt x="8356" y="2733632"/>
                  </a:lnTo>
                  <a:lnTo>
                    <a:pt x="9414" y="2733632"/>
                  </a:lnTo>
                  <a:lnTo>
                    <a:pt x="10472" y="2733632"/>
                  </a:lnTo>
                  <a:lnTo>
                    <a:pt x="11530" y="2733632"/>
                  </a:lnTo>
                  <a:lnTo>
                    <a:pt x="12588" y="2733632"/>
                  </a:lnTo>
                  <a:lnTo>
                    <a:pt x="13646" y="2733632"/>
                  </a:lnTo>
                  <a:lnTo>
                    <a:pt x="14703" y="2733632"/>
                  </a:lnTo>
                  <a:lnTo>
                    <a:pt x="15761" y="2733632"/>
                  </a:lnTo>
                  <a:lnTo>
                    <a:pt x="16819" y="2733632"/>
                  </a:lnTo>
                  <a:lnTo>
                    <a:pt x="17877" y="2733632"/>
                  </a:lnTo>
                  <a:lnTo>
                    <a:pt x="18935" y="2733632"/>
                  </a:lnTo>
                  <a:lnTo>
                    <a:pt x="19993" y="2733632"/>
                  </a:lnTo>
                  <a:lnTo>
                    <a:pt x="21051" y="2733632"/>
                  </a:lnTo>
                  <a:lnTo>
                    <a:pt x="22108" y="2733632"/>
                  </a:lnTo>
                  <a:lnTo>
                    <a:pt x="23166" y="2733632"/>
                  </a:lnTo>
                  <a:lnTo>
                    <a:pt x="24224" y="2733632"/>
                  </a:lnTo>
                  <a:lnTo>
                    <a:pt x="25282" y="2733632"/>
                  </a:lnTo>
                  <a:lnTo>
                    <a:pt x="26340" y="2727990"/>
                  </a:lnTo>
                  <a:lnTo>
                    <a:pt x="27398" y="2722312"/>
                  </a:lnTo>
                  <a:lnTo>
                    <a:pt x="28455" y="2716871"/>
                  </a:lnTo>
                  <a:lnTo>
                    <a:pt x="29513" y="2712031"/>
                  </a:lnTo>
                  <a:lnTo>
                    <a:pt x="30571" y="2707694"/>
                  </a:lnTo>
                  <a:lnTo>
                    <a:pt x="31629" y="2704247"/>
                  </a:lnTo>
                  <a:lnTo>
                    <a:pt x="32687" y="2701546"/>
                  </a:lnTo>
                  <a:lnTo>
                    <a:pt x="33745" y="2699536"/>
                  </a:lnTo>
                  <a:lnTo>
                    <a:pt x="34802" y="2698321"/>
                  </a:lnTo>
                  <a:lnTo>
                    <a:pt x="35860" y="2697431"/>
                  </a:lnTo>
                  <a:lnTo>
                    <a:pt x="36918" y="2696679"/>
                  </a:lnTo>
                  <a:lnTo>
                    <a:pt x="37976" y="2695416"/>
                  </a:lnTo>
                  <a:lnTo>
                    <a:pt x="39034" y="2692171"/>
                  </a:lnTo>
                  <a:lnTo>
                    <a:pt x="40092" y="2687258"/>
                  </a:lnTo>
                  <a:lnTo>
                    <a:pt x="41149" y="2681722"/>
                  </a:lnTo>
                  <a:lnTo>
                    <a:pt x="42207" y="2675198"/>
                  </a:lnTo>
                  <a:lnTo>
                    <a:pt x="43265" y="2667898"/>
                  </a:lnTo>
                  <a:lnTo>
                    <a:pt x="44323" y="2660062"/>
                  </a:lnTo>
                  <a:lnTo>
                    <a:pt x="45381" y="2651774"/>
                  </a:lnTo>
                  <a:lnTo>
                    <a:pt x="46439" y="2643469"/>
                  </a:lnTo>
                  <a:lnTo>
                    <a:pt x="47497" y="2634738"/>
                  </a:lnTo>
                  <a:lnTo>
                    <a:pt x="48554" y="2625755"/>
                  </a:lnTo>
                  <a:lnTo>
                    <a:pt x="49612" y="2616596"/>
                  </a:lnTo>
                  <a:lnTo>
                    <a:pt x="50670" y="2606947"/>
                  </a:lnTo>
                  <a:lnTo>
                    <a:pt x="51728" y="2596932"/>
                  </a:lnTo>
                  <a:lnTo>
                    <a:pt x="52786" y="2586828"/>
                  </a:lnTo>
                  <a:lnTo>
                    <a:pt x="53844" y="2577334"/>
                  </a:lnTo>
                  <a:lnTo>
                    <a:pt x="54901" y="2569532"/>
                  </a:lnTo>
                  <a:lnTo>
                    <a:pt x="55959" y="2562998"/>
                  </a:lnTo>
                  <a:lnTo>
                    <a:pt x="57017" y="2557019"/>
                  </a:lnTo>
                  <a:lnTo>
                    <a:pt x="58075" y="2551711"/>
                  </a:lnTo>
                  <a:lnTo>
                    <a:pt x="59133" y="2546888"/>
                  </a:lnTo>
                  <a:lnTo>
                    <a:pt x="60191" y="2542229"/>
                  </a:lnTo>
                  <a:lnTo>
                    <a:pt x="61248" y="2537700"/>
                  </a:lnTo>
                  <a:lnTo>
                    <a:pt x="62306" y="2533221"/>
                  </a:lnTo>
                  <a:lnTo>
                    <a:pt x="63364" y="2528849"/>
                  </a:lnTo>
                  <a:lnTo>
                    <a:pt x="64422" y="2524636"/>
                  </a:lnTo>
                  <a:lnTo>
                    <a:pt x="65480" y="2520717"/>
                  </a:lnTo>
                  <a:lnTo>
                    <a:pt x="66538" y="2517315"/>
                  </a:lnTo>
                  <a:lnTo>
                    <a:pt x="67595" y="2514488"/>
                  </a:lnTo>
                  <a:lnTo>
                    <a:pt x="68653" y="2512268"/>
                  </a:lnTo>
                  <a:lnTo>
                    <a:pt x="69711" y="2510854"/>
                  </a:lnTo>
                  <a:lnTo>
                    <a:pt x="70769" y="2510101"/>
                  </a:lnTo>
                  <a:lnTo>
                    <a:pt x="71827" y="2509833"/>
                  </a:lnTo>
                  <a:lnTo>
                    <a:pt x="72885" y="2509849"/>
                  </a:lnTo>
                  <a:lnTo>
                    <a:pt x="73943" y="2510418"/>
                  </a:lnTo>
                  <a:lnTo>
                    <a:pt x="75000" y="2511850"/>
                  </a:lnTo>
                  <a:lnTo>
                    <a:pt x="76058" y="2514112"/>
                  </a:lnTo>
                  <a:lnTo>
                    <a:pt x="77116" y="2516809"/>
                  </a:lnTo>
                  <a:lnTo>
                    <a:pt x="78174" y="2519974"/>
                  </a:lnTo>
                  <a:lnTo>
                    <a:pt x="79232" y="2523583"/>
                  </a:lnTo>
                  <a:lnTo>
                    <a:pt x="80290" y="2527636"/>
                  </a:lnTo>
                  <a:lnTo>
                    <a:pt x="81347" y="2532009"/>
                  </a:lnTo>
                  <a:lnTo>
                    <a:pt x="82405" y="2536463"/>
                  </a:lnTo>
                  <a:lnTo>
                    <a:pt x="83463" y="2541148"/>
                  </a:lnTo>
                  <a:lnTo>
                    <a:pt x="84521" y="2545785"/>
                  </a:lnTo>
                  <a:lnTo>
                    <a:pt x="85579" y="2550397"/>
                  </a:lnTo>
                  <a:lnTo>
                    <a:pt x="86637" y="2555006"/>
                  </a:lnTo>
                  <a:lnTo>
                    <a:pt x="87694" y="2559814"/>
                  </a:lnTo>
                  <a:lnTo>
                    <a:pt x="88752" y="2565055"/>
                  </a:lnTo>
                  <a:lnTo>
                    <a:pt x="89810" y="2570870"/>
                  </a:lnTo>
                  <a:lnTo>
                    <a:pt x="90868" y="2577607"/>
                  </a:lnTo>
                  <a:lnTo>
                    <a:pt x="91926" y="2586243"/>
                  </a:lnTo>
                  <a:lnTo>
                    <a:pt x="92984" y="2596757"/>
                  </a:lnTo>
                  <a:lnTo>
                    <a:pt x="94041" y="2609133"/>
                  </a:lnTo>
                  <a:lnTo>
                    <a:pt x="95099" y="2623086"/>
                  </a:lnTo>
                  <a:lnTo>
                    <a:pt x="96157" y="2638073"/>
                  </a:lnTo>
                  <a:lnTo>
                    <a:pt x="97215" y="2653520"/>
                  </a:lnTo>
                  <a:lnTo>
                    <a:pt x="98273" y="2669128"/>
                  </a:lnTo>
                  <a:lnTo>
                    <a:pt x="99331" y="2684743"/>
                  </a:lnTo>
                  <a:lnTo>
                    <a:pt x="100389" y="2700939"/>
                  </a:lnTo>
                  <a:lnTo>
                    <a:pt x="101446" y="2717402"/>
                  </a:lnTo>
                  <a:lnTo>
                    <a:pt x="102504" y="2734127"/>
                  </a:lnTo>
                  <a:lnTo>
                    <a:pt x="103562" y="2751013"/>
                  </a:lnTo>
                  <a:lnTo>
                    <a:pt x="104620" y="2768129"/>
                  </a:lnTo>
                  <a:lnTo>
                    <a:pt x="105678" y="2784813"/>
                  </a:lnTo>
                  <a:lnTo>
                    <a:pt x="106736" y="2800170"/>
                  </a:lnTo>
                  <a:lnTo>
                    <a:pt x="107793" y="2812188"/>
                  </a:lnTo>
                  <a:lnTo>
                    <a:pt x="108851" y="2820927"/>
                  </a:lnTo>
                  <a:lnTo>
                    <a:pt x="109909" y="2826881"/>
                  </a:lnTo>
                  <a:lnTo>
                    <a:pt x="110967" y="2830653"/>
                  </a:lnTo>
                  <a:lnTo>
                    <a:pt x="112025" y="2832313"/>
                  </a:lnTo>
                  <a:lnTo>
                    <a:pt x="113083" y="2832139"/>
                  </a:lnTo>
                  <a:lnTo>
                    <a:pt x="114140" y="2829562"/>
                  </a:lnTo>
                  <a:lnTo>
                    <a:pt x="115198" y="2824489"/>
                  </a:lnTo>
                  <a:lnTo>
                    <a:pt x="116256" y="2816964"/>
                  </a:lnTo>
                  <a:lnTo>
                    <a:pt x="117314" y="2806607"/>
                  </a:lnTo>
                  <a:lnTo>
                    <a:pt x="118372" y="2793260"/>
                  </a:lnTo>
                  <a:lnTo>
                    <a:pt x="119430" y="2778111"/>
                  </a:lnTo>
                  <a:lnTo>
                    <a:pt x="120487" y="2762844"/>
                  </a:lnTo>
                  <a:lnTo>
                    <a:pt x="121545" y="2748030"/>
                  </a:lnTo>
                  <a:lnTo>
                    <a:pt x="122603" y="2733504"/>
                  </a:lnTo>
                  <a:lnTo>
                    <a:pt x="123661" y="2719760"/>
                  </a:lnTo>
                  <a:lnTo>
                    <a:pt x="124719" y="2706794"/>
                  </a:lnTo>
                  <a:lnTo>
                    <a:pt x="125777" y="2694137"/>
                  </a:lnTo>
                  <a:lnTo>
                    <a:pt x="126835" y="2681754"/>
                  </a:lnTo>
                  <a:lnTo>
                    <a:pt x="127892" y="2670021"/>
                  </a:lnTo>
                  <a:lnTo>
                    <a:pt x="128950" y="2659237"/>
                  </a:lnTo>
                  <a:lnTo>
                    <a:pt x="130008" y="2650188"/>
                  </a:lnTo>
                  <a:lnTo>
                    <a:pt x="131066" y="2642893"/>
                  </a:lnTo>
                  <a:lnTo>
                    <a:pt x="132124" y="2637078"/>
                  </a:lnTo>
                  <a:lnTo>
                    <a:pt x="133182" y="2633140"/>
                  </a:lnTo>
                  <a:lnTo>
                    <a:pt x="134239" y="2631008"/>
                  </a:lnTo>
                  <a:lnTo>
                    <a:pt x="135297" y="2629897"/>
                  </a:lnTo>
                  <a:lnTo>
                    <a:pt x="136355" y="2628314"/>
                  </a:lnTo>
                  <a:lnTo>
                    <a:pt x="137413" y="2626259"/>
                  </a:lnTo>
                  <a:lnTo>
                    <a:pt x="138471" y="2623835"/>
                  </a:lnTo>
                  <a:lnTo>
                    <a:pt x="139529" y="2620895"/>
                  </a:lnTo>
                  <a:lnTo>
                    <a:pt x="140586" y="2617553"/>
                  </a:lnTo>
                  <a:lnTo>
                    <a:pt x="141644" y="2613845"/>
                  </a:lnTo>
                  <a:lnTo>
                    <a:pt x="142702" y="2609827"/>
                  </a:lnTo>
                  <a:lnTo>
                    <a:pt x="143760" y="2605897"/>
                  </a:lnTo>
                  <a:lnTo>
                    <a:pt x="144818" y="2601810"/>
                  </a:lnTo>
                  <a:lnTo>
                    <a:pt x="145876" y="2597481"/>
                  </a:lnTo>
                  <a:lnTo>
                    <a:pt x="146933" y="2592782"/>
                  </a:lnTo>
                  <a:lnTo>
                    <a:pt x="147991" y="2587744"/>
                  </a:lnTo>
                  <a:lnTo>
                    <a:pt x="149049" y="2582346"/>
                  </a:lnTo>
                  <a:lnTo>
                    <a:pt x="150107" y="2577084"/>
                  </a:lnTo>
                  <a:lnTo>
                    <a:pt x="151165" y="2571752"/>
                  </a:lnTo>
                  <a:lnTo>
                    <a:pt x="152223" y="2566526"/>
                  </a:lnTo>
                  <a:lnTo>
                    <a:pt x="153281" y="2561276"/>
                  </a:lnTo>
                  <a:lnTo>
                    <a:pt x="154338" y="2556153"/>
                  </a:lnTo>
                  <a:lnTo>
                    <a:pt x="155396" y="2551259"/>
                  </a:lnTo>
                  <a:lnTo>
                    <a:pt x="156454" y="2546770"/>
                  </a:lnTo>
                  <a:lnTo>
                    <a:pt x="157512" y="2542658"/>
                  </a:lnTo>
                  <a:lnTo>
                    <a:pt x="158570" y="2539057"/>
                  </a:lnTo>
                  <a:lnTo>
                    <a:pt x="159628" y="2535831"/>
                  </a:lnTo>
                  <a:lnTo>
                    <a:pt x="160685" y="2533432"/>
                  </a:lnTo>
                  <a:lnTo>
                    <a:pt x="161743" y="2531938"/>
                  </a:lnTo>
                  <a:lnTo>
                    <a:pt x="162801" y="2530966"/>
                  </a:lnTo>
                  <a:lnTo>
                    <a:pt x="163859" y="2530502"/>
                  </a:lnTo>
                  <a:lnTo>
                    <a:pt x="164917" y="2531024"/>
                  </a:lnTo>
                  <a:lnTo>
                    <a:pt x="165975" y="2532434"/>
                  </a:lnTo>
                  <a:lnTo>
                    <a:pt x="167032" y="2535377"/>
                  </a:lnTo>
                  <a:lnTo>
                    <a:pt x="168090" y="2539711"/>
                  </a:lnTo>
                  <a:lnTo>
                    <a:pt x="169148" y="2545021"/>
                  </a:lnTo>
                  <a:lnTo>
                    <a:pt x="170206" y="2551762"/>
                  </a:lnTo>
                  <a:lnTo>
                    <a:pt x="171264" y="2560206"/>
                  </a:lnTo>
                  <a:lnTo>
                    <a:pt x="172322" y="2569186"/>
                  </a:lnTo>
                  <a:lnTo>
                    <a:pt x="173379" y="2577993"/>
                  </a:lnTo>
                  <a:lnTo>
                    <a:pt x="174437" y="2586291"/>
                  </a:lnTo>
                  <a:lnTo>
                    <a:pt x="175495" y="2593975"/>
                  </a:lnTo>
                  <a:lnTo>
                    <a:pt x="176553" y="2600967"/>
                  </a:lnTo>
                  <a:lnTo>
                    <a:pt x="177611" y="2607269"/>
                  </a:lnTo>
                  <a:lnTo>
                    <a:pt x="178669" y="2613174"/>
                  </a:lnTo>
                  <a:lnTo>
                    <a:pt x="179727" y="2618723"/>
                  </a:lnTo>
                  <a:lnTo>
                    <a:pt x="180784" y="2623240"/>
                  </a:lnTo>
                  <a:lnTo>
                    <a:pt x="181842" y="2626481"/>
                  </a:lnTo>
                  <a:lnTo>
                    <a:pt x="182900" y="2627822"/>
                  </a:lnTo>
                  <a:lnTo>
                    <a:pt x="183958" y="2627317"/>
                  </a:lnTo>
                  <a:lnTo>
                    <a:pt x="185016" y="2625409"/>
                  </a:lnTo>
                  <a:lnTo>
                    <a:pt x="186074" y="2621727"/>
                  </a:lnTo>
                  <a:lnTo>
                    <a:pt x="187131" y="2616541"/>
                  </a:lnTo>
                  <a:lnTo>
                    <a:pt x="188189" y="2611159"/>
                  </a:lnTo>
                  <a:lnTo>
                    <a:pt x="189247" y="2606628"/>
                  </a:lnTo>
                  <a:lnTo>
                    <a:pt x="190305" y="2602942"/>
                  </a:lnTo>
                  <a:lnTo>
                    <a:pt x="191363" y="2600100"/>
                  </a:lnTo>
                  <a:lnTo>
                    <a:pt x="192421" y="2598029"/>
                  </a:lnTo>
                  <a:lnTo>
                    <a:pt x="193478" y="2596565"/>
                  </a:lnTo>
                  <a:lnTo>
                    <a:pt x="194536" y="2595823"/>
                  </a:lnTo>
                  <a:lnTo>
                    <a:pt x="195594" y="2595673"/>
                  </a:lnTo>
                  <a:lnTo>
                    <a:pt x="196652" y="2595950"/>
                  </a:lnTo>
                  <a:lnTo>
                    <a:pt x="197710" y="2596994"/>
                  </a:lnTo>
                  <a:lnTo>
                    <a:pt x="198768" y="2598694"/>
                  </a:lnTo>
                  <a:lnTo>
                    <a:pt x="199825" y="2601371"/>
                  </a:lnTo>
                  <a:lnTo>
                    <a:pt x="200883" y="2605267"/>
                  </a:lnTo>
                  <a:lnTo>
                    <a:pt x="201941" y="2610351"/>
                  </a:lnTo>
                  <a:lnTo>
                    <a:pt x="202999" y="2615980"/>
                  </a:lnTo>
                  <a:lnTo>
                    <a:pt x="204057" y="2622248"/>
                  </a:lnTo>
                  <a:lnTo>
                    <a:pt x="205115" y="2628802"/>
                  </a:lnTo>
                  <a:lnTo>
                    <a:pt x="206173" y="2635622"/>
                  </a:lnTo>
                  <a:lnTo>
                    <a:pt x="207230" y="2642387"/>
                  </a:lnTo>
                  <a:lnTo>
                    <a:pt x="208288" y="2648992"/>
                  </a:lnTo>
                  <a:lnTo>
                    <a:pt x="209346" y="2655319"/>
                  </a:lnTo>
                  <a:lnTo>
                    <a:pt x="210404" y="2661319"/>
                  </a:lnTo>
                  <a:lnTo>
                    <a:pt x="211462" y="2667062"/>
                  </a:lnTo>
                  <a:lnTo>
                    <a:pt x="212520" y="2672850"/>
                  </a:lnTo>
                  <a:lnTo>
                    <a:pt x="213577" y="2678387"/>
                  </a:lnTo>
                  <a:lnTo>
                    <a:pt x="214635" y="2683919"/>
                  </a:lnTo>
                  <a:lnTo>
                    <a:pt x="215693" y="2689303"/>
                  </a:lnTo>
                  <a:lnTo>
                    <a:pt x="216751" y="2694503"/>
                  </a:lnTo>
                  <a:lnTo>
                    <a:pt x="217809" y="2699394"/>
                  </a:lnTo>
                  <a:lnTo>
                    <a:pt x="218867" y="2704258"/>
                  </a:lnTo>
                  <a:lnTo>
                    <a:pt x="219924" y="2708702"/>
                  </a:lnTo>
                  <a:lnTo>
                    <a:pt x="220982" y="2712731"/>
                  </a:lnTo>
                  <a:lnTo>
                    <a:pt x="222040" y="2716992"/>
                  </a:lnTo>
                  <a:lnTo>
                    <a:pt x="223098" y="2721646"/>
                  </a:lnTo>
                  <a:lnTo>
                    <a:pt x="224156" y="2726015"/>
                  </a:lnTo>
                  <a:lnTo>
                    <a:pt x="225214" y="2730008"/>
                  </a:lnTo>
                  <a:lnTo>
                    <a:pt x="226271" y="2732505"/>
                  </a:lnTo>
                  <a:lnTo>
                    <a:pt x="227329" y="2732691"/>
                  </a:lnTo>
                  <a:lnTo>
                    <a:pt x="228387" y="2730245"/>
                  </a:lnTo>
                  <a:lnTo>
                    <a:pt x="229445" y="2724939"/>
                  </a:lnTo>
                  <a:lnTo>
                    <a:pt x="230503" y="2716794"/>
                  </a:lnTo>
                  <a:lnTo>
                    <a:pt x="231561" y="2706184"/>
                  </a:lnTo>
                  <a:lnTo>
                    <a:pt x="232619" y="2693052"/>
                  </a:lnTo>
                  <a:lnTo>
                    <a:pt x="233676" y="2678197"/>
                  </a:lnTo>
                  <a:lnTo>
                    <a:pt x="234734" y="2662776"/>
                  </a:lnTo>
                  <a:lnTo>
                    <a:pt x="235792" y="2647006"/>
                  </a:lnTo>
                  <a:lnTo>
                    <a:pt x="236850" y="2631263"/>
                  </a:lnTo>
                  <a:lnTo>
                    <a:pt x="237908" y="2615363"/>
                  </a:lnTo>
                  <a:lnTo>
                    <a:pt x="238966" y="2599280"/>
                  </a:lnTo>
                  <a:lnTo>
                    <a:pt x="240023" y="2583585"/>
                  </a:lnTo>
                  <a:lnTo>
                    <a:pt x="241081" y="2568507"/>
                  </a:lnTo>
                  <a:lnTo>
                    <a:pt x="242139" y="2554752"/>
                  </a:lnTo>
                  <a:lnTo>
                    <a:pt x="243197" y="2542730"/>
                  </a:lnTo>
                  <a:lnTo>
                    <a:pt x="244255" y="2532559"/>
                  </a:lnTo>
                  <a:lnTo>
                    <a:pt x="245313" y="2524359"/>
                  </a:lnTo>
                  <a:lnTo>
                    <a:pt x="246370" y="2518098"/>
                  </a:lnTo>
                  <a:lnTo>
                    <a:pt x="247428" y="2513503"/>
                  </a:lnTo>
                  <a:lnTo>
                    <a:pt x="248486" y="2510556"/>
                  </a:lnTo>
                  <a:lnTo>
                    <a:pt x="249544" y="2508484"/>
                  </a:lnTo>
                  <a:lnTo>
                    <a:pt x="250602" y="2506471"/>
                  </a:lnTo>
                  <a:lnTo>
                    <a:pt x="251660" y="2504999"/>
                  </a:lnTo>
                  <a:lnTo>
                    <a:pt x="252717" y="2503726"/>
                  </a:lnTo>
                  <a:lnTo>
                    <a:pt x="253775" y="2502415"/>
                  </a:lnTo>
                  <a:lnTo>
                    <a:pt x="254833" y="2500964"/>
                  </a:lnTo>
                  <a:lnTo>
                    <a:pt x="255891" y="2499142"/>
                  </a:lnTo>
                  <a:lnTo>
                    <a:pt x="256949" y="2496905"/>
                  </a:lnTo>
                  <a:lnTo>
                    <a:pt x="258007" y="2494355"/>
                  </a:lnTo>
                  <a:lnTo>
                    <a:pt x="259065" y="2491428"/>
                  </a:lnTo>
                  <a:lnTo>
                    <a:pt x="260122" y="2488138"/>
                  </a:lnTo>
                  <a:lnTo>
                    <a:pt x="261180" y="2484512"/>
                  </a:lnTo>
                  <a:lnTo>
                    <a:pt x="262238" y="2480802"/>
                  </a:lnTo>
                  <a:lnTo>
                    <a:pt x="263296" y="2477176"/>
                  </a:lnTo>
                  <a:lnTo>
                    <a:pt x="264354" y="2473575"/>
                  </a:lnTo>
                  <a:lnTo>
                    <a:pt x="265412" y="2470322"/>
                  </a:lnTo>
                  <a:lnTo>
                    <a:pt x="266469" y="2467399"/>
                  </a:lnTo>
                  <a:lnTo>
                    <a:pt x="267527" y="2464252"/>
                  </a:lnTo>
                  <a:lnTo>
                    <a:pt x="268585" y="2460939"/>
                  </a:lnTo>
                  <a:lnTo>
                    <a:pt x="269643" y="2457381"/>
                  </a:lnTo>
                  <a:lnTo>
                    <a:pt x="270701" y="2453795"/>
                  </a:lnTo>
                  <a:lnTo>
                    <a:pt x="271759" y="2450613"/>
                  </a:lnTo>
                  <a:lnTo>
                    <a:pt x="272816" y="2447912"/>
                  </a:lnTo>
                  <a:lnTo>
                    <a:pt x="273874" y="2445879"/>
                  </a:lnTo>
                  <a:lnTo>
                    <a:pt x="274932" y="2444561"/>
                  </a:lnTo>
                  <a:lnTo>
                    <a:pt x="275990" y="2444048"/>
                  </a:lnTo>
                  <a:lnTo>
                    <a:pt x="277048" y="2444611"/>
                  </a:lnTo>
                  <a:lnTo>
                    <a:pt x="278106" y="2446323"/>
                  </a:lnTo>
                  <a:lnTo>
                    <a:pt x="279163" y="2449466"/>
                  </a:lnTo>
                  <a:lnTo>
                    <a:pt x="280221" y="2454531"/>
                  </a:lnTo>
                  <a:lnTo>
                    <a:pt x="281279" y="2461532"/>
                  </a:lnTo>
                  <a:lnTo>
                    <a:pt x="282337" y="2470485"/>
                  </a:lnTo>
                  <a:lnTo>
                    <a:pt x="283395" y="2481533"/>
                  </a:lnTo>
                  <a:lnTo>
                    <a:pt x="284453" y="2494577"/>
                  </a:lnTo>
                  <a:lnTo>
                    <a:pt x="285511" y="2509952"/>
                  </a:lnTo>
                  <a:lnTo>
                    <a:pt x="286568" y="2527544"/>
                  </a:lnTo>
                  <a:lnTo>
                    <a:pt x="287626" y="2546461"/>
                  </a:lnTo>
                  <a:lnTo>
                    <a:pt x="288684" y="2566721"/>
                  </a:lnTo>
                  <a:lnTo>
                    <a:pt x="289742" y="2588081"/>
                  </a:lnTo>
                  <a:lnTo>
                    <a:pt x="290800" y="2610403"/>
                  </a:lnTo>
                  <a:lnTo>
                    <a:pt x="291858" y="2633682"/>
                  </a:lnTo>
                  <a:lnTo>
                    <a:pt x="292915" y="2657278"/>
                  </a:lnTo>
                  <a:lnTo>
                    <a:pt x="293973" y="2680173"/>
                  </a:lnTo>
                  <a:lnTo>
                    <a:pt x="295031" y="2701456"/>
                  </a:lnTo>
                  <a:lnTo>
                    <a:pt x="296089" y="2720116"/>
                  </a:lnTo>
                  <a:lnTo>
                    <a:pt x="297147" y="2735075"/>
                  </a:lnTo>
                  <a:lnTo>
                    <a:pt x="298205" y="2745956"/>
                  </a:lnTo>
                  <a:lnTo>
                    <a:pt x="299262" y="2751491"/>
                  </a:lnTo>
                  <a:lnTo>
                    <a:pt x="300320" y="2751217"/>
                  </a:lnTo>
                  <a:lnTo>
                    <a:pt x="301378" y="2745214"/>
                  </a:lnTo>
                  <a:lnTo>
                    <a:pt x="302436" y="2734697"/>
                  </a:lnTo>
                  <a:lnTo>
                    <a:pt x="303494" y="2720990"/>
                  </a:lnTo>
                  <a:lnTo>
                    <a:pt x="304552" y="2704557"/>
                  </a:lnTo>
                  <a:lnTo>
                    <a:pt x="305609" y="2685888"/>
                  </a:lnTo>
                  <a:lnTo>
                    <a:pt x="306667" y="2666041"/>
                  </a:lnTo>
                  <a:lnTo>
                    <a:pt x="307725" y="2645970"/>
                  </a:lnTo>
                  <a:lnTo>
                    <a:pt x="308783" y="2626553"/>
                  </a:lnTo>
                  <a:lnTo>
                    <a:pt x="309841" y="2608389"/>
                  </a:lnTo>
                  <a:lnTo>
                    <a:pt x="310899" y="2591480"/>
                  </a:lnTo>
                  <a:lnTo>
                    <a:pt x="311957" y="2576133"/>
                  </a:lnTo>
                  <a:lnTo>
                    <a:pt x="313014" y="2562839"/>
                  </a:lnTo>
                  <a:lnTo>
                    <a:pt x="314072" y="2551487"/>
                  </a:lnTo>
                  <a:lnTo>
                    <a:pt x="315130" y="2542252"/>
                  </a:lnTo>
                  <a:lnTo>
                    <a:pt x="316188" y="2535227"/>
                  </a:lnTo>
                  <a:lnTo>
                    <a:pt x="317246" y="2530009"/>
                  </a:lnTo>
                  <a:lnTo>
                    <a:pt x="318304" y="2525654"/>
                  </a:lnTo>
                  <a:lnTo>
                    <a:pt x="319361" y="2520930"/>
                  </a:lnTo>
                  <a:lnTo>
                    <a:pt x="320419" y="2515789"/>
                  </a:lnTo>
                  <a:lnTo>
                    <a:pt x="321477" y="2510826"/>
                  </a:lnTo>
                  <a:lnTo>
                    <a:pt x="322535" y="2505844"/>
                  </a:lnTo>
                  <a:lnTo>
                    <a:pt x="323593" y="2500082"/>
                  </a:lnTo>
                  <a:lnTo>
                    <a:pt x="324651" y="2493492"/>
                  </a:lnTo>
                  <a:lnTo>
                    <a:pt x="325708" y="2486441"/>
                  </a:lnTo>
                  <a:lnTo>
                    <a:pt x="326766" y="2479122"/>
                  </a:lnTo>
                  <a:lnTo>
                    <a:pt x="327824" y="2471310"/>
                  </a:lnTo>
                  <a:lnTo>
                    <a:pt x="328882" y="2462952"/>
                  </a:lnTo>
                  <a:lnTo>
                    <a:pt x="329940" y="2454178"/>
                  </a:lnTo>
                  <a:lnTo>
                    <a:pt x="330998" y="2445393"/>
                  </a:lnTo>
                  <a:lnTo>
                    <a:pt x="332055" y="2436837"/>
                  </a:lnTo>
                  <a:lnTo>
                    <a:pt x="333113" y="2428700"/>
                  </a:lnTo>
                  <a:lnTo>
                    <a:pt x="334171" y="2421437"/>
                  </a:lnTo>
                  <a:lnTo>
                    <a:pt x="335229" y="2416059"/>
                  </a:lnTo>
                  <a:lnTo>
                    <a:pt x="336287" y="2412408"/>
                  </a:lnTo>
                  <a:lnTo>
                    <a:pt x="337345" y="2410005"/>
                  </a:lnTo>
                  <a:lnTo>
                    <a:pt x="338403" y="2408574"/>
                  </a:lnTo>
                  <a:lnTo>
                    <a:pt x="339460" y="2408186"/>
                  </a:lnTo>
                  <a:lnTo>
                    <a:pt x="340518" y="2408500"/>
                  </a:lnTo>
                  <a:lnTo>
                    <a:pt x="341576" y="2409120"/>
                  </a:lnTo>
                  <a:lnTo>
                    <a:pt x="342634" y="2409824"/>
                  </a:lnTo>
                  <a:lnTo>
                    <a:pt x="343692" y="2410695"/>
                  </a:lnTo>
                  <a:lnTo>
                    <a:pt x="344750" y="2411707"/>
                  </a:lnTo>
                  <a:lnTo>
                    <a:pt x="345807" y="2412857"/>
                  </a:lnTo>
                  <a:lnTo>
                    <a:pt x="346865" y="2414338"/>
                  </a:lnTo>
                  <a:lnTo>
                    <a:pt x="347923" y="2416234"/>
                  </a:lnTo>
                  <a:lnTo>
                    <a:pt x="348981" y="2418660"/>
                  </a:lnTo>
                  <a:lnTo>
                    <a:pt x="350039" y="2421971"/>
                  </a:lnTo>
                  <a:lnTo>
                    <a:pt x="351097" y="2426216"/>
                  </a:lnTo>
                  <a:lnTo>
                    <a:pt x="352154" y="2432020"/>
                  </a:lnTo>
                  <a:lnTo>
                    <a:pt x="353212" y="2439692"/>
                  </a:lnTo>
                  <a:lnTo>
                    <a:pt x="354270" y="2449306"/>
                  </a:lnTo>
                  <a:lnTo>
                    <a:pt x="355328" y="2460794"/>
                  </a:lnTo>
                  <a:lnTo>
                    <a:pt x="356386" y="2474195"/>
                  </a:lnTo>
                  <a:lnTo>
                    <a:pt x="357444" y="2489138"/>
                  </a:lnTo>
                  <a:lnTo>
                    <a:pt x="358501" y="2505765"/>
                  </a:lnTo>
                  <a:lnTo>
                    <a:pt x="359559" y="2523723"/>
                  </a:lnTo>
                  <a:lnTo>
                    <a:pt x="360617" y="2542690"/>
                  </a:lnTo>
                  <a:lnTo>
                    <a:pt x="361675" y="2562421"/>
                  </a:lnTo>
                  <a:lnTo>
                    <a:pt x="362733" y="2582556"/>
                  </a:lnTo>
                  <a:lnTo>
                    <a:pt x="363791" y="2603015"/>
                  </a:lnTo>
                  <a:lnTo>
                    <a:pt x="364849" y="2623489"/>
                  </a:lnTo>
                  <a:lnTo>
                    <a:pt x="365906" y="2643279"/>
                  </a:lnTo>
                  <a:lnTo>
                    <a:pt x="366964" y="2662222"/>
                  </a:lnTo>
                  <a:lnTo>
                    <a:pt x="368022" y="2679511"/>
                  </a:lnTo>
                  <a:lnTo>
                    <a:pt x="369080" y="2694505"/>
                  </a:lnTo>
                  <a:lnTo>
                    <a:pt x="370138" y="2707544"/>
                  </a:lnTo>
                  <a:lnTo>
                    <a:pt x="371196" y="2719202"/>
                  </a:lnTo>
                  <a:lnTo>
                    <a:pt x="372253" y="2731162"/>
                  </a:lnTo>
                  <a:lnTo>
                    <a:pt x="373311" y="2743938"/>
                  </a:lnTo>
                  <a:lnTo>
                    <a:pt x="374369" y="2756766"/>
                  </a:lnTo>
                  <a:lnTo>
                    <a:pt x="375427" y="2770112"/>
                  </a:lnTo>
                  <a:lnTo>
                    <a:pt x="376485" y="2784847"/>
                  </a:lnTo>
                  <a:lnTo>
                    <a:pt x="377543" y="2800423"/>
                  </a:lnTo>
                  <a:lnTo>
                    <a:pt x="378600" y="2816350"/>
                  </a:lnTo>
                  <a:lnTo>
                    <a:pt x="379658" y="2832532"/>
                  </a:lnTo>
                  <a:lnTo>
                    <a:pt x="380716" y="2849073"/>
                  </a:lnTo>
                  <a:lnTo>
                    <a:pt x="381774" y="2866104"/>
                  </a:lnTo>
                  <a:lnTo>
                    <a:pt x="382832" y="2883561"/>
                  </a:lnTo>
                  <a:lnTo>
                    <a:pt x="383890" y="2901219"/>
                  </a:lnTo>
                  <a:lnTo>
                    <a:pt x="384947" y="2919011"/>
                  </a:lnTo>
                  <a:lnTo>
                    <a:pt x="386005" y="2936412"/>
                  </a:lnTo>
                  <a:lnTo>
                    <a:pt x="387063" y="2952715"/>
                  </a:lnTo>
                  <a:lnTo>
                    <a:pt x="388121" y="2965284"/>
                  </a:lnTo>
                  <a:lnTo>
                    <a:pt x="389179" y="2974141"/>
                  </a:lnTo>
                  <a:lnTo>
                    <a:pt x="390237" y="2980101"/>
                  </a:lnTo>
                  <a:lnTo>
                    <a:pt x="391295" y="2983210"/>
                  </a:lnTo>
                  <a:lnTo>
                    <a:pt x="392352" y="2983223"/>
                  </a:lnTo>
                  <a:lnTo>
                    <a:pt x="393410" y="2981620"/>
                  </a:lnTo>
                  <a:lnTo>
                    <a:pt x="394468" y="2979662"/>
                  </a:lnTo>
                  <a:lnTo>
                    <a:pt x="395526" y="2977544"/>
                  </a:lnTo>
                  <a:lnTo>
                    <a:pt x="396584" y="2975372"/>
                  </a:lnTo>
                  <a:lnTo>
                    <a:pt x="397642" y="2973121"/>
                  </a:lnTo>
                  <a:lnTo>
                    <a:pt x="398699" y="2970745"/>
                  </a:lnTo>
                  <a:lnTo>
                    <a:pt x="399757" y="2967998"/>
                  </a:lnTo>
                  <a:lnTo>
                    <a:pt x="400815" y="2964856"/>
                  </a:lnTo>
                  <a:lnTo>
                    <a:pt x="401873" y="2961066"/>
                  </a:lnTo>
                  <a:lnTo>
                    <a:pt x="402931" y="2956427"/>
                  </a:lnTo>
                  <a:lnTo>
                    <a:pt x="403989" y="2951078"/>
                  </a:lnTo>
                  <a:lnTo>
                    <a:pt x="405046" y="2944869"/>
                  </a:lnTo>
                  <a:lnTo>
                    <a:pt x="406104" y="2936706"/>
                  </a:lnTo>
                  <a:lnTo>
                    <a:pt x="407162" y="2926098"/>
                  </a:lnTo>
                  <a:lnTo>
                    <a:pt x="408220" y="2913410"/>
                  </a:lnTo>
                  <a:lnTo>
                    <a:pt x="409278" y="2898132"/>
                  </a:lnTo>
                  <a:lnTo>
                    <a:pt x="410336" y="2879553"/>
                  </a:lnTo>
                  <a:lnTo>
                    <a:pt x="411393" y="2858708"/>
                  </a:lnTo>
                  <a:lnTo>
                    <a:pt x="412451" y="2836237"/>
                  </a:lnTo>
                  <a:lnTo>
                    <a:pt x="413509" y="2813312"/>
                  </a:lnTo>
                  <a:lnTo>
                    <a:pt x="414567" y="2790755"/>
                  </a:lnTo>
                  <a:lnTo>
                    <a:pt x="415625" y="2768307"/>
                  </a:lnTo>
                  <a:lnTo>
                    <a:pt x="416683" y="2746325"/>
                  </a:lnTo>
                  <a:lnTo>
                    <a:pt x="417741" y="2725143"/>
                  </a:lnTo>
                  <a:lnTo>
                    <a:pt x="418798" y="2704624"/>
                  </a:lnTo>
                  <a:lnTo>
                    <a:pt x="419856" y="2684668"/>
                  </a:lnTo>
                  <a:lnTo>
                    <a:pt x="420914" y="2665402"/>
                  </a:lnTo>
                  <a:lnTo>
                    <a:pt x="421972" y="2647682"/>
                  </a:lnTo>
                  <a:lnTo>
                    <a:pt x="423030" y="2632212"/>
                  </a:lnTo>
                  <a:lnTo>
                    <a:pt x="424088" y="2618753"/>
                  </a:lnTo>
                  <a:lnTo>
                    <a:pt x="425145" y="2607591"/>
                  </a:lnTo>
                  <a:lnTo>
                    <a:pt x="426203" y="2599120"/>
                  </a:lnTo>
                  <a:lnTo>
                    <a:pt x="427261" y="2592673"/>
                  </a:lnTo>
                  <a:lnTo>
                    <a:pt x="428319" y="2587976"/>
                  </a:lnTo>
                  <a:lnTo>
                    <a:pt x="429377" y="2584356"/>
                  </a:lnTo>
                  <a:lnTo>
                    <a:pt x="430435" y="2581487"/>
                  </a:lnTo>
                  <a:lnTo>
                    <a:pt x="431492" y="2579578"/>
                  </a:lnTo>
                  <a:lnTo>
                    <a:pt x="432550" y="2578185"/>
                  </a:lnTo>
                  <a:lnTo>
                    <a:pt x="433608" y="2577140"/>
                  </a:lnTo>
                  <a:lnTo>
                    <a:pt x="434666" y="2576448"/>
                  </a:lnTo>
                  <a:lnTo>
                    <a:pt x="435724" y="2576243"/>
                  </a:lnTo>
                  <a:lnTo>
                    <a:pt x="436782" y="2576543"/>
                  </a:lnTo>
                  <a:lnTo>
                    <a:pt x="437839" y="2577285"/>
                  </a:lnTo>
                  <a:lnTo>
                    <a:pt x="438897" y="2578048"/>
                  </a:lnTo>
                  <a:lnTo>
                    <a:pt x="439955" y="2578810"/>
                  </a:lnTo>
                  <a:lnTo>
                    <a:pt x="441013" y="2579591"/>
                  </a:lnTo>
                  <a:lnTo>
                    <a:pt x="442071" y="2580339"/>
                  </a:lnTo>
                  <a:lnTo>
                    <a:pt x="443129" y="2581230"/>
                  </a:lnTo>
                  <a:lnTo>
                    <a:pt x="444187" y="2582238"/>
                  </a:lnTo>
                  <a:lnTo>
                    <a:pt x="445244" y="2583305"/>
                  </a:lnTo>
                  <a:lnTo>
                    <a:pt x="446302" y="2584254"/>
                  </a:lnTo>
                  <a:lnTo>
                    <a:pt x="447360" y="2585036"/>
                  </a:lnTo>
                  <a:lnTo>
                    <a:pt x="448418" y="2585803"/>
                  </a:lnTo>
                  <a:lnTo>
                    <a:pt x="449476" y="2586592"/>
                  </a:lnTo>
                  <a:lnTo>
                    <a:pt x="450534" y="2587549"/>
                  </a:lnTo>
                  <a:lnTo>
                    <a:pt x="451591" y="2588569"/>
                  </a:lnTo>
                  <a:lnTo>
                    <a:pt x="452649" y="2589810"/>
                  </a:lnTo>
                  <a:lnTo>
                    <a:pt x="453707" y="2591142"/>
                  </a:lnTo>
                  <a:lnTo>
                    <a:pt x="454765" y="2592472"/>
                  </a:lnTo>
                  <a:lnTo>
                    <a:pt x="455823" y="2593732"/>
                  </a:lnTo>
                  <a:lnTo>
                    <a:pt x="456881" y="2594855"/>
                  </a:lnTo>
                  <a:lnTo>
                    <a:pt x="457938" y="2595950"/>
                  </a:lnTo>
                  <a:lnTo>
                    <a:pt x="458996" y="2597654"/>
                  </a:lnTo>
                  <a:lnTo>
                    <a:pt x="460054" y="2600324"/>
                  </a:lnTo>
                  <a:lnTo>
                    <a:pt x="461112" y="2603779"/>
                  </a:lnTo>
                  <a:lnTo>
                    <a:pt x="462170" y="2608460"/>
                  </a:lnTo>
                  <a:lnTo>
                    <a:pt x="463228" y="2615017"/>
                  </a:lnTo>
                  <a:lnTo>
                    <a:pt x="464285" y="2623068"/>
                  </a:lnTo>
                  <a:lnTo>
                    <a:pt x="465343" y="2632674"/>
                  </a:lnTo>
                  <a:lnTo>
                    <a:pt x="466401" y="2643158"/>
                  </a:lnTo>
                  <a:lnTo>
                    <a:pt x="467459" y="2654106"/>
                  </a:lnTo>
                  <a:lnTo>
                    <a:pt x="468517" y="2665796"/>
                  </a:lnTo>
                  <a:lnTo>
                    <a:pt x="469575" y="2678193"/>
                  </a:lnTo>
                  <a:lnTo>
                    <a:pt x="470632" y="2691234"/>
                  </a:lnTo>
                  <a:lnTo>
                    <a:pt x="471690" y="2705191"/>
                  </a:lnTo>
                  <a:lnTo>
                    <a:pt x="472748" y="2720004"/>
                  </a:lnTo>
                  <a:lnTo>
                    <a:pt x="473806" y="2735294"/>
                  </a:lnTo>
                  <a:lnTo>
                    <a:pt x="474864" y="2749835"/>
                  </a:lnTo>
                  <a:lnTo>
                    <a:pt x="475922" y="2762508"/>
                  </a:lnTo>
                  <a:lnTo>
                    <a:pt x="476980" y="2773375"/>
                  </a:lnTo>
                  <a:lnTo>
                    <a:pt x="478037" y="2781214"/>
                  </a:lnTo>
                  <a:lnTo>
                    <a:pt x="479095" y="2785593"/>
                  </a:lnTo>
                  <a:lnTo>
                    <a:pt x="480153" y="2787007"/>
                  </a:lnTo>
                  <a:lnTo>
                    <a:pt x="481211" y="2785624"/>
                  </a:lnTo>
                  <a:lnTo>
                    <a:pt x="482269" y="2782571"/>
                  </a:lnTo>
                  <a:lnTo>
                    <a:pt x="483327" y="2776972"/>
                  </a:lnTo>
                  <a:lnTo>
                    <a:pt x="484384" y="2767779"/>
                  </a:lnTo>
                  <a:lnTo>
                    <a:pt x="485442" y="2755264"/>
                  </a:lnTo>
                  <a:lnTo>
                    <a:pt x="486500" y="2740361"/>
                  </a:lnTo>
                  <a:lnTo>
                    <a:pt x="487558" y="2723411"/>
                  </a:lnTo>
                  <a:lnTo>
                    <a:pt x="488616" y="2704631"/>
                  </a:lnTo>
                  <a:lnTo>
                    <a:pt x="489674" y="2685141"/>
                  </a:lnTo>
                  <a:lnTo>
                    <a:pt x="490731" y="2665631"/>
                  </a:lnTo>
                  <a:lnTo>
                    <a:pt x="491789" y="2647080"/>
                  </a:lnTo>
                  <a:lnTo>
                    <a:pt x="492847" y="2629630"/>
                  </a:lnTo>
                  <a:lnTo>
                    <a:pt x="493905" y="2613666"/>
                  </a:lnTo>
                  <a:lnTo>
                    <a:pt x="494963" y="2598868"/>
                  </a:lnTo>
                  <a:lnTo>
                    <a:pt x="496021" y="2585208"/>
                  </a:lnTo>
                  <a:lnTo>
                    <a:pt x="497078" y="2572463"/>
                  </a:lnTo>
                  <a:lnTo>
                    <a:pt x="498136" y="2560441"/>
                  </a:lnTo>
                  <a:lnTo>
                    <a:pt x="499194" y="2549697"/>
                  </a:lnTo>
                  <a:lnTo>
                    <a:pt x="500252" y="2540137"/>
                  </a:lnTo>
                  <a:lnTo>
                    <a:pt x="501310" y="2530739"/>
                  </a:lnTo>
                  <a:lnTo>
                    <a:pt x="502368" y="2520648"/>
                  </a:lnTo>
                  <a:lnTo>
                    <a:pt x="503426" y="2509305"/>
                  </a:lnTo>
                  <a:lnTo>
                    <a:pt x="504483" y="2497353"/>
                  </a:lnTo>
                  <a:lnTo>
                    <a:pt x="505541" y="2484799"/>
                  </a:lnTo>
                  <a:lnTo>
                    <a:pt x="506599" y="2472048"/>
                  </a:lnTo>
                  <a:lnTo>
                    <a:pt x="507657" y="2459538"/>
                  </a:lnTo>
                  <a:lnTo>
                    <a:pt x="508715" y="2447572"/>
                  </a:lnTo>
                  <a:lnTo>
                    <a:pt x="509773" y="2436242"/>
                  </a:lnTo>
                  <a:lnTo>
                    <a:pt x="510830" y="2425546"/>
                  </a:lnTo>
                  <a:lnTo>
                    <a:pt x="511888" y="2415439"/>
                  </a:lnTo>
                  <a:lnTo>
                    <a:pt x="512946" y="2405864"/>
                  </a:lnTo>
                  <a:lnTo>
                    <a:pt x="514004" y="2396847"/>
                  </a:lnTo>
                  <a:lnTo>
                    <a:pt x="515062" y="2388604"/>
                  </a:lnTo>
                  <a:lnTo>
                    <a:pt x="516120" y="2381387"/>
                  </a:lnTo>
                  <a:lnTo>
                    <a:pt x="517177" y="2375559"/>
                  </a:lnTo>
                  <a:lnTo>
                    <a:pt x="518235" y="2371108"/>
                  </a:lnTo>
                  <a:lnTo>
                    <a:pt x="519293" y="2368381"/>
                  </a:lnTo>
                  <a:lnTo>
                    <a:pt x="520351" y="2366374"/>
                  </a:lnTo>
                  <a:lnTo>
                    <a:pt x="521409" y="2364574"/>
                  </a:lnTo>
                  <a:lnTo>
                    <a:pt x="522467" y="2362890"/>
                  </a:lnTo>
                  <a:lnTo>
                    <a:pt x="523524" y="2360198"/>
                  </a:lnTo>
                  <a:lnTo>
                    <a:pt x="524582" y="2356384"/>
                  </a:lnTo>
                  <a:lnTo>
                    <a:pt x="525640" y="2352002"/>
                  </a:lnTo>
                  <a:lnTo>
                    <a:pt x="526698" y="2347065"/>
                  </a:lnTo>
                  <a:lnTo>
                    <a:pt x="527756" y="2341735"/>
                  </a:lnTo>
                  <a:lnTo>
                    <a:pt x="528814" y="2336070"/>
                  </a:lnTo>
                  <a:lnTo>
                    <a:pt x="529872" y="2330022"/>
                  </a:lnTo>
                  <a:lnTo>
                    <a:pt x="530929" y="2324140"/>
                  </a:lnTo>
                  <a:lnTo>
                    <a:pt x="531987" y="2318429"/>
                  </a:lnTo>
                  <a:lnTo>
                    <a:pt x="533045" y="2313325"/>
                  </a:lnTo>
                  <a:lnTo>
                    <a:pt x="534103" y="2309100"/>
                  </a:lnTo>
                  <a:lnTo>
                    <a:pt x="535161" y="2305657"/>
                  </a:lnTo>
                  <a:lnTo>
                    <a:pt x="536219" y="2304169"/>
                  </a:lnTo>
                  <a:lnTo>
                    <a:pt x="537276" y="2304991"/>
                  </a:lnTo>
                  <a:lnTo>
                    <a:pt x="538334" y="2307804"/>
                  </a:lnTo>
                  <a:lnTo>
                    <a:pt x="539392" y="2312864"/>
                  </a:lnTo>
                  <a:lnTo>
                    <a:pt x="540450" y="2319908"/>
                  </a:lnTo>
                  <a:lnTo>
                    <a:pt x="541508" y="2328335"/>
                  </a:lnTo>
                  <a:lnTo>
                    <a:pt x="542566" y="2337744"/>
                  </a:lnTo>
                  <a:lnTo>
                    <a:pt x="543623" y="2347814"/>
                  </a:lnTo>
                  <a:lnTo>
                    <a:pt x="544681" y="2358234"/>
                  </a:lnTo>
                  <a:lnTo>
                    <a:pt x="545739" y="2368760"/>
                  </a:lnTo>
                  <a:lnTo>
                    <a:pt x="546797" y="2378684"/>
                  </a:lnTo>
                  <a:lnTo>
                    <a:pt x="547855" y="2387991"/>
                  </a:lnTo>
                  <a:lnTo>
                    <a:pt x="548913" y="2396329"/>
                  </a:lnTo>
                  <a:lnTo>
                    <a:pt x="549970" y="2403150"/>
                  </a:lnTo>
                  <a:lnTo>
                    <a:pt x="551028" y="2408798"/>
                  </a:lnTo>
                  <a:lnTo>
                    <a:pt x="552086" y="2413024"/>
                  </a:lnTo>
                  <a:lnTo>
                    <a:pt x="553144" y="2415985"/>
                  </a:lnTo>
                  <a:lnTo>
                    <a:pt x="554202" y="2418637"/>
                  </a:lnTo>
                  <a:lnTo>
                    <a:pt x="555260" y="2421596"/>
                  </a:lnTo>
                  <a:lnTo>
                    <a:pt x="556318" y="2425220"/>
                  </a:lnTo>
                  <a:lnTo>
                    <a:pt x="557375" y="2429105"/>
                  </a:lnTo>
                  <a:lnTo>
                    <a:pt x="558433" y="2432568"/>
                  </a:lnTo>
                  <a:lnTo>
                    <a:pt x="559491" y="2434962"/>
                  </a:lnTo>
                  <a:lnTo>
                    <a:pt x="560549" y="2436099"/>
                  </a:lnTo>
                  <a:lnTo>
                    <a:pt x="561607" y="2436037"/>
                  </a:lnTo>
                  <a:lnTo>
                    <a:pt x="562665" y="2435235"/>
                  </a:lnTo>
                  <a:lnTo>
                    <a:pt x="563722" y="2434254"/>
                  </a:lnTo>
                  <a:lnTo>
                    <a:pt x="564780" y="2433574"/>
                  </a:lnTo>
                  <a:lnTo>
                    <a:pt x="565838" y="2434077"/>
                  </a:lnTo>
                  <a:lnTo>
                    <a:pt x="566896" y="2435539"/>
                  </a:lnTo>
                  <a:lnTo>
                    <a:pt x="567954" y="2437341"/>
                  </a:lnTo>
                  <a:lnTo>
                    <a:pt x="569012" y="2438941"/>
                  </a:lnTo>
                  <a:lnTo>
                    <a:pt x="570069" y="2439431"/>
                  </a:lnTo>
                  <a:lnTo>
                    <a:pt x="571127" y="2438294"/>
                  </a:lnTo>
                  <a:lnTo>
                    <a:pt x="572185" y="2434452"/>
                  </a:lnTo>
                  <a:lnTo>
                    <a:pt x="573243" y="2428853"/>
                  </a:lnTo>
                  <a:lnTo>
                    <a:pt x="574301" y="2422464"/>
                  </a:lnTo>
                  <a:lnTo>
                    <a:pt x="575359" y="2415575"/>
                  </a:lnTo>
                  <a:lnTo>
                    <a:pt x="576416" y="2409449"/>
                  </a:lnTo>
                  <a:lnTo>
                    <a:pt x="577474" y="2404105"/>
                  </a:lnTo>
                  <a:lnTo>
                    <a:pt x="578532" y="2399000"/>
                  </a:lnTo>
                  <a:lnTo>
                    <a:pt x="579590" y="2394227"/>
                  </a:lnTo>
                  <a:lnTo>
                    <a:pt x="580648" y="2389695"/>
                  </a:lnTo>
                  <a:lnTo>
                    <a:pt x="581706" y="2385154"/>
                  </a:lnTo>
                  <a:lnTo>
                    <a:pt x="582764" y="2380595"/>
                  </a:lnTo>
                  <a:lnTo>
                    <a:pt x="583821" y="2375827"/>
                  </a:lnTo>
                  <a:lnTo>
                    <a:pt x="584879" y="2370731"/>
                  </a:lnTo>
                  <a:lnTo>
                    <a:pt x="585937" y="2364790"/>
                  </a:lnTo>
                  <a:lnTo>
                    <a:pt x="586995" y="2357487"/>
                  </a:lnTo>
                  <a:lnTo>
                    <a:pt x="588053" y="2349748"/>
                  </a:lnTo>
                  <a:lnTo>
                    <a:pt x="589111" y="2341350"/>
                  </a:lnTo>
                  <a:lnTo>
                    <a:pt x="590168" y="2333085"/>
                  </a:lnTo>
                  <a:lnTo>
                    <a:pt x="591226" y="2325022"/>
                  </a:lnTo>
                  <a:lnTo>
                    <a:pt x="592284" y="2316428"/>
                  </a:lnTo>
                  <a:lnTo>
                    <a:pt x="593342" y="2307783"/>
                  </a:lnTo>
                  <a:lnTo>
                    <a:pt x="594400" y="2299756"/>
                  </a:lnTo>
                  <a:lnTo>
                    <a:pt x="595458" y="2291613"/>
                  </a:lnTo>
                  <a:lnTo>
                    <a:pt x="596515" y="2282937"/>
                  </a:lnTo>
                  <a:lnTo>
                    <a:pt x="597573" y="2273652"/>
                  </a:lnTo>
                  <a:lnTo>
                    <a:pt x="598631" y="2263720"/>
                  </a:lnTo>
                  <a:lnTo>
                    <a:pt x="599689" y="2253449"/>
                  </a:lnTo>
                  <a:lnTo>
                    <a:pt x="600747" y="2243252"/>
                  </a:lnTo>
                  <a:lnTo>
                    <a:pt x="601805" y="2233718"/>
                  </a:lnTo>
                  <a:lnTo>
                    <a:pt x="602862" y="2225938"/>
                  </a:lnTo>
                  <a:lnTo>
                    <a:pt x="603920" y="2219613"/>
                  </a:lnTo>
                  <a:lnTo>
                    <a:pt x="604978" y="2214423"/>
                  </a:lnTo>
                  <a:lnTo>
                    <a:pt x="606036" y="2209747"/>
                  </a:lnTo>
                  <a:lnTo>
                    <a:pt x="607094" y="2205910"/>
                  </a:lnTo>
                  <a:lnTo>
                    <a:pt x="608152" y="2202820"/>
                  </a:lnTo>
                  <a:lnTo>
                    <a:pt x="609210" y="2199524"/>
                  </a:lnTo>
                  <a:lnTo>
                    <a:pt x="610267" y="2195933"/>
                  </a:lnTo>
                  <a:lnTo>
                    <a:pt x="611325" y="2192932"/>
                  </a:lnTo>
                  <a:lnTo>
                    <a:pt x="612383" y="2190880"/>
                  </a:lnTo>
                  <a:lnTo>
                    <a:pt x="613441" y="2190057"/>
                  </a:lnTo>
                  <a:lnTo>
                    <a:pt x="614499" y="2190261"/>
                  </a:lnTo>
                  <a:lnTo>
                    <a:pt x="615557" y="2191377"/>
                  </a:lnTo>
                  <a:lnTo>
                    <a:pt x="616614" y="2193100"/>
                  </a:lnTo>
                  <a:lnTo>
                    <a:pt x="617672" y="2194904"/>
                  </a:lnTo>
                  <a:lnTo>
                    <a:pt x="618730" y="2195590"/>
                  </a:lnTo>
                  <a:lnTo>
                    <a:pt x="619788" y="2195386"/>
                  </a:lnTo>
                  <a:lnTo>
                    <a:pt x="620846" y="2193986"/>
                  </a:lnTo>
                  <a:lnTo>
                    <a:pt x="621904" y="2191649"/>
                  </a:lnTo>
                  <a:lnTo>
                    <a:pt x="622961" y="2188604"/>
                  </a:lnTo>
                  <a:lnTo>
                    <a:pt x="624019" y="2185304"/>
                  </a:lnTo>
                  <a:lnTo>
                    <a:pt x="625077" y="2183372"/>
                  </a:lnTo>
                  <a:lnTo>
                    <a:pt x="626135" y="2182810"/>
                  </a:lnTo>
                  <a:lnTo>
                    <a:pt x="627193" y="2183134"/>
                  </a:lnTo>
                  <a:lnTo>
                    <a:pt x="628251" y="2184382"/>
                  </a:lnTo>
                  <a:lnTo>
                    <a:pt x="629308" y="2186305"/>
                  </a:lnTo>
                  <a:lnTo>
                    <a:pt x="630366" y="2188905"/>
                  </a:lnTo>
                  <a:lnTo>
                    <a:pt x="631424" y="2191769"/>
                  </a:lnTo>
                  <a:lnTo>
                    <a:pt x="632482" y="2194559"/>
                  </a:lnTo>
                  <a:lnTo>
                    <a:pt x="633540" y="2197016"/>
                  </a:lnTo>
                  <a:lnTo>
                    <a:pt x="634598" y="2199850"/>
                  </a:lnTo>
                  <a:lnTo>
                    <a:pt x="635656" y="2203041"/>
                  </a:lnTo>
                  <a:lnTo>
                    <a:pt x="636713" y="2207137"/>
                  </a:lnTo>
                  <a:lnTo>
                    <a:pt x="637771" y="2212235"/>
                  </a:lnTo>
                  <a:lnTo>
                    <a:pt x="638829" y="2218518"/>
                  </a:lnTo>
                  <a:lnTo>
                    <a:pt x="639887" y="2226073"/>
                  </a:lnTo>
                  <a:lnTo>
                    <a:pt x="640945" y="2233834"/>
                  </a:lnTo>
                  <a:lnTo>
                    <a:pt x="642003" y="2241411"/>
                  </a:lnTo>
                  <a:lnTo>
                    <a:pt x="643060" y="2248157"/>
                  </a:lnTo>
                  <a:lnTo>
                    <a:pt x="644118" y="2254309"/>
                  </a:lnTo>
                  <a:lnTo>
                    <a:pt x="645176" y="2259816"/>
                  </a:lnTo>
                  <a:lnTo>
                    <a:pt x="646234" y="2264386"/>
                  </a:lnTo>
                  <a:lnTo>
                    <a:pt x="647292" y="2268120"/>
                  </a:lnTo>
                  <a:lnTo>
                    <a:pt x="648350" y="2271782"/>
                  </a:lnTo>
                  <a:lnTo>
                    <a:pt x="649407" y="2276348"/>
                  </a:lnTo>
                  <a:lnTo>
                    <a:pt x="650465" y="2281532"/>
                  </a:lnTo>
                  <a:lnTo>
                    <a:pt x="651523" y="2286728"/>
                  </a:lnTo>
                  <a:lnTo>
                    <a:pt x="652581" y="2292182"/>
                  </a:lnTo>
                  <a:lnTo>
                    <a:pt x="653639" y="2297701"/>
                  </a:lnTo>
                  <a:lnTo>
                    <a:pt x="654697" y="2303192"/>
                  </a:lnTo>
                  <a:lnTo>
                    <a:pt x="655754" y="2307994"/>
                  </a:lnTo>
                  <a:lnTo>
                    <a:pt x="656812" y="2311964"/>
                  </a:lnTo>
                  <a:lnTo>
                    <a:pt x="657870" y="2315314"/>
                  </a:lnTo>
                  <a:lnTo>
                    <a:pt x="658928" y="2318522"/>
                  </a:lnTo>
                  <a:lnTo>
                    <a:pt x="659986" y="2321106"/>
                  </a:lnTo>
                  <a:lnTo>
                    <a:pt x="661044" y="2323355"/>
                  </a:lnTo>
                  <a:lnTo>
                    <a:pt x="662102" y="2326632"/>
                  </a:lnTo>
                  <a:lnTo>
                    <a:pt x="663159" y="2331039"/>
                  </a:lnTo>
                  <a:lnTo>
                    <a:pt x="664217" y="2335952"/>
                  </a:lnTo>
                  <a:lnTo>
                    <a:pt x="665275" y="2340961"/>
                  </a:lnTo>
                  <a:lnTo>
                    <a:pt x="666333" y="2346158"/>
                  </a:lnTo>
                  <a:lnTo>
                    <a:pt x="667391" y="2352322"/>
                  </a:lnTo>
                  <a:lnTo>
                    <a:pt x="668449" y="2358959"/>
                  </a:lnTo>
                  <a:lnTo>
                    <a:pt x="669506" y="2365605"/>
                  </a:lnTo>
                  <a:lnTo>
                    <a:pt x="670564" y="2372001"/>
                  </a:lnTo>
                  <a:lnTo>
                    <a:pt x="671622" y="2379085"/>
                  </a:lnTo>
                  <a:lnTo>
                    <a:pt x="672680" y="2386860"/>
                  </a:lnTo>
                  <a:lnTo>
                    <a:pt x="673738" y="2395984"/>
                  </a:lnTo>
                  <a:lnTo>
                    <a:pt x="674796" y="2406352"/>
                  </a:lnTo>
                  <a:lnTo>
                    <a:pt x="675853" y="2418071"/>
                  </a:lnTo>
                  <a:lnTo>
                    <a:pt x="676911" y="2430879"/>
                  </a:lnTo>
                  <a:lnTo>
                    <a:pt x="677969" y="2443114"/>
                  </a:lnTo>
                  <a:lnTo>
                    <a:pt x="679027" y="2454870"/>
                  </a:lnTo>
                  <a:lnTo>
                    <a:pt x="680085" y="2466453"/>
                  </a:lnTo>
                  <a:lnTo>
                    <a:pt x="681143" y="2477698"/>
                  </a:lnTo>
                  <a:lnTo>
                    <a:pt x="682200" y="2488598"/>
                  </a:lnTo>
                  <a:lnTo>
                    <a:pt x="683258" y="2499069"/>
                  </a:lnTo>
                  <a:lnTo>
                    <a:pt x="684316" y="2509637"/>
                  </a:lnTo>
                  <a:lnTo>
                    <a:pt x="685374" y="2520956"/>
                  </a:lnTo>
                  <a:lnTo>
                    <a:pt x="686432" y="2533622"/>
                  </a:lnTo>
                  <a:lnTo>
                    <a:pt x="687490" y="2546668"/>
                  </a:lnTo>
                  <a:lnTo>
                    <a:pt x="688548" y="2560195"/>
                  </a:lnTo>
                  <a:lnTo>
                    <a:pt x="689605" y="2573024"/>
                  </a:lnTo>
                  <a:lnTo>
                    <a:pt x="690663" y="2584950"/>
                  </a:lnTo>
                  <a:lnTo>
                    <a:pt x="691721" y="2595740"/>
                  </a:lnTo>
                  <a:lnTo>
                    <a:pt x="692779" y="2605672"/>
                  </a:lnTo>
                  <a:lnTo>
                    <a:pt x="693837" y="2615431"/>
                  </a:lnTo>
                  <a:lnTo>
                    <a:pt x="694895" y="2625291"/>
                  </a:lnTo>
                  <a:lnTo>
                    <a:pt x="695952" y="2635126"/>
                  </a:lnTo>
                  <a:lnTo>
                    <a:pt x="697010" y="2645076"/>
                  </a:lnTo>
                  <a:lnTo>
                    <a:pt x="698068" y="2655711"/>
                  </a:lnTo>
                  <a:lnTo>
                    <a:pt x="699126" y="2667142"/>
                  </a:lnTo>
                  <a:lnTo>
                    <a:pt x="700184" y="2678898"/>
                  </a:lnTo>
                  <a:lnTo>
                    <a:pt x="701242" y="2690627"/>
                  </a:lnTo>
                  <a:lnTo>
                    <a:pt x="702299" y="2701113"/>
                  </a:lnTo>
                  <a:lnTo>
                    <a:pt x="703357" y="2711100"/>
                  </a:lnTo>
                  <a:lnTo>
                    <a:pt x="704415" y="2722245"/>
                  </a:lnTo>
                  <a:lnTo>
                    <a:pt x="705473" y="2734017"/>
                  </a:lnTo>
                  <a:lnTo>
                    <a:pt x="706531" y="2745939"/>
                  </a:lnTo>
                  <a:lnTo>
                    <a:pt x="707589" y="2757178"/>
                  </a:lnTo>
                  <a:lnTo>
                    <a:pt x="708646" y="2767629"/>
                  </a:lnTo>
                  <a:lnTo>
                    <a:pt x="709704" y="2777696"/>
                  </a:lnTo>
                  <a:lnTo>
                    <a:pt x="710762" y="2787260"/>
                  </a:lnTo>
                  <a:lnTo>
                    <a:pt x="711820" y="2796455"/>
                  </a:lnTo>
                  <a:lnTo>
                    <a:pt x="712878" y="2805171"/>
                  </a:lnTo>
                  <a:lnTo>
                    <a:pt x="713936" y="2813433"/>
                  </a:lnTo>
                  <a:lnTo>
                    <a:pt x="714994" y="2820932"/>
                  </a:lnTo>
                  <a:lnTo>
                    <a:pt x="716051" y="2827772"/>
                  </a:lnTo>
                  <a:lnTo>
                    <a:pt x="717109" y="2834322"/>
                  </a:lnTo>
                  <a:lnTo>
                    <a:pt x="718167" y="2841475"/>
                  </a:lnTo>
                  <a:lnTo>
                    <a:pt x="719225" y="2848187"/>
                  </a:lnTo>
                  <a:lnTo>
                    <a:pt x="720283" y="2852776"/>
                  </a:lnTo>
                  <a:lnTo>
                    <a:pt x="721341" y="2855780"/>
                  </a:lnTo>
                  <a:lnTo>
                    <a:pt x="722398" y="2858293"/>
                  </a:lnTo>
                  <a:lnTo>
                    <a:pt x="723456" y="2861654"/>
                  </a:lnTo>
                  <a:lnTo>
                    <a:pt x="724514" y="2865231"/>
                  </a:lnTo>
                  <a:lnTo>
                    <a:pt x="725572" y="2868679"/>
                  </a:lnTo>
                  <a:lnTo>
                    <a:pt x="726630" y="2872016"/>
                  </a:lnTo>
                  <a:lnTo>
                    <a:pt x="727688" y="2875612"/>
                  </a:lnTo>
                  <a:lnTo>
                    <a:pt x="728745" y="2879270"/>
                  </a:lnTo>
                  <a:lnTo>
                    <a:pt x="729803" y="2882496"/>
                  </a:lnTo>
                  <a:lnTo>
                    <a:pt x="730861" y="2884878"/>
                  </a:lnTo>
                  <a:lnTo>
                    <a:pt x="731919" y="2886268"/>
                  </a:lnTo>
                  <a:lnTo>
                    <a:pt x="732977" y="2886226"/>
                  </a:lnTo>
                  <a:lnTo>
                    <a:pt x="734035" y="2884361"/>
                  </a:lnTo>
                  <a:lnTo>
                    <a:pt x="735092" y="2881040"/>
                  </a:lnTo>
                  <a:lnTo>
                    <a:pt x="736150" y="2876231"/>
                  </a:lnTo>
                  <a:lnTo>
                    <a:pt x="737208" y="2870189"/>
                  </a:lnTo>
                  <a:lnTo>
                    <a:pt x="738266" y="2861998"/>
                  </a:lnTo>
                  <a:lnTo>
                    <a:pt x="739324" y="2850381"/>
                  </a:lnTo>
                  <a:lnTo>
                    <a:pt x="740382" y="2836361"/>
                  </a:lnTo>
                  <a:lnTo>
                    <a:pt x="741440" y="2819242"/>
                  </a:lnTo>
                  <a:lnTo>
                    <a:pt x="742497" y="2799427"/>
                  </a:lnTo>
                  <a:lnTo>
                    <a:pt x="743555" y="2776940"/>
                  </a:lnTo>
                  <a:lnTo>
                    <a:pt x="744613" y="2752302"/>
                  </a:lnTo>
                  <a:lnTo>
                    <a:pt x="745671" y="2724752"/>
                  </a:lnTo>
                  <a:lnTo>
                    <a:pt x="746729" y="2695825"/>
                  </a:lnTo>
                  <a:lnTo>
                    <a:pt x="747787" y="2665198"/>
                  </a:lnTo>
                  <a:lnTo>
                    <a:pt x="748844" y="2632129"/>
                  </a:lnTo>
                  <a:lnTo>
                    <a:pt x="749902" y="2595782"/>
                  </a:lnTo>
                  <a:lnTo>
                    <a:pt x="750960" y="2555044"/>
                  </a:lnTo>
                  <a:lnTo>
                    <a:pt x="752018" y="2510381"/>
                  </a:lnTo>
                  <a:lnTo>
                    <a:pt x="753076" y="2464792"/>
                  </a:lnTo>
                  <a:lnTo>
                    <a:pt x="754134" y="2419346"/>
                  </a:lnTo>
                  <a:lnTo>
                    <a:pt x="755191" y="2375660"/>
                  </a:lnTo>
                  <a:lnTo>
                    <a:pt x="756249" y="2334635"/>
                  </a:lnTo>
                  <a:lnTo>
                    <a:pt x="757307" y="2296677"/>
                  </a:lnTo>
                  <a:lnTo>
                    <a:pt x="758365" y="2261675"/>
                  </a:lnTo>
                  <a:lnTo>
                    <a:pt x="759423" y="2229042"/>
                  </a:lnTo>
                  <a:lnTo>
                    <a:pt x="760481" y="2198250"/>
                  </a:lnTo>
                  <a:lnTo>
                    <a:pt x="761538" y="2169830"/>
                  </a:lnTo>
                  <a:lnTo>
                    <a:pt x="762596" y="2143072"/>
                  </a:lnTo>
                  <a:lnTo>
                    <a:pt x="763654" y="2117643"/>
                  </a:lnTo>
                  <a:lnTo>
                    <a:pt x="764712" y="2093929"/>
                  </a:lnTo>
                  <a:lnTo>
                    <a:pt x="765770" y="2072573"/>
                  </a:lnTo>
                  <a:lnTo>
                    <a:pt x="766828" y="2054242"/>
                  </a:lnTo>
                  <a:lnTo>
                    <a:pt x="767886" y="2039228"/>
                  </a:lnTo>
                  <a:lnTo>
                    <a:pt x="768943" y="2026560"/>
                  </a:lnTo>
                  <a:lnTo>
                    <a:pt x="770001" y="2016094"/>
                  </a:lnTo>
                  <a:lnTo>
                    <a:pt x="771059" y="2007342"/>
                  </a:lnTo>
                  <a:lnTo>
                    <a:pt x="772117" y="1999555"/>
                  </a:lnTo>
                  <a:lnTo>
                    <a:pt x="773175" y="1992484"/>
                  </a:lnTo>
                  <a:lnTo>
                    <a:pt x="774233" y="1985948"/>
                  </a:lnTo>
                  <a:lnTo>
                    <a:pt x="775290" y="1980071"/>
                  </a:lnTo>
                  <a:lnTo>
                    <a:pt x="776348" y="1975037"/>
                  </a:lnTo>
                  <a:lnTo>
                    <a:pt x="777406" y="1970651"/>
                  </a:lnTo>
                  <a:lnTo>
                    <a:pt x="778464" y="1966956"/>
                  </a:lnTo>
                  <a:lnTo>
                    <a:pt x="779522" y="1964284"/>
                  </a:lnTo>
                  <a:lnTo>
                    <a:pt x="780580" y="1962581"/>
                  </a:lnTo>
                  <a:lnTo>
                    <a:pt x="781637" y="1961643"/>
                  </a:lnTo>
                  <a:lnTo>
                    <a:pt x="782695" y="1961352"/>
                  </a:lnTo>
                  <a:lnTo>
                    <a:pt x="783753" y="1961423"/>
                  </a:lnTo>
                  <a:lnTo>
                    <a:pt x="784811" y="1961658"/>
                  </a:lnTo>
                  <a:lnTo>
                    <a:pt x="785869" y="1962003"/>
                  </a:lnTo>
                  <a:lnTo>
                    <a:pt x="786927" y="1961808"/>
                  </a:lnTo>
                  <a:lnTo>
                    <a:pt x="787984" y="1960638"/>
                  </a:lnTo>
                  <a:lnTo>
                    <a:pt x="789042" y="1957898"/>
                  </a:lnTo>
                  <a:lnTo>
                    <a:pt x="790100" y="1953372"/>
                  </a:lnTo>
                  <a:lnTo>
                    <a:pt x="791158" y="1946515"/>
                  </a:lnTo>
                  <a:lnTo>
                    <a:pt x="792216" y="1936805"/>
                  </a:lnTo>
                  <a:lnTo>
                    <a:pt x="793274" y="1923504"/>
                  </a:lnTo>
                  <a:lnTo>
                    <a:pt x="794332" y="1907096"/>
                  </a:lnTo>
                  <a:lnTo>
                    <a:pt x="795389" y="1887984"/>
                  </a:lnTo>
                  <a:lnTo>
                    <a:pt x="796447" y="1867053"/>
                  </a:lnTo>
                  <a:lnTo>
                    <a:pt x="797505" y="1844737"/>
                  </a:lnTo>
                  <a:lnTo>
                    <a:pt x="798563" y="1821046"/>
                  </a:lnTo>
                  <a:lnTo>
                    <a:pt x="799621" y="1796606"/>
                  </a:lnTo>
                  <a:lnTo>
                    <a:pt x="800679" y="1772218"/>
                  </a:lnTo>
                  <a:lnTo>
                    <a:pt x="801736" y="1748016"/>
                  </a:lnTo>
                  <a:lnTo>
                    <a:pt x="802794" y="1724867"/>
                  </a:lnTo>
                  <a:lnTo>
                    <a:pt x="803852" y="1703479"/>
                  </a:lnTo>
                  <a:lnTo>
                    <a:pt x="804910" y="1684615"/>
                  </a:lnTo>
                  <a:lnTo>
                    <a:pt x="805968" y="1667423"/>
                  </a:lnTo>
                  <a:lnTo>
                    <a:pt x="807026" y="1652027"/>
                  </a:lnTo>
                  <a:lnTo>
                    <a:pt x="808083" y="1638135"/>
                  </a:lnTo>
                  <a:lnTo>
                    <a:pt x="809141" y="1625817"/>
                  </a:lnTo>
                  <a:lnTo>
                    <a:pt x="810199" y="1614775"/>
                  </a:lnTo>
                  <a:lnTo>
                    <a:pt x="811257" y="1604122"/>
                  </a:lnTo>
                  <a:lnTo>
                    <a:pt x="812315" y="1593153"/>
                  </a:lnTo>
                  <a:lnTo>
                    <a:pt x="813373" y="1582179"/>
                  </a:lnTo>
                  <a:lnTo>
                    <a:pt x="814430" y="1571601"/>
                  </a:lnTo>
                  <a:lnTo>
                    <a:pt x="815488" y="1561219"/>
                  </a:lnTo>
                  <a:lnTo>
                    <a:pt x="816546" y="1550852"/>
                  </a:lnTo>
                  <a:lnTo>
                    <a:pt x="817604" y="1540783"/>
                  </a:lnTo>
                  <a:lnTo>
                    <a:pt x="818662" y="1530812"/>
                  </a:lnTo>
                  <a:lnTo>
                    <a:pt x="819720" y="1520755"/>
                  </a:lnTo>
                  <a:lnTo>
                    <a:pt x="820778" y="1510176"/>
                  </a:lnTo>
                  <a:lnTo>
                    <a:pt x="821835" y="1499711"/>
                  </a:lnTo>
                  <a:lnTo>
                    <a:pt x="822893" y="1489482"/>
                  </a:lnTo>
                  <a:lnTo>
                    <a:pt x="823951" y="1479897"/>
                  </a:lnTo>
                  <a:lnTo>
                    <a:pt x="825009" y="1471142"/>
                  </a:lnTo>
                  <a:lnTo>
                    <a:pt x="826067" y="1463213"/>
                  </a:lnTo>
                  <a:lnTo>
                    <a:pt x="827125" y="1456661"/>
                  </a:lnTo>
                  <a:lnTo>
                    <a:pt x="828182" y="1451724"/>
                  </a:lnTo>
                  <a:lnTo>
                    <a:pt x="829240" y="1447929"/>
                  </a:lnTo>
                  <a:lnTo>
                    <a:pt x="830298" y="1444956"/>
                  </a:lnTo>
                  <a:lnTo>
                    <a:pt x="831356" y="1442571"/>
                  </a:lnTo>
                  <a:lnTo>
                    <a:pt x="832414" y="1440510"/>
                  </a:lnTo>
                  <a:lnTo>
                    <a:pt x="833472" y="1438496"/>
                  </a:lnTo>
                  <a:lnTo>
                    <a:pt x="834529" y="1436261"/>
                  </a:lnTo>
                  <a:lnTo>
                    <a:pt x="835587" y="1433216"/>
                  </a:lnTo>
                  <a:lnTo>
                    <a:pt x="836645" y="1429388"/>
                  </a:lnTo>
                  <a:lnTo>
                    <a:pt x="837703" y="1424588"/>
                  </a:lnTo>
                  <a:lnTo>
                    <a:pt x="838761" y="1418994"/>
                  </a:lnTo>
                  <a:lnTo>
                    <a:pt x="839819" y="1412995"/>
                  </a:lnTo>
                  <a:lnTo>
                    <a:pt x="840876" y="1406887"/>
                  </a:lnTo>
                  <a:lnTo>
                    <a:pt x="841934" y="1401233"/>
                  </a:lnTo>
                  <a:lnTo>
                    <a:pt x="842992" y="1396328"/>
                  </a:lnTo>
                  <a:lnTo>
                    <a:pt x="844050" y="1392541"/>
                  </a:lnTo>
                  <a:lnTo>
                    <a:pt x="845108" y="1390324"/>
                  </a:lnTo>
                  <a:lnTo>
                    <a:pt x="846166" y="1390039"/>
                  </a:lnTo>
                  <a:lnTo>
                    <a:pt x="847224" y="1391796"/>
                  </a:lnTo>
                  <a:lnTo>
                    <a:pt x="848281" y="1395552"/>
                  </a:lnTo>
                  <a:lnTo>
                    <a:pt x="849339" y="1400954"/>
                  </a:lnTo>
                  <a:lnTo>
                    <a:pt x="850397" y="1407884"/>
                  </a:lnTo>
                  <a:lnTo>
                    <a:pt x="851455" y="1416616"/>
                  </a:lnTo>
                  <a:lnTo>
                    <a:pt x="852513" y="1426666"/>
                  </a:lnTo>
                  <a:lnTo>
                    <a:pt x="853571" y="1437611"/>
                  </a:lnTo>
                  <a:lnTo>
                    <a:pt x="854628" y="1449398"/>
                  </a:lnTo>
                  <a:lnTo>
                    <a:pt x="855686" y="1461665"/>
                  </a:lnTo>
                  <a:lnTo>
                    <a:pt x="856744" y="1474431"/>
                  </a:lnTo>
                  <a:lnTo>
                    <a:pt x="857802" y="1487132"/>
                  </a:lnTo>
                  <a:lnTo>
                    <a:pt x="858860" y="1499962"/>
                  </a:lnTo>
                  <a:lnTo>
                    <a:pt x="859918" y="1512684"/>
                  </a:lnTo>
                  <a:lnTo>
                    <a:pt x="860975" y="1525118"/>
                  </a:lnTo>
                  <a:lnTo>
                    <a:pt x="862033" y="1536834"/>
                  </a:lnTo>
                  <a:lnTo>
                    <a:pt x="863091" y="1547766"/>
                  </a:lnTo>
                  <a:lnTo>
                    <a:pt x="864149" y="1558588"/>
                  </a:lnTo>
                  <a:lnTo>
                    <a:pt x="865207" y="1570180"/>
                  </a:lnTo>
                  <a:lnTo>
                    <a:pt x="866265" y="1582638"/>
                  </a:lnTo>
                  <a:lnTo>
                    <a:pt x="867322" y="1595813"/>
                  </a:lnTo>
                  <a:lnTo>
                    <a:pt x="868380" y="1610457"/>
                  </a:lnTo>
                  <a:lnTo>
                    <a:pt x="869438" y="1627463"/>
                  </a:lnTo>
                  <a:lnTo>
                    <a:pt x="870496" y="1646453"/>
                  </a:lnTo>
                  <a:lnTo>
                    <a:pt x="871554" y="1667266"/>
                  </a:lnTo>
                  <a:lnTo>
                    <a:pt x="872612" y="1689287"/>
                  </a:lnTo>
                  <a:lnTo>
                    <a:pt x="873670" y="1712467"/>
                  </a:lnTo>
                  <a:lnTo>
                    <a:pt x="874727" y="1735895"/>
                  </a:lnTo>
                  <a:lnTo>
                    <a:pt x="875785" y="1758996"/>
                  </a:lnTo>
                  <a:lnTo>
                    <a:pt x="876843" y="1781032"/>
                  </a:lnTo>
                  <a:lnTo>
                    <a:pt x="877901" y="1801702"/>
                  </a:lnTo>
                  <a:lnTo>
                    <a:pt x="878959" y="1820595"/>
                  </a:lnTo>
                  <a:lnTo>
                    <a:pt x="880017" y="1836338"/>
                  </a:lnTo>
                  <a:lnTo>
                    <a:pt x="881074" y="1847247"/>
                  </a:lnTo>
                  <a:lnTo>
                    <a:pt x="882132" y="1852686"/>
                  </a:lnTo>
                  <a:lnTo>
                    <a:pt x="883190" y="1853102"/>
                  </a:lnTo>
                  <a:lnTo>
                    <a:pt x="884248" y="1849015"/>
                  </a:lnTo>
                  <a:lnTo>
                    <a:pt x="885306" y="1840738"/>
                  </a:lnTo>
                  <a:lnTo>
                    <a:pt x="886364" y="1829053"/>
                  </a:lnTo>
                  <a:lnTo>
                    <a:pt x="887421" y="1815185"/>
                  </a:lnTo>
                  <a:lnTo>
                    <a:pt x="888479" y="1801062"/>
                  </a:lnTo>
                  <a:lnTo>
                    <a:pt x="889537" y="1787631"/>
                  </a:lnTo>
                  <a:lnTo>
                    <a:pt x="890595" y="1775800"/>
                  </a:lnTo>
                  <a:lnTo>
                    <a:pt x="891653" y="1765426"/>
                  </a:lnTo>
                  <a:lnTo>
                    <a:pt x="892711" y="1756396"/>
                  </a:lnTo>
                  <a:lnTo>
                    <a:pt x="893768" y="1748767"/>
                  </a:lnTo>
                  <a:lnTo>
                    <a:pt x="894826" y="1742263"/>
                  </a:lnTo>
                  <a:lnTo>
                    <a:pt x="895884" y="1736641"/>
                  </a:lnTo>
                  <a:lnTo>
                    <a:pt x="896942" y="1732354"/>
                  </a:lnTo>
                  <a:lnTo>
                    <a:pt x="898000" y="1730008"/>
                  </a:lnTo>
                  <a:lnTo>
                    <a:pt x="899058" y="1729614"/>
                  </a:lnTo>
                  <a:lnTo>
                    <a:pt x="900116" y="1730787"/>
                  </a:lnTo>
                  <a:lnTo>
                    <a:pt x="901173" y="1733553"/>
                  </a:lnTo>
                  <a:lnTo>
                    <a:pt x="902231" y="1737950"/>
                  </a:lnTo>
                  <a:lnTo>
                    <a:pt x="903289" y="1743657"/>
                  </a:lnTo>
                  <a:lnTo>
                    <a:pt x="904347" y="1749523"/>
                  </a:lnTo>
                  <a:lnTo>
                    <a:pt x="905405" y="1754849"/>
                  </a:lnTo>
                  <a:lnTo>
                    <a:pt x="906463" y="1758840"/>
                  </a:lnTo>
                  <a:lnTo>
                    <a:pt x="907520" y="1761663"/>
                  </a:lnTo>
                  <a:lnTo>
                    <a:pt x="908578" y="1762979"/>
                  </a:lnTo>
                  <a:lnTo>
                    <a:pt x="909636" y="1761910"/>
                  </a:lnTo>
                  <a:lnTo>
                    <a:pt x="910694" y="1759047"/>
                  </a:lnTo>
                  <a:lnTo>
                    <a:pt x="911752" y="1754453"/>
                  </a:lnTo>
                  <a:lnTo>
                    <a:pt x="912810" y="1747644"/>
                  </a:lnTo>
                  <a:lnTo>
                    <a:pt x="913867" y="1738766"/>
                  </a:lnTo>
                  <a:lnTo>
                    <a:pt x="914925" y="1727892"/>
                  </a:lnTo>
                  <a:lnTo>
                    <a:pt x="915983" y="1715080"/>
                  </a:lnTo>
                  <a:lnTo>
                    <a:pt x="917041" y="1700643"/>
                  </a:lnTo>
                  <a:lnTo>
                    <a:pt x="918099" y="1684036"/>
                  </a:lnTo>
                  <a:lnTo>
                    <a:pt x="919157" y="1664565"/>
                  </a:lnTo>
                  <a:lnTo>
                    <a:pt x="920214" y="1642766"/>
                  </a:lnTo>
                  <a:lnTo>
                    <a:pt x="921272" y="1618957"/>
                  </a:lnTo>
                  <a:lnTo>
                    <a:pt x="922330" y="1593416"/>
                  </a:lnTo>
                  <a:lnTo>
                    <a:pt x="923388" y="1566223"/>
                  </a:lnTo>
                  <a:lnTo>
                    <a:pt x="924446" y="1537773"/>
                  </a:lnTo>
                  <a:lnTo>
                    <a:pt x="925504" y="1509172"/>
                  </a:lnTo>
                  <a:lnTo>
                    <a:pt x="926562" y="1480880"/>
                  </a:lnTo>
                  <a:lnTo>
                    <a:pt x="927619" y="1453086"/>
                  </a:lnTo>
                  <a:lnTo>
                    <a:pt x="928677" y="1426041"/>
                  </a:lnTo>
                  <a:lnTo>
                    <a:pt x="929735" y="1399559"/>
                  </a:lnTo>
                  <a:lnTo>
                    <a:pt x="930793" y="1374035"/>
                  </a:lnTo>
                  <a:lnTo>
                    <a:pt x="931851" y="1350045"/>
                  </a:lnTo>
                  <a:lnTo>
                    <a:pt x="932909" y="1327469"/>
                  </a:lnTo>
                  <a:lnTo>
                    <a:pt x="933966" y="1306742"/>
                  </a:lnTo>
                  <a:lnTo>
                    <a:pt x="935024" y="1288686"/>
                  </a:lnTo>
                  <a:lnTo>
                    <a:pt x="936082" y="1272885"/>
                  </a:lnTo>
                  <a:lnTo>
                    <a:pt x="937140" y="1259143"/>
                  </a:lnTo>
                  <a:lnTo>
                    <a:pt x="938198" y="1247123"/>
                  </a:lnTo>
                  <a:lnTo>
                    <a:pt x="939256" y="1236504"/>
                  </a:lnTo>
                  <a:lnTo>
                    <a:pt x="940313" y="1226929"/>
                  </a:lnTo>
                  <a:lnTo>
                    <a:pt x="941371" y="1218076"/>
                  </a:lnTo>
                  <a:lnTo>
                    <a:pt x="942429" y="1209090"/>
                  </a:lnTo>
                  <a:lnTo>
                    <a:pt x="943487" y="1200036"/>
                  </a:lnTo>
                  <a:lnTo>
                    <a:pt x="944545" y="1191065"/>
                  </a:lnTo>
                  <a:lnTo>
                    <a:pt x="945603" y="1182404"/>
                  </a:lnTo>
                  <a:lnTo>
                    <a:pt x="946660" y="1173957"/>
                  </a:lnTo>
                  <a:lnTo>
                    <a:pt x="947718" y="1165409"/>
                  </a:lnTo>
                  <a:lnTo>
                    <a:pt x="948776" y="1156574"/>
                  </a:lnTo>
                  <a:lnTo>
                    <a:pt x="949834" y="1147545"/>
                  </a:lnTo>
                  <a:lnTo>
                    <a:pt x="950892" y="1137982"/>
                  </a:lnTo>
                  <a:lnTo>
                    <a:pt x="951950" y="1128133"/>
                  </a:lnTo>
                  <a:lnTo>
                    <a:pt x="953008" y="1118016"/>
                  </a:lnTo>
                  <a:lnTo>
                    <a:pt x="954065" y="1107632"/>
                  </a:lnTo>
                  <a:lnTo>
                    <a:pt x="955123" y="1097130"/>
                  </a:lnTo>
                  <a:lnTo>
                    <a:pt x="956181" y="1086973"/>
                  </a:lnTo>
                  <a:lnTo>
                    <a:pt x="957239" y="1077365"/>
                  </a:lnTo>
                  <a:lnTo>
                    <a:pt x="958297" y="1068790"/>
                  </a:lnTo>
                  <a:lnTo>
                    <a:pt x="959355" y="1061329"/>
                  </a:lnTo>
                  <a:lnTo>
                    <a:pt x="960412" y="1054961"/>
                  </a:lnTo>
                  <a:lnTo>
                    <a:pt x="961470" y="1049649"/>
                  </a:lnTo>
                  <a:lnTo>
                    <a:pt x="962528" y="1045378"/>
                  </a:lnTo>
                  <a:lnTo>
                    <a:pt x="963586" y="1041824"/>
                  </a:lnTo>
                  <a:lnTo>
                    <a:pt x="964644" y="1038957"/>
                  </a:lnTo>
                  <a:lnTo>
                    <a:pt x="965702" y="1036597"/>
                  </a:lnTo>
                  <a:lnTo>
                    <a:pt x="966759" y="1034574"/>
                  </a:lnTo>
                  <a:lnTo>
                    <a:pt x="967817" y="1032901"/>
                  </a:lnTo>
                  <a:lnTo>
                    <a:pt x="968875" y="1031543"/>
                  </a:lnTo>
                  <a:lnTo>
                    <a:pt x="969933" y="1030564"/>
                  </a:lnTo>
                  <a:lnTo>
                    <a:pt x="970991" y="1030222"/>
                  </a:lnTo>
                  <a:lnTo>
                    <a:pt x="972049" y="1030903"/>
                  </a:lnTo>
                  <a:lnTo>
                    <a:pt x="973106" y="1032483"/>
                  </a:lnTo>
                  <a:lnTo>
                    <a:pt x="974164" y="1034993"/>
                  </a:lnTo>
                  <a:lnTo>
                    <a:pt x="975222" y="1038219"/>
                  </a:lnTo>
                  <a:lnTo>
                    <a:pt x="976280" y="1042207"/>
                  </a:lnTo>
                  <a:lnTo>
                    <a:pt x="977338" y="1046980"/>
                  </a:lnTo>
                  <a:lnTo>
                    <a:pt x="978396" y="1052237"/>
                  </a:lnTo>
                  <a:lnTo>
                    <a:pt x="979454" y="1058100"/>
                  </a:lnTo>
                  <a:lnTo>
                    <a:pt x="980511" y="1064739"/>
                  </a:lnTo>
                  <a:lnTo>
                    <a:pt x="981569" y="1072084"/>
                  </a:lnTo>
                  <a:lnTo>
                    <a:pt x="982627" y="1080285"/>
                  </a:lnTo>
                  <a:lnTo>
                    <a:pt x="983685" y="1088801"/>
                  </a:lnTo>
                  <a:lnTo>
                    <a:pt x="984743" y="1097377"/>
                  </a:lnTo>
                  <a:lnTo>
                    <a:pt x="985801" y="1106232"/>
                  </a:lnTo>
                  <a:lnTo>
                    <a:pt x="986858" y="1115008"/>
                  </a:lnTo>
                  <a:lnTo>
                    <a:pt x="987916" y="1122882"/>
                  </a:lnTo>
                  <a:lnTo>
                    <a:pt x="988974" y="1129960"/>
                  </a:lnTo>
                  <a:lnTo>
                    <a:pt x="990032" y="1136137"/>
                  </a:lnTo>
                  <a:lnTo>
                    <a:pt x="991090" y="1141695"/>
                  </a:lnTo>
                  <a:lnTo>
                    <a:pt x="992148" y="1146683"/>
                  </a:lnTo>
                  <a:lnTo>
                    <a:pt x="993205" y="1151010"/>
                  </a:lnTo>
                  <a:lnTo>
                    <a:pt x="994263" y="1154690"/>
                  </a:lnTo>
                  <a:lnTo>
                    <a:pt x="995321" y="1158096"/>
                  </a:lnTo>
                  <a:lnTo>
                    <a:pt x="996379" y="1161133"/>
                  </a:lnTo>
                  <a:lnTo>
                    <a:pt x="997437" y="1163595"/>
                  </a:lnTo>
                  <a:lnTo>
                    <a:pt x="998495" y="1165471"/>
                  </a:lnTo>
                  <a:lnTo>
                    <a:pt x="999552" y="1167019"/>
                  </a:lnTo>
                  <a:lnTo>
                    <a:pt x="1000610" y="1168398"/>
                  </a:lnTo>
                  <a:lnTo>
                    <a:pt x="1001668" y="1169690"/>
                  </a:lnTo>
                  <a:lnTo>
                    <a:pt x="1002726" y="1170927"/>
                  </a:lnTo>
                  <a:lnTo>
                    <a:pt x="1003784" y="1171946"/>
                  </a:lnTo>
                  <a:lnTo>
                    <a:pt x="1004842" y="1172171"/>
                  </a:lnTo>
                  <a:lnTo>
                    <a:pt x="1005900" y="1171520"/>
                  </a:lnTo>
                  <a:lnTo>
                    <a:pt x="1006957" y="1169629"/>
                  </a:lnTo>
                  <a:lnTo>
                    <a:pt x="1008015" y="1166554"/>
                  </a:lnTo>
                  <a:lnTo>
                    <a:pt x="1009073" y="1162192"/>
                  </a:lnTo>
                  <a:lnTo>
                    <a:pt x="1010131" y="1156537"/>
                  </a:lnTo>
                  <a:lnTo>
                    <a:pt x="1011189" y="1149419"/>
                  </a:lnTo>
                  <a:lnTo>
                    <a:pt x="1012247" y="1140866"/>
                  </a:lnTo>
                  <a:lnTo>
                    <a:pt x="1013304" y="1130878"/>
                  </a:lnTo>
                  <a:lnTo>
                    <a:pt x="1014362" y="1119080"/>
                  </a:lnTo>
                  <a:lnTo>
                    <a:pt x="1015420" y="1105579"/>
                  </a:lnTo>
                  <a:lnTo>
                    <a:pt x="1016478" y="1090846"/>
                  </a:lnTo>
                  <a:lnTo>
                    <a:pt x="1017536" y="1075195"/>
                  </a:lnTo>
                  <a:lnTo>
                    <a:pt x="1018594" y="1059246"/>
                  </a:lnTo>
                  <a:lnTo>
                    <a:pt x="1019651" y="1043503"/>
                  </a:lnTo>
                  <a:lnTo>
                    <a:pt x="1020709" y="1028299"/>
                  </a:lnTo>
                  <a:lnTo>
                    <a:pt x="1021767" y="1014130"/>
                  </a:lnTo>
                  <a:lnTo>
                    <a:pt x="1022825" y="1001390"/>
                  </a:lnTo>
                  <a:lnTo>
                    <a:pt x="1023883" y="989886"/>
                  </a:lnTo>
                  <a:lnTo>
                    <a:pt x="1024941" y="979233"/>
                  </a:lnTo>
                  <a:lnTo>
                    <a:pt x="1025998" y="969326"/>
                  </a:lnTo>
                  <a:lnTo>
                    <a:pt x="1027056" y="959787"/>
                  </a:lnTo>
                  <a:lnTo>
                    <a:pt x="1028114" y="950602"/>
                  </a:lnTo>
                  <a:lnTo>
                    <a:pt x="1029172" y="941710"/>
                  </a:lnTo>
                  <a:lnTo>
                    <a:pt x="1030230" y="933102"/>
                  </a:lnTo>
                  <a:lnTo>
                    <a:pt x="1031288" y="924990"/>
                  </a:lnTo>
                  <a:lnTo>
                    <a:pt x="1032346" y="917104"/>
                  </a:lnTo>
                  <a:lnTo>
                    <a:pt x="1033403" y="909031"/>
                  </a:lnTo>
                  <a:lnTo>
                    <a:pt x="1034461" y="900573"/>
                  </a:lnTo>
                  <a:lnTo>
                    <a:pt x="1035519" y="891803"/>
                  </a:lnTo>
                  <a:lnTo>
                    <a:pt x="1036577" y="883046"/>
                  </a:lnTo>
                  <a:lnTo>
                    <a:pt x="1037635" y="874054"/>
                  </a:lnTo>
                  <a:lnTo>
                    <a:pt x="1038693" y="864437"/>
                  </a:lnTo>
                  <a:lnTo>
                    <a:pt x="1039750" y="854445"/>
                  </a:lnTo>
                  <a:lnTo>
                    <a:pt x="1040808" y="844586"/>
                  </a:lnTo>
                  <a:lnTo>
                    <a:pt x="1041866" y="835193"/>
                  </a:lnTo>
                  <a:lnTo>
                    <a:pt x="1042924" y="826604"/>
                  </a:lnTo>
                  <a:lnTo>
                    <a:pt x="1043982" y="818920"/>
                  </a:lnTo>
                  <a:lnTo>
                    <a:pt x="1045040" y="812423"/>
                  </a:lnTo>
                  <a:lnTo>
                    <a:pt x="1046097" y="807460"/>
                  </a:lnTo>
                  <a:lnTo>
                    <a:pt x="1047155" y="803953"/>
                  </a:lnTo>
                  <a:lnTo>
                    <a:pt x="1048213" y="801966"/>
                  </a:lnTo>
                  <a:lnTo>
                    <a:pt x="1049271" y="801470"/>
                  </a:lnTo>
                  <a:lnTo>
                    <a:pt x="1050329" y="802447"/>
                  </a:lnTo>
                  <a:lnTo>
                    <a:pt x="1051387" y="804412"/>
                  </a:lnTo>
                  <a:lnTo>
                    <a:pt x="1052444" y="806791"/>
                  </a:lnTo>
                  <a:lnTo>
                    <a:pt x="1053502" y="809337"/>
                  </a:lnTo>
                  <a:lnTo>
                    <a:pt x="1054560" y="811896"/>
                  </a:lnTo>
                  <a:lnTo>
                    <a:pt x="1055618" y="814038"/>
                  </a:lnTo>
                  <a:lnTo>
                    <a:pt x="1056676" y="815616"/>
                  </a:lnTo>
                  <a:lnTo>
                    <a:pt x="1057734" y="816566"/>
                  </a:lnTo>
                  <a:lnTo>
                    <a:pt x="1058792" y="816994"/>
                  </a:lnTo>
                  <a:lnTo>
                    <a:pt x="1059849" y="817174"/>
                  </a:lnTo>
                  <a:lnTo>
                    <a:pt x="1060907" y="817108"/>
                  </a:lnTo>
                  <a:lnTo>
                    <a:pt x="1061965" y="816720"/>
                  </a:lnTo>
                  <a:lnTo>
                    <a:pt x="1063023" y="816133"/>
                  </a:lnTo>
                  <a:lnTo>
                    <a:pt x="1064081" y="815453"/>
                  </a:lnTo>
                  <a:lnTo>
                    <a:pt x="1065139" y="814994"/>
                  </a:lnTo>
                  <a:lnTo>
                    <a:pt x="1066196" y="814819"/>
                  </a:lnTo>
                  <a:lnTo>
                    <a:pt x="1067254" y="815516"/>
                  </a:lnTo>
                  <a:lnTo>
                    <a:pt x="1068312" y="817462"/>
                  </a:lnTo>
                  <a:lnTo>
                    <a:pt x="1069370" y="820577"/>
                  </a:lnTo>
                  <a:lnTo>
                    <a:pt x="1070428" y="824972"/>
                  </a:lnTo>
                  <a:lnTo>
                    <a:pt x="1071486" y="830618"/>
                  </a:lnTo>
                  <a:lnTo>
                    <a:pt x="1072543" y="837331"/>
                  </a:lnTo>
                  <a:lnTo>
                    <a:pt x="1073601" y="844824"/>
                  </a:lnTo>
                  <a:lnTo>
                    <a:pt x="1074659" y="852374"/>
                  </a:lnTo>
                  <a:lnTo>
                    <a:pt x="1075717" y="859360"/>
                  </a:lnTo>
                  <a:lnTo>
                    <a:pt x="1076775" y="865849"/>
                  </a:lnTo>
                  <a:lnTo>
                    <a:pt x="1077833" y="871836"/>
                  </a:lnTo>
                  <a:lnTo>
                    <a:pt x="1078890" y="877160"/>
                  </a:lnTo>
                  <a:lnTo>
                    <a:pt x="1079948" y="881773"/>
                  </a:lnTo>
                  <a:lnTo>
                    <a:pt x="1081006" y="885420"/>
                  </a:lnTo>
                  <a:lnTo>
                    <a:pt x="1082064" y="888324"/>
                  </a:lnTo>
                  <a:lnTo>
                    <a:pt x="1083122" y="890509"/>
                  </a:lnTo>
                  <a:lnTo>
                    <a:pt x="1084180" y="891682"/>
                  </a:lnTo>
                  <a:lnTo>
                    <a:pt x="1085238" y="892160"/>
                  </a:lnTo>
                  <a:lnTo>
                    <a:pt x="1086295" y="892335"/>
                  </a:lnTo>
                  <a:lnTo>
                    <a:pt x="1087353" y="892541"/>
                  </a:lnTo>
                  <a:lnTo>
                    <a:pt x="1088411" y="893005"/>
                  </a:lnTo>
                  <a:lnTo>
                    <a:pt x="1089469" y="893787"/>
                  </a:lnTo>
                  <a:lnTo>
                    <a:pt x="1090527" y="895371"/>
                  </a:lnTo>
                  <a:lnTo>
                    <a:pt x="1091585" y="897988"/>
                  </a:lnTo>
                  <a:lnTo>
                    <a:pt x="1092642" y="901264"/>
                  </a:lnTo>
                  <a:lnTo>
                    <a:pt x="1093700" y="904846"/>
                  </a:lnTo>
                  <a:lnTo>
                    <a:pt x="1094758" y="908413"/>
                  </a:lnTo>
                  <a:lnTo>
                    <a:pt x="1095816" y="911726"/>
                  </a:lnTo>
                  <a:lnTo>
                    <a:pt x="1096874" y="914874"/>
                  </a:lnTo>
                  <a:lnTo>
                    <a:pt x="1097932" y="917503"/>
                  </a:lnTo>
                  <a:lnTo>
                    <a:pt x="1098989" y="919399"/>
                  </a:lnTo>
                  <a:lnTo>
                    <a:pt x="1100047" y="920858"/>
                  </a:lnTo>
                  <a:lnTo>
                    <a:pt x="1101105" y="921851"/>
                  </a:lnTo>
                  <a:lnTo>
                    <a:pt x="1102163" y="922267"/>
                  </a:lnTo>
                  <a:lnTo>
                    <a:pt x="1103221" y="922105"/>
                  </a:lnTo>
                  <a:lnTo>
                    <a:pt x="1104279" y="921611"/>
                  </a:lnTo>
                  <a:lnTo>
                    <a:pt x="1105336" y="921266"/>
                  </a:lnTo>
                  <a:lnTo>
                    <a:pt x="1106394" y="921268"/>
                  </a:lnTo>
                  <a:lnTo>
                    <a:pt x="1107452" y="921871"/>
                  </a:lnTo>
                  <a:lnTo>
                    <a:pt x="1108510" y="923432"/>
                  </a:lnTo>
                  <a:lnTo>
                    <a:pt x="1109568" y="926223"/>
                  </a:lnTo>
                  <a:lnTo>
                    <a:pt x="1110626" y="930589"/>
                  </a:lnTo>
                  <a:lnTo>
                    <a:pt x="1111684" y="936492"/>
                  </a:lnTo>
                  <a:lnTo>
                    <a:pt x="1112741" y="943715"/>
                  </a:lnTo>
                  <a:lnTo>
                    <a:pt x="1113799" y="952171"/>
                  </a:lnTo>
                  <a:lnTo>
                    <a:pt x="1114857" y="961621"/>
                  </a:lnTo>
                  <a:lnTo>
                    <a:pt x="1115915" y="971919"/>
                  </a:lnTo>
                  <a:lnTo>
                    <a:pt x="1116973" y="982959"/>
                  </a:lnTo>
                  <a:lnTo>
                    <a:pt x="1118031" y="994499"/>
                  </a:lnTo>
                  <a:lnTo>
                    <a:pt x="1119088" y="1006377"/>
                  </a:lnTo>
                  <a:lnTo>
                    <a:pt x="1120146" y="1018176"/>
                  </a:lnTo>
                  <a:lnTo>
                    <a:pt x="1121204" y="1029296"/>
                  </a:lnTo>
                  <a:lnTo>
                    <a:pt x="1122262" y="1039551"/>
                  </a:lnTo>
                  <a:lnTo>
                    <a:pt x="1123320" y="1048584"/>
                  </a:lnTo>
                  <a:lnTo>
                    <a:pt x="1124378" y="1056215"/>
                  </a:lnTo>
                  <a:lnTo>
                    <a:pt x="1125435" y="1062420"/>
                  </a:lnTo>
                  <a:lnTo>
                    <a:pt x="1126493" y="1067281"/>
                  </a:lnTo>
                  <a:lnTo>
                    <a:pt x="1127551" y="1071056"/>
                  </a:lnTo>
                  <a:lnTo>
                    <a:pt x="1128609" y="1073494"/>
                  </a:lnTo>
                  <a:lnTo>
                    <a:pt x="1129667" y="1074409"/>
                  </a:lnTo>
                  <a:lnTo>
                    <a:pt x="1130725" y="1073602"/>
                  </a:lnTo>
                  <a:lnTo>
                    <a:pt x="1131782" y="1070798"/>
                  </a:lnTo>
                  <a:lnTo>
                    <a:pt x="1132840" y="1066117"/>
                  </a:lnTo>
                  <a:lnTo>
                    <a:pt x="1133898" y="1060032"/>
                  </a:lnTo>
                  <a:lnTo>
                    <a:pt x="1134956" y="1052510"/>
                  </a:lnTo>
                  <a:lnTo>
                    <a:pt x="1136014" y="1044043"/>
                  </a:lnTo>
                  <a:lnTo>
                    <a:pt x="1137072" y="1034969"/>
                  </a:lnTo>
                  <a:lnTo>
                    <a:pt x="1138130" y="1025317"/>
                  </a:lnTo>
                  <a:lnTo>
                    <a:pt x="1139187" y="1015394"/>
                  </a:lnTo>
                  <a:lnTo>
                    <a:pt x="1140245" y="1005369"/>
                  </a:lnTo>
                  <a:lnTo>
                    <a:pt x="1141303" y="995060"/>
                  </a:lnTo>
                  <a:lnTo>
                    <a:pt x="1142361" y="984440"/>
                  </a:lnTo>
                  <a:lnTo>
                    <a:pt x="1143419" y="973566"/>
                  </a:lnTo>
                  <a:lnTo>
                    <a:pt x="1144477" y="962950"/>
                  </a:lnTo>
                  <a:lnTo>
                    <a:pt x="1145534" y="953142"/>
                  </a:lnTo>
                  <a:lnTo>
                    <a:pt x="1146592" y="944385"/>
                  </a:lnTo>
                  <a:lnTo>
                    <a:pt x="1147650" y="937070"/>
                  </a:lnTo>
                  <a:lnTo>
                    <a:pt x="1148708" y="931220"/>
                  </a:lnTo>
                  <a:lnTo>
                    <a:pt x="1149766" y="926138"/>
                  </a:lnTo>
                  <a:lnTo>
                    <a:pt x="1150824" y="921873"/>
                  </a:lnTo>
                  <a:lnTo>
                    <a:pt x="1151881" y="918032"/>
                  </a:lnTo>
                  <a:lnTo>
                    <a:pt x="1152939" y="914481"/>
                  </a:lnTo>
                  <a:lnTo>
                    <a:pt x="1153997" y="911305"/>
                  </a:lnTo>
                  <a:lnTo>
                    <a:pt x="1155055" y="907967"/>
                  </a:lnTo>
                  <a:lnTo>
                    <a:pt x="1156113" y="904136"/>
                  </a:lnTo>
                  <a:lnTo>
                    <a:pt x="1157171" y="899941"/>
                  </a:lnTo>
                  <a:lnTo>
                    <a:pt x="1158228" y="895424"/>
                  </a:lnTo>
                  <a:lnTo>
                    <a:pt x="1159286" y="890579"/>
                  </a:lnTo>
                  <a:lnTo>
                    <a:pt x="1160344" y="885401"/>
                  </a:lnTo>
                  <a:lnTo>
                    <a:pt x="1161402" y="879666"/>
                  </a:lnTo>
                  <a:lnTo>
                    <a:pt x="1162460" y="873635"/>
                  </a:lnTo>
                  <a:lnTo>
                    <a:pt x="1163518" y="867032"/>
                  </a:lnTo>
                  <a:lnTo>
                    <a:pt x="1164576" y="859572"/>
                  </a:lnTo>
                  <a:lnTo>
                    <a:pt x="1165633" y="851528"/>
                  </a:lnTo>
                  <a:lnTo>
                    <a:pt x="1166691" y="843011"/>
                  </a:lnTo>
                  <a:lnTo>
                    <a:pt x="1167749" y="834068"/>
                  </a:lnTo>
                  <a:lnTo>
                    <a:pt x="1168807" y="824904"/>
                  </a:lnTo>
                  <a:lnTo>
                    <a:pt x="1169865" y="815246"/>
                  </a:lnTo>
                  <a:lnTo>
                    <a:pt x="1170923" y="805355"/>
                  </a:lnTo>
                  <a:lnTo>
                    <a:pt x="1171980" y="795656"/>
                  </a:lnTo>
                  <a:lnTo>
                    <a:pt x="1173038" y="786476"/>
                  </a:lnTo>
                  <a:lnTo>
                    <a:pt x="1174096" y="777853"/>
                  </a:lnTo>
                  <a:lnTo>
                    <a:pt x="1175154" y="770034"/>
                  </a:lnTo>
                  <a:lnTo>
                    <a:pt x="1176212" y="762902"/>
                  </a:lnTo>
                  <a:lnTo>
                    <a:pt x="1177270" y="756515"/>
                  </a:lnTo>
                  <a:lnTo>
                    <a:pt x="1178327" y="750925"/>
                  </a:lnTo>
                  <a:lnTo>
                    <a:pt x="1179385" y="746282"/>
                  </a:lnTo>
                  <a:lnTo>
                    <a:pt x="1180443" y="742947"/>
                  </a:lnTo>
                  <a:lnTo>
                    <a:pt x="1181501" y="741243"/>
                  </a:lnTo>
                  <a:lnTo>
                    <a:pt x="1182559" y="741151"/>
                  </a:lnTo>
                  <a:lnTo>
                    <a:pt x="1183617" y="742986"/>
                  </a:lnTo>
                  <a:lnTo>
                    <a:pt x="1184674" y="746927"/>
                  </a:lnTo>
                  <a:lnTo>
                    <a:pt x="1185732" y="753164"/>
                  </a:lnTo>
                  <a:lnTo>
                    <a:pt x="1186790" y="761605"/>
                  </a:lnTo>
                  <a:lnTo>
                    <a:pt x="1187848" y="771865"/>
                  </a:lnTo>
                  <a:lnTo>
                    <a:pt x="1188906" y="783270"/>
                  </a:lnTo>
                  <a:lnTo>
                    <a:pt x="1189964" y="795778"/>
                  </a:lnTo>
                  <a:lnTo>
                    <a:pt x="1191022" y="808891"/>
                  </a:lnTo>
                  <a:lnTo>
                    <a:pt x="1192079" y="822308"/>
                  </a:lnTo>
                  <a:lnTo>
                    <a:pt x="1193137" y="835785"/>
                  </a:lnTo>
                  <a:lnTo>
                    <a:pt x="1194195" y="849156"/>
                  </a:lnTo>
                  <a:lnTo>
                    <a:pt x="1195253" y="862579"/>
                  </a:lnTo>
                  <a:lnTo>
                    <a:pt x="1196311" y="875957"/>
                  </a:lnTo>
                  <a:lnTo>
                    <a:pt x="1197369" y="889022"/>
                  </a:lnTo>
                  <a:lnTo>
                    <a:pt x="1198426" y="901544"/>
                  </a:lnTo>
                  <a:lnTo>
                    <a:pt x="1199484" y="913293"/>
                  </a:lnTo>
                  <a:lnTo>
                    <a:pt x="1200542" y="923682"/>
                  </a:lnTo>
                  <a:lnTo>
                    <a:pt x="1201600" y="932568"/>
                  </a:lnTo>
                  <a:lnTo>
                    <a:pt x="1202658" y="940361"/>
                  </a:lnTo>
                  <a:lnTo>
                    <a:pt x="1203716" y="947118"/>
                  </a:lnTo>
                  <a:lnTo>
                    <a:pt x="1204773" y="953286"/>
                  </a:lnTo>
                  <a:lnTo>
                    <a:pt x="1205831" y="958801"/>
                  </a:lnTo>
                  <a:lnTo>
                    <a:pt x="1206889" y="963799"/>
                  </a:lnTo>
                  <a:lnTo>
                    <a:pt x="1207947" y="969172"/>
                  </a:lnTo>
                  <a:lnTo>
                    <a:pt x="1209005" y="975212"/>
                  </a:lnTo>
                  <a:lnTo>
                    <a:pt x="1210063" y="981833"/>
                  </a:lnTo>
                  <a:lnTo>
                    <a:pt x="1211120" y="988703"/>
                  </a:lnTo>
                  <a:lnTo>
                    <a:pt x="1212178" y="995778"/>
                  </a:lnTo>
                  <a:lnTo>
                    <a:pt x="1213236" y="1002921"/>
                  </a:lnTo>
                  <a:lnTo>
                    <a:pt x="1214294" y="1010319"/>
                  </a:lnTo>
                  <a:lnTo>
                    <a:pt x="1215352" y="1017765"/>
                  </a:lnTo>
                  <a:lnTo>
                    <a:pt x="1216410" y="1025737"/>
                  </a:lnTo>
                  <a:lnTo>
                    <a:pt x="1217468" y="1034715"/>
                  </a:lnTo>
                  <a:lnTo>
                    <a:pt x="1218525" y="1044732"/>
                  </a:lnTo>
                  <a:lnTo>
                    <a:pt x="1219583" y="1055978"/>
                  </a:lnTo>
                  <a:lnTo>
                    <a:pt x="1220641" y="1068881"/>
                  </a:lnTo>
                  <a:lnTo>
                    <a:pt x="1221699" y="1083420"/>
                  </a:lnTo>
                  <a:lnTo>
                    <a:pt x="1222757" y="1100149"/>
                  </a:lnTo>
                  <a:lnTo>
                    <a:pt x="1223815" y="1118644"/>
                  </a:lnTo>
                  <a:lnTo>
                    <a:pt x="1224872" y="1138549"/>
                  </a:lnTo>
                  <a:lnTo>
                    <a:pt x="1225930" y="1159469"/>
                  </a:lnTo>
                  <a:lnTo>
                    <a:pt x="1226988" y="1181508"/>
                  </a:lnTo>
                  <a:lnTo>
                    <a:pt x="1228046" y="1203948"/>
                  </a:lnTo>
                  <a:lnTo>
                    <a:pt x="1229104" y="1226672"/>
                  </a:lnTo>
                  <a:lnTo>
                    <a:pt x="1230162" y="1248950"/>
                  </a:lnTo>
                  <a:lnTo>
                    <a:pt x="1231219" y="1270140"/>
                  </a:lnTo>
                  <a:lnTo>
                    <a:pt x="1232277" y="1289195"/>
                  </a:lnTo>
                  <a:lnTo>
                    <a:pt x="1233335" y="1304767"/>
                  </a:lnTo>
                  <a:lnTo>
                    <a:pt x="1234393" y="1316354"/>
                  </a:lnTo>
                  <a:lnTo>
                    <a:pt x="1235451" y="1323679"/>
                  </a:lnTo>
                  <a:lnTo>
                    <a:pt x="1236509" y="1326402"/>
                  </a:lnTo>
                  <a:lnTo>
                    <a:pt x="1237566" y="1325294"/>
                  </a:lnTo>
                  <a:lnTo>
                    <a:pt x="1238624" y="1320691"/>
                  </a:lnTo>
                  <a:lnTo>
                    <a:pt x="1239682" y="1313215"/>
                  </a:lnTo>
                  <a:lnTo>
                    <a:pt x="1240740" y="1304150"/>
                  </a:lnTo>
                  <a:lnTo>
                    <a:pt x="1241798" y="1294631"/>
                  </a:lnTo>
                  <a:lnTo>
                    <a:pt x="1242856" y="1284884"/>
                  </a:lnTo>
                  <a:lnTo>
                    <a:pt x="1243914" y="1275954"/>
                  </a:lnTo>
                  <a:lnTo>
                    <a:pt x="1244971" y="1268114"/>
                  </a:lnTo>
                  <a:lnTo>
                    <a:pt x="1246029" y="1261718"/>
                  </a:lnTo>
                  <a:lnTo>
                    <a:pt x="1247087" y="1257125"/>
                  </a:lnTo>
                  <a:lnTo>
                    <a:pt x="1248145" y="1254419"/>
                  </a:lnTo>
                  <a:lnTo>
                    <a:pt x="1249203" y="1253705"/>
                  </a:lnTo>
                  <a:lnTo>
                    <a:pt x="1250261" y="1254692"/>
                  </a:lnTo>
                  <a:lnTo>
                    <a:pt x="1251318" y="1257590"/>
                  </a:lnTo>
                  <a:lnTo>
                    <a:pt x="1252376" y="1262359"/>
                  </a:lnTo>
                  <a:lnTo>
                    <a:pt x="1253434" y="1268617"/>
                  </a:lnTo>
                  <a:lnTo>
                    <a:pt x="1254492" y="1275789"/>
                  </a:lnTo>
                  <a:lnTo>
                    <a:pt x="1255550" y="1283332"/>
                  </a:lnTo>
                  <a:lnTo>
                    <a:pt x="1256608" y="1290585"/>
                  </a:lnTo>
                  <a:lnTo>
                    <a:pt x="1257665" y="1297092"/>
                  </a:lnTo>
                  <a:lnTo>
                    <a:pt x="1258723" y="1302946"/>
                  </a:lnTo>
                  <a:lnTo>
                    <a:pt x="1259781" y="1307883"/>
                  </a:lnTo>
                  <a:lnTo>
                    <a:pt x="1260839" y="1311741"/>
                  </a:lnTo>
                  <a:lnTo>
                    <a:pt x="1261897" y="1314599"/>
                  </a:lnTo>
                  <a:lnTo>
                    <a:pt x="1262955" y="1316404"/>
                  </a:lnTo>
                  <a:lnTo>
                    <a:pt x="1264012" y="1317432"/>
                  </a:lnTo>
                  <a:lnTo>
                    <a:pt x="1265070" y="1317938"/>
                  </a:lnTo>
                  <a:lnTo>
                    <a:pt x="1266128" y="1318085"/>
                  </a:lnTo>
                  <a:lnTo>
                    <a:pt x="1267186" y="1317659"/>
                  </a:lnTo>
                  <a:lnTo>
                    <a:pt x="1268244" y="1316719"/>
                  </a:lnTo>
                  <a:lnTo>
                    <a:pt x="1269302" y="1315330"/>
                  </a:lnTo>
                  <a:lnTo>
                    <a:pt x="1270360" y="1313722"/>
                  </a:lnTo>
                  <a:lnTo>
                    <a:pt x="1271417" y="1311726"/>
                  </a:lnTo>
                  <a:lnTo>
                    <a:pt x="1272475" y="1309229"/>
                  </a:lnTo>
                  <a:lnTo>
                    <a:pt x="1273533" y="1306072"/>
                  </a:lnTo>
                  <a:lnTo>
                    <a:pt x="1274591" y="1301983"/>
                  </a:lnTo>
                  <a:lnTo>
                    <a:pt x="1275649" y="1296596"/>
                  </a:lnTo>
                  <a:lnTo>
                    <a:pt x="1276707" y="1289533"/>
                  </a:lnTo>
                  <a:lnTo>
                    <a:pt x="1277764" y="1281164"/>
                  </a:lnTo>
                  <a:lnTo>
                    <a:pt x="1278822" y="1271748"/>
                  </a:lnTo>
                  <a:lnTo>
                    <a:pt x="1279880" y="1261515"/>
                  </a:lnTo>
                  <a:lnTo>
                    <a:pt x="1280938" y="1250907"/>
                  </a:lnTo>
                  <a:lnTo>
                    <a:pt x="1281996" y="1240150"/>
                  </a:lnTo>
                  <a:lnTo>
                    <a:pt x="1283054" y="1230230"/>
                  </a:lnTo>
                  <a:lnTo>
                    <a:pt x="1284111" y="1221801"/>
                  </a:lnTo>
                  <a:lnTo>
                    <a:pt x="1285169" y="1215027"/>
                  </a:lnTo>
                  <a:lnTo>
                    <a:pt x="1286227" y="1210129"/>
                  </a:lnTo>
                  <a:lnTo>
                    <a:pt x="1287285" y="1207273"/>
                  </a:lnTo>
                  <a:lnTo>
                    <a:pt x="1288343" y="1206634"/>
                  </a:lnTo>
                  <a:lnTo>
                    <a:pt x="1289401" y="1208195"/>
                  </a:lnTo>
                  <a:lnTo>
                    <a:pt x="1290458" y="1211526"/>
                  </a:lnTo>
                  <a:lnTo>
                    <a:pt x="1291516" y="1216589"/>
                  </a:lnTo>
                  <a:lnTo>
                    <a:pt x="1292574" y="1223737"/>
                  </a:lnTo>
                  <a:lnTo>
                    <a:pt x="1293632" y="1232860"/>
                  </a:lnTo>
                  <a:lnTo>
                    <a:pt x="1294690" y="1244101"/>
                  </a:lnTo>
                  <a:lnTo>
                    <a:pt x="1295748" y="1257423"/>
                  </a:lnTo>
                  <a:lnTo>
                    <a:pt x="1296806" y="1272821"/>
                  </a:lnTo>
                  <a:lnTo>
                    <a:pt x="1297863" y="1290317"/>
                  </a:lnTo>
                  <a:lnTo>
                    <a:pt x="1298921" y="1309339"/>
                  </a:lnTo>
                  <a:lnTo>
                    <a:pt x="1299979" y="1329034"/>
                  </a:lnTo>
                  <a:lnTo>
                    <a:pt x="1301037" y="1348608"/>
                  </a:lnTo>
                  <a:lnTo>
                    <a:pt x="1302095" y="1367358"/>
                  </a:lnTo>
                  <a:lnTo>
                    <a:pt x="1303153" y="1385048"/>
                  </a:lnTo>
                  <a:lnTo>
                    <a:pt x="1304210" y="1401158"/>
                  </a:lnTo>
                  <a:lnTo>
                    <a:pt x="1305268" y="1415657"/>
                  </a:lnTo>
                  <a:lnTo>
                    <a:pt x="1306326" y="1429234"/>
                  </a:lnTo>
                  <a:lnTo>
                    <a:pt x="1307384" y="1442323"/>
                  </a:lnTo>
                  <a:lnTo>
                    <a:pt x="1308442" y="1455279"/>
                  </a:lnTo>
                  <a:lnTo>
                    <a:pt x="1309500" y="1468672"/>
                  </a:lnTo>
                  <a:lnTo>
                    <a:pt x="1310557" y="1482669"/>
                  </a:lnTo>
                  <a:lnTo>
                    <a:pt x="1311615" y="1496986"/>
                  </a:lnTo>
                  <a:lnTo>
                    <a:pt x="1312673" y="1511362"/>
                  </a:lnTo>
                  <a:lnTo>
                    <a:pt x="1313731" y="1525320"/>
                  </a:lnTo>
                  <a:lnTo>
                    <a:pt x="1314789" y="1538996"/>
                  </a:lnTo>
                  <a:lnTo>
                    <a:pt x="1315847" y="1552804"/>
                  </a:lnTo>
                  <a:lnTo>
                    <a:pt x="1316904" y="1567206"/>
                  </a:lnTo>
                  <a:lnTo>
                    <a:pt x="1317962" y="1582378"/>
                  </a:lnTo>
                  <a:lnTo>
                    <a:pt x="1319020" y="1598452"/>
                  </a:lnTo>
                  <a:lnTo>
                    <a:pt x="1320078" y="1615893"/>
                  </a:lnTo>
                  <a:lnTo>
                    <a:pt x="1321136" y="1634566"/>
                  </a:lnTo>
                  <a:lnTo>
                    <a:pt x="1322194" y="1653903"/>
                  </a:lnTo>
                  <a:lnTo>
                    <a:pt x="1323252" y="1673481"/>
                  </a:lnTo>
                  <a:lnTo>
                    <a:pt x="1324309" y="1693310"/>
                  </a:lnTo>
                  <a:lnTo>
                    <a:pt x="1325367" y="1713012"/>
                  </a:lnTo>
                  <a:lnTo>
                    <a:pt x="1326425" y="1732484"/>
                  </a:lnTo>
                  <a:lnTo>
                    <a:pt x="1327483" y="1752494"/>
                  </a:lnTo>
                  <a:lnTo>
                    <a:pt x="1328541" y="1774030"/>
                  </a:lnTo>
                  <a:lnTo>
                    <a:pt x="1329599" y="1799062"/>
                  </a:lnTo>
                  <a:lnTo>
                    <a:pt x="1330656" y="1827233"/>
                  </a:lnTo>
                  <a:lnTo>
                    <a:pt x="1331714" y="1858518"/>
                  </a:lnTo>
                  <a:lnTo>
                    <a:pt x="1332772" y="1893189"/>
                  </a:lnTo>
                  <a:lnTo>
                    <a:pt x="1333830" y="1931694"/>
                  </a:lnTo>
                  <a:lnTo>
                    <a:pt x="1334888" y="1974520"/>
                  </a:lnTo>
                  <a:lnTo>
                    <a:pt x="1335946" y="2019956"/>
                  </a:lnTo>
                  <a:lnTo>
                    <a:pt x="1337003" y="2065631"/>
                  </a:lnTo>
                  <a:lnTo>
                    <a:pt x="1338061" y="2111408"/>
                  </a:lnTo>
                  <a:lnTo>
                    <a:pt x="1339119" y="2156455"/>
                  </a:lnTo>
                  <a:lnTo>
                    <a:pt x="1340177" y="2197962"/>
                  </a:lnTo>
                  <a:lnTo>
                    <a:pt x="1341235" y="2232878"/>
                  </a:lnTo>
                  <a:lnTo>
                    <a:pt x="1342293" y="2258666"/>
                  </a:lnTo>
                  <a:lnTo>
                    <a:pt x="1343350" y="2272017"/>
                  </a:lnTo>
                  <a:lnTo>
                    <a:pt x="1344408" y="2270446"/>
                  </a:lnTo>
                  <a:lnTo>
                    <a:pt x="1345466" y="2248610"/>
                  </a:lnTo>
                  <a:lnTo>
                    <a:pt x="1346524" y="2208508"/>
                  </a:lnTo>
                  <a:lnTo>
                    <a:pt x="1347582" y="2153477"/>
                  </a:lnTo>
                  <a:lnTo>
                    <a:pt x="1348640" y="2088515"/>
                  </a:lnTo>
                  <a:lnTo>
                    <a:pt x="1349698" y="2017374"/>
                  </a:lnTo>
                  <a:lnTo>
                    <a:pt x="1350755" y="1944104"/>
                  </a:lnTo>
                  <a:lnTo>
                    <a:pt x="1351813" y="1872208"/>
                  </a:lnTo>
                  <a:lnTo>
                    <a:pt x="1352871" y="1805137"/>
                  </a:lnTo>
                  <a:lnTo>
                    <a:pt x="1353929" y="1743899"/>
                  </a:lnTo>
                  <a:lnTo>
                    <a:pt x="1354987" y="1688118"/>
                  </a:lnTo>
                  <a:lnTo>
                    <a:pt x="1356045" y="1637414"/>
                  </a:lnTo>
                  <a:lnTo>
                    <a:pt x="1357102" y="1590734"/>
                  </a:lnTo>
                  <a:lnTo>
                    <a:pt x="1358160" y="1547124"/>
                  </a:lnTo>
                  <a:lnTo>
                    <a:pt x="1359218" y="1506170"/>
                  </a:lnTo>
                  <a:lnTo>
                    <a:pt x="1360276" y="1466655"/>
                  </a:lnTo>
                  <a:lnTo>
                    <a:pt x="1361334" y="1428226"/>
                  </a:lnTo>
                  <a:lnTo>
                    <a:pt x="1362392" y="1390403"/>
                  </a:lnTo>
                  <a:lnTo>
                    <a:pt x="1363449" y="1352522"/>
                  </a:lnTo>
                  <a:lnTo>
                    <a:pt x="1364507" y="1314625"/>
                  </a:lnTo>
                  <a:lnTo>
                    <a:pt x="1365565" y="1276731"/>
                  </a:lnTo>
                  <a:lnTo>
                    <a:pt x="1366623" y="1238559"/>
                  </a:lnTo>
                  <a:lnTo>
                    <a:pt x="1367681" y="1200847"/>
                  </a:lnTo>
                  <a:lnTo>
                    <a:pt x="1368739" y="1163671"/>
                  </a:lnTo>
                  <a:lnTo>
                    <a:pt x="1369796" y="1126258"/>
                  </a:lnTo>
                  <a:lnTo>
                    <a:pt x="1370854" y="1089013"/>
                  </a:lnTo>
                  <a:lnTo>
                    <a:pt x="1371912" y="1052341"/>
                  </a:lnTo>
                  <a:lnTo>
                    <a:pt x="1372970" y="1016734"/>
                  </a:lnTo>
                  <a:lnTo>
                    <a:pt x="1374028" y="982807"/>
                  </a:lnTo>
                  <a:lnTo>
                    <a:pt x="1375086" y="950814"/>
                  </a:lnTo>
                  <a:lnTo>
                    <a:pt x="1376144" y="921072"/>
                  </a:lnTo>
                  <a:lnTo>
                    <a:pt x="1377201" y="894024"/>
                  </a:lnTo>
                  <a:lnTo>
                    <a:pt x="1378259" y="869659"/>
                  </a:lnTo>
                  <a:lnTo>
                    <a:pt x="1379317" y="847794"/>
                  </a:lnTo>
                  <a:lnTo>
                    <a:pt x="1380375" y="828041"/>
                  </a:lnTo>
                  <a:lnTo>
                    <a:pt x="1381433" y="810160"/>
                  </a:lnTo>
                  <a:lnTo>
                    <a:pt x="1382491" y="793981"/>
                  </a:lnTo>
                  <a:lnTo>
                    <a:pt x="1383548" y="779057"/>
                  </a:lnTo>
                  <a:lnTo>
                    <a:pt x="1384606" y="765145"/>
                  </a:lnTo>
                  <a:lnTo>
                    <a:pt x="1385664" y="752527"/>
                  </a:lnTo>
                  <a:lnTo>
                    <a:pt x="1386722" y="741129"/>
                  </a:lnTo>
                  <a:lnTo>
                    <a:pt x="1387780" y="730854"/>
                  </a:lnTo>
                  <a:lnTo>
                    <a:pt x="1388838" y="721650"/>
                  </a:lnTo>
                  <a:lnTo>
                    <a:pt x="1389895" y="713208"/>
                  </a:lnTo>
                  <a:lnTo>
                    <a:pt x="1390953" y="705273"/>
                  </a:lnTo>
                  <a:lnTo>
                    <a:pt x="1392011" y="697740"/>
                  </a:lnTo>
                  <a:lnTo>
                    <a:pt x="1393069" y="690239"/>
                  </a:lnTo>
                  <a:lnTo>
                    <a:pt x="1394127" y="682661"/>
                  </a:lnTo>
                  <a:lnTo>
                    <a:pt x="1395185" y="674952"/>
                  </a:lnTo>
                  <a:lnTo>
                    <a:pt x="1396242" y="667121"/>
                  </a:lnTo>
                  <a:lnTo>
                    <a:pt x="1397300" y="659029"/>
                  </a:lnTo>
                  <a:lnTo>
                    <a:pt x="1398358" y="651014"/>
                  </a:lnTo>
                  <a:lnTo>
                    <a:pt x="1399416" y="643165"/>
                  </a:lnTo>
                  <a:lnTo>
                    <a:pt x="1400474" y="635446"/>
                  </a:lnTo>
                  <a:lnTo>
                    <a:pt x="1401532" y="627786"/>
                  </a:lnTo>
                  <a:lnTo>
                    <a:pt x="1402590" y="620335"/>
                  </a:lnTo>
                  <a:lnTo>
                    <a:pt x="1403647" y="612915"/>
                  </a:lnTo>
                  <a:lnTo>
                    <a:pt x="1404705" y="605424"/>
                  </a:lnTo>
                  <a:lnTo>
                    <a:pt x="1405763" y="597769"/>
                  </a:lnTo>
                  <a:lnTo>
                    <a:pt x="1406821" y="589777"/>
                  </a:lnTo>
                  <a:lnTo>
                    <a:pt x="1407879" y="581337"/>
                  </a:lnTo>
                  <a:lnTo>
                    <a:pt x="1408937" y="572547"/>
                  </a:lnTo>
                  <a:lnTo>
                    <a:pt x="1409994" y="563674"/>
                  </a:lnTo>
                  <a:lnTo>
                    <a:pt x="1411052" y="554904"/>
                  </a:lnTo>
                  <a:lnTo>
                    <a:pt x="1412110" y="546380"/>
                  </a:lnTo>
                  <a:lnTo>
                    <a:pt x="1413168" y="538492"/>
                  </a:lnTo>
                  <a:lnTo>
                    <a:pt x="1414226" y="531178"/>
                  </a:lnTo>
                  <a:lnTo>
                    <a:pt x="1415284" y="524528"/>
                  </a:lnTo>
                  <a:lnTo>
                    <a:pt x="1416341" y="518825"/>
                  </a:lnTo>
                  <a:lnTo>
                    <a:pt x="1417399" y="514162"/>
                  </a:lnTo>
                  <a:lnTo>
                    <a:pt x="1418457" y="510467"/>
                  </a:lnTo>
                  <a:lnTo>
                    <a:pt x="1419515" y="508086"/>
                  </a:lnTo>
                  <a:lnTo>
                    <a:pt x="1420573" y="506969"/>
                  </a:lnTo>
                  <a:lnTo>
                    <a:pt x="1421631" y="507092"/>
                  </a:lnTo>
                  <a:lnTo>
                    <a:pt x="1422688" y="508889"/>
                  </a:lnTo>
                  <a:lnTo>
                    <a:pt x="1423746" y="512415"/>
                  </a:lnTo>
                  <a:lnTo>
                    <a:pt x="1424804" y="517639"/>
                  </a:lnTo>
                  <a:lnTo>
                    <a:pt x="1425862" y="524363"/>
                  </a:lnTo>
                  <a:lnTo>
                    <a:pt x="1426920" y="532398"/>
                  </a:lnTo>
                  <a:lnTo>
                    <a:pt x="1427978" y="541559"/>
                  </a:lnTo>
                  <a:lnTo>
                    <a:pt x="1429036" y="551570"/>
                  </a:lnTo>
                  <a:lnTo>
                    <a:pt x="1430093" y="562077"/>
                  </a:lnTo>
                  <a:lnTo>
                    <a:pt x="1431151" y="572880"/>
                  </a:lnTo>
                  <a:lnTo>
                    <a:pt x="1432209" y="583821"/>
                  </a:lnTo>
                  <a:lnTo>
                    <a:pt x="1433267" y="594765"/>
                  </a:lnTo>
                  <a:lnTo>
                    <a:pt x="1434325" y="605593"/>
                  </a:lnTo>
                  <a:lnTo>
                    <a:pt x="1435383" y="616043"/>
                  </a:lnTo>
                  <a:lnTo>
                    <a:pt x="1436440" y="626193"/>
                  </a:lnTo>
                  <a:lnTo>
                    <a:pt x="1437498" y="636153"/>
                  </a:lnTo>
                  <a:lnTo>
                    <a:pt x="1438556" y="645538"/>
                  </a:lnTo>
                  <a:lnTo>
                    <a:pt x="1439614" y="654316"/>
                  </a:lnTo>
                  <a:lnTo>
                    <a:pt x="1440672" y="662539"/>
                  </a:lnTo>
                  <a:lnTo>
                    <a:pt x="1441730" y="670232"/>
                  </a:lnTo>
                  <a:lnTo>
                    <a:pt x="1442787" y="677746"/>
                  </a:lnTo>
                  <a:lnTo>
                    <a:pt x="1443845" y="685349"/>
                  </a:lnTo>
                  <a:lnTo>
                    <a:pt x="1444903" y="693243"/>
                  </a:lnTo>
                  <a:lnTo>
                    <a:pt x="1445961" y="701902"/>
                  </a:lnTo>
                  <a:lnTo>
                    <a:pt x="1447019" y="711576"/>
                  </a:lnTo>
                  <a:lnTo>
                    <a:pt x="1448077" y="722405"/>
                  </a:lnTo>
                  <a:lnTo>
                    <a:pt x="1449134" y="734595"/>
                  </a:lnTo>
                  <a:lnTo>
                    <a:pt x="1450192" y="748343"/>
                  </a:lnTo>
                  <a:lnTo>
                    <a:pt x="1451250" y="763514"/>
                  </a:lnTo>
                  <a:lnTo>
                    <a:pt x="1452308" y="780038"/>
                  </a:lnTo>
                  <a:lnTo>
                    <a:pt x="1453366" y="798007"/>
                  </a:lnTo>
                  <a:lnTo>
                    <a:pt x="1454424" y="817395"/>
                  </a:lnTo>
                  <a:lnTo>
                    <a:pt x="1455482" y="837979"/>
                  </a:lnTo>
                  <a:lnTo>
                    <a:pt x="1456539" y="859850"/>
                  </a:lnTo>
                  <a:lnTo>
                    <a:pt x="1457597" y="883143"/>
                  </a:lnTo>
                  <a:lnTo>
                    <a:pt x="1458655" y="907760"/>
                  </a:lnTo>
                  <a:lnTo>
                    <a:pt x="1459713" y="933833"/>
                  </a:lnTo>
                  <a:lnTo>
                    <a:pt x="1460771" y="961584"/>
                  </a:lnTo>
                  <a:lnTo>
                    <a:pt x="1461829" y="991000"/>
                  </a:lnTo>
                  <a:lnTo>
                    <a:pt x="1462886" y="1021909"/>
                  </a:lnTo>
                  <a:lnTo>
                    <a:pt x="1463944" y="1054248"/>
                  </a:lnTo>
                  <a:lnTo>
                    <a:pt x="1465002" y="1087626"/>
                  </a:lnTo>
                  <a:lnTo>
                    <a:pt x="1466060" y="1121290"/>
                  </a:lnTo>
                  <a:lnTo>
                    <a:pt x="1467118" y="1155081"/>
                  </a:lnTo>
                  <a:lnTo>
                    <a:pt x="1468176" y="1188277"/>
                  </a:lnTo>
                  <a:lnTo>
                    <a:pt x="1469233" y="1218993"/>
                  </a:lnTo>
                  <a:lnTo>
                    <a:pt x="1470291" y="1245869"/>
                  </a:lnTo>
                  <a:lnTo>
                    <a:pt x="1471349" y="1268080"/>
                  </a:lnTo>
                  <a:lnTo>
                    <a:pt x="1472407" y="1284111"/>
                  </a:lnTo>
                  <a:lnTo>
                    <a:pt x="1473465" y="1293107"/>
                  </a:lnTo>
                  <a:lnTo>
                    <a:pt x="1474523" y="1295145"/>
                  </a:lnTo>
                  <a:lnTo>
                    <a:pt x="1475580" y="1290302"/>
                  </a:lnTo>
                  <a:lnTo>
                    <a:pt x="1476638" y="1278853"/>
                  </a:lnTo>
                  <a:lnTo>
                    <a:pt x="1477696" y="1260943"/>
                  </a:lnTo>
                  <a:lnTo>
                    <a:pt x="1478754" y="1237111"/>
                  </a:lnTo>
                  <a:lnTo>
                    <a:pt x="1479812" y="1208227"/>
                  </a:lnTo>
                  <a:lnTo>
                    <a:pt x="1480870" y="1175649"/>
                  </a:lnTo>
                  <a:lnTo>
                    <a:pt x="1481928" y="1140733"/>
                  </a:lnTo>
                  <a:lnTo>
                    <a:pt x="1482985" y="1104790"/>
                  </a:lnTo>
                  <a:lnTo>
                    <a:pt x="1484043" y="1068923"/>
                  </a:lnTo>
                  <a:lnTo>
                    <a:pt x="1485101" y="1034676"/>
                  </a:lnTo>
                  <a:lnTo>
                    <a:pt x="1486159" y="1002921"/>
                  </a:lnTo>
                  <a:lnTo>
                    <a:pt x="1487217" y="973567"/>
                  </a:lnTo>
                  <a:lnTo>
                    <a:pt x="1488275" y="946258"/>
                  </a:lnTo>
                  <a:lnTo>
                    <a:pt x="1489332" y="920316"/>
                  </a:lnTo>
                  <a:lnTo>
                    <a:pt x="1490390" y="894706"/>
                  </a:lnTo>
                  <a:lnTo>
                    <a:pt x="1491448" y="868414"/>
                  </a:lnTo>
                  <a:lnTo>
                    <a:pt x="1492506" y="840960"/>
                  </a:lnTo>
                  <a:lnTo>
                    <a:pt x="1493564" y="812008"/>
                  </a:lnTo>
                  <a:lnTo>
                    <a:pt x="1494622" y="782210"/>
                  </a:lnTo>
                  <a:lnTo>
                    <a:pt x="1495679" y="751735"/>
                  </a:lnTo>
                  <a:lnTo>
                    <a:pt x="1496737" y="720921"/>
                  </a:lnTo>
                  <a:lnTo>
                    <a:pt x="1497795" y="690458"/>
                  </a:lnTo>
                  <a:lnTo>
                    <a:pt x="1498853" y="660697"/>
                  </a:lnTo>
                  <a:lnTo>
                    <a:pt x="1499911" y="631786"/>
                  </a:lnTo>
                  <a:lnTo>
                    <a:pt x="1500969" y="603915"/>
                  </a:lnTo>
                  <a:lnTo>
                    <a:pt x="1502026" y="577216"/>
                  </a:lnTo>
                  <a:lnTo>
                    <a:pt x="1503084" y="551836"/>
                  </a:lnTo>
                  <a:lnTo>
                    <a:pt x="1504142" y="528092"/>
                  </a:lnTo>
                  <a:lnTo>
                    <a:pt x="1505200" y="506102"/>
                  </a:lnTo>
                  <a:lnTo>
                    <a:pt x="1506258" y="485980"/>
                  </a:lnTo>
                  <a:lnTo>
                    <a:pt x="1507316" y="467873"/>
                  </a:lnTo>
                  <a:lnTo>
                    <a:pt x="1508374" y="451862"/>
                  </a:lnTo>
                  <a:lnTo>
                    <a:pt x="1509431" y="437950"/>
                  </a:lnTo>
                  <a:lnTo>
                    <a:pt x="1510489" y="425966"/>
                  </a:lnTo>
                  <a:lnTo>
                    <a:pt x="1511547" y="415806"/>
                  </a:lnTo>
                  <a:lnTo>
                    <a:pt x="1512605" y="407349"/>
                  </a:lnTo>
                  <a:lnTo>
                    <a:pt x="1513663" y="400240"/>
                  </a:lnTo>
                  <a:lnTo>
                    <a:pt x="1514721" y="394267"/>
                  </a:lnTo>
                  <a:lnTo>
                    <a:pt x="1515778" y="389268"/>
                  </a:lnTo>
                  <a:lnTo>
                    <a:pt x="1516836" y="384999"/>
                  </a:lnTo>
                  <a:lnTo>
                    <a:pt x="1517894" y="381318"/>
                  </a:lnTo>
                  <a:lnTo>
                    <a:pt x="1518952" y="378318"/>
                  </a:lnTo>
                  <a:lnTo>
                    <a:pt x="1520010" y="376026"/>
                  </a:lnTo>
                  <a:lnTo>
                    <a:pt x="1521068" y="374625"/>
                  </a:lnTo>
                  <a:lnTo>
                    <a:pt x="1522125" y="374459"/>
                  </a:lnTo>
                  <a:lnTo>
                    <a:pt x="1523183" y="375741"/>
                  </a:lnTo>
                  <a:lnTo>
                    <a:pt x="1524241" y="378464"/>
                  </a:lnTo>
                  <a:lnTo>
                    <a:pt x="1525299" y="382700"/>
                  </a:lnTo>
                  <a:lnTo>
                    <a:pt x="1526357" y="388110"/>
                  </a:lnTo>
                  <a:lnTo>
                    <a:pt x="1527415" y="394312"/>
                  </a:lnTo>
                  <a:lnTo>
                    <a:pt x="1528472" y="400535"/>
                  </a:lnTo>
                  <a:lnTo>
                    <a:pt x="1529530" y="406251"/>
                  </a:lnTo>
                  <a:lnTo>
                    <a:pt x="1530588" y="411100"/>
                  </a:lnTo>
                  <a:lnTo>
                    <a:pt x="1531646" y="414860"/>
                  </a:lnTo>
                  <a:lnTo>
                    <a:pt x="1532704" y="417241"/>
                  </a:lnTo>
                  <a:lnTo>
                    <a:pt x="1533762" y="418210"/>
                  </a:lnTo>
                  <a:lnTo>
                    <a:pt x="1534820" y="417558"/>
                  </a:lnTo>
                  <a:lnTo>
                    <a:pt x="1535877" y="415244"/>
                  </a:lnTo>
                  <a:lnTo>
                    <a:pt x="1536935" y="411317"/>
                  </a:lnTo>
                  <a:lnTo>
                    <a:pt x="1537993" y="405523"/>
                  </a:lnTo>
                  <a:lnTo>
                    <a:pt x="1539051" y="398008"/>
                  </a:lnTo>
                  <a:lnTo>
                    <a:pt x="1540109" y="389111"/>
                  </a:lnTo>
                  <a:lnTo>
                    <a:pt x="1541167" y="379149"/>
                  </a:lnTo>
                  <a:lnTo>
                    <a:pt x="1542224" y="368510"/>
                  </a:lnTo>
                  <a:lnTo>
                    <a:pt x="1543282" y="357939"/>
                  </a:lnTo>
                  <a:lnTo>
                    <a:pt x="1544340" y="348397"/>
                  </a:lnTo>
                  <a:lnTo>
                    <a:pt x="1545398" y="340481"/>
                  </a:lnTo>
                  <a:lnTo>
                    <a:pt x="1546456" y="334494"/>
                  </a:lnTo>
                  <a:lnTo>
                    <a:pt x="1547514" y="330410"/>
                  </a:lnTo>
                  <a:lnTo>
                    <a:pt x="1548571" y="328412"/>
                  </a:lnTo>
                  <a:lnTo>
                    <a:pt x="1549629" y="328466"/>
                  </a:lnTo>
                  <a:lnTo>
                    <a:pt x="1550687" y="330409"/>
                  </a:lnTo>
                  <a:lnTo>
                    <a:pt x="1551745" y="333982"/>
                  </a:lnTo>
                  <a:lnTo>
                    <a:pt x="1552803" y="338990"/>
                  </a:lnTo>
                  <a:lnTo>
                    <a:pt x="1553861" y="345296"/>
                  </a:lnTo>
                  <a:lnTo>
                    <a:pt x="1554918" y="352569"/>
                  </a:lnTo>
                  <a:lnTo>
                    <a:pt x="1555976" y="360525"/>
                  </a:lnTo>
                  <a:lnTo>
                    <a:pt x="1557034" y="368817"/>
                  </a:lnTo>
                  <a:lnTo>
                    <a:pt x="1558092" y="377306"/>
                  </a:lnTo>
                  <a:lnTo>
                    <a:pt x="1559150" y="385449"/>
                  </a:lnTo>
                  <a:lnTo>
                    <a:pt x="1560208" y="392861"/>
                  </a:lnTo>
                  <a:lnTo>
                    <a:pt x="1561266" y="398971"/>
                  </a:lnTo>
                  <a:lnTo>
                    <a:pt x="1562323" y="403563"/>
                  </a:lnTo>
                  <a:lnTo>
                    <a:pt x="1563381" y="406580"/>
                  </a:lnTo>
                  <a:lnTo>
                    <a:pt x="1564439" y="408009"/>
                  </a:lnTo>
                  <a:lnTo>
                    <a:pt x="1565497" y="407756"/>
                  </a:lnTo>
                  <a:lnTo>
                    <a:pt x="1566555" y="406135"/>
                  </a:lnTo>
                  <a:lnTo>
                    <a:pt x="1567613" y="403345"/>
                  </a:lnTo>
                  <a:lnTo>
                    <a:pt x="1568670" y="399549"/>
                  </a:lnTo>
                  <a:lnTo>
                    <a:pt x="1569728" y="395088"/>
                  </a:lnTo>
                  <a:lnTo>
                    <a:pt x="1570786" y="390205"/>
                  </a:lnTo>
                  <a:lnTo>
                    <a:pt x="1571844" y="384968"/>
                  </a:lnTo>
                  <a:lnTo>
                    <a:pt x="1572902" y="379547"/>
                  </a:lnTo>
                  <a:lnTo>
                    <a:pt x="1573960" y="373781"/>
                  </a:lnTo>
                  <a:lnTo>
                    <a:pt x="1575017" y="367693"/>
                  </a:lnTo>
                  <a:lnTo>
                    <a:pt x="1576075" y="361247"/>
                  </a:lnTo>
                  <a:lnTo>
                    <a:pt x="1577133" y="354650"/>
                  </a:lnTo>
                  <a:lnTo>
                    <a:pt x="1578191" y="347879"/>
                  </a:lnTo>
                  <a:lnTo>
                    <a:pt x="1579249" y="341263"/>
                  </a:lnTo>
                  <a:lnTo>
                    <a:pt x="1580307" y="334944"/>
                  </a:lnTo>
                  <a:lnTo>
                    <a:pt x="1581364" y="329530"/>
                  </a:lnTo>
                  <a:lnTo>
                    <a:pt x="1582422" y="325298"/>
                  </a:lnTo>
                  <a:lnTo>
                    <a:pt x="1583480" y="322391"/>
                  </a:lnTo>
                  <a:lnTo>
                    <a:pt x="1584538" y="320879"/>
                  </a:lnTo>
                  <a:lnTo>
                    <a:pt x="1585596" y="320676"/>
                  </a:lnTo>
                  <a:lnTo>
                    <a:pt x="1586654" y="321583"/>
                  </a:lnTo>
                  <a:lnTo>
                    <a:pt x="1587712" y="323579"/>
                  </a:lnTo>
                  <a:lnTo>
                    <a:pt x="1588769" y="326393"/>
                  </a:lnTo>
                  <a:lnTo>
                    <a:pt x="1589827" y="330016"/>
                  </a:lnTo>
                  <a:lnTo>
                    <a:pt x="1590885" y="334380"/>
                  </a:lnTo>
                  <a:lnTo>
                    <a:pt x="1591943" y="339270"/>
                  </a:lnTo>
                  <a:lnTo>
                    <a:pt x="1593001" y="344498"/>
                  </a:lnTo>
                  <a:lnTo>
                    <a:pt x="1594059" y="350023"/>
                  </a:lnTo>
                  <a:lnTo>
                    <a:pt x="1595116" y="355631"/>
                  </a:lnTo>
                  <a:lnTo>
                    <a:pt x="1596174" y="361014"/>
                  </a:lnTo>
                  <a:lnTo>
                    <a:pt x="1597232" y="365550"/>
                  </a:lnTo>
                  <a:lnTo>
                    <a:pt x="1598290" y="368880"/>
                  </a:lnTo>
                  <a:lnTo>
                    <a:pt x="1599348" y="370974"/>
                  </a:lnTo>
                  <a:lnTo>
                    <a:pt x="1600406" y="371622"/>
                  </a:lnTo>
                  <a:lnTo>
                    <a:pt x="1601463" y="370734"/>
                  </a:lnTo>
                  <a:lnTo>
                    <a:pt x="1602521" y="368240"/>
                  </a:lnTo>
                  <a:lnTo>
                    <a:pt x="1603579" y="364021"/>
                  </a:lnTo>
                  <a:lnTo>
                    <a:pt x="1604637" y="358300"/>
                  </a:lnTo>
                  <a:lnTo>
                    <a:pt x="1605695" y="351303"/>
                  </a:lnTo>
                  <a:lnTo>
                    <a:pt x="1606753" y="343110"/>
                  </a:lnTo>
                  <a:lnTo>
                    <a:pt x="1607810" y="334037"/>
                  </a:lnTo>
                  <a:lnTo>
                    <a:pt x="1608868" y="324466"/>
                  </a:lnTo>
                  <a:lnTo>
                    <a:pt x="1609926" y="314676"/>
                  </a:lnTo>
                  <a:lnTo>
                    <a:pt x="1610984" y="304892"/>
                  </a:lnTo>
                  <a:lnTo>
                    <a:pt x="1612042" y="295510"/>
                  </a:lnTo>
                  <a:lnTo>
                    <a:pt x="1613100" y="286618"/>
                  </a:lnTo>
                  <a:lnTo>
                    <a:pt x="1614158" y="278361"/>
                  </a:lnTo>
                  <a:lnTo>
                    <a:pt x="1615215" y="270731"/>
                  </a:lnTo>
                  <a:lnTo>
                    <a:pt x="1616273" y="263797"/>
                  </a:lnTo>
                  <a:lnTo>
                    <a:pt x="1617331" y="257579"/>
                  </a:lnTo>
                  <a:lnTo>
                    <a:pt x="1618389" y="252267"/>
                  </a:lnTo>
                  <a:lnTo>
                    <a:pt x="1619447" y="247908"/>
                  </a:lnTo>
                  <a:lnTo>
                    <a:pt x="1620505" y="244474"/>
                  </a:lnTo>
                  <a:lnTo>
                    <a:pt x="1621562" y="241965"/>
                  </a:lnTo>
                  <a:lnTo>
                    <a:pt x="1622620" y="240398"/>
                  </a:lnTo>
                  <a:lnTo>
                    <a:pt x="1623678" y="239678"/>
                  </a:lnTo>
                  <a:lnTo>
                    <a:pt x="1624736" y="239611"/>
                  </a:lnTo>
                  <a:lnTo>
                    <a:pt x="1625794" y="239978"/>
                  </a:lnTo>
                  <a:lnTo>
                    <a:pt x="1626852" y="240698"/>
                  </a:lnTo>
                  <a:lnTo>
                    <a:pt x="1627909" y="241573"/>
                  </a:lnTo>
                  <a:lnTo>
                    <a:pt x="1628967" y="242548"/>
                  </a:lnTo>
                  <a:lnTo>
                    <a:pt x="1630025" y="243552"/>
                  </a:lnTo>
                  <a:lnTo>
                    <a:pt x="1631083" y="244508"/>
                  </a:lnTo>
                  <a:lnTo>
                    <a:pt x="1632141" y="245250"/>
                  </a:lnTo>
                  <a:lnTo>
                    <a:pt x="1633199" y="245720"/>
                  </a:lnTo>
                  <a:lnTo>
                    <a:pt x="1634256" y="245827"/>
                  </a:lnTo>
                  <a:lnTo>
                    <a:pt x="1635314" y="245621"/>
                  </a:lnTo>
                  <a:lnTo>
                    <a:pt x="1636372" y="245190"/>
                  </a:lnTo>
                  <a:lnTo>
                    <a:pt x="1637430" y="244511"/>
                  </a:lnTo>
                  <a:lnTo>
                    <a:pt x="1638488" y="243657"/>
                  </a:lnTo>
                  <a:lnTo>
                    <a:pt x="1639546" y="242714"/>
                  </a:lnTo>
                  <a:lnTo>
                    <a:pt x="1640603" y="241853"/>
                  </a:lnTo>
                  <a:lnTo>
                    <a:pt x="1641661" y="241181"/>
                  </a:lnTo>
                  <a:lnTo>
                    <a:pt x="1642719" y="240657"/>
                  </a:lnTo>
                  <a:lnTo>
                    <a:pt x="1643777" y="240424"/>
                  </a:lnTo>
                  <a:lnTo>
                    <a:pt x="1644835" y="240488"/>
                  </a:lnTo>
                  <a:lnTo>
                    <a:pt x="1645893" y="240913"/>
                  </a:lnTo>
                  <a:lnTo>
                    <a:pt x="1646951" y="241718"/>
                  </a:lnTo>
                  <a:lnTo>
                    <a:pt x="1648008" y="243291"/>
                  </a:lnTo>
                  <a:lnTo>
                    <a:pt x="1649066" y="245792"/>
                  </a:lnTo>
                  <a:lnTo>
                    <a:pt x="1650124" y="249167"/>
                  </a:lnTo>
                  <a:lnTo>
                    <a:pt x="1651182" y="253211"/>
                  </a:lnTo>
                  <a:lnTo>
                    <a:pt x="1652240" y="257812"/>
                  </a:lnTo>
                  <a:lnTo>
                    <a:pt x="1653298" y="262995"/>
                  </a:lnTo>
                  <a:lnTo>
                    <a:pt x="1654355" y="268605"/>
                  </a:lnTo>
                  <a:lnTo>
                    <a:pt x="1655413" y="274565"/>
                  </a:lnTo>
                  <a:lnTo>
                    <a:pt x="1656471" y="280600"/>
                  </a:lnTo>
                  <a:lnTo>
                    <a:pt x="1657529" y="286440"/>
                  </a:lnTo>
                  <a:lnTo>
                    <a:pt x="1658587" y="292002"/>
                  </a:lnTo>
                  <a:lnTo>
                    <a:pt x="1659645" y="297154"/>
                  </a:lnTo>
                  <a:lnTo>
                    <a:pt x="1660702" y="301885"/>
                  </a:lnTo>
                  <a:lnTo>
                    <a:pt x="1661760" y="306153"/>
                  </a:lnTo>
                  <a:lnTo>
                    <a:pt x="1662818" y="309982"/>
                  </a:lnTo>
                  <a:lnTo>
                    <a:pt x="1663876" y="313128"/>
                  </a:lnTo>
                  <a:lnTo>
                    <a:pt x="1664934" y="315584"/>
                  </a:lnTo>
                  <a:lnTo>
                    <a:pt x="1665992" y="317567"/>
                  </a:lnTo>
                  <a:lnTo>
                    <a:pt x="1667049" y="319427"/>
                  </a:lnTo>
                  <a:lnTo>
                    <a:pt x="1668107" y="321266"/>
                  </a:lnTo>
                  <a:lnTo>
                    <a:pt x="1669165" y="323023"/>
                  </a:lnTo>
                  <a:lnTo>
                    <a:pt x="1670223" y="324733"/>
                  </a:lnTo>
                  <a:lnTo>
                    <a:pt x="1671281" y="326365"/>
                  </a:lnTo>
                  <a:lnTo>
                    <a:pt x="1672339" y="328126"/>
                  </a:lnTo>
                  <a:lnTo>
                    <a:pt x="1673397" y="330319"/>
                  </a:lnTo>
                  <a:lnTo>
                    <a:pt x="1674454" y="332960"/>
                  </a:lnTo>
                  <a:lnTo>
                    <a:pt x="1675512" y="336012"/>
                  </a:lnTo>
                  <a:lnTo>
                    <a:pt x="1676570" y="339495"/>
                  </a:lnTo>
                  <a:lnTo>
                    <a:pt x="1677628" y="343373"/>
                  </a:lnTo>
                  <a:lnTo>
                    <a:pt x="1678686" y="347567"/>
                  </a:lnTo>
                  <a:lnTo>
                    <a:pt x="1679744" y="352092"/>
                  </a:lnTo>
                  <a:lnTo>
                    <a:pt x="1680801" y="356917"/>
                  </a:lnTo>
                  <a:lnTo>
                    <a:pt x="1681859" y="361975"/>
                  </a:lnTo>
                  <a:lnTo>
                    <a:pt x="1682917" y="367146"/>
                  </a:lnTo>
                  <a:lnTo>
                    <a:pt x="1683975" y="372374"/>
                  </a:lnTo>
                  <a:lnTo>
                    <a:pt x="1685033" y="377698"/>
                  </a:lnTo>
                  <a:lnTo>
                    <a:pt x="1686091" y="383405"/>
                  </a:lnTo>
                  <a:lnTo>
                    <a:pt x="1687148" y="389598"/>
                  </a:lnTo>
                  <a:lnTo>
                    <a:pt x="1688206" y="396247"/>
                  </a:lnTo>
                  <a:lnTo>
                    <a:pt x="1689264" y="403250"/>
                  </a:lnTo>
                  <a:lnTo>
                    <a:pt x="1690322" y="410582"/>
                  </a:lnTo>
                  <a:lnTo>
                    <a:pt x="1691380" y="418401"/>
                  </a:lnTo>
                  <a:lnTo>
                    <a:pt x="1692438" y="426803"/>
                  </a:lnTo>
                  <a:lnTo>
                    <a:pt x="1693495" y="435610"/>
                  </a:lnTo>
                  <a:lnTo>
                    <a:pt x="1694553" y="444819"/>
                  </a:lnTo>
                  <a:lnTo>
                    <a:pt x="1695611" y="454274"/>
                  </a:lnTo>
                  <a:lnTo>
                    <a:pt x="1696669" y="463737"/>
                  </a:lnTo>
                  <a:lnTo>
                    <a:pt x="1697727" y="473187"/>
                  </a:lnTo>
                  <a:lnTo>
                    <a:pt x="1698785" y="482356"/>
                  </a:lnTo>
                  <a:lnTo>
                    <a:pt x="1699843" y="491156"/>
                  </a:lnTo>
                  <a:lnTo>
                    <a:pt x="1700900" y="499315"/>
                  </a:lnTo>
                  <a:lnTo>
                    <a:pt x="1701958" y="506572"/>
                  </a:lnTo>
                  <a:lnTo>
                    <a:pt x="1703016" y="512831"/>
                  </a:lnTo>
                  <a:lnTo>
                    <a:pt x="1704074" y="517882"/>
                  </a:lnTo>
                  <a:lnTo>
                    <a:pt x="1705132" y="521425"/>
                  </a:lnTo>
                  <a:lnTo>
                    <a:pt x="1706190" y="523542"/>
                  </a:lnTo>
                  <a:lnTo>
                    <a:pt x="1707247" y="524072"/>
                  </a:lnTo>
                  <a:lnTo>
                    <a:pt x="1708305" y="522812"/>
                  </a:lnTo>
                  <a:lnTo>
                    <a:pt x="1709363" y="519780"/>
                  </a:lnTo>
                  <a:lnTo>
                    <a:pt x="1710421" y="515177"/>
                  </a:lnTo>
                  <a:lnTo>
                    <a:pt x="1711479" y="509235"/>
                  </a:lnTo>
                  <a:lnTo>
                    <a:pt x="1712537" y="502539"/>
                  </a:lnTo>
                  <a:lnTo>
                    <a:pt x="1713594" y="495070"/>
                  </a:lnTo>
                  <a:lnTo>
                    <a:pt x="1714652" y="486996"/>
                  </a:lnTo>
                  <a:lnTo>
                    <a:pt x="1715710" y="478325"/>
                  </a:lnTo>
                  <a:lnTo>
                    <a:pt x="1716768" y="469510"/>
                  </a:lnTo>
                  <a:lnTo>
                    <a:pt x="1717826" y="460687"/>
                  </a:lnTo>
                  <a:lnTo>
                    <a:pt x="1718884" y="451714"/>
                  </a:lnTo>
                  <a:lnTo>
                    <a:pt x="1719941" y="442329"/>
                  </a:lnTo>
                  <a:lnTo>
                    <a:pt x="1720999" y="432483"/>
                  </a:lnTo>
                  <a:lnTo>
                    <a:pt x="1722057" y="422130"/>
                  </a:lnTo>
                  <a:lnTo>
                    <a:pt x="1723115" y="411222"/>
                  </a:lnTo>
                  <a:lnTo>
                    <a:pt x="1724173" y="399492"/>
                  </a:lnTo>
                  <a:lnTo>
                    <a:pt x="1725231" y="386892"/>
                  </a:lnTo>
                  <a:lnTo>
                    <a:pt x="1726289" y="372996"/>
                  </a:lnTo>
                  <a:lnTo>
                    <a:pt x="1727346" y="357676"/>
                  </a:lnTo>
                  <a:lnTo>
                    <a:pt x="1728404" y="340714"/>
                  </a:lnTo>
                  <a:lnTo>
                    <a:pt x="1729462" y="322178"/>
                  </a:lnTo>
                  <a:lnTo>
                    <a:pt x="1730520" y="302414"/>
                  </a:lnTo>
                  <a:lnTo>
                    <a:pt x="1731578" y="281806"/>
                  </a:lnTo>
                  <a:lnTo>
                    <a:pt x="1732636" y="260384"/>
                  </a:lnTo>
                  <a:lnTo>
                    <a:pt x="1733693" y="238454"/>
                  </a:lnTo>
                  <a:lnTo>
                    <a:pt x="1734751" y="216555"/>
                  </a:lnTo>
                  <a:lnTo>
                    <a:pt x="1735809" y="195328"/>
                  </a:lnTo>
                  <a:lnTo>
                    <a:pt x="1736867" y="175153"/>
                  </a:lnTo>
                  <a:lnTo>
                    <a:pt x="1737925" y="156270"/>
                  </a:lnTo>
                  <a:lnTo>
                    <a:pt x="1738983" y="138822"/>
                  </a:lnTo>
                  <a:lnTo>
                    <a:pt x="1740040" y="123050"/>
                  </a:lnTo>
                  <a:lnTo>
                    <a:pt x="1741098" y="108982"/>
                  </a:lnTo>
                  <a:lnTo>
                    <a:pt x="1742156" y="96778"/>
                  </a:lnTo>
                  <a:lnTo>
                    <a:pt x="1743214" y="86487"/>
                  </a:lnTo>
                  <a:lnTo>
                    <a:pt x="1744272" y="78041"/>
                  </a:lnTo>
                  <a:lnTo>
                    <a:pt x="1745330" y="71379"/>
                  </a:lnTo>
                  <a:lnTo>
                    <a:pt x="1746387" y="66342"/>
                  </a:lnTo>
                  <a:lnTo>
                    <a:pt x="1747445" y="62785"/>
                  </a:lnTo>
                  <a:lnTo>
                    <a:pt x="1748503" y="60602"/>
                  </a:lnTo>
                  <a:lnTo>
                    <a:pt x="1749561" y="59583"/>
                  </a:lnTo>
                  <a:lnTo>
                    <a:pt x="1750619" y="59332"/>
                  </a:lnTo>
                  <a:lnTo>
                    <a:pt x="1751677" y="59608"/>
                  </a:lnTo>
                  <a:lnTo>
                    <a:pt x="1752735" y="60171"/>
                  </a:lnTo>
                  <a:lnTo>
                    <a:pt x="1753792" y="60765"/>
                  </a:lnTo>
                  <a:lnTo>
                    <a:pt x="1754850" y="61031"/>
                  </a:lnTo>
                  <a:lnTo>
                    <a:pt x="1755908" y="60862"/>
                  </a:lnTo>
                  <a:lnTo>
                    <a:pt x="1756966" y="60300"/>
                  </a:lnTo>
                  <a:lnTo>
                    <a:pt x="1758024" y="59512"/>
                  </a:lnTo>
                  <a:lnTo>
                    <a:pt x="1759082" y="58422"/>
                  </a:lnTo>
                  <a:lnTo>
                    <a:pt x="1760139" y="57137"/>
                  </a:lnTo>
                  <a:lnTo>
                    <a:pt x="1761197" y="55860"/>
                  </a:lnTo>
                  <a:lnTo>
                    <a:pt x="1762255" y="54969"/>
                  </a:lnTo>
                  <a:lnTo>
                    <a:pt x="1763313" y="54681"/>
                  </a:lnTo>
                  <a:lnTo>
                    <a:pt x="1764371" y="55127"/>
                  </a:lnTo>
                  <a:lnTo>
                    <a:pt x="1765429" y="56200"/>
                  </a:lnTo>
                  <a:lnTo>
                    <a:pt x="1766486" y="58139"/>
                  </a:lnTo>
                  <a:lnTo>
                    <a:pt x="1767544" y="60908"/>
                  </a:lnTo>
                  <a:lnTo>
                    <a:pt x="1768602" y="64556"/>
                  </a:lnTo>
                  <a:lnTo>
                    <a:pt x="1769660" y="68864"/>
                  </a:lnTo>
                  <a:lnTo>
                    <a:pt x="1770718" y="73886"/>
                  </a:lnTo>
                  <a:lnTo>
                    <a:pt x="1771776" y="79698"/>
                  </a:lnTo>
                  <a:lnTo>
                    <a:pt x="1772833" y="86442"/>
                  </a:lnTo>
                  <a:lnTo>
                    <a:pt x="1773891" y="93927"/>
                  </a:lnTo>
                  <a:lnTo>
                    <a:pt x="1774949" y="102235"/>
                  </a:lnTo>
                  <a:lnTo>
                    <a:pt x="1776007" y="111244"/>
                  </a:lnTo>
                  <a:lnTo>
                    <a:pt x="1777065" y="121009"/>
                  </a:lnTo>
                  <a:lnTo>
                    <a:pt x="1778123" y="131312"/>
                  </a:lnTo>
                  <a:lnTo>
                    <a:pt x="1779181" y="142032"/>
                  </a:lnTo>
                  <a:lnTo>
                    <a:pt x="1780238" y="153114"/>
                  </a:lnTo>
                  <a:lnTo>
                    <a:pt x="1781296" y="164768"/>
                  </a:lnTo>
                  <a:lnTo>
                    <a:pt x="1782354" y="176979"/>
                  </a:lnTo>
                  <a:lnTo>
                    <a:pt x="1783412" y="189750"/>
                  </a:lnTo>
                  <a:lnTo>
                    <a:pt x="1784470" y="203151"/>
                  </a:lnTo>
                  <a:lnTo>
                    <a:pt x="1785528" y="217609"/>
                  </a:lnTo>
                  <a:lnTo>
                    <a:pt x="1786585" y="233338"/>
                  </a:lnTo>
                  <a:lnTo>
                    <a:pt x="1787643" y="250103"/>
                  </a:lnTo>
                  <a:lnTo>
                    <a:pt x="1788701" y="267440"/>
                  </a:lnTo>
                  <a:lnTo>
                    <a:pt x="1789759" y="285291"/>
                  </a:lnTo>
                  <a:lnTo>
                    <a:pt x="1790817" y="303463"/>
                  </a:lnTo>
                  <a:lnTo>
                    <a:pt x="1791875" y="321726"/>
                  </a:lnTo>
                  <a:lnTo>
                    <a:pt x="1792932" y="339500"/>
                  </a:lnTo>
                  <a:lnTo>
                    <a:pt x="1793990" y="356286"/>
                  </a:lnTo>
                  <a:lnTo>
                    <a:pt x="1795048" y="371741"/>
                  </a:lnTo>
                  <a:lnTo>
                    <a:pt x="1796106" y="385613"/>
                  </a:lnTo>
                  <a:lnTo>
                    <a:pt x="1797164" y="397561"/>
                  </a:lnTo>
                  <a:lnTo>
                    <a:pt x="1798222" y="407297"/>
                  </a:lnTo>
                  <a:lnTo>
                    <a:pt x="1799279" y="414878"/>
                  </a:lnTo>
                  <a:lnTo>
                    <a:pt x="1800337" y="420278"/>
                  </a:lnTo>
                  <a:lnTo>
                    <a:pt x="1801395" y="423670"/>
                  </a:lnTo>
                  <a:lnTo>
                    <a:pt x="1802453" y="425242"/>
                  </a:lnTo>
                  <a:lnTo>
                    <a:pt x="1803511" y="425625"/>
                  </a:lnTo>
                  <a:lnTo>
                    <a:pt x="1804569" y="425395"/>
                  </a:lnTo>
                  <a:lnTo>
                    <a:pt x="1805627" y="424981"/>
                  </a:lnTo>
                  <a:lnTo>
                    <a:pt x="1806684" y="424749"/>
                  </a:lnTo>
                  <a:lnTo>
                    <a:pt x="1807742" y="425431"/>
                  </a:lnTo>
                  <a:lnTo>
                    <a:pt x="1808800" y="427582"/>
                  </a:lnTo>
                  <a:lnTo>
                    <a:pt x="1809858" y="431669"/>
                  </a:lnTo>
                  <a:lnTo>
                    <a:pt x="1810916" y="437809"/>
                  </a:lnTo>
                  <a:lnTo>
                    <a:pt x="1811974" y="446191"/>
                  </a:lnTo>
                  <a:lnTo>
                    <a:pt x="1813031" y="456922"/>
                  </a:lnTo>
                  <a:lnTo>
                    <a:pt x="1814089" y="469882"/>
                  </a:lnTo>
                  <a:lnTo>
                    <a:pt x="1815147" y="484610"/>
                  </a:lnTo>
                  <a:lnTo>
                    <a:pt x="1816205" y="500571"/>
                  </a:lnTo>
                  <a:lnTo>
                    <a:pt x="1817263" y="517302"/>
                  </a:lnTo>
                  <a:lnTo>
                    <a:pt x="1818321" y="534653"/>
                  </a:lnTo>
                  <a:lnTo>
                    <a:pt x="1819378" y="552064"/>
                  </a:lnTo>
                  <a:lnTo>
                    <a:pt x="1820436" y="569327"/>
                  </a:lnTo>
                  <a:lnTo>
                    <a:pt x="1821494" y="586217"/>
                  </a:lnTo>
                  <a:lnTo>
                    <a:pt x="1822552" y="602810"/>
                  </a:lnTo>
                  <a:lnTo>
                    <a:pt x="1823610" y="618566"/>
                  </a:lnTo>
                  <a:lnTo>
                    <a:pt x="1824668" y="633137"/>
                  </a:lnTo>
                  <a:lnTo>
                    <a:pt x="1825725" y="646183"/>
                  </a:lnTo>
                  <a:lnTo>
                    <a:pt x="1826783" y="658125"/>
                  </a:lnTo>
                  <a:lnTo>
                    <a:pt x="1827841" y="668914"/>
                  </a:lnTo>
                  <a:lnTo>
                    <a:pt x="1828899" y="679013"/>
                  </a:lnTo>
                  <a:lnTo>
                    <a:pt x="1829957" y="688745"/>
                  </a:lnTo>
                  <a:lnTo>
                    <a:pt x="1831015" y="698472"/>
                  </a:lnTo>
                  <a:lnTo>
                    <a:pt x="1832073" y="708895"/>
                  </a:lnTo>
                  <a:lnTo>
                    <a:pt x="1833130" y="720051"/>
                  </a:lnTo>
                  <a:lnTo>
                    <a:pt x="1834188" y="731598"/>
                  </a:lnTo>
                  <a:lnTo>
                    <a:pt x="1835246" y="743591"/>
                  </a:lnTo>
                  <a:lnTo>
                    <a:pt x="1836304" y="755496"/>
                  </a:lnTo>
                  <a:lnTo>
                    <a:pt x="1837362" y="766501"/>
                  </a:lnTo>
                  <a:lnTo>
                    <a:pt x="1838420" y="775649"/>
                  </a:lnTo>
                  <a:lnTo>
                    <a:pt x="1839477" y="782575"/>
                  </a:lnTo>
                  <a:lnTo>
                    <a:pt x="1840535" y="786944"/>
                  </a:lnTo>
                  <a:lnTo>
                    <a:pt x="1841593" y="788217"/>
                  </a:lnTo>
                  <a:lnTo>
                    <a:pt x="1842651" y="785404"/>
                  </a:lnTo>
                  <a:lnTo>
                    <a:pt x="1843709" y="778568"/>
                  </a:lnTo>
                  <a:lnTo>
                    <a:pt x="1844767" y="767966"/>
                  </a:lnTo>
                  <a:lnTo>
                    <a:pt x="1845824" y="754242"/>
                  </a:lnTo>
                  <a:lnTo>
                    <a:pt x="1846882" y="738141"/>
                  </a:lnTo>
                  <a:lnTo>
                    <a:pt x="1847940" y="720372"/>
                  </a:lnTo>
                  <a:lnTo>
                    <a:pt x="1848998" y="701942"/>
                  </a:lnTo>
                  <a:lnTo>
                    <a:pt x="1850056" y="683705"/>
                  </a:lnTo>
                  <a:lnTo>
                    <a:pt x="1851114" y="665995"/>
                  </a:lnTo>
                  <a:lnTo>
                    <a:pt x="1852171" y="649107"/>
                  </a:lnTo>
                  <a:lnTo>
                    <a:pt x="1853229" y="633395"/>
                  </a:lnTo>
                  <a:lnTo>
                    <a:pt x="1854287" y="619037"/>
                  </a:lnTo>
                  <a:lnTo>
                    <a:pt x="1855345" y="605853"/>
                  </a:lnTo>
                  <a:lnTo>
                    <a:pt x="1856403" y="593772"/>
                  </a:lnTo>
                  <a:lnTo>
                    <a:pt x="1857461" y="582968"/>
                  </a:lnTo>
                  <a:lnTo>
                    <a:pt x="1858519" y="573534"/>
                  </a:lnTo>
                  <a:lnTo>
                    <a:pt x="1859576" y="565402"/>
                  </a:lnTo>
                  <a:lnTo>
                    <a:pt x="1860634" y="558255"/>
                  </a:lnTo>
                  <a:lnTo>
                    <a:pt x="1861692" y="551862"/>
                  </a:lnTo>
                  <a:lnTo>
                    <a:pt x="1862750" y="546259"/>
                  </a:lnTo>
                  <a:lnTo>
                    <a:pt x="1863808" y="541071"/>
                  </a:lnTo>
                  <a:lnTo>
                    <a:pt x="1864866" y="535808"/>
                  </a:lnTo>
                  <a:lnTo>
                    <a:pt x="1865923" y="530255"/>
                  </a:lnTo>
                  <a:lnTo>
                    <a:pt x="1866981" y="524522"/>
                  </a:lnTo>
                  <a:lnTo>
                    <a:pt x="1868039" y="518751"/>
                  </a:lnTo>
                  <a:lnTo>
                    <a:pt x="1869097" y="513121"/>
                  </a:lnTo>
                  <a:lnTo>
                    <a:pt x="1870155" y="507612"/>
                  </a:lnTo>
                  <a:lnTo>
                    <a:pt x="1871213" y="502428"/>
                  </a:lnTo>
                  <a:lnTo>
                    <a:pt x="1872270" y="497701"/>
                  </a:lnTo>
                  <a:lnTo>
                    <a:pt x="1873328" y="493464"/>
                  </a:lnTo>
                  <a:lnTo>
                    <a:pt x="1874386" y="489714"/>
                  </a:lnTo>
                  <a:lnTo>
                    <a:pt x="1875444" y="486353"/>
                  </a:lnTo>
                  <a:lnTo>
                    <a:pt x="1876502" y="483313"/>
                  </a:lnTo>
                  <a:lnTo>
                    <a:pt x="1877560" y="480323"/>
                  </a:lnTo>
                  <a:lnTo>
                    <a:pt x="1878617" y="476990"/>
                  </a:lnTo>
                  <a:lnTo>
                    <a:pt x="1879675" y="473056"/>
                  </a:lnTo>
                  <a:lnTo>
                    <a:pt x="1880733" y="468298"/>
                  </a:lnTo>
                  <a:lnTo>
                    <a:pt x="1881791" y="462491"/>
                  </a:lnTo>
                  <a:lnTo>
                    <a:pt x="1882849" y="455539"/>
                  </a:lnTo>
                  <a:lnTo>
                    <a:pt x="1883907" y="447560"/>
                  </a:lnTo>
                  <a:lnTo>
                    <a:pt x="1884965" y="438745"/>
                  </a:lnTo>
                  <a:lnTo>
                    <a:pt x="1886022" y="429491"/>
                  </a:lnTo>
                  <a:lnTo>
                    <a:pt x="1887080" y="420273"/>
                  </a:lnTo>
                  <a:lnTo>
                    <a:pt x="1888138" y="411458"/>
                  </a:lnTo>
                  <a:lnTo>
                    <a:pt x="1889196" y="403357"/>
                  </a:lnTo>
                  <a:lnTo>
                    <a:pt x="1890254" y="396237"/>
                  </a:lnTo>
                  <a:lnTo>
                    <a:pt x="1891312" y="390299"/>
                  </a:lnTo>
                  <a:lnTo>
                    <a:pt x="1892369" y="385458"/>
                  </a:lnTo>
                  <a:lnTo>
                    <a:pt x="1893427" y="381870"/>
                  </a:lnTo>
                  <a:lnTo>
                    <a:pt x="1894485" y="379865"/>
                  </a:lnTo>
                  <a:lnTo>
                    <a:pt x="1895543" y="379742"/>
                  </a:lnTo>
                  <a:lnTo>
                    <a:pt x="1896601" y="381493"/>
                  </a:lnTo>
                  <a:lnTo>
                    <a:pt x="1897659" y="384986"/>
                  </a:lnTo>
                  <a:lnTo>
                    <a:pt x="1898716" y="390005"/>
                  </a:lnTo>
                  <a:lnTo>
                    <a:pt x="1899774" y="396445"/>
                  </a:lnTo>
                  <a:lnTo>
                    <a:pt x="1900832" y="404069"/>
                  </a:lnTo>
                  <a:lnTo>
                    <a:pt x="1901890" y="412431"/>
                  </a:lnTo>
                  <a:lnTo>
                    <a:pt x="1902948" y="421018"/>
                  </a:lnTo>
                  <a:lnTo>
                    <a:pt x="1904006" y="429585"/>
                  </a:lnTo>
                  <a:lnTo>
                    <a:pt x="1905063" y="437923"/>
                  </a:lnTo>
                  <a:lnTo>
                    <a:pt x="1906121" y="445863"/>
                  </a:lnTo>
                  <a:lnTo>
                    <a:pt x="1907179" y="453118"/>
                  </a:lnTo>
                  <a:lnTo>
                    <a:pt x="1908237" y="459751"/>
                  </a:lnTo>
                  <a:lnTo>
                    <a:pt x="1909295" y="465635"/>
                  </a:lnTo>
                  <a:lnTo>
                    <a:pt x="1910353" y="470386"/>
                  </a:lnTo>
                  <a:lnTo>
                    <a:pt x="1911411" y="473876"/>
                  </a:lnTo>
                  <a:lnTo>
                    <a:pt x="1912468" y="476192"/>
                  </a:lnTo>
                  <a:lnTo>
                    <a:pt x="1913526" y="477450"/>
                  </a:lnTo>
                  <a:lnTo>
                    <a:pt x="1914584" y="477802"/>
                  </a:lnTo>
                  <a:lnTo>
                    <a:pt x="1915642" y="477349"/>
                  </a:lnTo>
                  <a:lnTo>
                    <a:pt x="1916700" y="476294"/>
                  </a:lnTo>
                  <a:lnTo>
                    <a:pt x="1917758" y="475049"/>
                  </a:lnTo>
                  <a:lnTo>
                    <a:pt x="1918815" y="473684"/>
                  </a:lnTo>
                  <a:lnTo>
                    <a:pt x="1919873" y="472064"/>
                  </a:lnTo>
                  <a:lnTo>
                    <a:pt x="1920931" y="470124"/>
                  </a:lnTo>
                  <a:lnTo>
                    <a:pt x="1921989" y="467850"/>
                  </a:lnTo>
                  <a:lnTo>
                    <a:pt x="1923047" y="465299"/>
                  </a:lnTo>
                  <a:lnTo>
                    <a:pt x="1924105" y="462422"/>
                  </a:lnTo>
                  <a:lnTo>
                    <a:pt x="1925162" y="459344"/>
                  </a:lnTo>
                  <a:lnTo>
                    <a:pt x="1926220" y="456297"/>
                  </a:lnTo>
                  <a:lnTo>
                    <a:pt x="1927278" y="453307"/>
                  </a:lnTo>
                  <a:lnTo>
                    <a:pt x="1928336" y="450494"/>
                  </a:lnTo>
                  <a:lnTo>
                    <a:pt x="1929394" y="448192"/>
                  </a:lnTo>
                  <a:lnTo>
                    <a:pt x="1930452" y="446717"/>
                  </a:lnTo>
                  <a:lnTo>
                    <a:pt x="1931509" y="446102"/>
                  </a:lnTo>
                  <a:lnTo>
                    <a:pt x="1932567" y="446253"/>
                  </a:lnTo>
                  <a:lnTo>
                    <a:pt x="1933625" y="447119"/>
                  </a:lnTo>
                  <a:lnTo>
                    <a:pt x="1934683" y="448698"/>
                  </a:lnTo>
                  <a:lnTo>
                    <a:pt x="1935741" y="450870"/>
                  </a:lnTo>
                  <a:lnTo>
                    <a:pt x="1936799" y="453536"/>
                  </a:lnTo>
                  <a:lnTo>
                    <a:pt x="1937857" y="456613"/>
                  </a:lnTo>
                  <a:lnTo>
                    <a:pt x="1938914" y="460234"/>
                  </a:lnTo>
                  <a:lnTo>
                    <a:pt x="1939972" y="464439"/>
                  </a:lnTo>
                  <a:lnTo>
                    <a:pt x="1941030" y="469157"/>
                  </a:lnTo>
                  <a:lnTo>
                    <a:pt x="1942088" y="474447"/>
                  </a:lnTo>
                  <a:lnTo>
                    <a:pt x="1943146" y="480350"/>
                  </a:lnTo>
                  <a:lnTo>
                    <a:pt x="1944204" y="486868"/>
                  </a:lnTo>
                  <a:lnTo>
                    <a:pt x="1945261" y="493695"/>
                  </a:lnTo>
                  <a:lnTo>
                    <a:pt x="1946319" y="500264"/>
                  </a:lnTo>
                  <a:lnTo>
                    <a:pt x="1947377" y="506023"/>
                  </a:lnTo>
                  <a:lnTo>
                    <a:pt x="1948435" y="510655"/>
                  </a:lnTo>
                  <a:lnTo>
                    <a:pt x="1949493" y="513841"/>
                  </a:lnTo>
                  <a:lnTo>
                    <a:pt x="1950551" y="515445"/>
                  </a:lnTo>
                  <a:lnTo>
                    <a:pt x="1951608" y="515472"/>
                  </a:lnTo>
                  <a:lnTo>
                    <a:pt x="1952666" y="514061"/>
                  </a:lnTo>
                  <a:lnTo>
                    <a:pt x="1953724" y="511473"/>
                  </a:lnTo>
                  <a:lnTo>
                    <a:pt x="1954782" y="508104"/>
                  </a:lnTo>
                  <a:lnTo>
                    <a:pt x="1955840" y="504320"/>
                  </a:lnTo>
                  <a:lnTo>
                    <a:pt x="1956898" y="500427"/>
                  </a:lnTo>
                  <a:lnTo>
                    <a:pt x="1957955" y="496505"/>
                  </a:lnTo>
                  <a:lnTo>
                    <a:pt x="1959013" y="492627"/>
                  </a:lnTo>
                  <a:lnTo>
                    <a:pt x="1960071" y="488818"/>
                  </a:lnTo>
                  <a:lnTo>
                    <a:pt x="1961129" y="485263"/>
                  </a:lnTo>
                  <a:lnTo>
                    <a:pt x="1962187" y="482383"/>
                  </a:lnTo>
                  <a:lnTo>
                    <a:pt x="1963245" y="480663"/>
                  </a:lnTo>
                  <a:lnTo>
                    <a:pt x="1964303" y="480290"/>
                  </a:lnTo>
                  <a:lnTo>
                    <a:pt x="1965360" y="481477"/>
                  </a:lnTo>
                  <a:lnTo>
                    <a:pt x="1966418" y="484499"/>
                  </a:lnTo>
                  <a:lnTo>
                    <a:pt x="1967476" y="489571"/>
                  </a:lnTo>
                  <a:lnTo>
                    <a:pt x="1968534" y="496534"/>
                  </a:lnTo>
                  <a:lnTo>
                    <a:pt x="1969592" y="505148"/>
                  </a:lnTo>
                  <a:lnTo>
                    <a:pt x="1970650" y="514905"/>
                  </a:lnTo>
                  <a:lnTo>
                    <a:pt x="1971707" y="525590"/>
                  </a:lnTo>
                  <a:lnTo>
                    <a:pt x="1972765" y="537068"/>
                  </a:lnTo>
                  <a:lnTo>
                    <a:pt x="1973823" y="549289"/>
                  </a:lnTo>
                  <a:lnTo>
                    <a:pt x="1974881" y="562259"/>
                  </a:lnTo>
                  <a:lnTo>
                    <a:pt x="1975939" y="576050"/>
                  </a:lnTo>
                  <a:lnTo>
                    <a:pt x="1976997" y="590584"/>
                  </a:lnTo>
                  <a:lnTo>
                    <a:pt x="1978054" y="605610"/>
                  </a:lnTo>
                  <a:lnTo>
                    <a:pt x="1979112" y="620736"/>
                  </a:lnTo>
                  <a:lnTo>
                    <a:pt x="1980170" y="635713"/>
                  </a:lnTo>
                  <a:lnTo>
                    <a:pt x="1981228" y="650255"/>
                  </a:lnTo>
                  <a:lnTo>
                    <a:pt x="1982286" y="663775"/>
                  </a:lnTo>
                  <a:lnTo>
                    <a:pt x="1983344" y="676081"/>
                  </a:lnTo>
                  <a:lnTo>
                    <a:pt x="1984401" y="687448"/>
                  </a:lnTo>
                  <a:lnTo>
                    <a:pt x="1985459" y="698090"/>
                  </a:lnTo>
                  <a:lnTo>
                    <a:pt x="1986517" y="708269"/>
                  </a:lnTo>
                  <a:lnTo>
                    <a:pt x="1987575" y="718116"/>
                  </a:lnTo>
                  <a:lnTo>
                    <a:pt x="1988633" y="727713"/>
                  </a:lnTo>
                  <a:lnTo>
                    <a:pt x="1989691" y="736884"/>
                  </a:lnTo>
                  <a:lnTo>
                    <a:pt x="1990749" y="745236"/>
                  </a:lnTo>
                  <a:lnTo>
                    <a:pt x="1991806" y="752206"/>
                  </a:lnTo>
                  <a:lnTo>
                    <a:pt x="1992864" y="757269"/>
                  </a:lnTo>
                  <a:lnTo>
                    <a:pt x="1993922" y="760006"/>
                  </a:lnTo>
                  <a:lnTo>
                    <a:pt x="1994980" y="760513"/>
                  </a:lnTo>
                  <a:lnTo>
                    <a:pt x="1996038" y="759094"/>
                  </a:lnTo>
                  <a:lnTo>
                    <a:pt x="1997096" y="756073"/>
                  </a:lnTo>
                  <a:lnTo>
                    <a:pt x="1998153" y="752009"/>
                  </a:lnTo>
                  <a:lnTo>
                    <a:pt x="1999211" y="747120"/>
                  </a:lnTo>
                  <a:lnTo>
                    <a:pt x="2000269" y="741817"/>
                  </a:lnTo>
                  <a:lnTo>
                    <a:pt x="2001327" y="736574"/>
                  </a:lnTo>
                  <a:lnTo>
                    <a:pt x="2002385" y="731539"/>
                  </a:lnTo>
                  <a:lnTo>
                    <a:pt x="2003443" y="726184"/>
                  </a:lnTo>
                  <a:lnTo>
                    <a:pt x="2004500" y="720269"/>
                  </a:lnTo>
                  <a:lnTo>
                    <a:pt x="2005558" y="714012"/>
                  </a:lnTo>
                  <a:lnTo>
                    <a:pt x="2006616" y="707461"/>
                  </a:lnTo>
                  <a:lnTo>
                    <a:pt x="2007674" y="700560"/>
                  </a:lnTo>
                  <a:lnTo>
                    <a:pt x="2008732" y="693330"/>
                  </a:lnTo>
                  <a:lnTo>
                    <a:pt x="2009790" y="685756"/>
                  </a:lnTo>
                  <a:lnTo>
                    <a:pt x="2010847" y="678092"/>
                  </a:lnTo>
                  <a:lnTo>
                    <a:pt x="2011905" y="670467"/>
                  </a:lnTo>
                  <a:lnTo>
                    <a:pt x="2012963" y="662799"/>
                  </a:lnTo>
                  <a:lnTo>
                    <a:pt x="2014021" y="655181"/>
                  </a:lnTo>
                  <a:lnTo>
                    <a:pt x="2015079" y="647469"/>
                  </a:lnTo>
                  <a:lnTo>
                    <a:pt x="2016137" y="639317"/>
                  </a:lnTo>
                  <a:lnTo>
                    <a:pt x="2017195" y="630543"/>
                  </a:lnTo>
                  <a:lnTo>
                    <a:pt x="2018252" y="620812"/>
                  </a:lnTo>
                  <a:lnTo>
                    <a:pt x="2019310" y="610081"/>
                  </a:lnTo>
                  <a:lnTo>
                    <a:pt x="2020368" y="598440"/>
                  </a:lnTo>
                  <a:lnTo>
                    <a:pt x="2021426" y="585648"/>
                  </a:lnTo>
                  <a:lnTo>
                    <a:pt x="2022484" y="572022"/>
                  </a:lnTo>
                  <a:lnTo>
                    <a:pt x="2023542" y="558093"/>
                  </a:lnTo>
                  <a:lnTo>
                    <a:pt x="2024599" y="544295"/>
                  </a:lnTo>
                  <a:lnTo>
                    <a:pt x="2025657" y="531176"/>
                  </a:lnTo>
                  <a:lnTo>
                    <a:pt x="2026715" y="518911"/>
                  </a:lnTo>
                  <a:lnTo>
                    <a:pt x="2027773" y="507423"/>
                  </a:lnTo>
                  <a:lnTo>
                    <a:pt x="2028831" y="496797"/>
                  </a:lnTo>
                  <a:lnTo>
                    <a:pt x="2029889" y="487050"/>
                  </a:lnTo>
                  <a:lnTo>
                    <a:pt x="2030946" y="478229"/>
                  </a:lnTo>
                  <a:lnTo>
                    <a:pt x="2032004" y="470321"/>
                  </a:lnTo>
                  <a:lnTo>
                    <a:pt x="2033062" y="463177"/>
                  </a:lnTo>
                  <a:lnTo>
                    <a:pt x="2034120" y="456948"/>
                  </a:lnTo>
                  <a:lnTo>
                    <a:pt x="2035178" y="451965"/>
                  </a:lnTo>
                  <a:lnTo>
                    <a:pt x="2036236" y="448185"/>
                  </a:lnTo>
                  <a:lnTo>
                    <a:pt x="2037293" y="445690"/>
                  </a:lnTo>
                  <a:lnTo>
                    <a:pt x="2038351" y="444398"/>
                  </a:lnTo>
                  <a:lnTo>
                    <a:pt x="2039409" y="444210"/>
                  </a:lnTo>
                  <a:lnTo>
                    <a:pt x="2040467" y="445100"/>
                  </a:lnTo>
                  <a:lnTo>
                    <a:pt x="2041525" y="446891"/>
                  </a:lnTo>
                  <a:lnTo>
                    <a:pt x="2042583" y="449237"/>
                  </a:lnTo>
                  <a:lnTo>
                    <a:pt x="2043641" y="452133"/>
                  </a:lnTo>
                  <a:lnTo>
                    <a:pt x="2044698" y="455485"/>
                  </a:lnTo>
                  <a:lnTo>
                    <a:pt x="2045756" y="459098"/>
                  </a:lnTo>
                  <a:lnTo>
                    <a:pt x="2046814" y="463054"/>
                  </a:lnTo>
                  <a:lnTo>
                    <a:pt x="2047872" y="467019"/>
                  </a:lnTo>
                  <a:lnTo>
                    <a:pt x="2048930" y="470726"/>
                  </a:lnTo>
                  <a:lnTo>
                    <a:pt x="2049988" y="473962"/>
                  </a:lnTo>
                  <a:lnTo>
                    <a:pt x="2051045" y="476535"/>
                  </a:lnTo>
                  <a:lnTo>
                    <a:pt x="2052103" y="478733"/>
                  </a:lnTo>
                  <a:lnTo>
                    <a:pt x="2053161" y="480825"/>
                  </a:lnTo>
                  <a:lnTo>
                    <a:pt x="2054219" y="482714"/>
                  </a:lnTo>
                  <a:lnTo>
                    <a:pt x="2055277" y="484586"/>
                  </a:lnTo>
                  <a:lnTo>
                    <a:pt x="2056335" y="486895"/>
                  </a:lnTo>
                  <a:lnTo>
                    <a:pt x="2057392" y="489936"/>
                  </a:lnTo>
                  <a:lnTo>
                    <a:pt x="2058450" y="493863"/>
                  </a:lnTo>
                  <a:lnTo>
                    <a:pt x="2059508" y="498407"/>
                  </a:lnTo>
                  <a:lnTo>
                    <a:pt x="2060566" y="503281"/>
                  </a:lnTo>
                  <a:lnTo>
                    <a:pt x="2061624" y="508616"/>
                  </a:lnTo>
                  <a:lnTo>
                    <a:pt x="2062682" y="514289"/>
                  </a:lnTo>
                  <a:lnTo>
                    <a:pt x="2063739" y="520387"/>
                  </a:lnTo>
                  <a:lnTo>
                    <a:pt x="2064797" y="526917"/>
                  </a:lnTo>
                  <a:lnTo>
                    <a:pt x="2065855" y="534045"/>
                  </a:lnTo>
                  <a:lnTo>
                    <a:pt x="2066913" y="541818"/>
                  </a:lnTo>
                  <a:lnTo>
                    <a:pt x="2067971" y="550188"/>
                  </a:lnTo>
                  <a:lnTo>
                    <a:pt x="2069029" y="558969"/>
                  </a:lnTo>
                  <a:lnTo>
                    <a:pt x="2070087" y="568139"/>
                  </a:lnTo>
                  <a:lnTo>
                    <a:pt x="2071144" y="577681"/>
                  </a:lnTo>
                  <a:lnTo>
                    <a:pt x="2072202" y="587299"/>
                  </a:lnTo>
                  <a:lnTo>
                    <a:pt x="2073260" y="596631"/>
                  </a:lnTo>
                  <a:lnTo>
                    <a:pt x="2074318" y="605716"/>
                  </a:lnTo>
                  <a:lnTo>
                    <a:pt x="2075376" y="614560"/>
                  </a:lnTo>
                  <a:lnTo>
                    <a:pt x="2076434" y="623316"/>
                  </a:lnTo>
                  <a:lnTo>
                    <a:pt x="2077491" y="631947"/>
                  </a:lnTo>
                  <a:lnTo>
                    <a:pt x="2078549" y="640327"/>
                  </a:lnTo>
                  <a:lnTo>
                    <a:pt x="2079607" y="648446"/>
                  </a:lnTo>
                  <a:lnTo>
                    <a:pt x="2080665" y="656604"/>
                  </a:lnTo>
                  <a:lnTo>
                    <a:pt x="2081723" y="664684"/>
                  </a:lnTo>
                  <a:lnTo>
                    <a:pt x="2082781" y="672658"/>
                  </a:lnTo>
                  <a:lnTo>
                    <a:pt x="2083838" y="680270"/>
                  </a:lnTo>
                  <a:lnTo>
                    <a:pt x="2084896" y="687352"/>
                  </a:lnTo>
                  <a:lnTo>
                    <a:pt x="2085954" y="694046"/>
                  </a:lnTo>
                  <a:lnTo>
                    <a:pt x="2087012" y="700151"/>
                  </a:lnTo>
                  <a:lnTo>
                    <a:pt x="2088070" y="705342"/>
                  </a:lnTo>
                  <a:lnTo>
                    <a:pt x="2089128" y="709617"/>
                  </a:lnTo>
                  <a:lnTo>
                    <a:pt x="2090185" y="712875"/>
                  </a:lnTo>
                  <a:lnTo>
                    <a:pt x="2091243" y="715507"/>
                  </a:lnTo>
                  <a:lnTo>
                    <a:pt x="2092301" y="717775"/>
                  </a:lnTo>
                  <a:lnTo>
                    <a:pt x="2093359" y="719672"/>
                  </a:lnTo>
                  <a:lnTo>
                    <a:pt x="2094417" y="721428"/>
                  </a:lnTo>
                  <a:lnTo>
                    <a:pt x="2095475" y="723552"/>
                  </a:lnTo>
                  <a:lnTo>
                    <a:pt x="2096533" y="726110"/>
                  </a:lnTo>
                  <a:lnTo>
                    <a:pt x="2097590" y="729365"/>
                  </a:lnTo>
                  <a:lnTo>
                    <a:pt x="2098648" y="733600"/>
                  </a:lnTo>
                  <a:lnTo>
                    <a:pt x="2099706" y="738858"/>
                  </a:lnTo>
                  <a:lnTo>
                    <a:pt x="2100764" y="745547"/>
                  </a:lnTo>
                  <a:lnTo>
                    <a:pt x="2101822" y="753891"/>
                  </a:lnTo>
                  <a:lnTo>
                    <a:pt x="2102880" y="764102"/>
                  </a:lnTo>
                  <a:lnTo>
                    <a:pt x="2103937" y="776483"/>
                  </a:lnTo>
                  <a:lnTo>
                    <a:pt x="2104995" y="791075"/>
                  </a:lnTo>
                  <a:lnTo>
                    <a:pt x="2106053" y="807741"/>
                  </a:lnTo>
                  <a:lnTo>
                    <a:pt x="2107111" y="826448"/>
                  </a:lnTo>
                  <a:lnTo>
                    <a:pt x="2108169" y="847180"/>
                  </a:lnTo>
                  <a:lnTo>
                    <a:pt x="2109227" y="869968"/>
                  </a:lnTo>
                  <a:lnTo>
                    <a:pt x="2110284" y="894935"/>
                  </a:lnTo>
                  <a:lnTo>
                    <a:pt x="2111342" y="921760"/>
                  </a:lnTo>
                  <a:lnTo>
                    <a:pt x="2112400" y="950545"/>
                  </a:lnTo>
                  <a:lnTo>
                    <a:pt x="2113458" y="981545"/>
                  </a:lnTo>
                  <a:lnTo>
                    <a:pt x="2114516" y="1014503"/>
                  </a:lnTo>
                  <a:lnTo>
                    <a:pt x="2115574" y="1049582"/>
                  </a:lnTo>
                  <a:lnTo>
                    <a:pt x="2116631" y="1086256"/>
                  </a:lnTo>
                  <a:lnTo>
                    <a:pt x="2117689" y="1124060"/>
                  </a:lnTo>
                  <a:lnTo>
                    <a:pt x="2118747" y="1162468"/>
                  </a:lnTo>
                  <a:lnTo>
                    <a:pt x="2119805" y="1200810"/>
                  </a:lnTo>
                  <a:lnTo>
                    <a:pt x="2120863" y="1238534"/>
                  </a:lnTo>
                  <a:lnTo>
                    <a:pt x="2121921" y="1275866"/>
                  </a:lnTo>
                  <a:lnTo>
                    <a:pt x="2122979" y="1312455"/>
                  </a:lnTo>
                  <a:lnTo>
                    <a:pt x="2124036" y="1347686"/>
                  </a:lnTo>
                  <a:lnTo>
                    <a:pt x="2125094" y="1381154"/>
                  </a:lnTo>
                  <a:lnTo>
                    <a:pt x="2126152" y="1411705"/>
                  </a:lnTo>
                  <a:lnTo>
                    <a:pt x="2127210" y="1438586"/>
                  </a:lnTo>
                  <a:lnTo>
                    <a:pt x="2128268" y="1460247"/>
                  </a:lnTo>
                  <a:lnTo>
                    <a:pt x="2129326" y="1474940"/>
                  </a:lnTo>
                  <a:lnTo>
                    <a:pt x="2130383" y="1481950"/>
                  </a:lnTo>
                  <a:lnTo>
                    <a:pt x="2131441" y="1480481"/>
                  </a:lnTo>
                  <a:lnTo>
                    <a:pt x="2132499" y="1470589"/>
                  </a:lnTo>
                  <a:lnTo>
                    <a:pt x="2133557" y="1452303"/>
                  </a:lnTo>
                  <a:lnTo>
                    <a:pt x="2134615" y="1425898"/>
                  </a:lnTo>
                  <a:lnTo>
                    <a:pt x="2135673" y="1391521"/>
                  </a:lnTo>
                  <a:lnTo>
                    <a:pt x="2136730" y="1350464"/>
                  </a:lnTo>
                  <a:lnTo>
                    <a:pt x="2137788" y="1304309"/>
                  </a:lnTo>
                  <a:lnTo>
                    <a:pt x="2138846" y="1254114"/>
                  </a:lnTo>
                  <a:lnTo>
                    <a:pt x="2139904" y="1201253"/>
                  </a:lnTo>
                  <a:lnTo>
                    <a:pt x="2140962" y="1146175"/>
                  </a:lnTo>
                  <a:lnTo>
                    <a:pt x="2142020" y="1090114"/>
                  </a:lnTo>
                  <a:lnTo>
                    <a:pt x="2143077" y="1035229"/>
                  </a:lnTo>
                  <a:lnTo>
                    <a:pt x="2144135" y="982694"/>
                  </a:lnTo>
                  <a:lnTo>
                    <a:pt x="2145193" y="932815"/>
                  </a:lnTo>
                  <a:lnTo>
                    <a:pt x="2146251" y="885949"/>
                  </a:lnTo>
                  <a:lnTo>
                    <a:pt x="2147309" y="842345"/>
                  </a:lnTo>
                  <a:lnTo>
                    <a:pt x="2148367" y="802104"/>
                  </a:lnTo>
                  <a:lnTo>
                    <a:pt x="2149425" y="765189"/>
                  </a:lnTo>
                  <a:lnTo>
                    <a:pt x="2150482" y="731661"/>
                  </a:lnTo>
                  <a:lnTo>
                    <a:pt x="2151540" y="701512"/>
                  </a:lnTo>
                  <a:lnTo>
                    <a:pt x="2152598" y="674524"/>
                  </a:lnTo>
                  <a:lnTo>
                    <a:pt x="2153656" y="650277"/>
                  </a:lnTo>
                  <a:lnTo>
                    <a:pt x="2154714" y="628505"/>
                  </a:lnTo>
                  <a:lnTo>
                    <a:pt x="2155772" y="608853"/>
                  </a:lnTo>
                  <a:lnTo>
                    <a:pt x="2156829" y="591300"/>
                  </a:lnTo>
                  <a:lnTo>
                    <a:pt x="2157887" y="575505"/>
                  </a:lnTo>
                  <a:lnTo>
                    <a:pt x="2158945" y="560442"/>
                  </a:lnTo>
                  <a:lnTo>
                    <a:pt x="2160003" y="545467"/>
                  </a:lnTo>
                  <a:lnTo>
                    <a:pt x="2161061" y="530237"/>
                  </a:lnTo>
                  <a:lnTo>
                    <a:pt x="2162119" y="514561"/>
                  </a:lnTo>
                  <a:lnTo>
                    <a:pt x="2163176" y="498375"/>
                  </a:lnTo>
                  <a:lnTo>
                    <a:pt x="2164234" y="481647"/>
                  </a:lnTo>
                  <a:lnTo>
                    <a:pt x="2165292" y="464447"/>
                  </a:lnTo>
                  <a:lnTo>
                    <a:pt x="2166350" y="446980"/>
                  </a:lnTo>
                  <a:lnTo>
                    <a:pt x="2167408" y="429493"/>
                  </a:lnTo>
                  <a:lnTo>
                    <a:pt x="2168466" y="412236"/>
                  </a:lnTo>
                  <a:lnTo>
                    <a:pt x="2169523" y="395313"/>
                  </a:lnTo>
                  <a:lnTo>
                    <a:pt x="2170581" y="378849"/>
                  </a:lnTo>
                  <a:lnTo>
                    <a:pt x="2171639" y="363058"/>
                  </a:lnTo>
                  <a:lnTo>
                    <a:pt x="2172697" y="348165"/>
                  </a:lnTo>
                  <a:lnTo>
                    <a:pt x="2173755" y="334393"/>
                  </a:lnTo>
                  <a:lnTo>
                    <a:pt x="2174813" y="322002"/>
                  </a:lnTo>
                  <a:lnTo>
                    <a:pt x="2175871" y="311235"/>
                  </a:lnTo>
                  <a:lnTo>
                    <a:pt x="2176928" y="302290"/>
                  </a:lnTo>
                  <a:lnTo>
                    <a:pt x="2177986" y="295188"/>
                  </a:lnTo>
                  <a:lnTo>
                    <a:pt x="2179044" y="289898"/>
                  </a:lnTo>
                  <a:lnTo>
                    <a:pt x="2180102" y="286290"/>
                  </a:lnTo>
                  <a:lnTo>
                    <a:pt x="2181160" y="284258"/>
                  </a:lnTo>
                  <a:lnTo>
                    <a:pt x="2182218" y="283383"/>
                  </a:lnTo>
                  <a:lnTo>
                    <a:pt x="2183275" y="283311"/>
                  </a:lnTo>
                  <a:lnTo>
                    <a:pt x="2184333" y="283612"/>
                  </a:lnTo>
                  <a:lnTo>
                    <a:pt x="2185391" y="284011"/>
                  </a:lnTo>
                  <a:lnTo>
                    <a:pt x="2186449" y="284334"/>
                  </a:lnTo>
                  <a:lnTo>
                    <a:pt x="2187507" y="284700"/>
                  </a:lnTo>
                  <a:lnTo>
                    <a:pt x="2188565" y="285229"/>
                  </a:lnTo>
                  <a:lnTo>
                    <a:pt x="2189622" y="286072"/>
                  </a:lnTo>
                  <a:lnTo>
                    <a:pt x="2190680" y="287287"/>
                  </a:lnTo>
                  <a:lnTo>
                    <a:pt x="2191738" y="288965"/>
                  </a:lnTo>
                  <a:lnTo>
                    <a:pt x="2192796" y="291133"/>
                  </a:lnTo>
                  <a:lnTo>
                    <a:pt x="2193854" y="293965"/>
                  </a:lnTo>
                  <a:lnTo>
                    <a:pt x="2194912" y="297323"/>
                  </a:lnTo>
                  <a:lnTo>
                    <a:pt x="2195969" y="300880"/>
                  </a:lnTo>
                  <a:lnTo>
                    <a:pt x="2197027" y="304404"/>
                  </a:lnTo>
                  <a:lnTo>
                    <a:pt x="2198085" y="307824"/>
                  </a:lnTo>
                  <a:lnTo>
                    <a:pt x="2199143" y="311105"/>
                  </a:lnTo>
                  <a:lnTo>
                    <a:pt x="2200201" y="314440"/>
                  </a:lnTo>
                  <a:lnTo>
                    <a:pt x="2201259" y="317939"/>
                  </a:lnTo>
                  <a:lnTo>
                    <a:pt x="2202317" y="321901"/>
                  </a:lnTo>
                  <a:lnTo>
                    <a:pt x="2203374" y="326074"/>
                  </a:lnTo>
                  <a:lnTo>
                    <a:pt x="2204432" y="330136"/>
                  </a:lnTo>
                  <a:lnTo>
                    <a:pt x="2205490" y="333856"/>
                  </a:lnTo>
                  <a:lnTo>
                    <a:pt x="2206548" y="337100"/>
                  </a:lnTo>
                  <a:lnTo>
                    <a:pt x="2207606" y="339804"/>
                  </a:lnTo>
                  <a:lnTo>
                    <a:pt x="2208664" y="342033"/>
                  </a:lnTo>
                  <a:lnTo>
                    <a:pt x="2209721" y="343644"/>
                  </a:lnTo>
                  <a:lnTo>
                    <a:pt x="2210779" y="344866"/>
                  </a:lnTo>
                  <a:lnTo>
                    <a:pt x="2211837" y="346435"/>
                  </a:lnTo>
                  <a:lnTo>
                    <a:pt x="2212895" y="348945"/>
                  </a:lnTo>
                  <a:lnTo>
                    <a:pt x="2213953" y="352942"/>
                  </a:lnTo>
                  <a:lnTo>
                    <a:pt x="2215011" y="358711"/>
                  </a:lnTo>
                  <a:lnTo>
                    <a:pt x="2216068" y="366282"/>
                  </a:lnTo>
                  <a:lnTo>
                    <a:pt x="2217126" y="375696"/>
                  </a:lnTo>
                  <a:lnTo>
                    <a:pt x="2218184" y="386767"/>
                  </a:lnTo>
                  <a:lnTo>
                    <a:pt x="2219242" y="399397"/>
                  </a:lnTo>
                  <a:lnTo>
                    <a:pt x="2220300" y="413466"/>
                  </a:lnTo>
                  <a:lnTo>
                    <a:pt x="2221358" y="428681"/>
                  </a:lnTo>
                  <a:lnTo>
                    <a:pt x="2222415" y="444925"/>
                  </a:lnTo>
                  <a:lnTo>
                    <a:pt x="2223473" y="461920"/>
                  </a:lnTo>
                  <a:lnTo>
                    <a:pt x="2224531" y="479139"/>
                  </a:lnTo>
                  <a:lnTo>
                    <a:pt x="2225589" y="495937"/>
                  </a:lnTo>
                  <a:lnTo>
                    <a:pt x="2226647" y="511511"/>
                  </a:lnTo>
                  <a:lnTo>
                    <a:pt x="2227705" y="525044"/>
                  </a:lnTo>
                  <a:lnTo>
                    <a:pt x="2228763" y="536153"/>
                  </a:lnTo>
                  <a:lnTo>
                    <a:pt x="2229820" y="544292"/>
                  </a:lnTo>
                  <a:lnTo>
                    <a:pt x="2230878" y="549322"/>
                  </a:lnTo>
                  <a:lnTo>
                    <a:pt x="2231936" y="551397"/>
                  </a:lnTo>
                  <a:lnTo>
                    <a:pt x="2232994" y="550908"/>
                  </a:lnTo>
                  <a:lnTo>
                    <a:pt x="2234052" y="548374"/>
                  </a:lnTo>
                  <a:lnTo>
                    <a:pt x="2235110" y="544638"/>
                  </a:lnTo>
                  <a:lnTo>
                    <a:pt x="2236167" y="540219"/>
                  </a:lnTo>
                  <a:lnTo>
                    <a:pt x="2237225" y="535836"/>
                  </a:lnTo>
                  <a:lnTo>
                    <a:pt x="2238283" y="532076"/>
                  </a:lnTo>
                  <a:lnTo>
                    <a:pt x="2239341" y="529255"/>
                  </a:lnTo>
                  <a:lnTo>
                    <a:pt x="2240399" y="527319"/>
                  </a:lnTo>
                  <a:lnTo>
                    <a:pt x="2241457" y="526374"/>
                  </a:lnTo>
                  <a:lnTo>
                    <a:pt x="2242514" y="526405"/>
                  </a:lnTo>
                  <a:lnTo>
                    <a:pt x="2243572" y="527067"/>
                  </a:lnTo>
                  <a:lnTo>
                    <a:pt x="2244630" y="527686"/>
                  </a:lnTo>
                  <a:lnTo>
                    <a:pt x="2245688" y="528156"/>
                  </a:lnTo>
                  <a:lnTo>
                    <a:pt x="2246746" y="528314"/>
                  </a:lnTo>
                  <a:lnTo>
                    <a:pt x="2247804" y="528386"/>
                  </a:lnTo>
                  <a:lnTo>
                    <a:pt x="2248861" y="528446"/>
                  </a:lnTo>
                  <a:lnTo>
                    <a:pt x="2249919" y="528430"/>
                  </a:lnTo>
                  <a:lnTo>
                    <a:pt x="2250977" y="528710"/>
                  </a:lnTo>
                  <a:lnTo>
                    <a:pt x="2252035" y="529495"/>
                  </a:lnTo>
                  <a:lnTo>
                    <a:pt x="2253093" y="530481"/>
                  </a:lnTo>
                  <a:lnTo>
                    <a:pt x="2254151" y="531301"/>
                  </a:lnTo>
                  <a:lnTo>
                    <a:pt x="2255209" y="531571"/>
                  </a:lnTo>
                  <a:lnTo>
                    <a:pt x="2256266" y="531547"/>
                  </a:lnTo>
                  <a:lnTo>
                    <a:pt x="2257324" y="531631"/>
                  </a:lnTo>
                  <a:lnTo>
                    <a:pt x="2258382" y="532224"/>
                  </a:lnTo>
                  <a:lnTo>
                    <a:pt x="2259440" y="533854"/>
                  </a:lnTo>
                  <a:lnTo>
                    <a:pt x="2260498" y="536916"/>
                  </a:lnTo>
                  <a:lnTo>
                    <a:pt x="2261556" y="541509"/>
                  </a:lnTo>
                  <a:lnTo>
                    <a:pt x="2262613" y="547709"/>
                  </a:lnTo>
                  <a:lnTo>
                    <a:pt x="2263671" y="555115"/>
                  </a:lnTo>
                  <a:lnTo>
                    <a:pt x="2264729" y="563183"/>
                  </a:lnTo>
                  <a:lnTo>
                    <a:pt x="2265787" y="571418"/>
                  </a:lnTo>
                  <a:lnTo>
                    <a:pt x="2266845" y="578723"/>
                  </a:lnTo>
                  <a:lnTo>
                    <a:pt x="2267903" y="584511"/>
                  </a:lnTo>
                  <a:lnTo>
                    <a:pt x="2268960" y="588540"/>
                  </a:lnTo>
                  <a:lnTo>
                    <a:pt x="2270018" y="590894"/>
                  </a:lnTo>
                  <a:lnTo>
                    <a:pt x="2271076" y="591864"/>
                  </a:lnTo>
                  <a:lnTo>
                    <a:pt x="2272134" y="591659"/>
                  </a:lnTo>
                  <a:lnTo>
                    <a:pt x="2273192" y="590346"/>
                  </a:lnTo>
                  <a:lnTo>
                    <a:pt x="2274250" y="588284"/>
                  </a:lnTo>
                  <a:lnTo>
                    <a:pt x="2275307" y="585657"/>
                  </a:lnTo>
                  <a:lnTo>
                    <a:pt x="2276365" y="582829"/>
                  </a:lnTo>
                  <a:lnTo>
                    <a:pt x="2277423" y="580104"/>
                  </a:lnTo>
                  <a:lnTo>
                    <a:pt x="2278481" y="577950"/>
                  </a:lnTo>
                  <a:lnTo>
                    <a:pt x="2279539" y="576694"/>
                  </a:lnTo>
                  <a:lnTo>
                    <a:pt x="2280597" y="576506"/>
                  </a:lnTo>
                  <a:lnTo>
                    <a:pt x="2281655" y="577122"/>
                  </a:lnTo>
                  <a:lnTo>
                    <a:pt x="2282712" y="578562"/>
                  </a:lnTo>
                  <a:lnTo>
                    <a:pt x="2283770" y="580789"/>
                  </a:lnTo>
                  <a:lnTo>
                    <a:pt x="2284828" y="583968"/>
                  </a:lnTo>
                  <a:lnTo>
                    <a:pt x="2285886" y="588025"/>
                  </a:lnTo>
                  <a:lnTo>
                    <a:pt x="2286944" y="592849"/>
                  </a:lnTo>
                  <a:lnTo>
                    <a:pt x="2288002" y="598391"/>
                  </a:lnTo>
                  <a:lnTo>
                    <a:pt x="2289059" y="604670"/>
                  </a:lnTo>
                  <a:lnTo>
                    <a:pt x="2290117" y="611594"/>
                  </a:lnTo>
                  <a:lnTo>
                    <a:pt x="2291175" y="618836"/>
                  </a:lnTo>
                  <a:lnTo>
                    <a:pt x="2292233" y="626113"/>
                  </a:lnTo>
                  <a:lnTo>
                    <a:pt x="2293291" y="633184"/>
                  </a:lnTo>
                  <a:lnTo>
                    <a:pt x="2294349" y="639803"/>
                  </a:lnTo>
                  <a:lnTo>
                    <a:pt x="2295406" y="645940"/>
                  </a:lnTo>
                  <a:lnTo>
                    <a:pt x="2296464" y="652001"/>
                  </a:lnTo>
                  <a:lnTo>
                    <a:pt x="2297522" y="658963"/>
                  </a:lnTo>
                  <a:lnTo>
                    <a:pt x="2298580" y="667046"/>
                  </a:lnTo>
                  <a:lnTo>
                    <a:pt x="2299638" y="676570"/>
                  </a:lnTo>
                  <a:lnTo>
                    <a:pt x="2300696" y="687535"/>
                  </a:lnTo>
                  <a:lnTo>
                    <a:pt x="2301753" y="699685"/>
                  </a:lnTo>
                  <a:lnTo>
                    <a:pt x="2302811" y="712876"/>
                  </a:lnTo>
                  <a:lnTo>
                    <a:pt x="2303869" y="726388"/>
                  </a:lnTo>
                  <a:lnTo>
                    <a:pt x="2304927" y="739729"/>
                  </a:lnTo>
                  <a:lnTo>
                    <a:pt x="2305985" y="752726"/>
                  </a:lnTo>
                  <a:lnTo>
                    <a:pt x="2307043" y="765503"/>
                  </a:lnTo>
                  <a:lnTo>
                    <a:pt x="2308101" y="777926"/>
                  </a:lnTo>
                  <a:lnTo>
                    <a:pt x="2309158" y="789880"/>
                  </a:lnTo>
                  <a:lnTo>
                    <a:pt x="2310216" y="801002"/>
                  </a:lnTo>
                  <a:lnTo>
                    <a:pt x="2311274" y="810946"/>
                  </a:lnTo>
                  <a:lnTo>
                    <a:pt x="2312332" y="819214"/>
                  </a:lnTo>
                  <a:lnTo>
                    <a:pt x="2313390" y="824927"/>
                  </a:lnTo>
                  <a:lnTo>
                    <a:pt x="2314448" y="827859"/>
                  </a:lnTo>
                  <a:lnTo>
                    <a:pt x="2315505" y="827888"/>
                  </a:lnTo>
                  <a:lnTo>
                    <a:pt x="2316563" y="825392"/>
                  </a:lnTo>
                  <a:lnTo>
                    <a:pt x="2317621" y="821153"/>
                  </a:lnTo>
                  <a:lnTo>
                    <a:pt x="2318679" y="815833"/>
                  </a:lnTo>
                  <a:lnTo>
                    <a:pt x="2319737" y="810405"/>
                  </a:lnTo>
                  <a:lnTo>
                    <a:pt x="2320795" y="805515"/>
                  </a:lnTo>
                  <a:lnTo>
                    <a:pt x="2321852" y="801365"/>
                  </a:lnTo>
                  <a:lnTo>
                    <a:pt x="2322910" y="797932"/>
                  </a:lnTo>
                  <a:lnTo>
                    <a:pt x="2323968" y="795322"/>
                  </a:lnTo>
                  <a:lnTo>
                    <a:pt x="2325026" y="793416"/>
                  </a:lnTo>
                  <a:lnTo>
                    <a:pt x="2326084" y="792003"/>
                  </a:lnTo>
                  <a:lnTo>
                    <a:pt x="2327142" y="790808"/>
                  </a:lnTo>
                  <a:lnTo>
                    <a:pt x="2328199" y="789747"/>
                  </a:lnTo>
                  <a:lnTo>
                    <a:pt x="2329257" y="788871"/>
                  </a:lnTo>
                  <a:lnTo>
                    <a:pt x="2330315" y="788300"/>
                  </a:lnTo>
                  <a:lnTo>
                    <a:pt x="2331373" y="787930"/>
                  </a:lnTo>
                  <a:lnTo>
                    <a:pt x="2332431" y="787599"/>
                  </a:lnTo>
                  <a:lnTo>
                    <a:pt x="2333489" y="787377"/>
                  </a:lnTo>
                  <a:lnTo>
                    <a:pt x="2334547" y="787314"/>
                  </a:lnTo>
                  <a:lnTo>
                    <a:pt x="2335604" y="787400"/>
                  </a:lnTo>
                  <a:lnTo>
                    <a:pt x="2336662" y="787621"/>
                  </a:lnTo>
                  <a:lnTo>
                    <a:pt x="2337720" y="787711"/>
                  </a:lnTo>
                  <a:lnTo>
                    <a:pt x="2338778" y="787453"/>
                  </a:lnTo>
                  <a:lnTo>
                    <a:pt x="2339836" y="786860"/>
                  </a:lnTo>
                  <a:lnTo>
                    <a:pt x="2340894" y="785916"/>
                  </a:lnTo>
                  <a:lnTo>
                    <a:pt x="2341951" y="784971"/>
                  </a:lnTo>
                  <a:lnTo>
                    <a:pt x="2343009" y="784216"/>
                  </a:lnTo>
                  <a:lnTo>
                    <a:pt x="2344067" y="783930"/>
                  </a:lnTo>
                  <a:lnTo>
                    <a:pt x="2345125" y="784449"/>
                  </a:lnTo>
                  <a:lnTo>
                    <a:pt x="2346183" y="786126"/>
                  </a:lnTo>
                  <a:lnTo>
                    <a:pt x="2347241" y="789244"/>
                  </a:lnTo>
                  <a:lnTo>
                    <a:pt x="2348298" y="793915"/>
                  </a:lnTo>
                  <a:lnTo>
                    <a:pt x="2349356" y="799779"/>
                  </a:lnTo>
                  <a:lnTo>
                    <a:pt x="2350414" y="806440"/>
                  </a:lnTo>
                  <a:lnTo>
                    <a:pt x="2351472" y="813767"/>
                  </a:lnTo>
                  <a:lnTo>
                    <a:pt x="2352530" y="821456"/>
                  </a:lnTo>
                  <a:lnTo>
                    <a:pt x="2353588" y="829241"/>
                  </a:lnTo>
                  <a:lnTo>
                    <a:pt x="2354645" y="837278"/>
                  </a:lnTo>
                  <a:lnTo>
                    <a:pt x="2355703" y="845378"/>
                  </a:lnTo>
                  <a:lnTo>
                    <a:pt x="2356761" y="853864"/>
                  </a:lnTo>
                  <a:lnTo>
                    <a:pt x="2357819" y="862778"/>
                  </a:lnTo>
                  <a:lnTo>
                    <a:pt x="2358877" y="872020"/>
                  </a:lnTo>
                  <a:lnTo>
                    <a:pt x="2359935" y="881467"/>
                  </a:lnTo>
                  <a:lnTo>
                    <a:pt x="2360993" y="891039"/>
                  </a:lnTo>
                  <a:lnTo>
                    <a:pt x="2362050" y="900541"/>
                  </a:lnTo>
                  <a:lnTo>
                    <a:pt x="2363108" y="909960"/>
                  </a:lnTo>
                  <a:lnTo>
                    <a:pt x="2364166" y="919158"/>
                  </a:lnTo>
                  <a:lnTo>
                    <a:pt x="2365224" y="928048"/>
                  </a:lnTo>
                  <a:lnTo>
                    <a:pt x="2366282" y="936776"/>
                  </a:lnTo>
                  <a:lnTo>
                    <a:pt x="2367340" y="945168"/>
                  </a:lnTo>
                  <a:lnTo>
                    <a:pt x="2368397" y="953279"/>
                  </a:lnTo>
                  <a:lnTo>
                    <a:pt x="2369455" y="961168"/>
                  </a:lnTo>
                  <a:lnTo>
                    <a:pt x="2370513" y="968416"/>
                  </a:lnTo>
                  <a:lnTo>
                    <a:pt x="2371571" y="974865"/>
                  </a:lnTo>
                  <a:lnTo>
                    <a:pt x="2372629" y="980343"/>
                  </a:lnTo>
                  <a:lnTo>
                    <a:pt x="2373687" y="984769"/>
                  </a:lnTo>
                  <a:lnTo>
                    <a:pt x="2374744" y="988782"/>
                  </a:lnTo>
                  <a:lnTo>
                    <a:pt x="2375802" y="992066"/>
                  </a:lnTo>
                  <a:lnTo>
                    <a:pt x="2376860" y="994033"/>
                  </a:lnTo>
                  <a:lnTo>
                    <a:pt x="2377918" y="994407"/>
                  </a:lnTo>
                  <a:lnTo>
                    <a:pt x="2378976" y="993075"/>
                  </a:lnTo>
                  <a:lnTo>
                    <a:pt x="2380034" y="990013"/>
                  </a:lnTo>
                  <a:lnTo>
                    <a:pt x="2381091" y="985227"/>
                  </a:lnTo>
                  <a:lnTo>
                    <a:pt x="2382149" y="978618"/>
                  </a:lnTo>
                  <a:lnTo>
                    <a:pt x="2383207" y="970565"/>
                  </a:lnTo>
                  <a:lnTo>
                    <a:pt x="2384265" y="961545"/>
                  </a:lnTo>
                  <a:lnTo>
                    <a:pt x="2385323" y="952317"/>
                  </a:lnTo>
                  <a:lnTo>
                    <a:pt x="2386381" y="943215"/>
                  </a:lnTo>
                  <a:lnTo>
                    <a:pt x="2387439" y="934573"/>
                  </a:lnTo>
                  <a:lnTo>
                    <a:pt x="2388496" y="926844"/>
                  </a:lnTo>
                  <a:lnTo>
                    <a:pt x="2389554" y="920096"/>
                  </a:lnTo>
                  <a:lnTo>
                    <a:pt x="2390612" y="913874"/>
                  </a:lnTo>
                  <a:lnTo>
                    <a:pt x="2391670" y="908656"/>
                  </a:lnTo>
                  <a:lnTo>
                    <a:pt x="2392728" y="904577"/>
                  </a:lnTo>
                  <a:lnTo>
                    <a:pt x="2393786" y="901781"/>
                  </a:lnTo>
                  <a:lnTo>
                    <a:pt x="2394843" y="900186"/>
                  </a:lnTo>
                  <a:lnTo>
                    <a:pt x="2395901" y="899683"/>
                  </a:lnTo>
                  <a:lnTo>
                    <a:pt x="2396959" y="900081"/>
                  </a:lnTo>
                  <a:lnTo>
                    <a:pt x="2398017" y="901323"/>
                  </a:lnTo>
                  <a:lnTo>
                    <a:pt x="2399075" y="902755"/>
                  </a:lnTo>
                  <a:lnTo>
                    <a:pt x="2400133" y="903562"/>
                  </a:lnTo>
                  <a:lnTo>
                    <a:pt x="2401190" y="902896"/>
                  </a:lnTo>
                  <a:lnTo>
                    <a:pt x="2402248" y="900616"/>
                  </a:lnTo>
                  <a:lnTo>
                    <a:pt x="2403306" y="896730"/>
                  </a:lnTo>
                  <a:lnTo>
                    <a:pt x="2404364" y="890328"/>
                  </a:lnTo>
                  <a:lnTo>
                    <a:pt x="2405422" y="880867"/>
                  </a:lnTo>
                  <a:lnTo>
                    <a:pt x="2406480" y="868548"/>
                  </a:lnTo>
                  <a:lnTo>
                    <a:pt x="2407537" y="853416"/>
                  </a:lnTo>
                  <a:lnTo>
                    <a:pt x="2408595" y="836094"/>
                  </a:lnTo>
                  <a:lnTo>
                    <a:pt x="2409653" y="816310"/>
                  </a:lnTo>
                  <a:lnTo>
                    <a:pt x="2410711" y="794059"/>
                  </a:lnTo>
                  <a:lnTo>
                    <a:pt x="2411769" y="769954"/>
                  </a:lnTo>
                  <a:lnTo>
                    <a:pt x="2412827" y="744591"/>
                  </a:lnTo>
                  <a:lnTo>
                    <a:pt x="2413885" y="718177"/>
                  </a:lnTo>
                  <a:lnTo>
                    <a:pt x="2414942" y="691020"/>
                  </a:lnTo>
                  <a:lnTo>
                    <a:pt x="2416000" y="663401"/>
                  </a:lnTo>
                  <a:lnTo>
                    <a:pt x="2417058" y="635910"/>
                  </a:lnTo>
                  <a:lnTo>
                    <a:pt x="2418116" y="608760"/>
                  </a:lnTo>
                  <a:lnTo>
                    <a:pt x="2419174" y="581853"/>
                  </a:lnTo>
                  <a:lnTo>
                    <a:pt x="2420232" y="555604"/>
                  </a:lnTo>
                  <a:lnTo>
                    <a:pt x="2421289" y="530409"/>
                  </a:lnTo>
                  <a:lnTo>
                    <a:pt x="2422347" y="506579"/>
                  </a:lnTo>
                  <a:lnTo>
                    <a:pt x="2423405" y="483940"/>
                  </a:lnTo>
                  <a:lnTo>
                    <a:pt x="2424463" y="462039"/>
                  </a:lnTo>
                  <a:lnTo>
                    <a:pt x="2425521" y="441210"/>
                  </a:lnTo>
                  <a:lnTo>
                    <a:pt x="2426579" y="421606"/>
                  </a:lnTo>
                  <a:lnTo>
                    <a:pt x="2427636" y="402664"/>
                  </a:lnTo>
                  <a:lnTo>
                    <a:pt x="2428694" y="384148"/>
                  </a:lnTo>
                  <a:lnTo>
                    <a:pt x="2429752" y="366034"/>
                  </a:lnTo>
                  <a:lnTo>
                    <a:pt x="2430810" y="348661"/>
                  </a:lnTo>
                  <a:lnTo>
                    <a:pt x="2431868" y="332434"/>
                  </a:lnTo>
                  <a:lnTo>
                    <a:pt x="2432926" y="317126"/>
                  </a:lnTo>
                  <a:lnTo>
                    <a:pt x="2433983" y="302661"/>
                  </a:lnTo>
                  <a:lnTo>
                    <a:pt x="2435041" y="289224"/>
                  </a:lnTo>
                  <a:lnTo>
                    <a:pt x="2436099" y="276828"/>
                  </a:lnTo>
                  <a:lnTo>
                    <a:pt x="2437157" y="265339"/>
                  </a:lnTo>
                  <a:lnTo>
                    <a:pt x="2438215" y="254393"/>
                  </a:lnTo>
                  <a:lnTo>
                    <a:pt x="2439273" y="243897"/>
                  </a:lnTo>
                  <a:lnTo>
                    <a:pt x="2440331" y="233908"/>
                  </a:lnTo>
                  <a:lnTo>
                    <a:pt x="2441388" y="224233"/>
                  </a:lnTo>
                  <a:lnTo>
                    <a:pt x="2442446" y="214744"/>
                  </a:lnTo>
                  <a:lnTo>
                    <a:pt x="2443504" y="205572"/>
                  </a:lnTo>
                  <a:lnTo>
                    <a:pt x="2444562" y="196751"/>
                  </a:lnTo>
                  <a:lnTo>
                    <a:pt x="2445620" y="188231"/>
                  </a:lnTo>
                  <a:lnTo>
                    <a:pt x="2446678" y="179861"/>
                  </a:lnTo>
                  <a:lnTo>
                    <a:pt x="2447735" y="171517"/>
                  </a:lnTo>
                  <a:lnTo>
                    <a:pt x="2448793" y="163341"/>
                  </a:lnTo>
                  <a:lnTo>
                    <a:pt x="2449851" y="155494"/>
                  </a:lnTo>
                  <a:lnTo>
                    <a:pt x="2450909" y="148035"/>
                  </a:lnTo>
                  <a:lnTo>
                    <a:pt x="2451967" y="141109"/>
                  </a:lnTo>
                  <a:lnTo>
                    <a:pt x="2453025" y="134887"/>
                  </a:lnTo>
                  <a:lnTo>
                    <a:pt x="2454082" y="129570"/>
                  </a:lnTo>
                  <a:lnTo>
                    <a:pt x="2455140" y="125227"/>
                  </a:lnTo>
                  <a:lnTo>
                    <a:pt x="2456198" y="121848"/>
                  </a:lnTo>
                  <a:lnTo>
                    <a:pt x="2457256" y="119587"/>
                  </a:lnTo>
                  <a:lnTo>
                    <a:pt x="2458314" y="118534"/>
                  </a:lnTo>
                  <a:lnTo>
                    <a:pt x="2459372" y="118639"/>
                  </a:lnTo>
                  <a:lnTo>
                    <a:pt x="2460429" y="119861"/>
                  </a:lnTo>
                  <a:lnTo>
                    <a:pt x="2461487" y="122247"/>
                  </a:lnTo>
                  <a:lnTo>
                    <a:pt x="2462545" y="125871"/>
                  </a:lnTo>
                  <a:lnTo>
                    <a:pt x="2463603" y="130690"/>
                  </a:lnTo>
                  <a:lnTo>
                    <a:pt x="2464661" y="136534"/>
                  </a:lnTo>
                  <a:lnTo>
                    <a:pt x="2465719" y="143184"/>
                  </a:lnTo>
                  <a:lnTo>
                    <a:pt x="2466777" y="150563"/>
                  </a:lnTo>
                  <a:lnTo>
                    <a:pt x="2467834" y="158471"/>
                  </a:lnTo>
                  <a:lnTo>
                    <a:pt x="2468892" y="166662"/>
                  </a:lnTo>
                  <a:lnTo>
                    <a:pt x="2469950" y="174796"/>
                  </a:lnTo>
                  <a:lnTo>
                    <a:pt x="2471008" y="182757"/>
                  </a:lnTo>
                  <a:lnTo>
                    <a:pt x="2472066" y="190646"/>
                  </a:lnTo>
                  <a:lnTo>
                    <a:pt x="2473124" y="198250"/>
                  </a:lnTo>
                  <a:lnTo>
                    <a:pt x="2474181" y="205295"/>
                  </a:lnTo>
                  <a:lnTo>
                    <a:pt x="2475239" y="211633"/>
                  </a:lnTo>
                  <a:lnTo>
                    <a:pt x="2476297" y="217517"/>
                  </a:lnTo>
                  <a:lnTo>
                    <a:pt x="2477355" y="223231"/>
                  </a:lnTo>
                  <a:lnTo>
                    <a:pt x="2478413" y="228673"/>
                  </a:lnTo>
                  <a:lnTo>
                    <a:pt x="2479471" y="233730"/>
                  </a:lnTo>
                  <a:lnTo>
                    <a:pt x="2480528" y="238760"/>
                  </a:lnTo>
                  <a:lnTo>
                    <a:pt x="2481586" y="244183"/>
                  </a:lnTo>
                  <a:lnTo>
                    <a:pt x="2482644" y="250191"/>
                  </a:lnTo>
                  <a:lnTo>
                    <a:pt x="2483702" y="256567"/>
                  </a:lnTo>
                  <a:lnTo>
                    <a:pt x="2484760" y="263022"/>
                  </a:lnTo>
                  <a:lnTo>
                    <a:pt x="2485818" y="269688"/>
                  </a:lnTo>
                  <a:lnTo>
                    <a:pt x="2486875" y="276430"/>
                  </a:lnTo>
                  <a:lnTo>
                    <a:pt x="2487933" y="282801"/>
                  </a:lnTo>
                  <a:lnTo>
                    <a:pt x="2488991" y="288498"/>
                  </a:lnTo>
                  <a:lnTo>
                    <a:pt x="2490049" y="293297"/>
                  </a:lnTo>
                  <a:lnTo>
                    <a:pt x="2491107" y="297290"/>
                  </a:lnTo>
                  <a:lnTo>
                    <a:pt x="2492165" y="300235"/>
                  </a:lnTo>
                  <a:lnTo>
                    <a:pt x="2493223" y="301916"/>
                  </a:lnTo>
                  <a:lnTo>
                    <a:pt x="2494280" y="302443"/>
                  </a:lnTo>
                  <a:lnTo>
                    <a:pt x="2495338" y="302002"/>
                  </a:lnTo>
                  <a:lnTo>
                    <a:pt x="2496396" y="300397"/>
                  </a:lnTo>
                  <a:lnTo>
                    <a:pt x="2497454" y="297426"/>
                  </a:lnTo>
                  <a:lnTo>
                    <a:pt x="2498512" y="293202"/>
                  </a:lnTo>
                  <a:lnTo>
                    <a:pt x="2499570" y="287964"/>
                  </a:lnTo>
                  <a:lnTo>
                    <a:pt x="2500627" y="282079"/>
                  </a:lnTo>
                  <a:lnTo>
                    <a:pt x="2501685" y="275673"/>
                  </a:lnTo>
                  <a:lnTo>
                    <a:pt x="2502743" y="268951"/>
                  </a:lnTo>
                  <a:lnTo>
                    <a:pt x="2503801" y="262158"/>
                  </a:lnTo>
                  <a:lnTo>
                    <a:pt x="2504859" y="255533"/>
                  </a:lnTo>
                  <a:lnTo>
                    <a:pt x="2505917" y="249190"/>
                  </a:lnTo>
                  <a:lnTo>
                    <a:pt x="2506974" y="243105"/>
                  </a:lnTo>
                  <a:lnTo>
                    <a:pt x="2508032" y="237212"/>
                  </a:lnTo>
                  <a:lnTo>
                    <a:pt x="2509090" y="231263"/>
                  </a:lnTo>
                  <a:lnTo>
                    <a:pt x="2510148" y="225001"/>
                  </a:lnTo>
                  <a:lnTo>
                    <a:pt x="2511206" y="218285"/>
                  </a:lnTo>
                  <a:lnTo>
                    <a:pt x="2512264" y="211209"/>
                  </a:lnTo>
                  <a:lnTo>
                    <a:pt x="2513321" y="203744"/>
                  </a:lnTo>
                  <a:lnTo>
                    <a:pt x="2514379" y="195506"/>
                  </a:lnTo>
                  <a:lnTo>
                    <a:pt x="2515437" y="186552"/>
                  </a:lnTo>
                  <a:lnTo>
                    <a:pt x="2516495" y="176860"/>
                  </a:lnTo>
                  <a:lnTo>
                    <a:pt x="2517553" y="166391"/>
                  </a:lnTo>
                  <a:lnTo>
                    <a:pt x="2518611" y="155301"/>
                  </a:lnTo>
                  <a:lnTo>
                    <a:pt x="2519669" y="143781"/>
                  </a:lnTo>
                  <a:lnTo>
                    <a:pt x="2520726" y="132051"/>
                  </a:lnTo>
                  <a:lnTo>
                    <a:pt x="2521784" y="120634"/>
                  </a:lnTo>
                  <a:lnTo>
                    <a:pt x="2522842" y="109941"/>
                  </a:lnTo>
                  <a:lnTo>
                    <a:pt x="2523900" y="100099"/>
                  </a:lnTo>
                  <a:lnTo>
                    <a:pt x="2524958" y="91285"/>
                  </a:lnTo>
                  <a:lnTo>
                    <a:pt x="2526016" y="83604"/>
                  </a:lnTo>
                  <a:lnTo>
                    <a:pt x="2527073" y="77075"/>
                  </a:lnTo>
                  <a:lnTo>
                    <a:pt x="2528131" y="71634"/>
                  </a:lnTo>
                  <a:lnTo>
                    <a:pt x="2529189" y="67204"/>
                  </a:lnTo>
                  <a:lnTo>
                    <a:pt x="2530247" y="63710"/>
                  </a:lnTo>
                  <a:lnTo>
                    <a:pt x="2531305" y="60943"/>
                  </a:lnTo>
                  <a:lnTo>
                    <a:pt x="2532363" y="58896"/>
                  </a:lnTo>
                  <a:lnTo>
                    <a:pt x="2533420" y="57476"/>
                  </a:lnTo>
                  <a:lnTo>
                    <a:pt x="2534478" y="56386"/>
                  </a:lnTo>
                  <a:lnTo>
                    <a:pt x="2535536" y="55318"/>
                  </a:lnTo>
                  <a:lnTo>
                    <a:pt x="2536594" y="54003"/>
                  </a:lnTo>
                  <a:lnTo>
                    <a:pt x="2537652" y="52084"/>
                  </a:lnTo>
                  <a:lnTo>
                    <a:pt x="2538710" y="49498"/>
                  </a:lnTo>
                  <a:lnTo>
                    <a:pt x="2539767" y="46386"/>
                  </a:lnTo>
                  <a:lnTo>
                    <a:pt x="2540825" y="43006"/>
                  </a:lnTo>
                  <a:lnTo>
                    <a:pt x="2541883" y="39609"/>
                  </a:lnTo>
                  <a:lnTo>
                    <a:pt x="2542941" y="36538"/>
                  </a:lnTo>
                  <a:lnTo>
                    <a:pt x="2543999" y="33959"/>
                  </a:lnTo>
                  <a:lnTo>
                    <a:pt x="2545057" y="32042"/>
                  </a:lnTo>
                  <a:lnTo>
                    <a:pt x="2546115" y="30916"/>
                  </a:lnTo>
                  <a:lnTo>
                    <a:pt x="2547172" y="30623"/>
                  </a:lnTo>
                  <a:lnTo>
                    <a:pt x="2548230" y="31028"/>
                  </a:lnTo>
                  <a:lnTo>
                    <a:pt x="2549288" y="32209"/>
                  </a:lnTo>
                  <a:lnTo>
                    <a:pt x="2550346" y="34270"/>
                  </a:lnTo>
                  <a:lnTo>
                    <a:pt x="2551404" y="37269"/>
                  </a:lnTo>
                  <a:lnTo>
                    <a:pt x="2552462" y="41215"/>
                  </a:lnTo>
                  <a:lnTo>
                    <a:pt x="2553519" y="45929"/>
                  </a:lnTo>
                  <a:lnTo>
                    <a:pt x="2554577" y="51052"/>
                  </a:lnTo>
                  <a:lnTo>
                    <a:pt x="2555635" y="56267"/>
                  </a:lnTo>
                  <a:lnTo>
                    <a:pt x="2556693" y="61223"/>
                  </a:lnTo>
                  <a:lnTo>
                    <a:pt x="2557751" y="65662"/>
                  </a:lnTo>
                  <a:lnTo>
                    <a:pt x="2558809" y="69375"/>
                  </a:lnTo>
                  <a:lnTo>
                    <a:pt x="2559866" y="72282"/>
                  </a:lnTo>
                  <a:lnTo>
                    <a:pt x="2560924" y="74503"/>
                  </a:lnTo>
                  <a:lnTo>
                    <a:pt x="2561982" y="76244"/>
                  </a:lnTo>
                  <a:lnTo>
                    <a:pt x="2563040" y="77844"/>
                  </a:lnTo>
                  <a:lnTo>
                    <a:pt x="2564098" y="79662"/>
                  </a:lnTo>
                  <a:lnTo>
                    <a:pt x="2565156" y="81719"/>
                  </a:lnTo>
                  <a:lnTo>
                    <a:pt x="2566213" y="84046"/>
                  </a:lnTo>
                  <a:lnTo>
                    <a:pt x="2567271" y="86939"/>
                  </a:lnTo>
                  <a:lnTo>
                    <a:pt x="2568329" y="90427"/>
                  </a:lnTo>
                  <a:lnTo>
                    <a:pt x="2569387" y="94827"/>
                  </a:lnTo>
                  <a:lnTo>
                    <a:pt x="2570445" y="100362"/>
                  </a:lnTo>
                  <a:lnTo>
                    <a:pt x="2571503" y="106947"/>
                  </a:lnTo>
                  <a:lnTo>
                    <a:pt x="2572561" y="114471"/>
                  </a:lnTo>
                  <a:lnTo>
                    <a:pt x="2573618" y="122819"/>
                  </a:lnTo>
                  <a:lnTo>
                    <a:pt x="2574676" y="131507"/>
                  </a:lnTo>
                  <a:lnTo>
                    <a:pt x="2575734" y="140095"/>
                  </a:lnTo>
                  <a:lnTo>
                    <a:pt x="2576792" y="148144"/>
                  </a:lnTo>
                  <a:lnTo>
                    <a:pt x="2577850" y="155343"/>
                  </a:lnTo>
                  <a:lnTo>
                    <a:pt x="2578908" y="161478"/>
                  </a:lnTo>
                  <a:lnTo>
                    <a:pt x="2579965" y="166349"/>
                  </a:lnTo>
                  <a:lnTo>
                    <a:pt x="2581023" y="170028"/>
                  </a:lnTo>
                  <a:lnTo>
                    <a:pt x="2582081" y="172368"/>
                  </a:lnTo>
                  <a:lnTo>
                    <a:pt x="2583139" y="173299"/>
                  </a:lnTo>
                  <a:lnTo>
                    <a:pt x="2584197" y="172993"/>
                  </a:lnTo>
                  <a:lnTo>
                    <a:pt x="2585255" y="171345"/>
                  </a:lnTo>
                  <a:lnTo>
                    <a:pt x="2586312" y="168322"/>
                  </a:lnTo>
                  <a:lnTo>
                    <a:pt x="2587370" y="164343"/>
                  </a:lnTo>
                  <a:lnTo>
                    <a:pt x="2588428" y="159682"/>
                  </a:lnTo>
                  <a:lnTo>
                    <a:pt x="2589486" y="154878"/>
                  </a:lnTo>
                  <a:lnTo>
                    <a:pt x="2590544" y="150431"/>
                  </a:lnTo>
                  <a:lnTo>
                    <a:pt x="2591602" y="146461"/>
                  </a:lnTo>
                  <a:lnTo>
                    <a:pt x="2592659" y="143165"/>
                  </a:lnTo>
                  <a:lnTo>
                    <a:pt x="2593717" y="140571"/>
                  </a:lnTo>
                  <a:lnTo>
                    <a:pt x="2594775" y="138579"/>
                  </a:lnTo>
                  <a:lnTo>
                    <a:pt x="2595833" y="137126"/>
                  </a:lnTo>
                  <a:lnTo>
                    <a:pt x="2596891" y="136040"/>
                  </a:lnTo>
                  <a:lnTo>
                    <a:pt x="2597949" y="135483"/>
                  </a:lnTo>
                  <a:lnTo>
                    <a:pt x="2599007" y="135492"/>
                  </a:lnTo>
                  <a:lnTo>
                    <a:pt x="2600064" y="136083"/>
                  </a:lnTo>
                  <a:lnTo>
                    <a:pt x="2601122" y="137439"/>
                  </a:lnTo>
                  <a:lnTo>
                    <a:pt x="2602180" y="139680"/>
                  </a:lnTo>
                  <a:lnTo>
                    <a:pt x="2603238" y="142676"/>
                  </a:lnTo>
                  <a:lnTo>
                    <a:pt x="2604296" y="146378"/>
                  </a:lnTo>
                  <a:lnTo>
                    <a:pt x="2605354" y="150510"/>
                  </a:lnTo>
                  <a:lnTo>
                    <a:pt x="2606411" y="155134"/>
                  </a:lnTo>
                  <a:lnTo>
                    <a:pt x="2607469" y="160505"/>
                  </a:lnTo>
                  <a:lnTo>
                    <a:pt x="2608527" y="166582"/>
                  </a:lnTo>
                  <a:lnTo>
                    <a:pt x="2609585" y="173326"/>
                  </a:lnTo>
                  <a:lnTo>
                    <a:pt x="2610643" y="180729"/>
                  </a:lnTo>
                  <a:lnTo>
                    <a:pt x="2611701" y="188746"/>
                  </a:lnTo>
                  <a:lnTo>
                    <a:pt x="2612758" y="197391"/>
                  </a:lnTo>
                  <a:lnTo>
                    <a:pt x="2613816" y="206492"/>
                  </a:lnTo>
                  <a:lnTo>
                    <a:pt x="2614874" y="215823"/>
                  </a:lnTo>
                  <a:lnTo>
                    <a:pt x="2615932" y="225263"/>
                  </a:lnTo>
                  <a:lnTo>
                    <a:pt x="2616990" y="234650"/>
                  </a:lnTo>
                  <a:lnTo>
                    <a:pt x="2618048" y="243879"/>
                  </a:lnTo>
                  <a:lnTo>
                    <a:pt x="2619105" y="252856"/>
                  </a:lnTo>
                  <a:lnTo>
                    <a:pt x="2620163" y="261508"/>
                  </a:lnTo>
                  <a:lnTo>
                    <a:pt x="2621221" y="269682"/>
                  </a:lnTo>
                  <a:lnTo>
                    <a:pt x="2622279" y="276821"/>
                  </a:lnTo>
                  <a:lnTo>
                    <a:pt x="2623337" y="282566"/>
                  </a:lnTo>
                  <a:lnTo>
                    <a:pt x="2624395" y="286789"/>
                  </a:lnTo>
                  <a:lnTo>
                    <a:pt x="2625453" y="289499"/>
                  </a:lnTo>
                  <a:lnTo>
                    <a:pt x="2626510" y="291079"/>
                  </a:lnTo>
                  <a:lnTo>
                    <a:pt x="2627568" y="291954"/>
                  </a:lnTo>
                  <a:lnTo>
                    <a:pt x="2628626" y="292468"/>
                  </a:lnTo>
                  <a:lnTo>
                    <a:pt x="2629684" y="293265"/>
                  </a:lnTo>
                  <a:lnTo>
                    <a:pt x="2630742" y="294767"/>
                  </a:lnTo>
                  <a:lnTo>
                    <a:pt x="2631800" y="297177"/>
                  </a:lnTo>
                  <a:lnTo>
                    <a:pt x="2632857" y="300718"/>
                  </a:lnTo>
                  <a:lnTo>
                    <a:pt x="2633915" y="305303"/>
                  </a:lnTo>
                  <a:lnTo>
                    <a:pt x="2634973" y="311154"/>
                  </a:lnTo>
                  <a:lnTo>
                    <a:pt x="2636031" y="318396"/>
                  </a:lnTo>
                  <a:lnTo>
                    <a:pt x="2637089" y="327113"/>
                  </a:lnTo>
                  <a:lnTo>
                    <a:pt x="2638147" y="337566"/>
                  </a:lnTo>
                  <a:lnTo>
                    <a:pt x="2639204" y="349968"/>
                  </a:lnTo>
                  <a:lnTo>
                    <a:pt x="2640262" y="364197"/>
                  </a:lnTo>
                  <a:lnTo>
                    <a:pt x="2641320" y="380229"/>
                  </a:lnTo>
                  <a:lnTo>
                    <a:pt x="2642378" y="397391"/>
                  </a:lnTo>
                  <a:lnTo>
                    <a:pt x="2643436" y="415010"/>
                  </a:lnTo>
                  <a:lnTo>
                    <a:pt x="2644494" y="432799"/>
                  </a:lnTo>
                  <a:lnTo>
                    <a:pt x="2645551" y="450050"/>
                  </a:lnTo>
                  <a:lnTo>
                    <a:pt x="2646609" y="466000"/>
                  </a:lnTo>
                  <a:lnTo>
                    <a:pt x="2647667" y="480212"/>
                  </a:lnTo>
                  <a:lnTo>
                    <a:pt x="2648725" y="492026"/>
                  </a:lnTo>
                  <a:lnTo>
                    <a:pt x="2649783" y="501737"/>
                  </a:lnTo>
                  <a:lnTo>
                    <a:pt x="2650841" y="508988"/>
                  </a:lnTo>
                  <a:lnTo>
                    <a:pt x="2651899" y="513381"/>
                  </a:lnTo>
                  <a:lnTo>
                    <a:pt x="2652956" y="514773"/>
                  </a:lnTo>
                  <a:lnTo>
                    <a:pt x="2654014" y="513332"/>
                  </a:lnTo>
                  <a:lnTo>
                    <a:pt x="2655072" y="509220"/>
                  </a:lnTo>
                  <a:lnTo>
                    <a:pt x="2656130" y="502922"/>
                  </a:lnTo>
                  <a:lnTo>
                    <a:pt x="2657188" y="494613"/>
                  </a:lnTo>
                  <a:lnTo>
                    <a:pt x="2658246" y="484880"/>
                  </a:lnTo>
                  <a:lnTo>
                    <a:pt x="2659303" y="474124"/>
                  </a:lnTo>
                  <a:lnTo>
                    <a:pt x="2660361" y="462404"/>
                  </a:lnTo>
                  <a:lnTo>
                    <a:pt x="2661419" y="450049"/>
                  </a:lnTo>
                  <a:lnTo>
                    <a:pt x="2662477" y="437683"/>
                  </a:lnTo>
                  <a:lnTo>
                    <a:pt x="2663535" y="425529"/>
                  </a:lnTo>
                  <a:lnTo>
                    <a:pt x="2664593" y="413759"/>
                  </a:lnTo>
                  <a:lnTo>
                    <a:pt x="2665650" y="401980"/>
                  </a:lnTo>
                  <a:lnTo>
                    <a:pt x="2666708" y="390272"/>
                  </a:lnTo>
                  <a:lnTo>
                    <a:pt x="2667766" y="379109"/>
                  </a:lnTo>
                  <a:lnTo>
                    <a:pt x="2668824" y="368526"/>
                  </a:lnTo>
                  <a:lnTo>
                    <a:pt x="2669882" y="358260"/>
                  </a:lnTo>
                  <a:lnTo>
                    <a:pt x="2670940" y="348222"/>
                  </a:lnTo>
                  <a:lnTo>
                    <a:pt x="2671997" y="338441"/>
                  </a:lnTo>
                  <a:lnTo>
                    <a:pt x="2673055" y="328851"/>
                  </a:lnTo>
                  <a:lnTo>
                    <a:pt x="2674113" y="319504"/>
                  </a:lnTo>
                  <a:lnTo>
                    <a:pt x="2675171" y="310732"/>
                  </a:lnTo>
                  <a:lnTo>
                    <a:pt x="2676229" y="302881"/>
                  </a:lnTo>
                  <a:lnTo>
                    <a:pt x="2677287" y="296103"/>
                  </a:lnTo>
                  <a:lnTo>
                    <a:pt x="2678345" y="290267"/>
                  </a:lnTo>
                  <a:lnTo>
                    <a:pt x="2679402" y="285073"/>
                  </a:lnTo>
                  <a:lnTo>
                    <a:pt x="2680460" y="280556"/>
                  </a:lnTo>
                  <a:lnTo>
                    <a:pt x="2681518" y="276757"/>
                  </a:lnTo>
                  <a:lnTo>
                    <a:pt x="2682576" y="273328"/>
                  </a:lnTo>
                  <a:lnTo>
                    <a:pt x="2683634" y="269573"/>
                  </a:lnTo>
                  <a:lnTo>
                    <a:pt x="2684692" y="265292"/>
                  </a:lnTo>
                  <a:lnTo>
                    <a:pt x="2685749" y="260556"/>
                  </a:lnTo>
                  <a:lnTo>
                    <a:pt x="2686807" y="255473"/>
                  </a:lnTo>
                  <a:lnTo>
                    <a:pt x="2687865" y="250049"/>
                  </a:lnTo>
                  <a:lnTo>
                    <a:pt x="2688923" y="244364"/>
                  </a:lnTo>
                  <a:lnTo>
                    <a:pt x="2689981" y="238515"/>
                  </a:lnTo>
                  <a:lnTo>
                    <a:pt x="2691039" y="232564"/>
                  </a:lnTo>
                  <a:lnTo>
                    <a:pt x="2692096" y="226538"/>
                  </a:lnTo>
                  <a:lnTo>
                    <a:pt x="2693154" y="220376"/>
                  </a:lnTo>
                  <a:lnTo>
                    <a:pt x="2694212" y="214287"/>
                  </a:lnTo>
                  <a:lnTo>
                    <a:pt x="2695270" y="208548"/>
                  </a:lnTo>
                  <a:lnTo>
                    <a:pt x="2696328" y="203470"/>
                  </a:lnTo>
                  <a:lnTo>
                    <a:pt x="2697386" y="199114"/>
                  </a:lnTo>
                  <a:lnTo>
                    <a:pt x="2698443" y="195700"/>
                  </a:lnTo>
                  <a:lnTo>
                    <a:pt x="2699501" y="193605"/>
                  </a:lnTo>
                  <a:lnTo>
                    <a:pt x="2700559" y="192960"/>
                  </a:lnTo>
                  <a:lnTo>
                    <a:pt x="2701617" y="193837"/>
                  </a:lnTo>
                  <a:lnTo>
                    <a:pt x="2702675" y="195965"/>
                  </a:lnTo>
                  <a:lnTo>
                    <a:pt x="2703733" y="199273"/>
                  </a:lnTo>
                  <a:lnTo>
                    <a:pt x="2704791" y="203847"/>
                  </a:lnTo>
                  <a:lnTo>
                    <a:pt x="2705848" y="209558"/>
                  </a:lnTo>
                  <a:lnTo>
                    <a:pt x="2706906" y="216008"/>
                  </a:lnTo>
                  <a:lnTo>
                    <a:pt x="2707964" y="222763"/>
                  </a:lnTo>
                  <a:lnTo>
                    <a:pt x="2709022" y="229513"/>
                  </a:lnTo>
                  <a:lnTo>
                    <a:pt x="2710080" y="236071"/>
                  </a:lnTo>
                  <a:lnTo>
                    <a:pt x="2711138" y="242280"/>
                  </a:lnTo>
                  <a:lnTo>
                    <a:pt x="2712195" y="247734"/>
                  </a:lnTo>
                  <a:lnTo>
                    <a:pt x="2713253" y="252429"/>
                  </a:lnTo>
                  <a:lnTo>
                    <a:pt x="2714311" y="256449"/>
                  </a:lnTo>
                  <a:lnTo>
                    <a:pt x="2715369" y="259579"/>
                  </a:lnTo>
                  <a:lnTo>
                    <a:pt x="2716427" y="261869"/>
                  </a:lnTo>
                  <a:lnTo>
                    <a:pt x="2717485" y="263323"/>
                  </a:lnTo>
                  <a:lnTo>
                    <a:pt x="2718542" y="264232"/>
                  </a:lnTo>
                  <a:lnTo>
                    <a:pt x="2719600" y="264748"/>
                  </a:lnTo>
                  <a:lnTo>
                    <a:pt x="2720658" y="264792"/>
                  </a:lnTo>
                  <a:lnTo>
                    <a:pt x="2721716" y="264401"/>
                  </a:lnTo>
                  <a:lnTo>
                    <a:pt x="2722774" y="263933"/>
                  </a:lnTo>
                  <a:lnTo>
                    <a:pt x="2723832" y="263759"/>
                  </a:lnTo>
                  <a:lnTo>
                    <a:pt x="2724889" y="264211"/>
                  </a:lnTo>
                  <a:lnTo>
                    <a:pt x="2725947" y="265323"/>
                  </a:lnTo>
                  <a:lnTo>
                    <a:pt x="2727005" y="267252"/>
                  </a:lnTo>
                  <a:lnTo>
                    <a:pt x="2728063" y="270039"/>
                  </a:lnTo>
                  <a:lnTo>
                    <a:pt x="2729121" y="273469"/>
                  </a:lnTo>
                  <a:lnTo>
                    <a:pt x="2730179" y="277383"/>
                  </a:lnTo>
                  <a:lnTo>
                    <a:pt x="2731237" y="281952"/>
                  </a:lnTo>
                  <a:lnTo>
                    <a:pt x="2732294" y="287038"/>
                  </a:lnTo>
                  <a:lnTo>
                    <a:pt x="2733352" y="292566"/>
                  </a:lnTo>
                  <a:lnTo>
                    <a:pt x="2734410" y="298425"/>
                  </a:lnTo>
                  <a:lnTo>
                    <a:pt x="2735468" y="304383"/>
                  </a:lnTo>
                  <a:lnTo>
                    <a:pt x="2736526" y="310814"/>
                  </a:lnTo>
                  <a:lnTo>
                    <a:pt x="2737584" y="317864"/>
                  </a:lnTo>
                  <a:lnTo>
                    <a:pt x="2738641" y="325434"/>
                  </a:lnTo>
                  <a:lnTo>
                    <a:pt x="2739699" y="333184"/>
                  </a:lnTo>
                  <a:lnTo>
                    <a:pt x="2740757" y="340925"/>
                  </a:lnTo>
                  <a:lnTo>
                    <a:pt x="2741815" y="348485"/>
                  </a:lnTo>
                  <a:lnTo>
                    <a:pt x="2742873" y="355631"/>
                  </a:lnTo>
                  <a:lnTo>
                    <a:pt x="2743931" y="362205"/>
                  </a:lnTo>
                  <a:lnTo>
                    <a:pt x="2744988" y="368222"/>
                  </a:lnTo>
                  <a:lnTo>
                    <a:pt x="2746046" y="373643"/>
                  </a:lnTo>
                  <a:lnTo>
                    <a:pt x="2747104" y="378392"/>
                  </a:lnTo>
                  <a:lnTo>
                    <a:pt x="2748162" y="382596"/>
                  </a:lnTo>
                  <a:lnTo>
                    <a:pt x="2749220" y="386322"/>
                  </a:lnTo>
                  <a:lnTo>
                    <a:pt x="2750278" y="389687"/>
                  </a:lnTo>
                  <a:lnTo>
                    <a:pt x="2751335" y="392746"/>
                  </a:lnTo>
                  <a:lnTo>
                    <a:pt x="2752393" y="395087"/>
                  </a:lnTo>
                  <a:lnTo>
                    <a:pt x="2753451" y="396549"/>
                  </a:lnTo>
                  <a:lnTo>
                    <a:pt x="2754509" y="396978"/>
                  </a:lnTo>
                  <a:lnTo>
                    <a:pt x="2755567" y="396574"/>
                  </a:lnTo>
                  <a:lnTo>
                    <a:pt x="2756625" y="395072"/>
                  </a:lnTo>
                  <a:lnTo>
                    <a:pt x="2757683" y="392308"/>
                  </a:lnTo>
                  <a:lnTo>
                    <a:pt x="2758740" y="388403"/>
                  </a:lnTo>
                  <a:lnTo>
                    <a:pt x="2759798" y="383489"/>
                  </a:lnTo>
                  <a:lnTo>
                    <a:pt x="2760856" y="377811"/>
                  </a:lnTo>
                  <a:lnTo>
                    <a:pt x="2761914" y="371728"/>
                  </a:lnTo>
                  <a:lnTo>
                    <a:pt x="2762972" y="365211"/>
                  </a:lnTo>
                  <a:lnTo>
                    <a:pt x="2764030" y="358449"/>
                  </a:lnTo>
                  <a:lnTo>
                    <a:pt x="2765087" y="351497"/>
                  </a:lnTo>
                  <a:lnTo>
                    <a:pt x="2766145" y="344353"/>
                  </a:lnTo>
                  <a:lnTo>
                    <a:pt x="2767203" y="336959"/>
                  </a:lnTo>
                  <a:lnTo>
                    <a:pt x="2768261" y="329435"/>
                  </a:lnTo>
                  <a:lnTo>
                    <a:pt x="2769319" y="321644"/>
                  </a:lnTo>
                  <a:lnTo>
                    <a:pt x="2770377" y="313742"/>
                  </a:lnTo>
                  <a:lnTo>
                    <a:pt x="2771434" y="305806"/>
                  </a:lnTo>
                  <a:lnTo>
                    <a:pt x="2772492" y="297803"/>
                  </a:lnTo>
                  <a:lnTo>
                    <a:pt x="2773550" y="289668"/>
                  </a:lnTo>
                  <a:lnTo>
                    <a:pt x="2774608" y="281485"/>
                  </a:lnTo>
                  <a:lnTo>
                    <a:pt x="2775666" y="273346"/>
                  </a:lnTo>
                  <a:lnTo>
                    <a:pt x="2776724" y="265131"/>
                  </a:lnTo>
                  <a:lnTo>
                    <a:pt x="2777781" y="256690"/>
                  </a:lnTo>
                  <a:lnTo>
                    <a:pt x="2778839" y="247921"/>
                  </a:lnTo>
                  <a:lnTo>
                    <a:pt x="2779897" y="238843"/>
                  </a:lnTo>
                  <a:lnTo>
                    <a:pt x="2780955" y="229589"/>
                  </a:lnTo>
                  <a:lnTo>
                    <a:pt x="2782013" y="220280"/>
                  </a:lnTo>
                  <a:lnTo>
                    <a:pt x="2783071" y="211079"/>
                  </a:lnTo>
                  <a:lnTo>
                    <a:pt x="2784128" y="201952"/>
                  </a:lnTo>
                  <a:lnTo>
                    <a:pt x="2785186" y="193179"/>
                  </a:lnTo>
                  <a:lnTo>
                    <a:pt x="2786244" y="184815"/>
                  </a:lnTo>
                  <a:lnTo>
                    <a:pt x="2787302" y="176847"/>
                  </a:lnTo>
                  <a:lnTo>
                    <a:pt x="2788360" y="169723"/>
                  </a:lnTo>
                  <a:lnTo>
                    <a:pt x="2789418" y="163565"/>
                  </a:lnTo>
                  <a:lnTo>
                    <a:pt x="2790476" y="158312"/>
                  </a:lnTo>
                  <a:lnTo>
                    <a:pt x="2791533" y="153850"/>
                  </a:lnTo>
                  <a:lnTo>
                    <a:pt x="2792591" y="150212"/>
                  </a:lnTo>
                  <a:lnTo>
                    <a:pt x="2793649" y="147396"/>
                  </a:lnTo>
                  <a:lnTo>
                    <a:pt x="2794707" y="145622"/>
                  </a:lnTo>
                  <a:lnTo>
                    <a:pt x="2795765" y="144685"/>
                  </a:lnTo>
                  <a:lnTo>
                    <a:pt x="2796823" y="144434"/>
                  </a:lnTo>
                  <a:lnTo>
                    <a:pt x="2797880" y="144693"/>
                  </a:lnTo>
                  <a:lnTo>
                    <a:pt x="2798938" y="145477"/>
                  </a:lnTo>
                  <a:lnTo>
                    <a:pt x="2799996" y="146760"/>
                  </a:lnTo>
                  <a:lnTo>
                    <a:pt x="2801054" y="148332"/>
                  </a:lnTo>
                  <a:lnTo>
                    <a:pt x="2802112" y="149977"/>
                  </a:lnTo>
                  <a:lnTo>
                    <a:pt x="2803170" y="151612"/>
                  </a:lnTo>
                  <a:lnTo>
                    <a:pt x="2804227" y="153014"/>
                  </a:lnTo>
                  <a:lnTo>
                    <a:pt x="2805285" y="154297"/>
                  </a:lnTo>
                  <a:lnTo>
                    <a:pt x="2806343" y="155491"/>
                  </a:lnTo>
                  <a:lnTo>
                    <a:pt x="2807401" y="156702"/>
                  </a:lnTo>
                  <a:lnTo>
                    <a:pt x="2808459" y="157866"/>
                  </a:lnTo>
                  <a:lnTo>
                    <a:pt x="2809517" y="159157"/>
                  </a:lnTo>
                  <a:lnTo>
                    <a:pt x="2810574" y="160648"/>
                  </a:lnTo>
                  <a:lnTo>
                    <a:pt x="2811632" y="162479"/>
                  </a:lnTo>
                  <a:lnTo>
                    <a:pt x="2812690" y="164846"/>
                  </a:lnTo>
                  <a:lnTo>
                    <a:pt x="2813748" y="167877"/>
                  </a:lnTo>
                  <a:lnTo>
                    <a:pt x="2814806" y="171540"/>
                  </a:lnTo>
                  <a:lnTo>
                    <a:pt x="2815864" y="175990"/>
                  </a:lnTo>
                  <a:lnTo>
                    <a:pt x="2816922" y="181318"/>
                  </a:lnTo>
                  <a:lnTo>
                    <a:pt x="2817979" y="187700"/>
                  </a:lnTo>
                  <a:lnTo>
                    <a:pt x="2819037" y="195152"/>
                  </a:lnTo>
                  <a:lnTo>
                    <a:pt x="2820095" y="203746"/>
                  </a:lnTo>
                  <a:lnTo>
                    <a:pt x="2821153" y="213457"/>
                  </a:lnTo>
                  <a:lnTo>
                    <a:pt x="2822211" y="224395"/>
                  </a:lnTo>
                  <a:lnTo>
                    <a:pt x="2823269" y="236587"/>
                  </a:lnTo>
                  <a:lnTo>
                    <a:pt x="2824326" y="250146"/>
                  </a:lnTo>
                  <a:lnTo>
                    <a:pt x="2825384" y="265083"/>
                  </a:lnTo>
                  <a:lnTo>
                    <a:pt x="2826442" y="281492"/>
                  </a:lnTo>
                  <a:lnTo>
                    <a:pt x="2827500" y="299333"/>
                  </a:lnTo>
                  <a:lnTo>
                    <a:pt x="2828558" y="318350"/>
                  </a:lnTo>
                  <a:lnTo>
                    <a:pt x="2829616" y="338501"/>
                  </a:lnTo>
                  <a:lnTo>
                    <a:pt x="2830673" y="359706"/>
                  </a:lnTo>
                  <a:lnTo>
                    <a:pt x="2831731" y="382074"/>
                  </a:lnTo>
                  <a:lnTo>
                    <a:pt x="2832789" y="405423"/>
                  </a:lnTo>
                  <a:lnTo>
                    <a:pt x="2833847" y="429573"/>
                  </a:lnTo>
                  <a:lnTo>
                    <a:pt x="2834905" y="454475"/>
                  </a:lnTo>
                  <a:lnTo>
                    <a:pt x="2835963" y="480086"/>
                  </a:lnTo>
                  <a:lnTo>
                    <a:pt x="2837020" y="506330"/>
                  </a:lnTo>
                  <a:lnTo>
                    <a:pt x="2838078" y="532934"/>
                  </a:lnTo>
                  <a:lnTo>
                    <a:pt x="2839136" y="559332"/>
                  </a:lnTo>
                  <a:lnTo>
                    <a:pt x="2840194" y="585135"/>
                  </a:lnTo>
                  <a:lnTo>
                    <a:pt x="2841252" y="609628"/>
                  </a:lnTo>
                  <a:lnTo>
                    <a:pt x="2842310" y="632183"/>
                  </a:lnTo>
                  <a:lnTo>
                    <a:pt x="2843368" y="652539"/>
                  </a:lnTo>
                  <a:lnTo>
                    <a:pt x="2844425" y="670834"/>
                  </a:lnTo>
                  <a:lnTo>
                    <a:pt x="2845483" y="687035"/>
                  </a:lnTo>
                  <a:lnTo>
                    <a:pt x="2846541" y="701160"/>
                  </a:lnTo>
                  <a:lnTo>
                    <a:pt x="2847599" y="712706"/>
                  </a:lnTo>
                  <a:lnTo>
                    <a:pt x="2848657" y="722278"/>
                  </a:lnTo>
                  <a:lnTo>
                    <a:pt x="2849715" y="730148"/>
                  </a:lnTo>
                  <a:lnTo>
                    <a:pt x="2850772" y="736513"/>
                  </a:lnTo>
                  <a:lnTo>
                    <a:pt x="2851830" y="741372"/>
                  </a:lnTo>
                  <a:lnTo>
                    <a:pt x="2852888" y="744916"/>
                  </a:lnTo>
                  <a:lnTo>
                    <a:pt x="2853946" y="747533"/>
                  </a:lnTo>
                  <a:lnTo>
                    <a:pt x="2855004" y="750322"/>
                  </a:lnTo>
                  <a:lnTo>
                    <a:pt x="2856062" y="753814"/>
                  </a:lnTo>
                  <a:lnTo>
                    <a:pt x="2857119" y="758678"/>
                  </a:lnTo>
                  <a:lnTo>
                    <a:pt x="2858177" y="765159"/>
                  </a:lnTo>
                  <a:lnTo>
                    <a:pt x="2859235" y="773586"/>
                  </a:lnTo>
                  <a:lnTo>
                    <a:pt x="2860293" y="783931"/>
                  </a:lnTo>
                  <a:lnTo>
                    <a:pt x="2861351" y="796344"/>
                  </a:lnTo>
                  <a:lnTo>
                    <a:pt x="2862409" y="810780"/>
                  </a:lnTo>
                  <a:lnTo>
                    <a:pt x="2863466" y="827139"/>
                  </a:lnTo>
                  <a:lnTo>
                    <a:pt x="2864524" y="845080"/>
                  </a:lnTo>
                  <a:lnTo>
                    <a:pt x="2865582" y="864396"/>
                  </a:lnTo>
                  <a:lnTo>
                    <a:pt x="2866640" y="885092"/>
                  </a:lnTo>
                  <a:lnTo>
                    <a:pt x="2867698" y="907088"/>
                  </a:lnTo>
                  <a:lnTo>
                    <a:pt x="2868756" y="930200"/>
                  </a:lnTo>
                  <a:lnTo>
                    <a:pt x="2869814" y="953987"/>
                  </a:lnTo>
                  <a:lnTo>
                    <a:pt x="2870871" y="977919"/>
                  </a:lnTo>
                  <a:lnTo>
                    <a:pt x="2871929" y="1001735"/>
                  </a:lnTo>
                  <a:lnTo>
                    <a:pt x="2872987" y="1024949"/>
                  </a:lnTo>
                  <a:lnTo>
                    <a:pt x="2874045" y="1047311"/>
                  </a:lnTo>
                  <a:lnTo>
                    <a:pt x="2875103" y="1068278"/>
                  </a:lnTo>
                  <a:lnTo>
                    <a:pt x="2876161" y="1087395"/>
                  </a:lnTo>
                  <a:lnTo>
                    <a:pt x="2877218" y="1104181"/>
                  </a:lnTo>
                  <a:lnTo>
                    <a:pt x="2878276" y="1118549"/>
                  </a:lnTo>
                  <a:lnTo>
                    <a:pt x="2879334" y="1130328"/>
                  </a:lnTo>
                  <a:lnTo>
                    <a:pt x="2880392" y="1139382"/>
                  </a:lnTo>
                  <a:lnTo>
                    <a:pt x="2881450" y="1145676"/>
                  </a:lnTo>
                  <a:lnTo>
                    <a:pt x="2882508" y="1148960"/>
                  </a:lnTo>
                  <a:lnTo>
                    <a:pt x="2883565" y="1149502"/>
                  </a:lnTo>
                  <a:lnTo>
                    <a:pt x="2884623" y="1147455"/>
                  </a:lnTo>
                  <a:lnTo>
                    <a:pt x="2885681" y="1143281"/>
                  </a:lnTo>
                  <a:lnTo>
                    <a:pt x="2886739" y="1137524"/>
                  </a:lnTo>
                  <a:lnTo>
                    <a:pt x="2887797" y="1130684"/>
                  </a:lnTo>
                  <a:lnTo>
                    <a:pt x="2888855" y="1123301"/>
                  </a:lnTo>
                  <a:lnTo>
                    <a:pt x="2889912" y="1116115"/>
                  </a:lnTo>
                  <a:lnTo>
                    <a:pt x="2890970" y="1109430"/>
                  </a:lnTo>
                  <a:lnTo>
                    <a:pt x="2892028" y="1103843"/>
                  </a:lnTo>
                  <a:lnTo>
                    <a:pt x="2893086" y="1099814"/>
                  </a:lnTo>
                  <a:lnTo>
                    <a:pt x="2894144" y="1097480"/>
                  </a:lnTo>
                  <a:lnTo>
                    <a:pt x="2895202" y="1096889"/>
                  </a:lnTo>
                  <a:lnTo>
                    <a:pt x="2896260" y="1098218"/>
                  </a:lnTo>
                  <a:lnTo>
                    <a:pt x="2897317" y="1101404"/>
                  </a:lnTo>
                  <a:lnTo>
                    <a:pt x="2898375" y="1106731"/>
                  </a:lnTo>
                  <a:lnTo>
                    <a:pt x="2899433" y="1114092"/>
                  </a:lnTo>
                  <a:lnTo>
                    <a:pt x="2900491" y="1123600"/>
                  </a:lnTo>
                  <a:lnTo>
                    <a:pt x="2901549" y="1135342"/>
                  </a:lnTo>
                  <a:lnTo>
                    <a:pt x="2902607" y="1149173"/>
                  </a:lnTo>
                  <a:lnTo>
                    <a:pt x="2903664" y="1164965"/>
                  </a:lnTo>
                  <a:lnTo>
                    <a:pt x="2904722" y="1182358"/>
                  </a:lnTo>
                  <a:lnTo>
                    <a:pt x="2905780" y="1200817"/>
                  </a:lnTo>
                  <a:lnTo>
                    <a:pt x="2906838" y="1219990"/>
                  </a:lnTo>
                  <a:lnTo>
                    <a:pt x="2907896" y="1238141"/>
                  </a:lnTo>
                  <a:lnTo>
                    <a:pt x="2908954" y="1253266"/>
                  </a:lnTo>
                  <a:lnTo>
                    <a:pt x="2910011" y="1264009"/>
                  </a:lnTo>
                  <a:lnTo>
                    <a:pt x="2911069" y="1269860"/>
                  </a:lnTo>
                  <a:lnTo>
                    <a:pt x="2912127" y="1270176"/>
                  </a:lnTo>
                  <a:lnTo>
                    <a:pt x="2913185" y="1265000"/>
                  </a:lnTo>
                  <a:lnTo>
                    <a:pt x="2914243" y="1253745"/>
                  </a:lnTo>
                  <a:lnTo>
                    <a:pt x="2915301" y="1236716"/>
                  </a:lnTo>
                  <a:lnTo>
                    <a:pt x="2916358" y="1215105"/>
                  </a:lnTo>
                  <a:lnTo>
                    <a:pt x="2917416" y="1189521"/>
                  </a:lnTo>
                  <a:lnTo>
                    <a:pt x="2918474" y="1160427"/>
                  </a:lnTo>
                  <a:lnTo>
                    <a:pt x="2919532" y="1127426"/>
                  </a:lnTo>
                  <a:lnTo>
                    <a:pt x="2920590" y="1090170"/>
                  </a:lnTo>
                  <a:lnTo>
                    <a:pt x="2921648" y="1049709"/>
                  </a:lnTo>
                  <a:lnTo>
                    <a:pt x="2922706" y="1008006"/>
                  </a:lnTo>
                  <a:lnTo>
                    <a:pt x="2923763" y="966239"/>
                  </a:lnTo>
                  <a:lnTo>
                    <a:pt x="2924821" y="924918"/>
                  </a:lnTo>
                  <a:lnTo>
                    <a:pt x="2925879" y="884298"/>
                  </a:lnTo>
                  <a:lnTo>
                    <a:pt x="2926937" y="845073"/>
                  </a:lnTo>
                  <a:lnTo>
                    <a:pt x="2927995" y="808271"/>
                  </a:lnTo>
                  <a:lnTo>
                    <a:pt x="2929053" y="774057"/>
                  </a:lnTo>
                  <a:lnTo>
                    <a:pt x="2930110" y="742317"/>
                  </a:lnTo>
                  <a:lnTo>
                    <a:pt x="2931168" y="713022"/>
                  </a:lnTo>
                  <a:lnTo>
                    <a:pt x="2932226" y="685940"/>
                  </a:lnTo>
                  <a:lnTo>
                    <a:pt x="2933284" y="661025"/>
                  </a:lnTo>
                  <a:lnTo>
                    <a:pt x="2934342" y="638050"/>
                  </a:lnTo>
                  <a:lnTo>
                    <a:pt x="2935400" y="617239"/>
                  </a:lnTo>
                  <a:lnTo>
                    <a:pt x="2936457" y="598738"/>
                  </a:lnTo>
                  <a:lnTo>
                    <a:pt x="2937515" y="582250"/>
                  </a:lnTo>
                  <a:lnTo>
                    <a:pt x="2938573" y="567047"/>
                  </a:lnTo>
                  <a:lnTo>
                    <a:pt x="2939631" y="552872"/>
                  </a:lnTo>
                  <a:lnTo>
                    <a:pt x="2940689" y="539517"/>
                  </a:lnTo>
                  <a:lnTo>
                    <a:pt x="2941747" y="527056"/>
                  </a:lnTo>
                  <a:lnTo>
                    <a:pt x="2942804" y="515121"/>
                  </a:lnTo>
                  <a:lnTo>
                    <a:pt x="2943862" y="503102"/>
                  </a:lnTo>
                  <a:lnTo>
                    <a:pt x="2944920" y="490870"/>
                  </a:lnTo>
                  <a:lnTo>
                    <a:pt x="2945978" y="478506"/>
                  </a:lnTo>
                  <a:lnTo>
                    <a:pt x="2947036" y="466032"/>
                  </a:lnTo>
                  <a:lnTo>
                    <a:pt x="2948094" y="453474"/>
                  </a:lnTo>
                  <a:lnTo>
                    <a:pt x="2949152" y="440812"/>
                  </a:lnTo>
                  <a:lnTo>
                    <a:pt x="2950209" y="428020"/>
                  </a:lnTo>
                  <a:lnTo>
                    <a:pt x="2951267" y="415059"/>
                  </a:lnTo>
                  <a:lnTo>
                    <a:pt x="2952325" y="401906"/>
                  </a:lnTo>
                  <a:lnTo>
                    <a:pt x="2953383" y="388547"/>
                  </a:lnTo>
                  <a:lnTo>
                    <a:pt x="2954441" y="374911"/>
                  </a:lnTo>
                  <a:lnTo>
                    <a:pt x="2955499" y="361010"/>
                  </a:lnTo>
                  <a:lnTo>
                    <a:pt x="2956556" y="347108"/>
                  </a:lnTo>
                  <a:lnTo>
                    <a:pt x="2957614" y="333235"/>
                  </a:lnTo>
                  <a:lnTo>
                    <a:pt x="2958672" y="319488"/>
                  </a:lnTo>
                  <a:lnTo>
                    <a:pt x="2959730" y="306122"/>
                  </a:lnTo>
                  <a:lnTo>
                    <a:pt x="2960788" y="293274"/>
                  </a:lnTo>
                  <a:lnTo>
                    <a:pt x="2961846" y="281232"/>
                  </a:lnTo>
                  <a:lnTo>
                    <a:pt x="2962903" y="270190"/>
                  </a:lnTo>
                  <a:lnTo>
                    <a:pt x="2963961" y="260057"/>
                  </a:lnTo>
                  <a:lnTo>
                    <a:pt x="2965019" y="250574"/>
                  </a:lnTo>
                  <a:lnTo>
                    <a:pt x="2966077" y="241692"/>
                  </a:lnTo>
                  <a:lnTo>
                    <a:pt x="2967135" y="233459"/>
                  </a:lnTo>
                  <a:lnTo>
                    <a:pt x="2968193" y="225993"/>
                  </a:lnTo>
                  <a:lnTo>
                    <a:pt x="2969250" y="219164"/>
                  </a:lnTo>
                  <a:lnTo>
                    <a:pt x="2970308" y="212942"/>
                  </a:lnTo>
                  <a:lnTo>
                    <a:pt x="2971366" y="207393"/>
                  </a:lnTo>
                  <a:lnTo>
                    <a:pt x="2972424" y="202825"/>
                  </a:lnTo>
                  <a:lnTo>
                    <a:pt x="2973482" y="199574"/>
                  </a:lnTo>
                  <a:lnTo>
                    <a:pt x="2974540" y="197600"/>
                  </a:lnTo>
                  <a:lnTo>
                    <a:pt x="2975598" y="196659"/>
                  </a:lnTo>
                  <a:lnTo>
                    <a:pt x="2976655" y="196745"/>
                  </a:lnTo>
                  <a:lnTo>
                    <a:pt x="2977713" y="197855"/>
                  </a:lnTo>
                  <a:lnTo>
                    <a:pt x="2978771" y="199918"/>
                  </a:lnTo>
                  <a:lnTo>
                    <a:pt x="2979829" y="202773"/>
                  </a:lnTo>
                  <a:lnTo>
                    <a:pt x="2980887" y="206275"/>
                  </a:lnTo>
                  <a:lnTo>
                    <a:pt x="2981945" y="210373"/>
                  </a:lnTo>
                  <a:lnTo>
                    <a:pt x="2983002" y="215083"/>
                  </a:lnTo>
                  <a:lnTo>
                    <a:pt x="2984060" y="220334"/>
                  </a:lnTo>
                  <a:lnTo>
                    <a:pt x="2985118" y="226202"/>
                  </a:lnTo>
                  <a:lnTo>
                    <a:pt x="2986176" y="232730"/>
                  </a:lnTo>
                  <a:lnTo>
                    <a:pt x="2987234" y="239967"/>
                  </a:lnTo>
                  <a:lnTo>
                    <a:pt x="2988292" y="247636"/>
                  </a:lnTo>
                  <a:lnTo>
                    <a:pt x="2989349" y="255435"/>
                  </a:lnTo>
                  <a:lnTo>
                    <a:pt x="2990407" y="263321"/>
                  </a:lnTo>
                  <a:lnTo>
                    <a:pt x="2991465" y="271113"/>
                  </a:lnTo>
                  <a:lnTo>
                    <a:pt x="2992523" y="278471"/>
                  </a:lnTo>
                  <a:lnTo>
                    <a:pt x="2993581" y="285051"/>
                  </a:lnTo>
                  <a:lnTo>
                    <a:pt x="2994639" y="290491"/>
                  </a:lnTo>
                  <a:lnTo>
                    <a:pt x="2995696" y="294836"/>
                  </a:lnTo>
                  <a:lnTo>
                    <a:pt x="2996754" y="298374"/>
                  </a:lnTo>
                  <a:lnTo>
                    <a:pt x="2997812" y="301162"/>
                  </a:lnTo>
                  <a:lnTo>
                    <a:pt x="2998870" y="303068"/>
                  </a:lnTo>
                  <a:lnTo>
                    <a:pt x="2999928" y="304120"/>
                  </a:lnTo>
                  <a:lnTo>
                    <a:pt x="3000986" y="304464"/>
                  </a:lnTo>
                  <a:lnTo>
                    <a:pt x="3002044" y="304324"/>
                  </a:lnTo>
                  <a:lnTo>
                    <a:pt x="3003101" y="303589"/>
                  </a:lnTo>
                  <a:lnTo>
                    <a:pt x="3004159" y="302083"/>
                  </a:lnTo>
                  <a:lnTo>
                    <a:pt x="3005217" y="299835"/>
                  </a:lnTo>
                  <a:lnTo>
                    <a:pt x="3006275" y="297055"/>
                  </a:lnTo>
                  <a:lnTo>
                    <a:pt x="3007333" y="294289"/>
                  </a:lnTo>
                  <a:lnTo>
                    <a:pt x="3008391" y="291768"/>
                  </a:lnTo>
                  <a:lnTo>
                    <a:pt x="3009448" y="289490"/>
                  </a:lnTo>
                  <a:lnTo>
                    <a:pt x="3010506" y="287753"/>
                  </a:lnTo>
                  <a:lnTo>
                    <a:pt x="3011564" y="286629"/>
                  </a:lnTo>
                  <a:lnTo>
                    <a:pt x="3012622" y="285998"/>
                  </a:lnTo>
                  <a:lnTo>
                    <a:pt x="3013680" y="286042"/>
                  </a:lnTo>
                  <a:lnTo>
                    <a:pt x="3014738" y="286825"/>
                  </a:lnTo>
                  <a:lnTo>
                    <a:pt x="3015795" y="288294"/>
                  </a:lnTo>
                  <a:lnTo>
                    <a:pt x="3016853" y="290507"/>
                  </a:lnTo>
                  <a:lnTo>
                    <a:pt x="3017911" y="293523"/>
                  </a:lnTo>
                  <a:lnTo>
                    <a:pt x="3018969" y="297598"/>
                  </a:lnTo>
                  <a:lnTo>
                    <a:pt x="3020027" y="303020"/>
                  </a:lnTo>
                  <a:lnTo>
                    <a:pt x="3021085" y="309710"/>
                  </a:lnTo>
                  <a:lnTo>
                    <a:pt x="3022142" y="317465"/>
                  </a:lnTo>
                  <a:lnTo>
                    <a:pt x="3023200" y="326077"/>
                  </a:lnTo>
                  <a:lnTo>
                    <a:pt x="3024258" y="335411"/>
                  </a:lnTo>
                  <a:lnTo>
                    <a:pt x="3025316" y="345428"/>
                  </a:lnTo>
                  <a:lnTo>
                    <a:pt x="3026374" y="355874"/>
                  </a:lnTo>
                  <a:lnTo>
                    <a:pt x="3027432" y="366723"/>
                  </a:lnTo>
                  <a:lnTo>
                    <a:pt x="3028490" y="377911"/>
                  </a:lnTo>
                  <a:lnTo>
                    <a:pt x="3029547" y="389177"/>
                  </a:lnTo>
                  <a:lnTo>
                    <a:pt x="3030605" y="400421"/>
                  </a:lnTo>
                  <a:lnTo>
                    <a:pt x="3031663" y="411729"/>
                  </a:lnTo>
                  <a:lnTo>
                    <a:pt x="3032721" y="422938"/>
                  </a:lnTo>
                  <a:lnTo>
                    <a:pt x="3033779" y="433746"/>
                  </a:lnTo>
                  <a:lnTo>
                    <a:pt x="3034837" y="443905"/>
                  </a:lnTo>
                  <a:lnTo>
                    <a:pt x="3035894" y="453210"/>
                  </a:lnTo>
                  <a:lnTo>
                    <a:pt x="3036952" y="461679"/>
                  </a:lnTo>
                  <a:lnTo>
                    <a:pt x="3038010" y="469313"/>
                  </a:lnTo>
                  <a:lnTo>
                    <a:pt x="3039068" y="475958"/>
                  </a:lnTo>
                  <a:lnTo>
                    <a:pt x="3040126" y="481744"/>
                  </a:lnTo>
                  <a:lnTo>
                    <a:pt x="3041184" y="486819"/>
                  </a:lnTo>
                  <a:lnTo>
                    <a:pt x="3042241" y="491389"/>
                  </a:lnTo>
                  <a:lnTo>
                    <a:pt x="3043299" y="495636"/>
                  </a:lnTo>
                  <a:lnTo>
                    <a:pt x="3044357" y="500228"/>
                  </a:lnTo>
                  <a:lnTo>
                    <a:pt x="3045415" y="505621"/>
                  </a:lnTo>
                  <a:lnTo>
                    <a:pt x="3046473" y="512317"/>
                  </a:lnTo>
                  <a:lnTo>
                    <a:pt x="3047531" y="520536"/>
                  </a:lnTo>
                  <a:lnTo>
                    <a:pt x="3048588" y="530362"/>
                  </a:lnTo>
                  <a:lnTo>
                    <a:pt x="3049646" y="541959"/>
                  </a:lnTo>
                  <a:lnTo>
                    <a:pt x="3050704" y="555443"/>
                  </a:lnTo>
                  <a:lnTo>
                    <a:pt x="3051762" y="571027"/>
                  </a:lnTo>
                  <a:lnTo>
                    <a:pt x="3052820" y="588881"/>
                  </a:lnTo>
                  <a:lnTo>
                    <a:pt x="3053878" y="609010"/>
                  </a:lnTo>
                  <a:lnTo>
                    <a:pt x="3054936" y="631268"/>
                  </a:lnTo>
                  <a:lnTo>
                    <a:pt x="3055993" y="656007"/>
                  </a:lnTo>
                  <a:lnTo>
                    <a:pt x="3057051" y="683750"/>
                  </a:lnTo>
                  <a:lnTo>
                    <a:pt x="3058109" y="714772"/>
                  </a:lnTo>
                  <a:lnTo>
                    <a:pt x="3059167" y="748908"/>
                  </a:lnTo>
                  <a:lnTo>
                    <a:pt x="3060225" y="785382"/>
                  </a:lnTo>
                  <a:lnTo>
                    <a:pt x="3061283" y="823990"/>
                  </a:lnTo>
                  <a:lnTo>
                    <a:pt x="3062340" y="864566"/>
                  </a:lnTo>
                  <a:lnTo>
                    <a:pt x="3063398" y="906808"/>
                  </a:lnTo>
                  <a:lnTo>
                    <a:pt x="3064456" y="950765"/>
                  </a:lnTo>
                  <a:lnTo>
                    <a:pt x="3065514" y="996499"/>
                  </a:lnTo>
                  <a:lnTo>
                    <a:pt x="3066572" y="1043589"/>
                  </a:lnTo>
                  <a:lnTo>
                    <a:pt x="3067630" y="1091520"/>
                  </a:lnTo>
                  <a:lnTo>
                    <a:pt x="3068687" y="1139734"/>
                  </a:lnTo>
                  <a:lnTo>
                    <a:pt x="3069745" y="1187477"/>
                  </a:lnTo>
                  <a:lnTo>
                    <a:pt x="3070803" y="1234447"/>
                  </a:lnTo>
                  <a:lnTo>
                    <a:pt x="3071861" y="1278642"/>
                  </a:lnTo>
                  <a:lnTo>
                    <a:pt x="3072919" y="1317088"/>
                  </a:lnTo>
                  <a:lnTo>
                    <a:pt x="3073977" y="1347984"/>
                  </a:lnTo>
                  <a:lnTo>
                    <a:pt x="3075034" y="1371436"/>
                  </a:lnTo>
                  <a:lnTo>
                    <a:pt x="3076092" y="1387916"/>
                  </a:lnTo>
                  <a:lnTo>
                    <a:pt x="3077150" y="1398009"/>
                  </a:lnTo>
                  <a:lnTo>
                    <a:pt x="3078208" y="1401386"/>
                  </a:lnTo>
                  <a:lnTo>
                    <a:pt x="3079266" y="1399020"/>
                  </a:lnTo>
                  <a:lnTo>
                    <a:pt x="3080324" y="1391467"/>
                  </a:lnTo>
                  <a:lnTo>
                    <a:pt x="3081382" y="1379395"/>
                  </a:lnTo>
                  <a:lnTo>
                    <a:pt x="3082439" y="1363530"/>
                  </a:lnTo>
                  <a:lnTo>
                    <a:pt x="3083497" y="1344614"/>
                  </a:lnTo>
                  <a:lnTo>
                    <a:pt x="3084555" y="1322584"/>
                  </a:lnTo>
                  <a:lnTo>
                    <a:pt x="3085613" y="1298250"/>
                  </a:lnTo>
                  <a:lnTo>
                    <a:pt x="3086671" y="1272137"/>
                  </a:lnTo>
                  <a:lnTo>
                    <a:pt x="3087729" y="1244763"/>
                  </a:lnTo>
                  <a:lnTo>
                    <a:pt x="3088786" y="1217225"/>
                  </a:lnTo>
                  <a:lnTo>
                    <a:pt x="3089844" y="1190356"/>
                  </a:lnTo>
                  <a:lnTo>
                    <a:pt x="3090902" y="1163977"/>
                  </a:lnTo>
                  <a:lnTo>
                    <a:pt x="3091960" y="1138238"/>
                  </a:lnTo>
                  <a:lnTo>
                    <a:pt x="3093018" y="1112361"/>
                  </a:lnTo>
                  <a:lnTo>
                    <a:pt x="3094076" y="1085958"/>
                  </a:lnTo>
                  <a:lnTo>
                    <a:pt x="3095133" y="1058174"/>
                  </a:lnTo>
                  <a:lnTo>
                    <a:pt x="3096191" y="1028626"/>
                  </a:lnTo>
                  <a:lnTo>
                    <a:pt x="3097249" y="996599"/>
                  </a:lnTo>
                  <a:lnTo>
                    <a:pt x="3098307" y="962392"/>
                  </a:lnTo>
                  <a:lnTo>
                    <a:pt x="3099365" y="926186"/>
                  </a:lnTo>
                  <a:lnTo>
                    <a:pt x="3100423" y="889376"/>
                  </a:lnTo>
                  <a:lnTo>
                    <a:pt x="3101480" y="853125"/>
                  </a:lnTo>
                  <a:lnTo>
                    <a:pt x="3102538" y="818324"/>
                  </a:lnTo>
                  <a:lnTo>
                    <a:pt x="3103596" y="784982"/>
                  </a:lnTo>
                  <a:lnTo>
                    <a:pt x="3104654" y="753202"/>
                  </a:lnTo>
                  <a:lnTo>
                    <a:pt x="3105712" y="722458"/>
                  </a:lnTo>
                  <a:lnTo>
                    <a:pt x="3106770" y="692532"/>
                  </a:lnTo>
                  <a:lnTo>
                    <a:pt x="3107828" y="663293"/>
                  </a:lnTo>
                  <a:lnTo>
                    <a:pt x="3108885" y="634281"/>
                  </a:lnTo>
                  <a:lnTo>
                    <a:pt x="3109943" y="605661"/>
                  </a:lnTo>
                  <a:lnTo>
                    <a:pt x="3111001" y="577663"/>
                  </a:lnTo>
                  <a:lnTo>
                    <a:pt x="3112059" y="550368"/>
                  </a:lnTo>
                  <a:lnTo>
                    <a:pt x="3113117" y="524247"/>
                  </a:lnTo>
                  <a:lnTo>
                    <a:pt x="3114175" y="499586"/>
                  </a:lnTo>
                  <a:lnTo>
                    <a:pt x="3115232" y="476625"/>
                  </a:lnTo>
                  <a:lnTo>
                    <a:pt x="3116290" y="455171"/>
                  </a:lnTo>
                  <a:lnTo>
                    <a:pt x="3117348" y="434880"/>
                  </a:lnTo>
                  <a:lnTo>
                    <a:pt x="3118406" y="415372"/>
                  </a:lnTo>
                  <a:lnTo>
                    <a:pt x="3119464" y="396801"/>
                  </a:lnTo>
                  <a:lnTo>
                    <a:pt x="3120522" y="379041"/>
                  </a:lnTo>
                  <a:lnTo>
                    <a:pt x="3121579" y="362070"/>
                  </a:lnTo>
                  <a:lnTo>
                    <a:pt x="3122637" y="345718"/>
                  </a:lnTo>
                  <a:lnTo>
                    <a:pt x="3123695" y="329675"/>
                  </a:lnTo>
                  <a:lnTo>
                    <a:pt x="3124753" y="314075"/>
                  </a:lnTo>
                  <a:lnTo>
                    <a:pt x="3125811" y="298988"/>
                  </a:lnTo>
                  <a:lnTo>
                    <a:pt x="3126869" y="284419"/>
                  </a:lnTo>
                  <a:lnTo>
                    <a:pt x="3127926" y="270494"/>
                  </a:lnTo>
                  <a:lnTo>
                    <a:pt x="3128984" y="257367"/>
                  </a:lnTo>
                  <a:lnTo>
                    <a:pt x="3130042" y="244936"/>
                  </a:lnTo>
                  <a:lnTo>
                    <a:pt x="3131100" y="233185"/>
                  </a:lnTo>
                  <a:lnTo>
                    <a:pt x="3132158" y="221957"/>
                  </a:lnTo>
                  <a:lnTo>
                    <a:pt x="3133216" y="211068"/>
                  </a:lnTo>
                  <a:lnTo>
                    <a:pt x="3134274" y="200613"/>
                  </a:lnTo>
                  <a:lnTo>
                    <a:pt x="3135331" y="190510"/>
                  </a:lnTo>
                  <a:lnTo>
                    <a:pt x="3136389" y="180671"/>
                  </a:lnTo>
                  <a:lnTo>
                    <a:pt x="3137447" y="171130"/>
                  </a:lnTo>
                  <a:lnTo>
                    <a:pt x="3138505" y="162022"/>
                  </a:lnTo>
                  <a:lnTo>
                    <a:pt x="3139563" y="153684"/>
                  </a:lnTo>
                  <a:lnTo>
                    <a:pt x="3140621" y="146344"/>
                  </a:lnTo>
                  <a:lnTo>
                    <a:pt x="3141678" y="139730"/>
                  </a:lnTo>
                  <a:lnTo>
                    <a:pt x="3142736" y="133640"/>
                  </a:lnTo>
                  <a:lnTo>
                    <a:pt x="3143794" y="127907"/>
                  </a:lnTo>
                  <a:lnTo>
                    <a:pt x="3144852" y="122328"/>
                  </a:lnTo>
                  <a:lnTo>
                    <a:pt x="3145910" y="116968"/>
                  </a:lnTo>
                  <a:lnTo>
                    <a:pt x="3146968" y="111809"/>
                  </a:lnTo>
                  <a:lnTo>
                    <a:pt x="3148025" y="107014"/>
                  </a:lnTo>
                  <a:lnTo>
                    <a:pt x="3149083" y="102919"/>
                  </a:lnTo>
                  <a:lnTo>
                    <a:pt x="3150141" y="99644"/>
                  </a:lnTo>
                  <a:lnTo>
                    <a:pt x="3151199" y="97271"/>
                  </a:lnTo>
                  <a:lnTo>
                    <a:pt x="3152257" y="95934"/>
                  </a:lnTo>
                  <a:lnTo>
                    <a:pt x="3153315" y="95485"/>
                  </a:lnTo>
                  <a:lnTo>
                    <a:pt x="3154372" y="95664"/>
                  </a:lnTo>
                  <a:lnTo>
                    <a:pt x="3155430" y="96149"/>
                  </a:lnTo>
                  <a:lnTo>
                    <a:pt x="3156488" y="96725"/>
                  </a:lnTo>
                  <a:lnTo>
                    <a:pt x="3157546" y="97489"/>
                  </a:lnTo>
                  <a:lnTo>
                    <a:pt x="3158604" y="98577"/>
                  </a:lnTo>
                  <a:lnTo>
                    <a:pt x="3159662" y="100024"/>
                  </a:lnTo>
                  <a:lnTo>
                    <a:pt x="3160720" y="101801"/>
                  </a:lnTo>
                  <a:lnTo>
                    <a:pt x="3161777" y="103865"/>
                  </a:lnTo>
                  <a:lnTo>
                    <a:pt x="3162835" y="106063"/>
                  </a:lnTo>
                  <a:lnTo>
                    <a:pt x="3163893" y="108383"/>
                  </a:lnTo>
                  <a:lnTo>
                    <a:pt x="3164951" y="110763"/>
                  </a:lnTo>
                  <a:lnTo>
                    <a:pt x="3166009" y="113138"/>
                  </a:lnTo>
                  <a:lnTo>
                    <a:pt x="3167067" y="115470"/>
                  </a:lnTo>
                  <a:lnTo>
                    <a:pt x="3168124" y="117612"/>
                  </a:lnTo>
                  <a:lnTo>
                    <a:pt x="3169182" y="119742"/>
                  </a:lnTo>
                  <a:lnTo>
                    <a:pt x="3170240" y="122153"/>
                  </a:lnTo>
                  <a:lnTo>
                    <a:pt x="3171298" y="125055"/>
                  </a:lnTo>
                  <a:lnTo>
                    <a:pt x="3172356" y="128458"/>
                  </a:lnTo>
                  <a:lnTo>
                    <a:pt x="3173414" y="132421"/>
                  </a:lnTo>
                  <a:lnTo>
                    <a:pt x="3174471" y="137036"/>
                  </a:lnTo>
                  <a:lnTo>
                    <a:pt x="3175529" y="142532"/>
                  </a:lnTo>
                  <a:lnTo>
                    <a:pt x="3176587" y="149291"/>
                  </a:lnTo>
                  <a:lnTo>
                    <a:pt x="3177645" y="157463"/>
                  </a:lnTo>
                  <a:lnTo>
                    <a:pt x="3178703" y="167207"/>
                  </a:lnTo>
                  <a:lnTo>
                    <a:pt x="3179761" y="178518"/>
                  </a:lnTo>
                  <a:lnTo>
                    <a:pt x="3180818" y="191164"/>
                  </a:lnTo>
                  <a:lnTo>
                    <a:pt x="3181876" y="204800"/>
                  </a:lnTo>
                  <a:lnTo>
                    <a:pt x="3182934" y="219137"/>
                  </a:lnTo>
                  <a:lnTo>
                    <a:pt x="3183992" y="233955"/>
                  </a:lnTo>
                  <a:lnTo>
                    <a:pt x="3185050" y="249062"/>
                  </a:lnTo>
                  <a:lnTo>
                    <a:pt x="3186108" y="264404"/>
                  </a:lnTo>
                  <a:lnTo>
                    <a:pt x="3187166" y="279814"/>
                  </a:lnTo>
                  <a:lnTo>
                    <a:pt x="3188223" y="295505"/>
                  </a:lnTo>
                  <a:lnTo>
                    <a:pt x="3189281" y="311574"/>
                  </a:lnTo>
                  <a:lnTo>
                    <a:pt x="3190339" y="328110"/>
                  </a:lnTo>
                  <a:lnTo>
                    <a:pt x="3191397" y="345011"/>
                  </a:lnTo>
                  <a:lnTo>
                    <a:pt x="3192455" y="361792"/>
                  </a:lnTo>
                  <a:lnTo>
                    <a:pt x="3193513" y="378002"/>
                  </a:lnTo>
                  <a:lnTo>
                    <a:pt x="3194570" y="393587"/>
                  </a:lnTo>
                  <a:lnTo>
                    <a:pt x="3195628" y="408250"/>
                  </a:lnTo>
                  <a:lnTo>
                    <a:pt x="3196686" y="421794"/>
                  </a:lnTo>
                  <a:lnTo>
                    <a:pt x="3197744" y="434142"/>
                  </a:lnTo>
                  <a:lnTo>
                    <a:pt x="3198802" y="445058"/>
                  </a:lnTo>
                  <a:lnTo>
                    <a:pt x="3199860" y="454701"/>
                  </a:lnTo>
                  <a:lnTo>
                    <a:pt x="3200917" y="463055"/>
                  </a:lnTo>
                  <a:lnTo>
                    <a:pt x="3201975" y="469930"/>
                  </a:lnTo>
                  <a:lnTo>
                    <a:pt x="3203033" y="475762"/>
                  </a:lnTo>
                  <a:lnTo>
                    <a:pt x="3204091" y="480594"/>
                  </a:lnTo>
                  <a:lnTo>
                    <a:pt x="3205149" y="484337"/>
                  </a:lnTo>
                  <a:lnTo>
                    <a:pt x="3206207" y="486808"/>
                  </a:lnTo>
                  <a:lnTo>
                    <a:pt x="3207264" y="488067"/>
                  </a:lnTo>
                  <a:lnTo>
                    <a:pt x="3208322" y="488098"/>
                  </a:lnTo>
                  <a:lnTo>
                    <a:pt x="3209380" y="487003"/>
                  </a:lnTo>
                  <a:lnTo>
                    <a:pt x="3210438" y="484259"/>
                  </a:lnTo>
                  <a:lnTo>
                    <a:pt x="3211496" y="479826"/>
                  </a:lnTo>
                  <a:lnTo>
                    <a:pt x="3212554" y="474176"/>
                  </a:lnTo>
                  <a:lnTo>
                    <a:pt x="3213612" y="467920"/>
                  </a:lnTo>
                  <a:lnTo>
                    <a:pt x="3214669" y="461879"/>
                  </a:lnTo>
                  <a:lnTo>
                    <a:pt x="3215727" y="456238"/>
                  </a:lnTo>
                  <a:lnTo>
                    <a:pt x="3216785" y="451304"/>
                  </a:lnTo>
                  <a:lnTo>
                    <a:pt x="3217843" y="447417"/>
                  </a:lnTo>
                  <a:lnTo>
                    <a:pt x="3218901" y="444128"/>
                  </a:lnTo>
                  <a:lnTo>
                    <a:pt x="3219959" y="440860"/>
                  </a:lnTo>
                  <a:lnTo>
                    <a:pt x="3221016" y="437512"/>
                  </a:lnTo>
                  <a:lnTo>
                    <a:pt x="3222074" y="433741"/>
                  </a:lnTo>
                  <a:lnTo>
                    <a:pt x="3223132" y="429284"/>
                  </a:lnTo>
                  <a:lnTo>
                    <a:pt x="3224190" y="424276"/>
                  </a:lnTo>
                  <a:lnTo>
                    <a:pt x="3225248" y="418851"/>
                  </a:lnTo>
                  <a:lnTo>
                    <a:pt x="3226306" y="413328"/>
                  </a:lnTo>
                  <a:lnTo>
                    <a:pt x="3227363" y="407859"/>
                  </a:lnTo>
                  <a:lnTo>
                    <a:pt x="3228421" y="402286"/>
                  </a:lnTo>
                  <a:lnTo>
                    <a:pt x="3229479" y="396550"/>
                  </a:lnTo>
                  <a:lnTo>
                    <a:pt x="3230537" y="390453"/>
                  </a:lnTo>
                  <a:lnTo>
                    <a:pt x="3231595" y="383990"/>
                  </a:lnTo>
                  <a:lnTo>
                    <a:pt x="3232653" y="376997"/>
                  </a:lnTo>
                  <a:lnTo>
                    <a:pt x="3233710" y="369188"/>
                  </a:lnTo>
                  <a:lnTo>
                    <a:pt x="3234768" y="360883"/>
                  </a:lnTo>
                  <a:lnTo>
                    <a:pt x="3235826" y="352582"/>
                  </a:lnTo>
                  <a:lnTo>
                    <a:pt x="3236884" y="344365"/>
                  </a:lnTo>
                  <a:lnTo>
                    <a:pt x="3237942" y="336572"/>
                  </a:lnTo>
                  <a:lnTo>
                    <a:pt x="3239000" y="329336"/>
                  </a:lnTo>
                  <a:lnTo>
                    <a:pt x="3240058" y="322666"/>
                  </a:lnTo>
                  <a:lnTo>
                    <a:pt x="3241115" y="316372"/>
                  </a:lnTo>
                  <a:lnTo>
                    <a:pt x="3242173" y="310520"/>
                  </a:lnTo>
                  <a:lnTo>
                    <a:pt x="3243231" y="304908"/>
                  </a:lnTo>
                  <a:lnTo>
                    <a:pt x="3244289" y="299543"/>
                  </a:lnTo>
                  <a:lnTo>
                    <a:pt x="3245347" y="294315"/>
                  </a:lnTo>
                  <a:lnTo>
                    <a:pt x="3246405" y="289055"/>
                  </a:lnTo>
                  <a:lnTo>
                    <a:pt x="3247462" y="283789"/>
                  </a:lnTo>
                  <a:lnTo>
                    <a:pt x="3248520" y="278615"/>
                  </a:lnTo>
                  <a:lnTo>
                    <a:pt x="3249578" y="273836"/>
                  </a:lnTo>
                  <a:lnTo>
                    <a:pt x="3250636" y="269671"/>
                  </a:lnTo>
                  <a:lnTo>
                    <a:pt x="3251694" y="266288"/>
                  </a:lnTo>
                  <a:lnTo>
                    <a:pt x="3252752" y="263588"/>
                  </a:lnTo>
                  <a:lnTo>
                    <a:pt x="3253809" y="261549"/>
                  </a:lnTo>
                  <a:lnTo>
                    <a:pt x="3254867" y="260137"/>
                  </a:lnTo>
                  <a:lnTo>
                    <a:pt x="3255925" y="259132"/>
                  </a:lnTo>
                  <a:lnTo>
                    <a:pt x="3256983" y="258323"/>
                  </a:lnTo>
                  <a:lnTo>
                    <a:pt x="3258041" y="257640"/>
                  </a:lnTo>
                  <a:lnTo>
                    <a:pt x="3259099" y="257283"/>
                  </a:lnTo>
                  <a:lnTo>
                    <a:pt x="3260156" y="257300"/>
                  </a:lnTo>
                  <a:lnTo>
                    <a:pt x="3261214" y="257871"/>
                  </a:lnTo>
                  <a:lnTo>
                    <a:pt x="3262272" y="259349"/>
                  </a:lnTo>
                  <a:lnTo>
                    <a:pt x="3263330" y="262052"/>
                  </a:lnTo>
                  <a:lnTo>
                    <a:pt x="3264388" y="266231"/>
                  </a:lnTo>
                  <a:lnTo>
                    <a:pt x="3265446" y="271637"/>
                  </a:lnTo>
                  <a:lnTo>
                    <a:pt x="3266504" y="277808"/>
                  </a:lnTo>
                  <a:lnTo>
                    <a:pt x="3267561" y="284442"/>
                  </a:lnTo>
                  <a:lnTo>
                    <a:pt x="3268619" y="291751"/>
                  </a:lnTo>
                  <a:lnTo>
                    <a:pt x="3269677" y="299382"/>
                  </a:lnTo>
                  <a:lnTo>
                    <a:pt x="3270735" y="306924"/>
                  </a:lnTo>
                  <a:lnTo>
                    <a:pt x="3271793" y="314601"/>
                  </a:lnTo>
                  <a:lnTo>
                    <a:pt x="3272851" y="322976"/>
                  </a:lnTo>
                  <a:lnTo>
                    <a:pt x="3273908" y="332180"/>
                  </a:lnTo>
                  <a:lnTo>
                    <a:pt x="3274966" y="342249"/>
                  </a:lnTo>
                  <a:lnTo>
                    <a:pt x="3276024" y="353126"/>
                  </a:lnTo>
                  <a:lnTo>
                    <a:pt x="3277082" y="364676"/>
                  </a:lnTo>
                  <a:lnTo>
                    <a:pt x="3278140" y="376661"/>
                  </a:lnTo>
                  <a:lnTo>
                    <a:pt x="3279198" y="388746"/>
                  </a:lnTo>
                  <a:lnTo>
                    <a:pt x="3280255" y="400518"/>
                  </a:lnTo>
                  <a:lnTo>
                    <a:pt x="3281313" y="412071"/>
                  </a:lnTo>
                  <a:lnTo>
                    <a:pt x="3282371" y="423496"/>
                  </a:lnTo>
                  <a:lnTo>
                    <a:pt x="3283429" y="434670"/>
                  </a:lnTo>
                  <a:lnTo>
                    <a:pt x="3284487" y="445399"/>
                  </a:lnTo>
                  <a:lnTo>
                    <a:pt x="3285545" y="456077"/>
                  </a:lnTo>
                  <a:lnTo>
                    <a:pt x="3286602" y="467403"/>
                  </a:lnTo>
                  <a:lnTo>
                    <a:pt x="3287660" y="479312"/>
                  </a:lnTo>
                  <a:lnTo>
                    <a:pt x="3288718" y="491508"/>
                  </a:lnTo>
                  <a:lnTo>
                    <a:pt x="3289776" y="504029"/>
                  </a:lnTo>
                  <a:lnTo>
                    <a:pt x="3290834" y="516791"/>
                  </a:lnTo>
                  <a:lnTo>
                    <a:pt x="3291892" y="529847"/>
                  </a:lnTo>
                  <a:lnTo>
                    <a:pt x="3292950" y="543039"/>
                  </a:lnTo>
                  <a:lnTo>
                    <a:pt x="3294007" y="556349"/>
                  </a:lnTo>
                  <a:lnTo>
                    <a:pt x="3295065" y="569586"/>
                  </a:lnTo>
                  <a:lnTo>
                    <a:pt x="3296123" y="582966"/>
                  </a:lnTo>
                  <a:lnTo>
                    <a:pt x="3297181" y="596403"/>
                  </a:lnTo>
                  <a:lnTo>
                    <a:pt x="3298239" y="610050"/>
                  </a:lnTo>
                  <a:lnTo>
                    <a:pt x="3299297" y="624314"/>
                  </a:lnTo>
                  <a:lnTo>
                    <a:pt x="3300354" y="639439"/>
                  </a:lnTo>
                  <a:lnTo>
                    <a:pt x="3301412" y="655544"/>
                  </a:lnTo>
                  <a:lnTo>
                    <a:pt x="3302470" y="672243"/>
                  </a:lnTo>
                  <a:lnTo>
                    <a:pt x="3303528" y="689212"/>
                  </a:lnTo>
                  <a:lnTo>
                    <a:pt x="3304586" y="706072"/>
                  </a:lnTo>
                  <a:lnTo>
                    <a:pt x="3305644" y="722738"/>
                  </a:lnTo>
                  <a:lnTo>
                    <a:pt x="3306701" y="738923"/>
                  </a:lnTo>
                  <a:lnTo>
                    <a:pt x="3307759" y="754060"/>
                  </a:lnTo>
                  <a:lnTo>
                    <a:pt x="3308817" y="768413"/>
                  </a:lnTo>
                  <a:lnTo>
                    <a:pt x="3309875" y="782496"/>
                  </a:lnTo>
                  <a:lnTo>
                    <a:pt x="3310933" y="796587"/>
                  </a:lnTo>
                  <a:lnTo>
                    <a:pt x="3311991" y="810276"/>
                  </a:lnTo>
                  <a:lnTo>
                    <a:pt x="3313048" y="822935"/>
                  </a:lnTo>
                  <a:lnTo>
                    <a:pt x="3314106" y="834248"/>
                  </a:lnTo>
                  <a:lnTo>
                    <a:pt x="3315164" y="843985"/>
                  </a:lnTo>
                  <a:lnTo>
                    <a:pt x="3316222" y="851487"/>
                  </a:lnTo>
                  <a:lnTo>
                    <a:pt x="3317280" y="855956"/>
                  </a:lnTo>
                  <a:lnTo>
                    <a:pt x="3318338" y="857652"/>
                  </a:lnTo>
                  <a:lnTo>
                    <a:pt x="3319396" y="857228"/>
                  </a:lnTo>
                  <a:lnTo>
                    <a:pt x="3320453" y="855485"/>
                  </a:lnTo>
                  <a:lnTo>
                    <a:pt x="3321511" y="852108"/>
                  </a:lnTo>
                  <a:lnTo>
                    <a:pt x="3322569" y="847360"/>
                  </a:lnTo>
                  <a:lnTo>
                    <a:pt x="3323627" y="841954"/>
                  </a:lnTo>
                  <a:lnTo>
                    <a:pt x="3324685" y="835341"/>
                  </a:lnTo>
                  <a:lnTo>
                    <a:pt x="3325743" y="826263"/>
                  </a:lnTo>
                  <a:lnTo>
                    <a:pt x="3326800" y="814499"/>
                  </a:lnTo>
                  <a:lnTo>
                    <a:pt x="3327858" y="800306"/>
                  </a:lnTo>
                  <a:lnTo>
                    <a:pt x="3328916" y="784551"/>
                  </a:lnTo>
                  <a:lnTo>
                    <a:pt x="3329974" y="767466"/>
                  </a:lnTo>
                  <a:lnTo>
                    <a:pt x="3331032" y="748859"/>
                  </a:lnTo>
                  <a:lnTo>
                    <a:pt x="3332090" y="729171"/>
                  </a:lnTo>
                  <a:lnTo>
                    <a:pt x="3333147" y="709362"/>
                  </a:lnTo>
                  <a:lnTo>
                    <a:pt x="3334205" y="689414"/>
                  </a:lnTo>
                  <a:lnTo>
                    <a:pt x="3335263" y="669173"/>
                  </a:lnTo>
                  <a:lnTo>
                    <a:pt x="3336321" y="648540"/>
                  </a:lnTo>
                  <a:lnTo>
                    <a:pt x="3337379" y="627861"/>
                  </a:lnTo>
                  <a:lnTo>
                    <a:pt x="3338437" y="607495"/>
                  </a:lnTo>
                  <a:lnTo>
                    <a:pt x="3339494" y="587566"/>
                  </a:lnTo>
                  <a:lnTo>
                    <a:pt x="3340552" y="568439"/>
                  </a:lnTo>
                  <a:lnTo>
                    <a:pt x="3341610" y="550640"/>
                  </a:lnTo>
                  <a:lnTo>
                    <a:pt x="3342668" y="534297"/>
                  </a:lnTo>
                  <a:lnTo>
                    <a:pt x="3343726" y="519480"/>
                  </a:lnTo>
                  <a:lnTo>
                    <a:pt x="3344784" y="506132"/>
                  </a:lnTo>
                  <a:lnTo>
                    <a:pt x="3345842" y="494094"/>
                  </a:lnTo>
                  <a:lnTo>
                    <a:pt x="3346899" y="483254"/>
                  </a:lnTo>
                  <a:lnTo>
                    <a:pt x="3347957" y="473422"/>
                  </a:lnTo>
                  <a:lnTo>
                    <a:pt x="3349015" y="464290"/>
                  </a:lnTo>
                  <a:lnTo>
                    <a:pt x="3350073" y="455818"/>
                  </a:lnTo>
                  <a:lnTo>
                    <a:pt x="3351131" y="448074"/>
                  </a:lnTo>
                  <a:lnTo>
                    <a:pt x="3352189" y="440850"/>
                  </a:lnTo>
                  <a:lnTo>
                    <a:pt x="3353246" y="433972"/>
                  </a:lnTo>
                  <a:lnTo>
                    <a:pt x="3354304" y="427235"/>
                  </a:lnTo>
                  <a:lnTo>
                    <a:pt x="3355362" y="420843"/>
                  </a:lnTo>
                  <a:lnTo>
                    <a:pt x="3356420" y="414749"/>
                  </a:lnTo>
                  <a:lnTo>
                    <a:pt x="3357478" y="408818"/>
                  </a:lnTo>
                  <a:lnTo>
                    <a:pt x="3358536" y="402983"/>
                  </a:lnTo>
                  <a:lnTo>
                    <a:pt x="3359593" y="397363"/>
                  </a:lnTo>
                  <a:lnTo>
                    <a:pt x="3360651" y="392071"/>
                  </a:lnTo>
                  <a:lnTo>
                    <a:pt x="3361709" y="387236"/>
                  </a:lnTo>
                  <a:lnTo>
                    <a:pt x="3362767" y="382684"/>
                  </a:lnTo>
                  <a:lnTo>
                    <a:pt x="3363825" y="378542"/>
                  </a:lnTo>
                  <a:lnTo>
                    <a:pt x="3364883" y="374914"/>
                  </a:lnTo>
                  <a:lnTo>
                    <a:pt x="3365940" y="372004"/>
                  </a:lnTo>
                  <a:lnTo>
                    <a:pt x="3366998" y="369675"/>
                  </a:lnTo>
                  <a:lnTo>
                    <a:pt x="3368056" y="367914"/>
                  </a:lnTo>
                  <a:lnTo>
                    <a:pt x="3369114" y="366745"/>
                  </a:lnTo>
                  <a:lnTo>
                    <a:pt x="3370172" y="366195"/>
                  </a:lnTo>
                  <a:lnTo>
                    <a:pt x="3371230" y="365924"/>
                  </a:lnTo>
                  <a:lnTo>
                    <a:pt x="3372288" y="365830"/>
                  </a:lnTo>
                  <a:lnTo>
                    <a:pt x="3373345" y="365844"/>
                  </a:lnTo>
                  <a:lnTo>
                    <a:pt x="3374403" y="366099"/>
                  </a:lnTo>
                  <a:lnTo>
                    <a:pt x="3375461" y="366404"/>
                  </a:lnTo>
                  <a:lnTo>
                    <a:pt x="3376519" y="366628"/>
                  </a:lnTo>
                  <a:lnTo>
                    <a:pt x="3377577" y="366849"/>
                  </a:lnTo>
                  <a:lnTo>
                    <a:pt x="3378635" y="367391"/>
                  </a:lnTo>
                  <a:lnTo>
                    <a:pt x="3379692" y="368192"/>
                  </a:lnTo>
                  <a:lnTo>
                    <a:pt x="3380750" y="369191"/>
                  </a:lnTo>
                  <a:lnTo>
                    <a:pt x="3381808" y="369937"/>
                  </a:lnTo>
                  <a:lnTo>
                    <a:pt x="3382866" y="370360"/>
                  </a:lnTo>
                  <a:lnTo>
                    <a:pt x="3383924" y="370618"/>
                  </a:lnTo>
                  <a:lnTo>
                    <a:pt x="3384982" y="370554"/>
                  </a:lnTo>
                  <a:lnTo>
                    <a:pt x="3386039" y="369955"/>
                  </a:lnTo>
                  <a:lnTo>
                    <a:pt x="3387097" y="368743"/>
                  </a:lnTo>
                  <a:lnTo>
                    <a:pt x="3388155" y="366770"/>
                  </a:lnTo>
                  <a:lnTo>
                    <a:pt x="3389213" y="364143"/>
                  </a:lnTo>
                  <a:lnTo>
                    <a:pt x="3390271" y="360756"/>
                  </a:lnTo>
                  <a:lnTo>
                    <a:pt x="3391329" y="356559"/>
                  </a:lnTo>
                  <a:lnTo>
                    <a:pt x="3392386" y="351487"/>
                  </a:lnTo>
                  <a:lnTo>
                    <a:pt x="3393444" y="345450"/>
                  </a:lnTo>
                  <a:lnTo>
                    <a:pt x="3394502" y="338460"/>
                  </a:lnTo>
                  <a:lnTo>
                    <a:pt x="3395560" y="330573"/>
                  </a:lnTo>
                  <a:lnTo>
                    <a:pt x="3396618" y="321782"/>
                  </a:lnTo>
                  <a:lnTo>
                    <a:pt x="3397676" y="312287"/>
                  </a:lnTo>
                  <a:lnTo>
                    <a:pt x="3398734" y="302399"/>
                  </a:lnTo>
                  <a:lnTo>
                    <a:pt x="3399791" y="292150"/>
                  </a:lnTo>
                  <a:lnTo>
                    <a:pt x="3400849" y="281846"/>
                  </a:lnTo>
                  <a:lnTo>
                    <a:pt x="3401907" y="271711"/>
                  </a:lnTo>
                  <a:lnTo>
                    <a:pt x="3402965" y="261905"/>
                  </a:lnTo>
                  <a:lnTo>
                    <a:pt x="3404023" y="252453"/>
                  </a:lnTo>
                  <a:lnTo>
                    <a:pt x="3405081" y="243414"/>
                  </a:lnTo>
                  <a:lnTo>
                    <a:pt x="3406138" y="234713"/>
                  </a:lnTo>
                  <a:lnTo>
                    <a:pt x="3407196" y="226435"/>
                  </a:lnTo>
                  <a:lnTo>
                    <a:pt x="3408254" y="218554"/>
                  </a:lnTo>
                  <a:lnTo>
                    <a:pt x="3409312" y="211206"/>
                  </a:lnTo>
                  <a:lnTo>
                    <a:pt x="3410370" y="204387"/>
                  </a:lnTo>
                  <a:lnTo>
                    <a:pt x="3411428" y="198100"/>
                  </a:lnTo>
                  <a:lnTo>
                    <a:pt x="3412485" y="192218"/>
                  </a:lnTo>
                  <a:lnTo>
                    <a:pt x="3413543" y="186710"/>
                  </a:lnTo>
                  <a:lnTo>
                    <a:pt x="3414601" y="181305"/>
                  </a:lnTo>
                  <a:lnTo>
                    <a:pt x="3415659" y="176113"/>
                  </a:lnTo>
                  <a:lnTo>
                    <a:pt x="3416717" y="170839"/>
                  </a:lnTo>
                  <a:lnTo>
                    <a:pt x="3417775" y="165497"/>
                  </a:lnTo>
                  <a:lnTo>
                    <a:pt x="3418832" y="160082"/>
                  </a:lnTo>
                  <a:lnTo>
                    <a:pt x="3419890" y="154909"/>
                  </a:lnTo>
                  <a:lnTo>
                    <a:pt x="3420948" y="149997"/>
                  </a:lnTo>
                  <a:lnTo>
                    <a:pt x="3422006" y="145348"/>
                  </a:lnTo>
                  <a:lnTo>
                    <a:pt x="3423064" y="140923"/>
                  </a:lnTo>
                  <a:lnTo>
                    <a:pt x="3424122" y="136690"/>
                  </a:lnTo>
                  <a:lnTo>
                    <a:pt x="3425180" y="132495"/>
                  </a:lnTo>
                  <a:lnTo>
                    <a:pt x="3426237" y="128128"/>
                  </a:lnTo>
                  <a:lnTo>
                    <a:pt x="3427295" y="123429"/>
                  </a:lnTo>
                  <a:lnTo>
                    <a:pt x="3428353" y="118402"/>
                  </a:lnTo>
                  <a:lnTo>
                    <a:pt x="3429411" y="113153"/>
                  </a:lnTo>
                  <a:lnTo>
                    <a:pt x="3430469" y="107811"/>
                  </a:lnTo>
                  <a:lnTo>
                    <a:pt x="3431527" y="102351"/>
                  </a:lnTo>
                  <a:lnTo>
                    <a:pt x="3432584" y="97010"/>
                  </a:lnTo>
                  <a:lnTo>
                    <a:pt x="3433642" y="91732"/>
                  </a:lnTo>
                  <a:lnTo>
                    <a:pt x="3434700" y="86631"/>
                  </a:lnTo>
                  <a:lnTo>
                    <a:pt x="3435758" y="81713"/>
                  </a:lnTo>
                  <a:lnTo>
                    <a:pt x="3436816" y="76938"/>
                  </a:lnTo>
                  <a:lnTo>
                    <a:pt x="3437874" y="72452"/>
                  </a:lnTo>
                  <a:lnTo>
                    <a:pt x="3438931" y="68248"/>
                  </a:lnTo>
                  <a:lnTo>
                    <a:pt x="3439989" y="64437"/>
                  </a:lnTo>
                  <a:lnTo>
                    <a:pt x="3441047" y="61168"/>
                  </a:lnTo>
                  <a:lnTo>
                    <a:pt x="3442105" y="58549"/>
                  </a:lnTo>
                  <a:lnTo>
                    <a:pt x="3443163" y="56698"/>
                  </a:lnTo>
                  <a:lnTo>
                    <a:pt x="3444221" y="55662"/>
                  </a:lnTo>
                  <a:lnTo>
                    <a:pt x="3445278" y="55443"/>
                  </a:lnTo>
                  <a:lnTo>
                    <a:pt x="3446336" y="56017"/>
                  </a:lnTo>
                  <a:lnTo>
                    <a:pt x="3447394" y="57301"/>
                  </a:lnTo>
                  <a:lnTo>
                    <a:pt x="3448452" y="59289"/>
                  </a:lnTo>
                  <a:lnTo>
                    <a:pt x="3449510" y="61992"/>
                  </a:lnTo>
                  <a:lnTo>
                    <a:pt x="3450568" y="65264"/>
                  </a:lnTo>
                  <a:lnTo>
                    <a:pt x="3451626" y="68963"/>
                  </a:lnTo>
                  <a:lnTo>
                    <a:pt x="3452683" y="73137"/>
                  </a:lnTo>
                  <a:lnTo>
                    <a:pt x="3453741" y="77670"/>
                  </a:lnTo>
                  <a:lnTo>
                    <a:pt x="3454799" y="82520"/>
                  </a:lnTo>
                  <a:lnTo>
                    <a:pt x="3455857" y="87582"/>
                  </a:lnTo>
                  <a:lnTo>
                    <a:pt x="3456915" y="92786"/>
                  </a:lnTo>
                  <a:lnTo>
                    <a:pt x="3457973" y="98159"/>
                  </a:lnTo>
                  <a:lnTo>
                    <a:pt x="3459030" y="103740"/>
                  </a:lnTo>
                  <a:lnTo>
                    <a:pt x="3460088" y="109596"/>
                  </a:lnTo>
                  <a:lnTo>
                    <a:pt x="3461146" y="115622"/>
                  </a:lnTo>
                  <a:lnTo>
                    <a:pt x="3462204" y="121797"/>
                  </a:lnTo>
                  <a:lnTo>
                    <a:pt x="3463262" y="128195"/>
                  </a:lnTo>
                  <a:lnTo>
                    <a:pt x="3464320" y="134831"/>
                  </a:lnTo>
                  <a:lnTo>
                    <a:pt x="3465377" y="141868"/>
                  </a:lnTo>
                  <a:lnTo>
                    <a:pt x="3466435" y="149435"/>
                  </a:lnTo>
                  <a:lnTo>
                    <a:pt x="3467493" y="157567"/>
                  </a:lnTo>
                  <a:lnTo>
                    <a:pt x="3468551" y="166083"/>
                  </a:lnTo>
                  <a:lnTo>
                    <a:pt x="3469609" y="175106"/>
                  </a:lnTo>
                  <a:lnTo>
                    <a:pt x="3470667" y="184608"/>
                  </a:lnTo>
                  <a:lnTo>
                    <a:pt x="3471724" y="194625"/>
                  </a:lnTo>
                  <a:lnTo>
                    <a:pt x="3472782" y="204963"/>
                  </a:lnTo>
                  <a:lnTo>
                    <a:pt x="3473840" y="215560"/>
                  </a:lnTo>
                  <a:lnTo>
                    <a:pt x="3474898" y="226474"/>
                  </a:lnTo>
                  <a:lnTo>
                    <a:pt x="3475956" y="237845"/>
                  </a:lnTo>
                  <a:lnTo>
                    <a:pt x="3477014" y="249834"/>
                  </a:lnTo>
                  <a:lnTo>
                    <a:pt x="3478072" y="262507"/>
                  </a:lnTo>
                  <a:lnTo>
                    <a:pt x="3479129" y="275773"/>
                  </a:lnTo>
                  <a:lnTo>
                    <a:pt x="3480187" y="289540"/>
                  </a:lnTo>
                  <a:lnTo>
                    <a:pt x="3481245" y="303668"/>
                  </a:lnTo>
                  <a:lnTo>
                    <a:pt x="3482303" y="317903"/>
                  </a:lnTo>
                  <a:lnTo>
                    <a:pt x="3483361" y="331827"/>
                  </a:lnTo>
                  <a:lnTo>
                    <a:pt x="3484419" y="345447"/>
                  </a:lnTo>
                  <a:lnTo>
                    <a:pt x="3485476" y="358731"/>
                  </a:lnTo>
                  <a:lnTo>
                    <a:pt x="3486534" y="371922"/>
                  </a:lnTo>
                  <a:lnTo>
                    <a:pt x="3487592" y="385141"/>
                  </a:lnTo>
                  <a:lnTo>
                    <a:pt x="3488650" y="398714"/>
                  </a:lnTo>
                  <a:lnTo>
                    <a:pt x="3489708" y="412869"/>
                  </a:lnTo>
                  <a:lnTo>
                    <a:pt x="3490766" y="427608"/>
                  </a:lnTo>
                  <a:lnTo>
                    <a:pt x="3491823" y="442840"/>
                  </a:lnTo>
                  <a:lnTo>
                    <a:pt x="3492881" y="458515"/>
                  </a:lnTo>
                  <a:lnTo>
                    <a:pt x="3493939" y="474726"/>
                  </a:lnTo>
                  <a:lnTo>
                    <a:pt x="3494997" y="491617"/>
                  </a:lnTo>
                  <a:lnTo>
                    <a:pt x="3496055" y="509125"/>
                  </a:lnTo>
                  <a:lnTo>
                    <a:pt x="3497113" y="527143"/>
                  </a:lnTo>
                  <a:lnTo>
                    <a:pt x="3498170" y="545567"/>
                  </a:lnTo>
                  <a:lnTo>
                    <a:pt x="3499228" y="564648"/>
                  </a:lnTo>
                  <a:lnTo>
                    <a:pt x="3500286" y="584291"/>
                  </a:lnTo>
                  <a:lnTo>
                    <a:pt x="3501344" y="603994"/>
                  </a:lnTo>
                  <a:lnTo>
                    <a:pt x="3502402" y="623385"/>
                  </a:lnTo>
                  <a:lnTo>
                    <a:pt x="3503460" y="642285"/>
                  </a:lnTo>
                  <a:lnTo>
                    <a:pt x="3504518" y="660466"/>
                  </a:lnTo>
                  <a:lnTo>
                    <a:pt x="3505575" y="677664"/>
                  </a:lnTo>
                  <a:lnTo>
                    <a:pt x="3506633" y="693697"/>
                  </a:lnTo>
                  <a:lnTo>
                    <a:pt x="3507691" y="708452"/>
                  </a:lnTo>
                  <a:lnTo>
                    <a:pt x="3508749" y="721903"/>
                  </a:lnTo>
                  <a:lnTo>
                    <a:pt x="3509807" y="733960"/>
                  </a:lnTo>
                  <a:lnTo>
                    <a:pt x="3510865" y="744577"/>
                  </a:lnTo>
                  <a:lnTo>
                    <a:pt x="3511922" y="754037"/>
                  </a:lnTo>
                  <a:lnTo>
                    <a:pt x="3512980" y="762161"/>
                  </a:lnTo>
                  <a:lnTo>
                    <a:pt x="3514038" y="769187"/>
                  </a:lnTo>
                  <a:lnTo>
                    <a:pt x="3515096" y="775137"/>
                  </a:lnTo>
                  <a:lnTo>
                    <a:pt x="3516154" y="779898"/>
                  </a:lnTo>
                  <a:lnTo>
                    <a:pt x="3517212" y="783349"/>
                  </a:lnTo>
                  <a:lnTo>
                    <a:pt x="3518269" y="784752"/>
                  </a:lnTo>
                  <a:lnTo>
                    <a:pt x="3519327" y="783847"/>
                  </a:lnTo>
                  <a:lnTo>
                    <a:pt x="3520385" y="780218"/>
                  </a:lnTo>
                  <a:lnTo>
                    <a:pt x="3521443" y="773912"/>
                  </a:lnTo>
                  <a:lnTo>
                    <a:pt x="3522501" y="764895"/>
                  </a:lnTo>
                  <a:lnTo>
                    <a:pt x="3523559" y="753078"/>
                  </a:lnTo>
                  <a:lnTo>
                    <a:pt x="3524616" y="738373"/>
                  </a:lnTo>
                  <a:lnTo>
                    <a:pt x="3525674" y="720822"/>
                  </a:lnTo>
                  <a:lnTo>
                    <a:pt x="3526732" y="700646"/>
                  </a:lnTo>
                  <a:lnTo>
                    <a:pt x="3527790" y="678287"/>
                  </a:lnTo>
                  <a:lnTo>
                    <a:pt x="3528848" y="654203"/>
                  </a:lnTo>
                  <a:lnTo>
                    <a:pt x="3529906" y="629175"/>
                  </a:lnTo>
                  <a:lnTo>
                    <a:pt x="3530964" y="603949"/>
                  </a:lnTo>
                  <a:lnTo>
                    <a:pt x="3532021" y="579380"/>
                  </a:lnTo>
                  <a:lnTo>
                    <a:pt x="3533079" y="556006"/>
                  </a:lnTo>
                  <a:lnTo>
                    <a:pt x="3534137" y="534629"/>
                  </a:lnTo>
                  <a:lnTo>
                    <a:pt x="3535195" y="515413"/>
                  </a:lnTo>
                  <a:lnTo>
                    <a:pt x="3536253" y="498753"/>
                  </a:lnTo>
                  <a:lnTo>
                    <a:pt x="3537311" y="484576"/>
                  </a:lnTo>
                  <a:lnTo>
                    <a:pt x="3538368" y="472459"/>
                  </a:lnTo>
                  <a:lnTo>
                    <a:pt x="3539426" y="462209"/>
                  </a:lnTo>
                  <a:lnTo>
                    <a:pt x="3540484" y="453696"/>
                  </a:lnTo>
                  <a:lnTo>
                    <a:pt x="3541542" y="446469"/>
                  </a:lnTo>
                  <a:lnTo>
                    <a:pt x="3542600" y="440193"/>
                  </a:lnTo>
                  <a:lnTo>
                    <a:pt x="3543658" y="434357"/>
                  </a:lnTo>
                  <a:lnTo>
                    <a:pt x="3544715" y="428730"/>
                  </a:lnTo>
                  <a:lnTo>
                    <a:pt x="3545773" y="422918"/>
                  </a:lnTo>
                  <a:lnTo>
                    <a:pt x="3546831" y="416578"/>
                  </a:lnTo>
                  <a:lnTo>
                    <a:pt x="3547889" y="409456"/>
                  </a:lnTo>
                  <a:lnTo>
                    <a:pt x="3548947" y="401574"/>
                  </a:lnTo>
                  <a:lnTo>
                    <a:pt x="3550005" y="392838"/>
                  </a:lnTo>
                  <a:lnTo>
                    <a:pt x="3551062" y="383415"/>
                  </a:lnTo>
                  <a:lnTo>
                    <a:pt x="3552120" y="373363"/>
                  </a:lnTo>
                  <a:lnTo>
                    <a:pt x="3553178" y="362717"/>
                  </a:lnTo>
                  <a:lnTo>
                    <a:pt x="3554236" y="351980"/>
                  </a:lnTo>
                  <a:lnTo>
                    <a:pt x="3555294" y="341406"/>
                  </a:lnTo>
                  <a:lnTo>
                    <a:pt x="3556352" y="331139"/>
                  </a:lnTo>
                  <a:lnTo>
                    <a:pt x="3557410" y="321430"/>
                  </a:lnTo>
                  <a:lnTo>
                    <a:pt x="3558467" y="312423"/>
                  </a:lnTo>
                  <a:lnTo>
                    <a:pt x="3559525" y="304218"/>
                  </a:lnTo>
                  <a:lnTo>
                    <a:pt x="3560583" y="296903"/>
                  </a:lnTo>
                  <a:lnTo>
                    <a:pt x="3561641" y="290389"/>
                  </a:lnTo>
                  <a:lnTo>
                    <a:pt x="3562699" y="284496"/>
                  </a:lnTo>
                  <a:lnTo>
                    <a:pt x="3563757" y="279057"/>
                  </a:lnTo>
                  <a:lnTo>
                    <a:pt x="3564814" y="273857"/>
                  </a:lnTo>
                  <a:lnTo>
                    <a:pt x="3565872" y="268824"/>
                  </a:lnTo>
                  <a:lnTo>
                    <a:pt x="3566930" y="263543"/>
                  </a:lnTo>
                  <a:lnTo>
                    <a:pt x="3567988" y="257806"/>
                  </a:lnTo>
                  <a:lnTo>
                    <a:pt x="3569046" y="251758"/>
                  </a:lnTo>
                  <a:lnTo>
                    <a:pt x="3570104" y="245535"/>
                  </a:lnTo>
                  <a:lnTo>
                    <a:pt x="3571161" y="239191"/>
                  </a:lnTo>
                  <a:lnTo>
                    <a:pt x="3572219" y="232675"/>
                  </a:lnTo>
                  <a:lnTo>
                    <a:pt x="3573277" y="226289"/>
                  </a:lnTo>
                  <a:lnTo>
                    <a:pt x="3574335" y="220274"/>
                  </a:lnTo>
                  <a:lnTo>
                    <a:pt x="3575393" y="214880"/>
                  </a:lnTo>
                  <a:lnTo>
                    <a:pt x="3576451" y="210244"/>
                  </a:lnTo>
                  <a:lnTo>
                    <a:pt x="3577508" y="206311"/>
                  </a:lnTo>
                  <a:lnTo>
                    <a:pt x="3578566" y="203212"/>
                  </a:lnTo>
                  <a:lnTo>
                    <a:pt x="3579624" y="201090"/>
                  </a:lnTo>
                  <a:lnTo>
                    <a:pt x="3580682" y="199930"/>
                  </a:lnTo>
                  <a:lnTo>
                    <a:pt x="3581740" y="199648"/>
                  </a:lnTo>
                  <a:lnTo>
                    <a:pt x="3582798" y="200107"/>
                  </a:lnTo>
                  <a:lnTo>
                    <a:pt x="3583856" y="201135"/>
                  </a:lnTo>
                  <a:lnTo>
                    <a:pt x="3584913" y="202618"/>
                  </a:lnTo>
                  <a:lnTo>
                    <a:pt x="3585971" y="204495"/>
                  </a:lnTo>
                  <a:lnTo>
                    <a:pt x="3587029" y="206739"/>
                  </a:lnTo>
                  <a:lnTo>
                    <a:pt x="3588087" y="209205"/>
                  </a:lnTo>
                  <a:lnTo>
                    <a:pt x="3589145" y="211674"/>
                  </a:lnTo>
                  <a:lnTo>
                    <a:pt x="3590203" y="213949"/>
                  </a:lnTo>
                  <a:lnTo>
                    <a:pt x="3591260" y="215915"/>
                  </a:lnTo>
                  <a:lnTo>
                    <a:pt x="3592318" y="217448"/>
                  </a:lnTo>
                  <a:lnTo>
                    <a:pt x="3593376" y="218575"/>
                  </a:lnTo>
                  <a:lnTo>
                    <a:pt x="3594434" y="219268"/>
                  </a:lnTo>
                  <a:lnTo>
                    <a:pt x="3595492" y="219411"/>
                  </a:lnTo>
                  <a:lnTo>
                    <a:pt x="3596550" y="219153"/>
                  </a:lnTo>
                  <a:lnTo>
                    <a:pt x="3597607" y="218657"/>
                  </a:lnTo>
                  <a:lnTo>
                    <a:pt x="3598665" y="218342"/>
                  </a:lnTo>
                  <a:lnTo>
                    <a:pt x="3599723" y="218374"/>
                  </a:lnTo>
                  <a:lnTo>
                    <a:pt x="3600781" y="218674"/>
                  </a:lnTo>
                  <a:lnTo>
                    <a:pt x="3601839" y="218955"/>
                  </a:lnTo>
                  <a:lnTo>
                    <a:pt x="3602897" y="219080"/>
                  </a:lnTo>
                  <a:lnTo>
                    <a:pt x="3603954" y="219203"/>
                  </a:lnTo>
                  <a:lnTo>
                    <a:pt x="3605012" y="219318"/>
                  </a:lnTo>
                  <a:lnTo>
                    <a:pt x="3606070" y="219337"/>
                  </a:lnTo>
                  <a:lnTo>
                    <a:pt x="3607128" y="219022"/>
                  </a:lnTo>
                  <a:lnTo>
                    <a:pt x="3608186" y="218246"/>
                  </a:lnTo>
                  <a:lnTo>
                    <a:pt x="3609244" y="217154"/>
                  </a:lnTo>
                  <a:lnTo>
                    <a:pt x="3610302" y="215783"/>
                  </a:lnTo>
                  <a:lnTo>
                    <a:pt x="3611359" y="213988"/>
                  </a:lnTo>
                  <a:lnTo>
                    <a:pt x="3612417" y="211487"/>
                  </a:lnTo>
                  <a:lnTo>
                    <a:pt x="3613475" y="208246"/>
                  </a:lnTo>
                  <a:lnTo>
                    <a:pt x="3614533" y="204348"/>
                  </a:lnTo>
                  <a:lnTo>
                    <a:pt x="3615591" y="199855"/>
                  </a:lnTo>
                  <a:lnTo>
                    <a:pt x="3616649" y="194739"/>
                  </a:lnTo>
                  <a:lnTo>
                    <a:pt x="3617706" y="188982"/>
                  </a:lnTo>
                  <a:lnTo>
                    <a:pt x="3618764" y="182606"/>
                  </a:lnTo>
                  <a:lnTo>
                    <a:pt x="3619822" y="176081"/>
                  </a:lnTo>
                  <a:lnTo>
                    <a:pt x="3620880" y="169402"/>
                  </a:lnTo>
                  <a:lnTo>
                    <a:pt x="3621938" y="162518"/>
                  </a:lnTo>
                  <a:lnTo>
                    <a:pt x="3622996" y="155437"/>
                  </a:lnTo>
                  <a:lnTo>
                    <a:pt x="3624053" y="148430"/>
                  </a:lnTo>
                  <a:lnTo>
                    <a:pt x="3625111" y="141584"/>
                  </a:lnTo>
                  <a:lnTo>
                    <a:pt x="3626169" y="134966"/>
                  </a:lnTo>
                  <a:lnTo>
                    <a:pt x="3627227" y="128654"/>
                  </a:lnTo>
                  <a:lnTo>
                    <a:pt x="3628285" y="122700"/>
                  </a:lnTo>
                  <a:lnTo>
                    <a:pt x="3629343" y="116976"/>
                  </a:lnTo>
                  <a:lnTo>
                    <a:pt x="3630400" y="111599"/>
                  </a:lnTo>
                  <a:lnTo>
                    <a:pt x="3631458" y="106615"/>
                  </a:lnTo>
                  <a:lnTo>
                    <a:pt x="3632516" y="102043"/>
                  </a:lnTo>
                  <a:lnTo>
                    <a:pt x="3633574" y="97946"/>
                  </a:lnTo>
                  <a:lnTo>
                    <a:pt x="3634632" y="94361"/>
                  </a:lnTo>
                  <a:lnTo>
                    <a:pt x="3635690" y="91157"/>
                  </a:lnTo>
                  <a:lnTo>
                    <a:pt x="3636748" y="88561"/>
                  </a:lnTo>
                  <a:lnTo>
                    <a:pt x="3637805" y="86718"/>
                  </a:lnTo>
                  <a:lnTo>
                    <a:pt x="3638863" y="85675"/>
                  </a:lnTo>
                  <a:lnTo>
                    <a:pt x="3639921" y="85232"/>
                  </a:lnTo>
                  <a:lnTo>
                    <a:pt x="3640979" y="85388"/>
                  </a:lnTo>
                  <a:lnTo>
                    <a:pt x="3642037" y="86141"/>
                  </a:lnTo>
                  <a:lnTo>
                    <a:pt x="3643095" y="87547"/>
                  </a:lnTo>
                  <a:lnTo>
                    <a:pt x="3644152" y="89701"/>
                  </a:lnTo>
                  <a:lnTo>
                    <a:pt x="3645210" y="92657"/>
                  </a:lnTo>
                  <a:lnTo>
                    <a:pt x="3646268" y="96229"/>
                  </a:lnTo>
                  <a:lnTo>
                    <a:pt x="3647326" y="100379"/>
                  </a:lnTo>
                  <a:lnTo>
                    <a:pt x="3648384" y="105137"/>
                  </a:lnTo>
                  <a:lnTo>
                    <a:pt x="3649442" y="110564"/>
                  </a:lnTo>
                  <a:lnTo>
                    <a:pt x="3650499" y="116552"/>
                  </a:lnTo>
                  <a:lnTo>
                    <a:pt x="3651557" y="122681"/>
                  </a:lnTo>
                  <a:lnTo>
                    <a:pt x="3652615" y="128682"/>
                  </a:lnTo>
                  <a:lnTo>
                    <a:pt x="3653673" y="134481"/>
                  </a:lnTo>
                  <a:lnTo>
                    <a:pt x="3654731" y="140184"/>
                  </a:lnTo>
                  <a:lnTo>
                    <a:pt x="3655789" y="145902"/>
                  </a:lnTo>
                  <a:lnTo>
                    <a:pt x="3656846" y="151515"/>
                  </a:lnTo>
                  <a:lnTo>
                    <a:pt x="3657904" y="156890"/>
                  </a:lnTo>
                  <a:lnTo>
                    <a:pt x="3658962" y="162144"/>
                  </a:lnTo>
                  <a:lnTo>
                    <a:pt x="3660020" y="167330"/>
                  </a:lnTo>
                  <a:lnTo>
                    <a:pt x="3661078" y="172530"/>
                  </a:lnTo>
                  <a:lnTo>
                    <a:pt x="3662136" y="177584"/>
                  </a:lnTo>
                  <a:lnTo>
                    <a:pt x="3663194" y="182489"/>
                  </a:lnTo>
                  <a:lnTo>
                    <a:pt x="3664251" y="187443"/>
                  </a:lnTo>
                  <a:lnTo>
                    <a:pt x="3665309" y="192676"/>
                  </a:lnTo>
                  <a:lnTo>
                    <a:pt x="3666367" y="198304"/>
                  </a:lnTo>
                  <a:lnTo>
                    <a:pt x="3667425" y="204510"/>
                  </a:lnTo>
                  <a:lnTo>
                    <a:pt x="3668483" y="211491"/>
                  </a:lnTo>
                  <a:lnTo>
                    <a:pt x="3669541" y="219472"/>
                  </a:lnTo>
                  <a:lnTo>
                    <a:pt x="3670598" y="228651"/>
                  </a:lnTo>
                  <a:lnTo>
                    <a:pt x="3671656" y="239097"/>
                  </a:lnTo>
                  <a:lnTo>
                    <a:pt x="3672714" y="250677"/>
                  </a:lnTo>
                  <a:lnTo>
                    <a:pt x="3673772" y="263689"/>
                  </a:lnTo>
                  <a:lnTo>
                    <a:pt x="3674830" y="278234"/>
                  </a:lnTo>
                  <a:lnTo>
                    <a:pt x="3675888" y="294458"/>
                  </a:lnTo>
                  <a:lnTo>
                    <a:pt x="3676945" y="312305"/>
                  </a:lnTo>
                  <a:lnTo>
                    <a:pt x="3678003" y="331783"/>
                  </a:lnTo>
                  <a:lnTo>
                    <a:pt x="3679061" y="352787"/>
                  </a:lnTo>
                  <a:lnTo>
                    <a:pt x="3680119" y="375125"/>
                  </a:lnTo>
                  <a:lnTo>
                    <a:pt x="3681177" y="398562"/>
                  </a:lnTo>
                  <a:lnTo>
                    <a:pt x="3682235" y="423190"/>
                  </a:lnTo>
                  <a:lnTo>
                    <a:pt x="3683292" y="448921"/>
                  </a:lnTo>
                  <a:lnTo>
                    <a:pt x="3684350" y="475617"/>
                  </a:lnTo>
                  <a:lnTo>
                    <a:pt x="3685408" y="503056"/>
                  </a:lnTo>
                  <a:lnTo>
                    <a:pt x="3686466" y="530988"/>
                  </a:lnTo>
                  <a:lnTo>
                    <a:pt x="3687524" y="559226"/>
                  </a:lnTo>
                  <a:lnTo>
                    <a:pt x="3688582" y="587774"/>
                  </a:lnTo>
                  <a:lnTo>
                    <a:pt x="3689640" y="616017"/>
                  </a:lnTo>
                  <a:lnTo>
                    <a:pt x="3690697" y="643214"/>
                  </a:lnTo>
                  <a:lnTo>
                    <a:pt x="3691755" y="668864"/>
                  </a:lnTo>
                  <a:lnTo>
                    <a:pt x="3692813" y="692760"/>
                  </a:lnTo>
                  <a:lnTo>
                    <a:pt x="3693871" y="715030"/>
                  </a:lnTo>
                  <a:lnTo>
                    <a:pt x="3694929" y="735725"/>
                  </a:lnTo>
                  <a:lnTo>
                    <a:pt x="3695987" y="754731"/>
                  </a:lnTo>
                  <a:lnTo>
                    <a:pt x="3697044" y="771725"/>
                  </a:lnTo>
                  <a:lnTo>
                    <a:pt x="3698102" y="786560"/>
                  </a:lnTo>
                  <a:lnTo>
                    <a:pt x="3699160" y="799565"/>
                  </a:lnTo>
                  <a:lnTo>
                    <a:pt x="3700218" y="810885"/>
                  </a:lnTo>
                  <a:lnTo>
                    <a:pt x="3701276" y="820789"/>
                  </a:lnTo>
                  <a:lnTo>
                    <a:pt x="3702334" y="829167"/>
                  </a:lnTo>
                  <a:lnTo>
                    <a:pt x="3703391" y="836255"/>
                  </a:lnTo>
                  <a:lnTo>
                    <a:pt x="3704449" y="842784"/>
                  </a:lnTo>
                  <a:lnTo>
                    <a:pt x="3705507" y="849370"/>
                  </a:lnTo>
                  <a:lnTo>
                    <a:pt x="3706565" y="856265"/>
                  </a:lnTo>
                  <a:lnTo>
                    <a:pt x="3707623" y="863254"/>
                  </a:lnTo>
                  <a:lnTo>
                    <a:pt x="3708681" y="869688"/>
                  </a:lnTo>
                  <a:lnTo>
                    <a:pt x="3709738" y="875245"/>
                  </a:lnTo>
                  <a:lnTo>
                    <a:pt x="3710796" y="879609"/>
                  </a:lnTo>
                  <a:lnTo>
                    <a:pt x="3711854" y="882587"/>
                  </a:lnTo>
                  <a:lnTo>
                    <a:pt x="3712912" y="884350"/>
                  </a:lnTo>
                  <a:lnTo>
                    <a:pt x="3713970" y="884852"/>
                  </a:lnTo>
                  <a:lnTo>
                    <a:pt x="3715028" y="884160"/>
                  </a:lnTo>
                  <a:lnTo>
                    <a:pt x="3716086" y="882290"/>
                  </a:lnTo>
                  <a:lnTo>
                    <a:pt x="3717143" y="878923"/>
                  </a:lnTo>
                  <a:lnTo>
                    <a:pt x="3718201" y="874292"/>
                  </a:lnTo>
                  <a:lnTo>
                    <a:pt x="3719259" y="868586"/>
                  </a:lnTo>
                  <a:lnTo>
                    <a:pt x="3720317" y="861525"/>
                  </a:lnTo>
                  <a:lnTo>
                    <a:pt x="3721375" y="853020"/>
                  </a:lnTo>
                  <a:lnTo>
                    <a:pt x="3722433" y="843347"/>
                  </a:lnTo>
                  <a:lnTo>
                    <a:pt x="3723490" y="833047"/>
                  </a:lnTo>
                  <a:lnTo>
                    <a:pt x="3724548" y="822985"/>
                  </a:lnTo>
                  <a:lnTo>
                    <a:pt x="3725606" y="813436"/>
                  </a:lnTo>
                  <a:lnTo>
                    <a:pt x="3726664" y="804461"/>
                  </a:lnTo>
                  <a:lnTo>
                    <a:pt x="3727722" y="796263"/>
                  </a:lnTo>
                  <a:lnTo>
                    <a:pt x="3728780" y="788653"/>
                  </a:lnTo>
                  <a:lnTo>
                    <a:pt x="3729837" y="781747"/>
                  </a:lnTo>
                  <a:lnTo>
                    <a:pt x="3730895" y="775563"/>
                  </a:lnTo>
                  <a:lnTo>
                    <a:pt x="3731953" y="769771"/>
                  </a:lnTo>
                  <a:lnTo>
                    <a:pt x="3733011" y="764247"/>
                  </a:lnTo>
                  <a:lnTo>
                    <a:pt x="3734069" y="758350"/>
                  </a:lnTo>
                  <a:lnTo>
                    <a:pt x="3735127" y="751416"/>
                  </a:lnTo>
                  <a:lnTo>
                    <a:pt x="3736184" y="743521"/>
                  </a:lnTo>
                  <a:lnTo>
                    <a:pt x="3737242" y="734445"/>
                  </a:lnTo>
                  <a:lnTo>
                    <a:pt x="3738300" y="723835"/>
                  </a:lnTo>
                  <a:lnTo>
                    <a:pt x="3739358" y="711576"/>
                  </a:lnTo>
                  <a:lnTo>
                    <a:pt x="3740416" y="697790"/>
                  </a:lnTo>
                  <a:lnTo>
                    <a:pt x="3741474" y="682881"/>
                  </a:lnTo>
                  <a:lnTo>
                    <a:pt x="3742532" y="667386"/>
                  </a:lnTo>
                  <a:lnTo>
                    <a:pt x="3743589" y="651323"/>
                  </a:lnTo>
                  <a:lnTo>
                    <a:pt x="3744647" y="634964"/>
                  </a:lnTo>
                  <a:lnTo>
                    <a:pt x="3745705" y="618102"/>
                  </a:lnTo>
                  <a:lnTo>
                    <a:pt x="3746763" y="600788"/>
                  </a:lnTo>
                  <a:lnTo>
                    <a:pt x="3747821" y="583210"/>
                  </a:lnTo>
                  <a:lnTo>
                    <a:pt x="3748879" y="565575"/>
                  </a:lnTo>
                  <a:lnTo>
                    <a:pt x="3749936" y="548467"/>
                  </a:lnTo>
                  <a:lnTo>
                    <a:pt x="3750994" y="532236"/>
                  </a:lnTo>
                  <a:lnTo>
                    <a:pt x="3752052" y="516954"/>
                  </a:lnTo>
                  <a:lnTo>
                    <a:pt x="3753110" y="502891"/>
                  </a:lnTo>
                  <a:lnTo>
                    <a:pt x="3754168" y="490262"/>
                  </a:lnTo>
                  <a:lnTo>
                    <a:pt x="3755226" y="479053"/>
                  </a:lnTo>
                  <a:lnTo>
                    <a:pt x="3756283" y="469001"/>
                  </a:lnTo>
                  <a:lnTo>
                    <a:pt x="3757341" y="459908"/>
                  </a:lnTo>
                  <a:lnTo>
                    <a:pt x="3758399" y="451432"/>
                  </a:lnTo>
                  <a:lnTo>
                    <a:pt x="3759457" y="443509"/>
                  </a:lnTo>
                  <a:lnTo>
                    <a:pt x="3760515" y="435959"/>
                  </a:lnTo>
                  <a:lnTo>
                    <a:pt x="3761573" y="428976"/>
                  </a:lnTo>
                  <a:lnTo>
                    <a:pt x="3762630" y="422289"/>
                  </a:lnTo>
                  <a:lnTo>
                    <a:pt x="3763688" y="416063"/>
                  </a:lnTo>
                  <a:lnTo>
                    <a:pt x="3764746" y="410151"/>
                  </a:lnTo>
                  <a:lnTo>
                    <a:pt x="3765804" y="404436"/>
                  </a:lnTo>
                  <a:lnTo>
                    <a:pt x="3766862" y="398957"/>
                  </a:lnTo>
                  <a:lnTo>
                    <a:pt x="3767920" y="393704"/>
                  </a:lnTo>
                  <a:lnTo>
                    <a:pt x="3768978" y="388353"/>
                  </a:lnTo>
                  <a:lnTo>
                    <a:pt x="3770035" y="382742"/>
                  </a:lnTo>
                  <a:lnTo>
                    <a:pt x="3771093" y="376670"/>
                  </a:lnTo>
                  <a:lnTo>
                    <a:pt x="3772151" y="370076"/>
                  </a:lnTo>
                  <a:lnTo>
                    <a:pt x="3773209" y="362808"/>
                  </a:lnTo>
                  <a:lnTo>
                    <a:pt x="3774267" y="354858"/>
                  </a:lnTo>
                  <a:lnTo>
                    <a:pt x="3775325" y="346186"/>
                  </a:lnTo>
                  <a:lnTo>
                    <a:pt x="3776382" y="336904"/>
                  </a:lnTo>
                  <a:lnTo>
                    <a:pt x="3777440" y="327130"/>
                  </a:lnTo>
                  <a:lnTo>
                    <a:pt x="3778498" y="317127"/>
                  </a:lnTo>
                  <a:lnTo>
                    <a:pt x="3779556" y="306878"/>
                  </a:lnTo>
                  <a:lnTo>
                    <a:pt x="3780614" y="296530"/>
                  </a:lnTo>
                  <a:lnTo>
                    <a:pt x="3781672" y="286083"/>
                  </a:lnTo>
                  <a:lnTo>
                    <a:pt x="3782729" y="275503"/>
                  </a:lnTo>
                  <a:lnTo>
                    <a:pt x="3783787" y="264816"/>
                  </a:lnTo>
                  <a:lnTo>
                    <a:pt x="3784845" y="254281"/>
                  </a:lnTo>
                  <a:lnTo>
                    <a:pt x="3785903" y="244073"/>
                  </a:lnTo>
                  <a:lnTo>
                    <a:pt x="3786961" y="234687"/>
                  </a:lnTo>
                  <a:lnTo>
                    <a:pt x="3788019" y="226406"/>
                  </a:lnTo>
                  <a:lnTo>
                    <a:pt x="3789076" y="219231"/>
                  </a:lnTo>
                  <a:lnTo>
                    <a:pt x="3790134" y="213407"/>
                  </a:lnTo>
                  <a:lnTo>
                    <a:pt x="3791192" y="209089"/>
                  </a:lnTo>
                  <a:lnTo>
                    <a:pt x="3792250" y="206233"/>
                  </a:lnTo>
                  <a:lnTo>
                    <a:pt x="3793308" y="204551"/>
                  </a:lnTo>
                  <a:lnTo>
                    <a:pt x="3794366" y="203665"/>
                  </a:lnTo>
                  <a:lnTo>
                    <a:pt x="3795424" y="203201"/>
                  </a:lnTo>
                  <a:lnTo>
                    <a:pt x="3796481" y="203040"/>
                  </a:lnTo>
                  <a:lnTo>
                    <a:pt x="3797539" y="202950"/>
                  </a:lnTo>
                  <a:lnTo>
                    <a:pt x="3798597" y="202869"/>
                  </a:lnTo>
                  <a:lnTo>
                    <a:pt x="3799655" y="202695"/>
                  </a:lnTo>
                  <a:lnTo>
                    <a:pt x="3800713" y="202380"/>
                  </a:lnTo>
                  <a:lnTo>
                    <a:pt x="3801771" y="201930"/>
                  </a:lnTo>
                  <a:lnTo>
                    <a:pt x="3802828" y="200956"/>
                  </a:lnTo>
                  <a:lnTo>
                    <a:pt x="3803886" y="199283"/>
                  </a:lnTo>
                  <a:lnTo>
                    <a:pt x="3804944" y="196909"/>
                  </a:lnTo>
                  <a:lnTo>
                    <a:pt x="3806002" y="193553"/>
                  </a:lnTo>
                  <a:lnTo>
                    <a:pt x="3807060" y="189037"/>
                  </a:lnTo>
                  <a:lnTo>
                    <a:pt x="3808118" y="183451"/>
                  </a:lnTo>
                  <a:lnTo>
                    <a:pt x="3809175" y="177106"/>
                  </a:lnTo>
                  <a:lnTo>
                    <a:pt x="3810233" y="170356"/>
                  </a:lnTo>
                  <a:lnTo>
                    <a:pt x="3811291" y="163587"/>
                  </a:lnTo>
                  <a:lnTo>
                    <a:pt x="3812349" y="156900"/>
                  </a:lnTo>
                  <a:lnTo>
                    <a:pt x="3813407" y="150599"/>
                  </a:lnTo>
                  <a:lnTo>
                    <a:pt x="3814465" y="144918"/>
                  </a:lnTo>
                  <a:lnTo>
                    <a:pt x="3815522" y="139931"/>
                  </a:lnTo>
                  <a:lnTo>
                    <a:pt x="3816580" y="135396"/>
                  </a:lnTo>
                  <a:lnTo>
                    <a:pt x="3817638" y="131209"/>
                  </a:lnTo>
                  <a:lnTo>
                    <a:pt x="3818696" y="127242"/>
                  </a:lnTo>
                  <a:lnTo>
                    <a:pt x="3819754" y="123309"/>
                  </a:lnTo>
                  <a:lnTo>
                    <a:pt x="3820812" y="119361"/>
                  </a:lnTo>
                  <a:lnTo>
                    <a:pt x="3821870" y="115453"/>
                  </a:lnTo>
                  <a:lnTo>
                    <a:pt x="3822927" y="111748"/>
                  </a:lnTo>
                  <a:lnTo>
                    <a:pt x="3823985" y="108371"/>
                  </a:lnTo>
                  <a:lnTo>
                    <a:pt x="3825043" y="105316"/>
                  </a:lnTo>
                  <a:lnTo>
                    <a:pt x="3826101" y="102748"/>
                  </a:lnTo>
                  <a:lnTo>
                    <a:pt x="3827159" y="100742"/>
                  </a:lnTo>
                  <a:lnTo>
                    <a:pt x="3828217" y="99462"/>
                  </a:lnTo>
                  <a:lnTo>
                    <a:pt x="3829274" y="98879"/>
                  </a:lnTo>
                  <a:lnTo>
                    <a:pt x="3830332" y="98667"/>
                  </a:lnTo>
                  <a:lnTo>
                    <a:pt x="3831390" y="98698"/>
                  </a:lnTo>
                  <a:lnTo>
                    <a:pt x="3832448" y="99121"/>
                  </a:lnTo>
                  <a:lnTo>
                    <a:pt x="3833506" y="99885"/>
                  </a:lnTo>
                  <a:lnTo>
                    <a:pt x="3834564" y="101183"/>
                  </a:lnTo>
                  <a:lnTo>
                    <a:pt x="3835621" y="103121"/>
                  </a:lnTo>
                  <a:lnTo>
                    <a:pt x="3836679" y="105707"/>
                  </a:lnTo>
                  <a:lnTo>
                    <a:pt x="3837737" y="108936"/>
                  </a:lnTo>
                  <a:lnTo>
                    <a:pt x="3838795" y="112791"/>
                  </a:lnTo>
                  <a:lnTo>
                    <a:pt x="3839853" y="117024"/>
                  </a:lnTo>
                  <a:lnTo>
                    <a:pt x="3840911" y="121553"/>
                  </a:lnTo>
                  <a:lnTo>
                    <a:pt x="3841968" y="126224"/>
                  </a:lnTo>
                  <a:lnTo>
                    <a:pt x="3843026" y="130779"/>
                  </a:lnTo>
                  <a:lnTo>
                    <a:pt x="3844084" y="135018"/>
                  </a:lnTo>
                  <a:lnTo>
                    <a:pt x="3845142" y="138855"/>
                  </a:lnTo>
                  <a:lnTo>
                    <a:pt x="3846200" y="142472"/>
                  </a:lnTo>
                  <a:lnTo>
                    <a:pt x="3847258" y="146103"/>
                  </a:lnTo>
                  <a:lnTo>
                    <a:pt x="3848316" y="149950"/>
                  </a:lnTo>
                  <a:lnTo>
                    <a:pt x="3849373" y="154195"/>
                  </a:lnTo>
                  <a:lnTo>
                    <a:pt x="3850431" y="158988"/>
                  </a:lnTo>
                  <a:lnTo>
                    <a:pt x="3851489" y="164557"/>
                  </a:lnTo>
                  <a:lnTo>
                    <a:pt x="3852547" y="170989"/>
                  </a:lnTo>
                  <a:lnTo>
                    <a:pt x="3853605" y="178311"/>
                  </a:lnTo>
                  <a:lnTo>
                    <a:pt x="3854663" y="186340"/>
                  </a:lnTo>
                  <a:lnTo>
                    <a:pt x="3855720" y="195017"/>
                  </a:lnTo>
                  <a:lnTo>
                    <a:pt x="3856778" y="204256"/>
                  </a:lnTo>
                  <a:lnTo>
                    <a:pt x="3857836" y="213975"/>
                  </a:lnTo>
                  <a:lnTo>
                    <a:pt x="3858894" y="224291"/>
                  </a:lnTo>
                  <a:lnTo>
                    <a:pt x="3859952" y="235328"/>
                  </a:lnTo>
                  <a:lnTo>
                    <a:pt x="3861010" y="247129"/>
                  </a:lnTo>
                  <a:lnTo>
                    <a:pt x="3862067" y="259645"/>
                  </a:lnTo>
                  <a:lnTo>
                    <a:pt x="3863125" y="272743"/>
                  </a:lnTo>
                  <a:lnTo>
                    <a:pt x="3864183" y="286281"/>
                  </a:lnTo>
                  <a:lnTo>
                    <a:pt x="3865241" y="300266"/>
                  </a:lnTo>
                  <a:lnTo>
                    <a:pt x="3866299" y="314527"/>
                  </a:lnTo>
                  <a:lnTo>
                    <a:pt x="3867357" y="328766"/>
                  </a:lnTo>
                  <a:lnTo>
                    <a:pt x="3868414" y="343081"/>
                  </a:lnTo>
                  <a:lnTo>
                    <a:pt x="3869472" y="357786"/>
                  </a:lnTo>
                  <a:lnTo>
                    <a:pt x="3870530" y="373218"/>
                  </a:lnTo>
                  <a:lnTo>
                    <a:pt x="3871588" y="389839"/>
                  </a:lnTo>
                  <a:lnTo>
                    <a:pt x="3872646" y="407925"/>
                  </a:lnTo>
                  <a:lnTo>
                    <a:pt x="3873704" y="427568"/>
                  </a:lnTo>
                  <a:lnTo>
                    <a:pt x="3874762" y="448910"/>
                  </a:lnTo>
                  <a:lnTo>
                    <a:pt x="3875819" y="471762"/>
                  </a:lnTo>
                  <a:lnTo>
                    <a:pt x="3876877" y="495902"/>
                  </a:lnTo>
                  <a:lnTo>
                    <a:pt x="3877935" y="521231"/>
                  </a:lnTo>
                  <a:lnTo>
                    <a:pt x="3878993" y="547468"/>
                  </a:lnTo>
                  <a:lnTo>
                    <a:pt x="3880051" y="574346"/>
                  </a:lnTo>
                  <a:lnTo>
                    <a:pt x="3881109" y="601602"/>
                  </a:lnTo>
                  <a:lnTo>
                    <a:pt x="3882166" y="628988"/>
                  </a:lnTo>
                  <a:lnTo>
                    <a:pt x="3883224" y="656894"/>
                  </a:lnTo>
                  <a:lnTo>
                    <a:pt x="3884282" y="685340"/>
                  </a:lnTo>
                  <a:lnTo>
                    <a:pt x="3885340" y="713951"/>
                  </a:lnTo>
                  <a:lnTo>
                    <a:pt x="3886398" y="742582"/>
                  </a:lnTo>
                  <a:lnTo>
                    <a:pt x="3887456" y="770675"/>
                  </a:lnTo>
                  <a:lnTo>
                    <a:pt x="3888513" y="797678"/>
                  </a:lnTo>
                  <a:lnTo>
                    <a:pt x="3889571" y="823137"/>
                  </a:lnTo>
                  <a:lnTo>
                    <a:pt x="3890629" y="846170"/>
                  </a:lnTo>
                  <a:lnTo>
                    <a:pt x="3891687" y="865969"/>
                  </a:lnTo>
                  <a:lnTo>
                    <a:pt x="3892745" y="882202"/>
                  </a:lnTo>
                  <a:lnTo>
                    <a:pt x="3893803" y="894185"/>
                  </a:lnTo>
                  <a:lnTo>
                    <a:pt x="3894860" y="902314"/>
                  </a:lnTo>
                  <a:lnTo>
                    <a:pt x="3895918" y="907122"/>
                  </a:lnTo>
                  <a:lnTo>
                    <a:pt x="3896976" y="909176"/>
                  </a:lnTo>
                  <a:lnTo>
                    <a:pt x="3898034" y="909451"/>
                  </a:lnTo>
                  <a:lnTo>
                    <a:pt x="3899092" y="908212"/>
                  </a:lnTo>
                  <a:lnTo>
                    <a:pt x="3900150" y="905871"/>
                  </a:lnTo>
                  <a:lnTo>
                    <a:pt x="3901208" y="902624"/>
                  </a:lnTo>
                  <a:lnTo>
                    <a:pt x="3902265" y="898464"/>
                  </a:lnTo>
                  <a:lnTo>
                    <a:pt x="3903323" y="893322"/>
                  </a:lnTo>
                  <a:lnTo>
                    <a:pt x="3904381" y="887398"/>
                  </a:lnTo>
                  <a:lnTo>
                    <a:pt x="3905439" y="881152"/>
                  </a:lnTo>
                  <a:lnTo>
                    <a:pt x="3906497" y="875150"/>
                  </a:lnTo>
                  <a:lnTo>
                    <a:pt x="3907555" y="870247"/>
                  </a:lnTo>
                  <a:lnTo>
                    <a:pt x="3908612" y="867396"/>
                  </a:lnTo>
                  <a:lnTo>
                    <a:pt x="3909670" y="867373"/>
                  </a:lnTo>
                  <a:lnTo>
                    <a:pt x="3910728" y="870180"/>
                  </a:lnTo>
                  <a:lnTo>
                    <a:pt x="3911786" y="875672"/>
                  </a:lnTo>
                  <a:lnTo>
                    <a:pt x="3912844" y="883382"/>
                  </a:lnTo>
                  <a:lnTo>
                    <a:pt x="3913902" y="892418"/>
                  </a:lnTo>
                  <a:lnTo>
                    <a:pt x="3914959" y="902188"/>
                  </a:lnTo>
                  <a:lnTo>
                    <a:pt x="3916017" y="911844"/>
                  </a:lnTo>
                  <a:lnTo>
                    <a:pt x="3917075" y="920884"/>
                  </a:lnTo>
                  <a:lnTo>
                    <a:pt x="3918133" y="928965"/>
                  </a:lnTo>
                  <a:lnTo>
                    <a:pt x="3919191" y="936153"/>
                  </a:lnTo>
                  <a:lnTo>
                    <a:pt x="3920249" y="942425"/>
                  </a:lnTo>
                  <a:lnTo>
                    <a:pt x="3921306" y="948002"/>
                  </a:lnTo>
                  <a:lnTo>
                    <a:pt x="3922364" y="952883"/>
                  </a:lnTo>
                  <a:lnTo>
                    <a:pt x="3923422" y="957001"/>
                  </a:lnTo>
                  <a:lnTo>
                    <a:pt x="3924480" y="959869"/>
                  </a:lnTo>
                  <a:lnTo>
                    <a:pt x="3925538" y="961439"/>
                  </a:lnTo>
                  <a:lnTo>
                    <a:pt x="3926596" y="961677"/>
                  </a:lnTo>
                  <a:lnTo>
                    <a:pt x="3927654" y="960297"/>
                  </a:lnTo>
                  <a:lnTo>
                    <a:pt x="3928711" y="957293"/>
                  </a:lnTo>
                  <a:lnTo>
                    <a:pt x="3929769" y="952965"/>
                  </a:lnTo>
                  <a:lnTo>
                    <a:pt x="3930827" y="946901"/>
                  </a:lnTo>
                  <a:lnTo>
                    <a:pt x="3931885" y="938964"/>
                  </a:lnTo>
                  <a:lnTo>
                    <a:pt x="3932943" y="929403"/>
                  </a:lnTo>
                  <a:lnTo>
                    <a:pt x="3934001" y="917738"/>
                  </a:lnTo>
                  <a:lnTo>
                    <a:pt x="3935058" y="903627"/>
                  </a:lnTo>
                  <a:lnTo>
                    <a:pt x="3936116" y="887457"/>
                  </a:lnTo>
                  <a:lnTo>
                    <a:pt x="3937174" y="868998"/>
                  </a:lnTo>
                  <a:lnTo>
                    <a:pt x="3938232" y="848263"/>
                  </a:lnTo>
                  <a:lnTo>
                    <a:pt x="3939290" y="825642"/>
                  </a:lnTo>
                  <a:lnTo>
                    <a:pt x="3940348" y="801694"/>
                  </a:lnTo>
                  <a:lnTo>
                    <a:pt x="3941405" y="777067"/>
                  </a:lnTo>
                  <a:lnTo>
                    <a:pt x="3942463" y="752704"/>
                  </a:lnTo>
                  <a:lnTo>
                    <a:pt x="3943521" y="729631"/>
                  </a:lnTo>
                  <a:lnTo>
                    <a:pt x="3944579" y="708385"/>
                  </a:lnTo>
                  <a:lnTo>
                    <a:pt x="3945637" y="689418"/>
                  </a:lnTo>
                  <a:lnTo>
                    <a:pt x="3946695" y="673587"/>
                  </a:lnTo>
                  <a:lnTo>
                    <a:pt x="3947752" y="661020"/>
                  </a:lnTo>
                  <a:lnTo>
                    <a:pt x="3948810" y="651611"/>
                  </a:lnTo>
                  <a:lnTo>
                    <a:pt x="3949868" y="645460"/>
                  </a:lnTo>
                  <a:lnTo>
                    <a:pt x="3950926" y="642471"/>
                  </a:lnTo>
                  <a:lnTo>
                    <a:pt x="3951984" y="642229"/>
                  </a:lnTo>
                  <a:lnTo>
                    <a:pt x="3953042" y="644486"/>
                  </a:lnTo>
                  <a:lnTo>
                    <a:pt x="3954099" y="649068"/>
                  </a:lnTo>
                  <a:lnTo>
                    <a:pt x="3955157" y="655623"/>
                  </a:lnTo>
                  <a:lnTo>
                    <a:pt x="3956215" y="663574"/>
                  </a:lnTo>
                  <a:lnTo>
                    <a:pt x="3957273" y="672224"/>
                  </a:lnTo>
                  <a:lnTo>
                    <a:pt x="3958331" y="680497"/>
                  </a:lnTo>
                  <a:lnTo>
                    <a:pt x="3959389" y="687393"/>
                  </a:lnTo>
                  <a:lnTo>
                    <a:pt x="3960447" y="692088"/>
                  </a:lnTo>
                  <a:lnTo>
                    <a:pt x="3961504" y="693880"/>
                  </a:lnTo>
                  <a:lnTo>
                    <a:pt x="3962562" y="692166"/>
                  </a:lnTo>
                  <a:lnTo>
                    <a:pt x="3963620" y="686734"/>
                  </a:lnTo>
                  <a:lnTo>
                    <a:pt x="3964678" y="677628"/>
                  </a:lnTo>
                  <a:lnTo>
                    <a:pt x="3965736" y="665176"/>
                  </a:lnTo>
                  <a:lnTo>
                    <a:pt x="3966794" y="649807"/>
                  </a:lnTo>
                  <a:lnTo>
                    <a:pt x="3967851" y="632241"/>
                  </a:lnTo>
                  <a:lnTo>
                    <a:pt x="3968909" y="613222"/>
                  </a:lnTo>
                  <a:lnTo>
                    <a:pt x="3969967" y="593424"/>
                  </a:lnTo>
                  <a:lnTo>
                    <a:pt x="3971025" y="573518"/>
                  </a:lnTo>
                  <a:lnTo>
                    <a:pt x="3972083" y="554166"/>
                  </a:lnTo>
                  <a:lnTo>
                    <a:pt x="3973141" y="535793"/>
                  </a:lnTo>
                  <a:lnTo>
                    <a:pt x="3974198" y="518638"/>
                  </a:lnTo>
                  <a:lnTo>
                    <a:pt x="3975256" y="502861"/>
                  </a:lnTo>
                  <a:lnTo>
                    <a:pt x="3976314" y="488515"/>
                  </a:lnTo>
                  <a:lnTo>
                    <a:pt x="3977372" y="475568"/>
                  </a:lnTo>
                  <a:lnTo>
                    <a:pt x="3978430" y="463784"/>
                  </a:lnTo>
                  <a:lnTo>
                    <a:pt x="3979488" y="453133"/>
                  </a:lnTo>
                  <a:lnTo>
                    <a:pt x="3980545" y="443628"/>
                  </a:lnTo>
                  <a:lnTo>
                    <a:pt x="3981603" y="435257"/>
                  </a:lnTo>
                  <a:lnTo>
                    <a:pt x="3982661" y="428212"/>
                  </a:lnTo>
                  <a:lnTo>
                    <a:pt x="3983719" y="422523"/>
                  </a:lnTo>
                  <a:lnTo>
                    <a:pt x="3984777" y="418234"/>
                  </a:lnTo>
                  <a:lnTo>
                    <a:pt x="3985835" y="415119"/>
                  </a:lnTo>
                  <a:lnTo>
                    <a:pt x="3986893" y="413229"/>
                  </a:lnTo>
                  <a:lnTo>
                    <a:pt x="3987950" y="412538"/>
                  </a:lnTo>
                  <a:lnTo>
                    <a:pt x="3989008" y="412750"/>
                  </a:lnTo>
                  <a:lnTo>
                    <a:pt x="3990066" y="413868"/>
                  </a:lnTo>
                  <a:lnTo>
                    <a:pt x="3991124" y="415880"/>
                  </a:lnTo>
                  <a:lnTo>
                    <a:pt x="3992182" y="418789"/>
                  </a:lnTo>
                  <a:lnTo>
                    <a:pt x="3993240" y="422439"/>
                  </a:lnTo>
                  <a:lnTo>
                    <a:pt x="3994297" y="426857"/>
                  </a:lnTo>
                  <a:lnTo>
                    <a:pt x="3995355" y="431862"/>
                  </a:lnTo>
                  <a:lnTo>
                    <a:pt x="3996413" y="437287"/>
                  </a:lnTo>
                  <a:lnTo>
                    <a:pt x="3997471" y="442981"/>
                  </a:lnTo>
                  <a:lnTo>
                    <a:pt x="3998529" y="448667"/>
                  </a:lnTo>
                  <a:lnTo>
                    <a:pt x="3999587" y="453940"/>
                  </a:lnTo>
                  <a:lnTo>
                    <a:pt x="4000644" y="458564"/>
                  </a:lnTo>
                  <a:lnTo>
                    <a:pt x="4001702" y="462286"/>
                  </a:lnTo>
                  <a:lnTo>
                    <a:pt x="4002760" y="464390"/>
                  </a:lnTo>
                  <a:lnTo>
                    <a:pt x="4003818" y="464264"/>
                  </a:lnTo>
                  <a:lnTo>
                    <a:pt x="4004876" y="462083"/>
                  </a:lnTo>
                  <a:lnTo>
                    <a:pt x="4005934" y="457732"/>
                  </a:lnTo>
                  <a:lnTo>
                    <a:pt x="4006991" y="451000"/>
                  </a:lnTo>
                  <a:lnTo>
                    <a:pt x="4008049" y="442082"/>
                  </a:lnTo>
                  <a:lnTo>
                    <a:pt x="4009107" y="431748"/>
                  </a:lnTo>
                  <a:lnTo>
                    <a:pt x="4010165" y="420553"/>
                  </a:lnTo>
                  <a:lnTo>
                    <a:pt x="4011223" y="409243"/>
                  </a:lnTo>
                  <a:lnTo>
                    <a:pt x="4012281" y="398122"/>
                  </a:lnTo>
                  <a:lnTo>
                    <a:pt x="4013339" y="387567"/>
                  </a:lnTo>
                  <a:lnTo>
                    <a:pt x="4014396" y="377979"/>
                  </a:lnTo>
                  <a:lnTo>
                    <a:pt x="4015454" y="369269"/>
                  </a:lnTo>
                  <a:lnTo>
                    <a:pt x="4016512" y="361476"/>
                  </a:lnTo>
                  <a:lnTo>
                    <a:pt x="4017570" y="354802"/>
                  </a:lnTo>
                  <a:lnTo>
                    <a:pt x="4018628" y="349556"/>
                  </a:lnTo>
                  <a:lnTo>
                    <a:pt x="4019686" y="346217"/>
                  </a:lnTo>
                  <a:lnTo>
                    <a:pt x="4020743" y="344573"/>
                  </a:lnTo>
                  <a:lnTo>
                    <a:pt x="4021801" y="344541"/>
                  </a:lnTo>
                  <a:lnTo>
                    <a:pt x="4022859" y="346235"/>
                  </a:lnTo>
                  <a:lnTo>
                    <a:pt x="4023917" y="349404"/>
                  </a:lnTo>
                  <a:lnTo>
                    <a:pt x="4024975" y="353317"/>
                  </a:lnTo>
                  <a:lnTo>
                    <a:pt x="4026033" y="357431"/>
                  </a:lnTo>
                  <a:lnTo>
                    <a:pt x="4027090" y="361238"/>
                  </a:lnTo>
                  <a:lnTo>
                    <a:pt x="4028148" y="364489"/>
                  </a:lnTo>
                  <a:lnTo>
                    <a:pt x="4029206" y="367012"/>
                  </a:lnTo>
                  <a:lnTo>
                    <a:pt x="4030264" y="368638"/>
                  </a:lnTo>
                  <a:lnTo>
                    <a:pt x="4031322" y="369714"/>
                  </a:lnTo>
                  <a:lnTo>
                    <a:pt x="4032380" y="370461"/>
                  </a:lnTo>
                  <a:lnTo>
                    <a:pt x="4033437" y="371148"/>
                  </a:lnTo>
                  <a:lnTo>
                    <a:pt x="4034495" y="372016"/>
                  </a:lnTo>
                  <a:lnTo>
                    <a:pt x="4035553" y="372896"/>
                  </a:lnTo>
                  <a:lnTo>
                    <a:pt x="4036611" y="373975"/>
                  </a:lnTo>
                  <a:lnTo>
                    <a:pt x="4037669" y="375374"/>
                  </a:lnTo>
                  <a:lnTo>
                    <a:pt x="4038727" y="377244"/>
                  </a:lnTo>
                  <a:lnTo>
                    <a:pt x="4039785" y="379702"/>
                  </a:lnTo>
                  <a:lnTo>
                    <a:pt x="4040842" y="383097"/>
                  </a:lnTo>
                  <a:lnTo>
                    <a:pt x="4041900" y="387562"/>
                  </a:lnTo>
                  <a:lnTo>
                    <a:pt x="4042958" y="393260"/>
                  </a:lnTo>
                  <a:lnTo>
                    <a:pt x="4044016" y="400316"/>
                  </a:lnTo>
                  <a:lnTo>
                    <a:pt x="4045074" y="408666"/>
                  </a:lnTo>
                  <a:lnTo>
                    <a:pt x="4046132" y="418238"/>
                  </a:lnTo>
                  <a:lnTo>
                    <a:pt x="4047189" y="428807"/>
                  </a:lnTo>
                  <a:lnTo>
                    <a:pt x="4048247" y="440061"/>
                  </a:lnTo>
                  <a:lnTo>
                    <a:pt x="4049305" y="451613"/>
                  </a:lnTo>
                  <a:lnTo>
                    <a:pt x="4050363" y="463164"/>
                  </a:lnTo>
                  <a:lnTo>
                    <a:pt x="4051421" y="474611"/>
                  </a:lnTo>
                  <a:lnTo>
                    <a:pt x="4052479" y="485879"/>
                  </a:lnTo>
                  <a:lnTo>
                    <a:pt x="4053536" y="496942"/>
                  </a:lnTo>
                  <a:lnTo>
                    <a:pt x="4054594" y="507859"/>
                  </a:lnTo>
                  <a:lnTo>
                    <a:pt x="4055652" y="519159"/>
                  </a:lnTo>
                  <a:lnTo>
                    <a:pt x="4056710" y="531318"/>
                  </a:lnTo>
                  <a:lnTo>
                    <a:pt x="4057768" y="544486"/>
                  </a:lnTo>
                  <a:lnTo>
                    <a:pt x="4058826" y="558861"/>
                  </a:lnTo>
                  <a:lnTo>
                    <a:pt x="4059883" y="574829"/>
                  </a:lnTo>
                  <a:lnTo>
                    <a:pt x="4060941" y="592573"/>
                  </a:lnTo>
                  <a:lnTo>
                    <a:pt x="4061999" y="611860"/>
                  </a:lnTo>
                  <a:lnTo>
                    <a:pt x="4063057" y="632567"/>
                  </a:lnTo>
                  <a:lnTo>
                    <a:pt x="4064115" y="654518"/>
                  </a:lnTo>
                  <a:lnTo>
                    <a:pt x="4065173" y="677924"/>
                  </a:lnTo>
                  <a:lnTo>
                    <a:pt x="4066231" y="702762"/>
                  </a:lnTo>
                  <a:lnTo>
                    <a:pt x="4067288" y="728811"/>
                  </a:lnTo>
                  <a:lnTo>
                    <a:pt x="4068346" y="756450"/>
                  </a:lnTo>
                  <a:lnTo>
                    <a:pt x="4069404" y="785961"/>
                  </a:lnTo>
                  <a:lnTo>
                    <a:pt x="4070462" y="817283"/>
                  </a:lnTo>
                  <a:lnTo>
                    <a:pt x="4071520" y="849898"/>
                  </a:lnTo>
                  <a:lnTo>
                    <a:pt x="4072578" y="882871"/>
                  </a:lnTo>
                  <a:lnTo>
                    <a:pt x="4073635" y="916173"/>
                  </a:lnTo>
                  <a:lnTo>
                    <a:pt x="4074693" y="949682"/>
                  </a:lnTo>
                  <a:lnTo>
                    <a:pt x="4075751" y="982539"/>
                  </a:lnTo>
                  <a:lnTo>
                    <a:pt x="4076809" y="1014614"/>
                  </a:lnTo>
                  <a:lnTo>
                    <a:pt x="4077867" y="1046883"/>
                  </a:lnTo>
                  <a:lnTo>
                    <a:pt x="4078925" y="1080210"/>
                  </a:lnTo>
                  <a:lnTo>
                    <a:pt x="4079982" y="1115365"/>
                  </a:lnTo>
                  <a:lnTo>
                    <a:pt x="4081040" y="1152691"/>
                  </a:lnTo>
                  <a:lnTo>
                    <a:pt x="4082098" y="1192657"/>
                  </a:lnTo>
                  <a:lnTo>
                    <a:pt x="4083156" y="1236162"/>
                  </a:lnTo>
                  <a:lnTo>
                    <a:pt x="4084214" y="1282921"/>
                  </a:lnTo>
                  <a:lnTo>
                    <a:pt x="4085272" y="1332575"/>
                  </a:lnTo>
                  <a:lnTo>
                    <a:pt x="4086329" y="1384499"/>
                  </a:lnTo>
                  <a:lnTo>
                    <a:pt x="4087387" y="1438280"/>
                  </a:lnTo>
                  <a:lnTo>
                    <a:pt x="4088445" y="1494076"/>
                  </a:lnTo>
                  <a:lnTo>
                    <a:pt x="4089503" y="1550862"/>
                  </a:lnTo>
                  <a:lnTo>
                    <a:pt x="4090561" y="1606974"/>
                  </a:lnTo>
                  <a:lnTo>
                    <a:pt x="4091619" y="1661702"/>
                  </a:lnTo>
                  <a:lnTo>
                    <a:pt x="4092677" y="1712346"/>
                  </a:lnTo>
                  <a:lnTo>
                    <a:pt x="4093734" y="1755200"/>
                  </a:lnTo>
                  <a:lnTo>
                    <a:pt x="4094792" y="1786480"/>
                  </a:lnTo>
                  <a:lnTo>
                    <a:pt x="4095850" y="1802604"/>
                  </a:lnTo>
                  <a:lnTo>
                    <a:pt x="4096908" y="1800963"/>
                  </a:lnTo>
                  <a:lnTo>
                    <a:pt x="4097966" y="1782432"/>
                  </a:lnTo>
                  <a:lnTo>
                    <a:pt x="4099024" y="1750323"/>
                  </a:lnTo>
                  <a:lnTo>
                    <a:pt x="4100081" y="1708822"/>
                  </a:lnTo>
                  <a:lnTo>
                    <a:pt x="4101139" y="1661903"/>
                  </a:lnTo>
                  <a:lnTo>
                    <a:pt x="4102197" y="1613494"/>
                  </a:lnTo>
                  <a:lnTo>
                    <a:pt x="4103255" y="1566711"/>
                  </a:lnTo>
                  <a:lnTo>
                    <a:pt x="4104313" y="1523165"/>
                  </a:lnTo>
                  <a:lnTo>
                    <a:pt x="4105371" y="1483877"/>
                  </a:lnTo>
                  <a:lnTo>
                    <a:pt x="4106428" y="1448516"/>
                  </a:lnTo>
                  <a:lnTo>
                    <a:pt x="4107486" y="1416293"/>
                  </a:lnTo>
                  <a:lnTo>
                    <a:pt x="4108544" y="1387308"/>
                  </a:lnTo>
                  <a:lnTo>
                    <a:pt x="4109602" y="1360499"/>
                  </a:lnTo>
                  <a:lnTo>
                    <a:pt x="4110660" y="1335473"/>
                  </a:lnTo>
                  <a:lnTo>
                    <a:pt x="4111718" y="1312753"/>
                  </a:lnTo>
                  <a:lnTo>
                    <a:pt x="4112775" y="1292529"/>
                  </a:lnTo>
                  <a:lnTo>
                    <a:pt x="4113833" y="1273927"/>
                  </a:lnTo>
                  <a:lnTo>
                    <a:pt x="4114891" y="1256399"/>
                  </a:lnTo>
                  <a:lnTo>
                    <a:pt x="4115949" y="1239255"/>
                  </a:lnTo>
                  <a:lnTo>
                    <a:pt x="4117007" y="1222274"/>
                  </a:lnTo>
                  <a:lnTo>
                    <a:pt x="4118065" y="1205153"/>
                  </a:lnTo>
                  <a:lnTo>
                    <a:pt x="4119123" y="1186691"/>
                  </a:lnTo>
                  <a:lnTo>
                    <a:pt x="4120180" y="1165890"/>
                  </a:lnTo>
                  <a:lnTo>
                    <a:pt x="4121238" y="1142262"/>
                  </a:lnTo>
                  <a:lnTo>
                    <a:pt x="4122296" y="1116082"/>
                  </a:lnTo>
                  <a:lnTo>
                    <a:pt x="4123354" y="1088114"/>
                  </a:lnTo>
                  <a:lnTo>
                    <a:pt x="4124412" y="1058759"/>
                  </a:lnTo>
                  <a:lnTo>
                    <a:pt x="4125470" y="1028813"/>
                  </a:lnTo>
                  <a:lnTo>
                    <a:pt x="4126527" y="998821"/>
                  </a:lnTo>
                  <a:lnTo>
                    <a:pt x="4127585" y="968809"/>
                  </a:lnTo>
                  <a:lnTo>
                    <a:pt x="4128643" y="938907"/>
                  </a:lnTo>
                  <a:lnTo>
                    <a:pt x="4129701" y="909662"/>
                  </a:lnTo>
                  <a:lnTo>
                    <a:pt x="4130759" y="880920"/>
                  </a:lnTo>
                  <a:lnTo>
                    <a:pt x="4131817" y="852741"/>
                  </a:lnTo>
                  <a:lnTo>
                    <a:pt x="4132874" y="825065"/>
                  </a:lnTo>
                  <a:lnTo>
                    <a:pt x="4133932" y="797945"/>
                  </a:lnTo>
                  <a:lnTo>
                    <a:pt x="4134990" y="771558"/>
                  </a:lnTo>
                  <a:lnTo>
                    <a:pt x="4136048" y="746417"/>
                  </a:lnTo>
                  <a:lnTo>
                    <a:pt x="4137106" y="722812"/>
                  </a:lnTo>
                  <a:lnTo>
                    <a:pt x="4138164" y="700846"/>
                  </a:lnTo>
                  <a:lnTo>
                    <a:pt x="4139221" y="680461"/>
                  </a:lnTo>
                  <a:lnTo>
                    <a:pt x="4140279" y="661669"/>
                  </a:lnTo>
                  <a:lnTo>
                    <a:pt x="4141337" y="644336"/>
                  </a:lnTo>
                  <a:lnTo>
                    <a:pt x="4142395" y="628251"/>
                  </a:lnTo>
                  <a:lnTo>
                    <a:pt x="4143453" y="613354"/>
                  </a:lnTo>
                  <a:lnTo>
                    <a:pt x="4144511" y="599570"/>
                  </a:lnTo>
                  <a:lnTo>
                    <a:pt x="4145569" y="586863"/>
                  </a:lnTo>
                  <a:lnTo>
                    <a:pt x="4146626" y="575301"/>
                  </a:lnTo>
                  <a:lnTo>
                    <a:pt x="4147684" y="564951"/>
                  </a:lnTo>
                  <a:lnTo>
                    <a:pt x="4148742" y="555953"/>
                  </a:lnTo>
                  <a:lnTo>
                    <a:pt x="4149800" y="548356"/>
                  </a:lnTo>
                  <a:lnTo>
                    <a:pt x="4150858" y="542208"/>
                  </a:lnTo>
                  <a:lnTo>
                    <a:pt x="4151916" y="537294"/>
                  </a:lnTo>
                  <a:lnTo>
                    <a:pt x="4152973" y="533443"/>
                  </a:lnTo>
                  <a:lnTo>
                    <a:pt x="4154031" y="530633"/>
                  </a:lnTo>
                  <a:lnTo>
                    <a:pt x="4155089" y="528691"/>
                  </a:lnTo>
                  <a:lnTo>
                    <a:pt x="4156147" y="527406"/>
                  </a:lnTo>
                  <a:lnTo>
                    <a:pt x="4157205" y="526691"/>
                  </a:lnTo>
                  <a:lnTo>
                    <a:pt x="4158263" y="526592"/>
                  </a:lnTo>
                  <a:lnTo>
                    <a:pt x="4159320" y="527205"/>
                  </a:lnTo>
                  <a:lnTo>
                    <a:pt x="4160378" y="528645"/>
                  </a:lnTo>
                  <a:lnTo>
                    <a:pt x="4161436" y="530744"/>
                  </a:lnTo>
                  <a:lnTo>
                    <a:pt x="4162494" y="533637"/>
                  </a:lnTo>
                  <a:lnTo>
                    <a:pt x="4163552" y="537364"/>
                  </a:lnTo>
                  <a:lnTo>
                    <a:pt x="4164610" y="541717"/>
                  </a:lnTo>
                  <a:lnTo>
                    <a:pt x="4165667" y="546497"/>
                  </a:lnTo>
                  <a:lnTo>
                    <a:pt x="4166725" y="551681"/>
                  </a:lnTo>
                  <a:lnTo>
                    <a:pt x="4167783" y="556939"/>
                  </a:lnTo>
                  <a:lnTo>
                    <a:pt x="4168841" y="561947"/>
                  </a:lnTo>
                  <a:lnTo>
                    <a:pt x="4169899" y="566353"/>
                  </a:lnTo>
                  <a:lnTo>
                    <a:pt x="4170957" y="569707"/>
                  </a:lnTo>
                  <a:lnTo>
                    <a:pt x="4172015" y="571819"/>
                  </a:lnTo>
                  <a:lnTo>
                    <a:pt x="4173072" y="572789"/>
                  </a:lnTo>
                  <a:lnTo>
                    <a:pt x="4174130" y="572723"/>
                  </a:lnTo>
                  <a:lnTo>
                    <a:pt x="4175188" y="571811"/>
                  </a:lnTo>
                  <a:lnTo>
                    <a:pt x="4176246" y="570330"/>
                  </a:lnTo>
                  <a:lnTo>
                    <a:pt x="4177304" y="568595"/>
                  </a:lnTo>
                  <a:lnTo>
                    <a:pt x="4178362" y="566779"/>
                  </a:lnTo>
                  <a:lnTo>
                    <a:pt x="4179419" y="564960"/>
                  </a:lnTo>
                  <a:lnTo>
                    <a:pt x="4180477" y="563367"/>
                  </a:lnTo>
                  <a:lnTo>
                    <a:pt x="4181535" y="562044"/>
                  </a:lnTo>
                  <a:lnTo>
                    <a:pt x="4182593" y="560902"/>
                  </a:lnTo>
                  <a:lnTo>
                    <a:pt x="4183651" y="560212"/>
                  </a:lnTo>
                  <a:lnTo>
                    <a:pt x="4184709" y="560235"/>
                  </a:lnTo>
                  <a:lnTo>
                    <a:pt x="4185766" y="561097"/>
                  </a:lnTo>
                  <a:lnTo>
                    <a:pt x="4186824" y="562793"/>
                  </a:lnTo>
                  <a:lnTo>
                    <a:pt x="4187882" y="565276"/>
                  </a:lnTo>
                  <a:lnTo>
                    <a:pt x="4188940" y="568286"/>
                  </a:lnTo>
                  <a:lnTo>
                    <a:pt x="4189998" y="571261"/>
                  </a:lnTo>
                  <a:lnTo>
                    <a:pt x="4191056" y="573371"/>
                  </a:lnTo>
                  <a:lnTo>
                    <a:pt x="4192113" y="573948"/>
                  </a:lnTo>
                  <a:lnTo>
                    <a:pt x="4193171" y="572246"/>
                  </a:lnTo>
                  <a:lnTo>
                    <a:pt x="4194229" y="567976"/>
                  </a:lnTo>
                  <a:lnTo>
                    <a:pt x="4195287" y="561159"/>
                  </a:lnTo>
                  <a:lnTo>
                    <a:pt x="4196345" y="551809"/>
                  </a:lnTo>
                  <a:lnTo>
                    <a:pt x="4197403" y="540093"/>
                  </a:lnTo>
                  <a:lnTo>
                    <a:pt x="4198461" y="526688"/>
                  </a:lnTo>
                  <a:lnTo>
                    <a:pt x="4199518" y="511951"/>
                  </a:lnTo>
                  <a:lnTo>
                    <a:pt x="4200576" y="496258"/>
                  </a:lnTo>
                  <a:lnTo>
                    <a:pt x="4201634" y="479834"/>
                  </a:lnTo>
                  <a:lnTo>
                    <a:pt x="4202692" y="463554"/>
                  </a:lnTo>
                  <a:lnTo>
                    <a:pt x="4203750" y="447853"/>
                  </a:lnTo>
                  <a:lnTo>
                    <a:pt x="4204808" y="433037"/>
                  </a:lnTo>
                  <a:lnTo>
                    <a:pt x="4205865" y="419410"/>
                  </a:lnTo>
                  <a:lnTo>
                    <a:pt x="4206923" y="407354"/>
                  </a:lnTo>
                  <a:lnTo>
                    <a:pt x="4207981" y="397078"/>
                  </a:lnTo>
                  <a:lnTo>
                    <a:pt x="4209039" y="388823"/>
                  </a:lnTo>
                  <a:lnTo>
                    <a:pt x="4210097" y="382412"/>
                  </a:lnTo>
                  <a:lnTo>
                    <a:pt x="4211155" y="377530"/>
                  </a:lnTo>
                  <a:lnTo>
                    <a:pt x="4212212" y="373943"/>
                  </a:lnTo>
                  <a:lnTo>
                    <a:pt x="4213270" y="371454"/>
                  </a:lnTo>
                  <a:lnTo>
                    <a:pt x="4214328" y="369528"/>
                  </a:lnTo>
                  <a:lnTo>
                    <a:pt x="4215386" y="367760"/>
                  </a:lnTo>
                  <a:lnTo>
                    <a:pt x="4216444" y="365651"/>
                  </a:lnTo>
                  <a:lnTo>
                    <a:pt x="4217502" y="363040"/>
                  </a:lnTo>
                  <a:lnTo>
                    <a:pt x="4218559" y="359502"/>
                  </a:lnTo>
                  <a:lnTo>
                    <a:pt x="4219617" y="355009"/>
                  </a:lnTo>
                  <a:lnTo>
                    <a:pt x="4220675" y="349724"/>
                  </a:lnTo>
                  <a:lnTo>
                    <a:pt x="4221733" y="344188"/>
                  </a:lnTo>
                  <a:lnTo>
                    <a:pt x="4222791" y="338732"/>
                  </a:lnTo>
                  <a:lnTo>
                    <a:pt x="4223849" y="333771"/>
                  </a:lnTo>
                  <a:lnTo>
                    <a:pt x="4224907" y="329643"/>
                  </a:lnTo>
                  <a:lnTo>
                    <a:pt x="4225964" y="326651"/>
                  </a:lnTo>
                  <a:lnTo>
                    <a:pt x="4227022" y="324996"/>
                  </a:lnTo>
                  <a:lnTo>
                    <a:pt x="4228080" y="324657"/>
                  </a:lnTo>
                  <a:lnTo>
                    <a:pt x="4229138" y="325397"/>
                  </a:lnTo>
                  <a:lnTo>
                    <a:pt x="4230196" y="327100"/>
                  </a:lnTo>
                  <a:lnTo>
                    <a:pt x="4231254" y="329667"/>
                  </a:lnTo>
                  <a:lnTo>
                    <a:pt x="4232311" y="333147"/>
                  </a:lnTo>
                  <a:lnTo>
                    <a:pt x="4233369" y="337395"/>
                  </a:lnTo>
                  <a:lnTo>
                    <a:pt x="4234427" y="342251"/>
                  </a:lnTo>
                  <a:lnTo>
                    <a:pt x="4235485" y="347485"/>
                  </a:lnTo>
                  <a:lnTo>
                    <a:pt x="4236543" y="352768"/>
                  </a:lnTo>
                  <a:lnTo>
                    <a:pt x="4237601" y="357355"/>
                  </a:lnTo>
                  <a:lnTo>
                    <a:pt x="4238658" y="360840"/>
                  </a:lnTo>
                  <a:lnTo>
                    <a:pt x="4239716" y="362965"/>
                  </a:lnTo>
                  <a:lnTo>
                    <a:pt x="4240774" y="363665"/>
                  </a:lnTo>
                  <a:lnTo>
                    <a:pt x="4241832" y="362861"/>
                  </a:lnTo>
                  <a:lnTo>
                    <a:pt x="4242890" y="360726"/>
                  </a:lnTo>
                  <a:lnTo>
                    <a:pt x="4243948" y="357763"/>
                  </a:lnTo>
                  <a:lnTo>
                    <a:pt x="4245005" y="354573"/>
                  </a:lnTo>
                  <a:lnTo>
                    <a:pt x="4246063" y="351626"/>
                  </a:lnTo>
                  <a:lnTo>
                    <a:pt x="4247121" y="349239"/>
                  </a:lnTo>
                  <a:lnTo>
                    <a:pt x="4248179" y="347613"/>
                  </a:lnTo>
                  <a:lnTo>
                    <a:pt x="4249237" y="346852"/>
                  </a:lnTo>
                  <a:lnTo>
                    <a:pt x="4250295" y="347199"/>
                  </a:lnTo>
                  <a:lnTo>
                    <a:pt x="4251353" y="348391"/>
                  </a:lnTo>
                  <a:lnTo>
                    <a:pt x="4252410" y="350356"/>
                  </a:lnTo>
                  <a:lnTo>
                    <a:pt x="4253468" y="353336"/>
                  </a:lnTo>
                  <a:lnTo>
                    <a:pt x="4254526" y="357345"/>
                  </a:lnTo>
                  <a:lnTo>
                    <a:pt x="4255584" y="361852"/>
                  </a:lnTo>
                  <a:lnTo>
                    <a:pt x="4256642" y="366499"/>
                  </a:lnTo>
                  <a:lnTo>
                    <a:pt x="4257700" y="370845"/>
                  </a:lnTo>
                  <a:lnTo>
                    <a:pt x="4258757" y="374444"/>
                  </a:lnTo>
                  <a:lnTo>
                    <a:pt x="4259815" y="376859"/>
                  </a:lnTo>
                  <a:lnTo>
                    <a:pt x="4260873" y="377522"/>
                  </a:lnTo>
                  <a:lnTo>
                    <a:pt x="4261931" y="376177"/>
                  </a:lnTo>
                  <a:lnTo>
                    <a:pt x="4262989" y="373118"/>
                  </a:lnTo>
                  <a:lnTo>
                    <a:pt x="4264047" y="368578"/>
                  </a:lnTo>
                  <a:lnTo>
                    <a:pt x="4265104" y="363085"/>
                  </a:lnTo>
                  <a:lnTo>
                    <a:pt x="4266162" y="356977"/>
                  </a:lnTo>
                  <a:lnTo>
                    <a:pt x="4267220" y="350906"/>
                  </a:lnTo>
                  <a:lnTo>
                    <a:pt x="4268278" y="345329"/>
                  </a:lnTo>
                  <a:lnTo>
                    <a:pt x="4269336" y="340566"/>
                  </a:lnTo>
                  <a:lnTo>
                    <a:pt x="4270394" y="336695"/>
                  </a:lnTo>
                  <a:lnTo>
                    <a:pt x="4271451" y="334043"/>
                  </a:lnTo>
                  <a:lnTo>
                    <a:pt x="4272509" y="332551"/>
                  </a:lnTo>
                  <a:lnTo>
                    <a:pt x="4273567" y="332394"/>
                  </a:lnTo>
                  <a:lnTo>
                    <a:pt x="4274625" y="333398"/>
                  </a:lnTo>
                  <a:lnTo>
                    <a:pt x="4275683" y="335369"/>
                  </a:lnTo>
                  <a:lnTo>
                    <a:pt x="4276741" y="338335"/>
                  </a:lnTo>
                  <a:lnTo>
                    <a:pt x="4277799" y="342281"/>
                  </a:lnTo>
                  <a:lnTo>
                    <a:pt x="4278856" y="346831"/>
                  </a:lnTo>
                  <a:lnTo>
                    <a:pt x="4279914" y="351843"/>
                  </a:lnTo>
                  <a:lnTo>
                    <a:pt x="4280972" y="356989"/>
                  </a:lnTo>
                  <a:lnTo>
                    <a:pt x="4282030" y="361996"/>
                  </a:lnTo>
                  <a:lnTo>
                    <a:pt x="4283088" y="366547"/>
                  </a:lnTo>
                  <a:lnTo>
                    <a:pt x="4284146" y="370047"/>
                  </a:lnTo>
                  <a:lnTo>
                    <a:pt x="4285203" y="371900"/>
                  </a:lnTo>
                  <a:lnTo>
                    <a:pt x="4286261" y="372156"/>
                  </a:lnTo>
                  <a:lnTo>
                    <a:pt x="4287319" y="370995"/>
                  </a:lnTo>
                  <a:lnTo>
                    <a:pt x="4288377" y="368693"/>
                  </a:lnTo>
                  <a:lnTo>
                    <a:pt x="4289435" y="365689"/>
                  </a:lnTo>
                  <a:lnTo>
                    <a:pt x="4290493" y="362817"/>
                  </a:lnTo>
                  <a:lnTo>
                    <a:pt x="4291550" y="360742"/>
                  </a:lnTo>
                  <a:lnTo>
                    <a:pt x="4292608" y="359983"/>
                  </a:lnTo>
                  <a:lnTo>
                    <a:pt x="4293666" y="360562"/>
                  </a:lnTo>
                  <a:lnTo>
                    <a:pt x="4294724" y="362447"/>
                  </a:lnTo>
                  <a:lnTo>
                    <a:pt x="4295782" y="365555"/>
                  </a:lnTo>
                  <a:lnTo>
                    <a:pt x="4296840" y="369739"/>
                  </a:lnTo>
                  <a:lnTo>
                    <a:pt x="4297897" y="374667"/>
                  </a:lnTo>
                  <a:lnTo>
                    <a:pt x="4298955" y="380339"/>
                  </a:lnTo>
                  <a:lnTo>
                    <a:pt x="4300013" y="386918"/>
                  </a:lnTo>
                  <a:lnTo>
                    <a:pt x="4301071" y="394792"/>
                  </a:lnTo>
                  <a:lnTo>
                    <a:pt x="4302129" y="404105"/>
                  </a:lnTo>
                  <a:lnTo>
                    <a:pt x="4303187" y="414672"/>
                  </a:lnTo>
                  <a:lnTo>
                    <a:pt x="4304245" y="426364"/>
                  </a:lnTo>
                  <a:lnTo>
                    <a:pt x="4305302" y="438645"/>
                  </a:lnTo>
                  <a:lnTo>
                    <a:pt x="4306360" y="450518"/>
                  </a:lnTo>
                  <a:lnTo>
                    <a:pt x="4307418" y="460982"/>
                  </a:lnTo>
                  <a:lnTo>
                    <a:pt x="4308476" y="469102"/>
                  </a:lnTo>
                  <a:lnTo>
                    <a:pt x="4309534" y="474344"/>
                  </a:lnTo>
                  <a:lnTo>
                    <a:pt x="4310592" y="476965"/>
                  </a:lnTo>
                  <a:lnTo>
                    <a:pt x="4311649" y="477531"/>
                  </a:lnTo>
                  <a:lnTo>
                    <a:pt x="4312707" y="476602"/>
                  </a:lnTo>
                  <a:lnTo>
                    <a:pt x="4313765" y="475244"/>
                  </a:lnTo>
                  <a:lnTo>
                    <a:pt x="4314823" y="474006"/>
                  </a:lnTo>
                  <a:lnTo>
                    <a:pt x="4315881" y="472999"/>
                  </a:lnTo>
                  <a:lnTo>
                    <a:pt x="4316939" y="472059"/>
                  </a:lnTo>
                  <a:lnTo>
                    <a:pt x="4317996" y="470634"/>
                  </a:lnTo>
                  <a:lnTo>
                    <a:pt x="4319054" y="468432"/>
                  </a:lnTo>
                  <a:lnTo>
                    <a:pt x="4320112" y="465317"/>
                  </a:lnTo>
                  <a:lnTo>
                    <a:pt x="4321170" y="461338"/>
                  </a:lnTo>
                  <a:lnTo>
                    <a:pt x="4322228" y="456860"/>
                  </a:lnTo>
                  <a:lnTo>
                    <a:pt x="4323286" y="452377"/>
                  </a:lnTo>
                  <a:lnTo>
                    <a:pt x="4324343" y="448424"/>
                  </a:lnTo>
                  <a:lnTo>
                    <a:pt x="4325401" y="445523"/>
                  </a:lnTo>
                  <a:lnTo>
                    <a:pt x="4326459" y="443547"/>
                  </a:lnTo>
                  <a:lnTo>
                    <a:pt x="4327517" y="442195"/>
                  </a:lnTo>
                  <a:lnTo>
                    <a:pt x="4328575" y="441225"/>
                  </a:lnTo>
                  <a:lnTo>
                    <a:pt x="4329633" y="440056"/>
                  </a:lnTo>
                  <a:lnTo>
                    <a:pt x="4330691" y="438333"/>
                  </a:lnTo>
                  <a:lnTo>
                    <a:pt x="4331748" y="435967"/>
                  </a:lnTo>
                  <a:lnTo>
                    <a:pt x="4332806" y="432663"/>
                  </a:lnTo>
                  <a:lnTo>
                    <a:pt x="4333864" y="428464"/>
                  </a:lnTo>
                  <a:lnTo>
                    <a:pt x="4334922" y="423595"/>
                  </a:lnTo>
                  <a:lnTo>
                    <a:pt x="4335980" y="418166"/>
                  </a:lnTo>
                  <a:lnTo>
                    <a:pt x="4337038" y="412613"/>
                  </a:lnTo>
                  <a:lnTo>
                    <a:pt x="4338095" y="407214"/>
                  </a:lnTo>
                  <a:lnTo>
                    <a:pt x="4339153" y="401942"/>
                  </a:lnTo>
                  <a:lnTo>
                    <a:pt x="4340211" y="396909"/>
                  </a:lnTo>
                  <a:lnTo>
                    <a:pt x="4341269" y="391960"/>
                  </a:lnTo>
                  <a:lnTo>
                    <a:pt x="4342327" y="387032"/>
                  </a:lnTo>
                  <a:lnTo>
                    <a:pt x="4343385" y="381931"/>
                  </a:lnTo>
                  <a:lnTo>
                    <a:pt x="4344442" y="376443"/>
                  </a:lnTo>
                  <a:lnTo>
                    <a:pt x="4345500" y="370444"/>
                  </a:lnTo>
                  <a:lnTo>
                    <a:pt x="4346558" y="364118"/>
                  </a:lnTo>
                  <a:lnTo>
                    <a:pt x="4347616" y="357596"/>
                  </a:lnTo>
                  <a:lnTo>
                    <a:pt x="4348674" y="351258"/>
                  </a:lnTo>
                  <a:lnTo>
                    <a:pt x="4349732" y="345366"/>
                  </a:lnTo>
                  <a:lnTo>
                    <a:pt x="4350789" y="340141"/>
                  </a:lnTo>
                  <a:lnTo>
                    <a:pt x="4351847" y="335706"/>
                  </a:lnTo>
                  <a:lnTo>
                    <a:pt x="4352905" y="331889"/>
                  </a:lnTo>
                  <a:lnTo>
                    <a:pt x="4353963" y="328347"/>
                  </a:lnTo>
                  <a:lnTo>
                    <a:pt x="4355021" y="325039"/>
                  </a:lnTo>
                  <a:lnTo>
                    <a:pt x="4356079" y="321975"/>
                  </a:lnTo>
                  <a:lnTo>
                    <a:pt x="4357137" y="319214"/>
                  </a:lnTo>
                  <a:lnTo>
                    <a:pt x="4358194" y="316865"/>
                  </a:lnTo>
                  <a:lnTo>
                    <a:pt x="4359252" y="314953"/>
                  </a:lnTo>
                  <a:lnTo>
                    <a:pt x="4360310" y="313816"/>
                  </a:lnTo>
                  <a:lnTo>
                    <a:pt x="4361368" y="313838"/>
                  </a:lnTo>
                  <a:lnTo>
                    <a:pt x="4362426" y="314899"/>
                  </a:lnTo>
                  <a:lnTo>
                    <a:pt x="4363484" y="316826"/>
                  </a:lnTo>
                  <a:lnTo>
                    <a:pt x="4364541" y="319189"/>
                  </a:lnTo>
                  <a:lnTo>
                    <a:pt x="4365599" y="321795"/>
                  </a:lnTo>
                  <a:lnTo>
                    <a:pt x="4366657" y="324319"/>
                  </a:lnTo>
                  <a:lnTo>
                    <a:pt x="4367715" y="326411"/>
                  </a:lnTo>
                  <a:lnTo>
                    <a:pt x="4368773" y="327879"/>
                  </a:lnTo>
                  <a:lnTo>
                    <a:pt x="4369831" y="328858"/>
                  </a:lnTo>
                  <a:lnTo>
                    <a:pt x="4370888" y="329400"/>
                  </a:lnTo>
                  <a:lnTo>
                    <a:pt x="4371946" y="329436"/>
                  </a:lnTo>
                  <a:lnTo>
                    <a:pt x="4373004" y="329022"/>
                  </a:lnTo>
                  <a:lnTo>
                    <a:pt x="4374062" y="328149"/>
                  </a:lnTo>
                  <a:lnTo>
                    <a:pt x="4375120" y="326959"/>
                  </a:lnTo>
                  <a:lnTo>
                    <a:pt x="4376178" y="325208"/>
                  </a:lnTo>
                  <a:lnTo>
                    <a:pt x="4377235" y="322628"/>
                  </a:lnTo>
                  <a:lnTo>
                    <a:pt x="4378293" y="319156"/>
                  </a:lnTo>
                  <a:lnTo>
                    <a:pt x="4379351" y="315091"/>
                  </a:lnTo>
                  <a:lnTo>
                    <a:pt x="4380409" y="310812"/>
                  </a:lnTo>
                  <a:lnTo>
                    <a:pt x="4381467" y="306530"/>
                  </a:lnTo>
                  <a:lnTo>
                    <a:pt x="4382525" y="302377"/>
                  </a:lnTo>
                  <a:lnTo>
                    <a:pt x="4383583" y="298635"/>
                  </a:lnTo>
                  <a:lnTo>
                    <a:pt x="4384640" y="295616"/>
                  </a:lnTo>
                  <a:lnTo>
                    <a:pt x="4385698" y="293658"/>
                  </a:lnTo>
                  <a:lnTo>
                    <a:pt x="4386756" y="292946"/>
                  </a:lnTo>
                  <a:lnTo>
                    <a:pt x="4387814" y="293464"/>
                  </a:lnTo>
                  <a:lnTo>
                    <a:pt x="4388872" y="295314"/>
                  </a:lnTo>
                  <a:lnTo>
                    <a:pt x="4389930" y="298623"/>
                  </a:lnTo>
                  <a:lnTo>
                    <a:pt x="4390987" y="303498"/>
                  </a:lnTo>
                  <a:lnTo>
                    <a:pt x="4392045" y="310044"/>
                  </a:lnTo>
                  <a:lnTo>
                    <a:pt x="4393103" y="318154"/>
                  </a:lnTo>
                  <a:lnTo>
                    <a:pt x="4394161" y="327884"/>
                  </a:lnTo>
                  <a:lnTo>
                    <a:pt x="4395219" y="339081"/>
                  </a:lnTo>
                  <a:lnTo>
                    <a:pt x="4396277" y="351641"/>
                  </a:lnTo>
                  <a:lnTo>
                    <a:pt x="4397334" y="365381"/>
                  </a:lnTo>
                  <a:lnTo>
                    <a:pt x="4398392" y="380109"/>
                  </a:lnTo>
                  <a:lnTo>
                    <a:pt x="4399450" y="395550"/>
                  </a:lnTo>
                  <a:lnTo>
                    <a:pt x="4400508" y="411416"/>
                  </a:lnTo>
                  <a:lnTo>
                    <a:pt x="4401566" y="427236"/>
                  </a:lnTo>
                  <a:lnTo>
                    <a:pt x="4402624" y="442802"/>
                  </a:lnTo>
                  <a:lnTo>
                    <a:pt x="4403681" y="457984"/>
                  </a:lnTo>
                  <a:lnTo>
                    <a:pt x="4404739" y="472434"/>
                  </a:lnTo>
                  <a:lnTo>
                    <a:pt x="4405797" y="485991"/>
                  </a:lnTo>
                  <a:lnTo>
                    <a:pt x="4406855" y="498450"/>
                  </a:lnTo>
                  <a:lnTo>
                    <a:pt x="4407913" y="509639"/>
                  </a:lnTo>
                  <a:lnTo>
                    <a:pt x="4408971" y="519395"/>
                  </a:lnTo>
                  <a:lnTo>
                    <a:pt x="4410029" y="527639"/>
                  </a:lnTo>
                  <a:lnTo>
                    <a:pt x="4411086" y="534515"/>
                  </a:lnTo>
                  <a:lnTo>
                    <a:pt x="4412144" y="540657"/>
                  </a:lnTo>
                  <a:lnTo>
                    <a:pt x="4413202" y="546371"/>
                  </a:lnTo>
                  <a:lnTo>
                    <a:pt x="4414260" y="552205"/>
                  </a:lnTo>
                  <a:lnTo>
                    <a:pt x="4415318" y="558892"/>
                  </a:lnTo>
                  <a:lnTo>
                    <a:pt x="4416376" y="566915"/>
                  </a:lnTo>
                  <a:lnTo>
                    <a:pt x="4417433" y="576692"/>
                  </a:lnTo>
                  <a:lnTo>
                    <a:pt x="4418491" y="587978"/>
                  </a:lnTo>
                  <a:lnTo>
                    <a:pt x="4419549" y="600598"/>
                  </a:lnTo>
                  <a:lnTo>
                    <a:pt x="4420607" y="614614"/>
                  </a:lnTo>
                  <a:lnTo>
                    <a:pt x="4421665" y="629724"/>
                  </a:lnTo>
                  <a:lnTo>
                    <a:pt x="4422723" y="645681"/>
                  </a:lnTo>
                  <a:lnTo>
                    <a:pt x="4423780" y="662511"/>
                  </a:lnTo>
                  <a:lnTo>
                    <a:pt x="4424838" y="680245"/>
                  </a:lnTo>
                  <a:lnTo>
                    <a:pt x="4425896" y="698631"/>
                  </a:lnTo>
                  <a:lnTo>
                    <a:pt x="4426954" y="717534"/>
                  </a:lnTo>
                  <a:lnTo>
                    <a:pt x="4428012" y="736221"/>
                  </a:lnTo>
                  <a:lnTo>
                    <a:pt x="4429070" y="754567"/>
                  </a:lnTo>
                  <a:lnTo>
                    <a:pt x="4430127" y="772127"/>
                  </a:lnTo>
                  <a:lnTo>
                    <a:pt x="4431185" y="788224"/>
                  </a:lnTo>
                  <a:lnTo>
                    <a:pt x="4432243" y="802214"/>
                  </a:lnTo>
                  <a:lnTo>
                    <a:pt x="4433301" y="813638"/>
                  </a:lnTo>
                  <a:lnTo>
                    <a:pt x="4434359" y="822355"/>
                  </a:lnTo>
                  <a:lnTo>
                    <a:pt x="4435417" y="828513"/>
                  </a:lnTo>
                  <a:lnTo>
                    <a:pt x="4436475" y="831859"/>
                  </a:lnTo>
                  <a:lnTo>
                    <a:pt x="4437532" y="832306"/>
                  </a:lnTo>
                  <a:lnTo>
                    <a:pt x="4438590" y="829823"/>
                  </a:lnTo>
                  <a:lnTo>
                    <a:pt x="4439648" y="824502"/>
                  </a:lnTo>
                  <a:lnTo>
                    <a:pt x="4440706" y="817151"/>
                  </a:lnTo>
                  <a:lnTo>
                    <a:pt x="4441764" y="808336"/>
                  </a:lnTo>
                  <a:lnTo>
                    <a:pt x="4442822" y="798429"/>
                  </a:lnTo>
                  <a:lnTo>
                    <a:pt x="4443879" y="787782"/>
                  </a:lnTo>
                  <a:lnTo>
                    <a:pt x="4444937" y="776578"/>
                  </a:lnTo>
                  <a:lnTo>
                    <a:pt x="4445995" y="765211"/>
                  </a:lnTo>
                  <a:lnTo>
                    <a:pt x="4447053" y="753964"/>
                  </a:lnTo>
                  <a:lnTo>
                    <a:pt x="4448111" y="742841"/>
                  </a:lnTo>
                  <a:lnTo>
                    <a:pt x="4449169" y="731902"/>
                  </a:lnTo>
                  <a:lnTo>
                    <a:pt x="4450226" y="721430"/>
                  </a:lnTo>
                  <a:lnTo>
                    <a:pt x="4451284" y="711563"/>
                  </a:lnTo>
                  <a:lnTo>
                    <a:pt x="4452342" y="702608"/>
                  </a:lnTo>
                  <a:lnTo>
                    <a:pt x="4453400" y="694855"/>
                  </a:lnTo>
                  <a:lnTo>
                    <a:pt x="4454458" y="688388"/>
                  </a:lnTo>
                  <a:lnTo>
                    <a:pt x="4455516" y="683224"/>
                  </a:lnTo>
                  <a:lnTo>
                    <a:pt x="4456573" y="679205"/>
                  </a:lnTo>
                  <a:lnTo>
                    <a:pt x="4457631" y="676556"/>
                  </a:lnTo>
                  <a:lnTo>
                    <a:pt x="4458689" y="675246"/>
                  </a:lnTo>
                  <a:lnTo>
                    <a:pt x="4459747" y="675292"/>
                  </a:lnTo>
                  <a:lnTo>
                    <a:pt x="4460805" y="676635"/>
                  </a:lnTo>
                  <a:lnTo>
                    <a:pt x="4461863" y="679228"/>
                  </a:lnTo>
                  <a:lnTo>
                    <a:pt x="4462921" y="683020"/>
                  </a:lnTo>
                  <a:lnTo>
                    <a:pt x="4463978" y="688115"/>
                  </a:lnTo>
                  <a:lnTo>
                    <a:pt x="4465036" y="694253"/>
                  </a:lnTo>
                  <a:lnTo>
                    <a:pt x="4466094" y="701477"/>
                  </a:lnTo>
                  <a:lnTo>
                    <a:pt x="4467152" y="709486"/>
                  </a:lnTo>
                  <a:lnTo>
                    <a:pt x="4468210" y="718035"/>
                  </a:lnTo>
                  <a:lnTo>
                    <a:pt x="4469268" y="726939"/>
                  </a:lnTo>
                  <a:lnTo>
                    <a:pt x="4470325" y="736230"/>
                  </a:lnTo>
                  <a:lnTo>
                    <a:pt x="4471383" y="745885"/>
                  </a:lnTo>
                  <a:lnTo>
                    <a:pt x="4472441" y="755799"/>
                  </a:lnTo>
                  <a:lnTo>
                    <a:pt x="4473499" y="765565"/>
                  </a:lnTo>
                  <a:lnTo>
                    <a:pt x="4474557" y="775115"/>
                  </a:lnTo>
                  <a:lnTo>
                    <a:pt x="4475615" y="784407"/>
                  </a:lnTo>
                  <a:lnTo>
                    <a:pt x="4476672" y="793394"/>
                  </a:lnTo>
                  <a:lnTo>
                    <a:pt x="4477730" y="802189"/>
                  </a:lnTo>
                  <a:lnTo>
                    <a:pt x="4478788" y="811028"/>
                  </a:lnTo>
                  <a:lnTo>
                    <a:pt x="4479846" y="819792"/>
                  </a:lnTo>
                  <a:lnTo>
                    <a:pt x="4480904" y="828543"/>
                  </a:lnTo>
                  <a:lnTo>
                    <a:pt x="4481962" y="837251"/>
                  </a:lnTo>
                  <a:lnTo>
                    <a:pt x="4483019" y="846173"/>
                  </a:lnTo>
                  <a:lnTo>
                    <a:pt x="4484077" y="855312"/>
                  </a:lnTo>
                  <a:lnTo>
                    <a:pt x="4485135" y="864223"/>
                  </a:lnTo>
                  <a:lnTo>
                    <a:pt x="4486193" y="872396"/>
                  </a:lnTo>
                  <a:lnTo>
                    <a:pt x="4487251" y="880160"/>
                  </a:lnTo>
                  <a:lnTo>
                    <a:pt x="4488309" y="887816"/>
                  </a:lnTo>
                  <a:lnTo>
                    <a:pt x="4489367" y="895728"/>
                  </a:lnTo>
                  <a:lnTo>
                    <a:pt x="4490424" y="904238"/>
                  </a:lnTo>
                  <a:lnTo>
                    <a:pt x="4491482" y="913590"/>
                  </a:lnTo>
                  <a:lnTo>
                    <a:pt x="4492540" y="924191"/>
                  </a:lnTo>
                  <a:lnTo>
                    <a:pt x="4493598" y="935493"/>
                  </a:lnTo>
                  <a:lnTo>
                    <a:pt x="4494656" y="946964"/>
                  </a:lnTo>
                  <a:lnTo>
                    <a:pt x="4495714" y="958061"/>
                  </a:lnTo>
                  <a:lnTo>
                    <a:pt x="4496771" y="968708"/>
                  </a:lnTo>
                  <a:lnTo>
                    <a:pt x="4497829" y="978449"/>
                  </a:lnTo>
                  <a:lnTo>
                    <a:pt x="4498887" y="987138"/>
                  </a:lnTo>
                  <a:lnTo>
                    <a:pt x="4499945" y="994695"/>
                  </a:lnTo>
                  <a:lnTo>
                    <a:pt x="4501003" y="1001954"/>
                  </a:lnTo>
                  <a:lnTo>
                    <a:pt x="4502061" y="1009550"/>
                  </a:lnTo>
                  <a:lnTo>
                    <a:pt x="4503118" y="1016842"/>
                  </a:lnTo>
                  <a:lnTo>
                    <a:pt x="4504176" y="1023435"/>
                  </a:lnTo>
                  <a:lnTo>
                    <a:pt x="4505234" y="1028950"/>
                  </a:lnTo>
                  <a:lnTo>
                    <a:pt x="4506292" y="1032837"/>
                  </a:lnTo>
                  <a:lnTo>
                    <a:pt x="4507350" y="1034639"/>
                  </a:lnTo>
                  <a:lnTo>
                    <a:pt x="4508408" y="1033798"/>
                  </a:lnTo>
                  <a:lnTo>
                    <a:pt x="4509465" y="1030716"/>
                  </a:lnTo>
                  <a:lnTo>
                    <a:pt x="4510523" y="1025625"/>
                  </a:lnTo>
                  <a:lnTo>
                    <a:pt x="4511581" y="1019185"/>
                  </a:lnTo>
                  <a:lnTo>
                    <a:pt x="4512639" y="1011779"/>
                  </a:lnTo>
                  <a:lnTo>
                    <a:pt x="4513697" y="1003859"/>
                  </a:lnTo>
                  <a:lnTo>
                    <a:pt x="4514755" y="995598"/>
                  </a:lnTo>
                  <a:lnTo>
                    <a:pt x="4515813" y="987196"/>
                  </a:lnTo>
                  <a:lnTo>
                    <a:pt x="4516870" y="978388"/>
                  </a:lnTo>
                  <a:lnTo>
                    <a:pt x="4517928" y="968944"/>
                  </a:lnTo>
                  <a:lnTo>
                    <a:pt x="4518986" y="958672"/>
                  </a:lnTo>
                  <a:lnTo>
                    <a:pt x="4520044" y="947421"/>
                  </a:lnTo>
                  <a:lnTo>
                    <a:pt x="4521102" y="935215"/>
                  </a:lnTo>
                  <a:lnTo>
                    <a:pt x="4522160" y="921805"/>
                  </a:lnTo>
                  <a:lnTo>
                    <a:pt x="4523217" y="907047"/>
                  </a:lnTo>
                  <a:lnTo>
                    <a:pt x="4524275" y="891050"/>
                  </a:lnTo>
                  <a:lnTo>
                    <a:pt x="4525333" y="873867"/>
                  </a:lnTo>
                  <a:lnTo>
                    <a:pt x="4526391" y="856008"/>
                  </a:lnTo>
                  <a:lnTo>
                    <a:pt x="4527449" y="837824"/>
                  </a:lnTo>
                  <a:lnTo>
                    <a:pt x="4528507" y="819340"/>
                  </a:lnTo>
                  <a:lnTo>
                    <a:pt x="4529564" y="800829"/>
                  </a:lnTo>
                  <a:lnTo>
                    <a:pt x="4530622" y="782594"/>
                  </a:lnTo>
                  <a:lnTo>
                    <a:pt x="4531680" y="764756"/>
                  </a:lnTo>
                  <a:lnTo>
                    <a:pt x="4532738" y="747466"/>
                  </a:lnTo>
                  <a:lnTo>
                    <a:pt x="4533796" y="730935"/>
                  </a:lnTo>
                  <a:lnTo>
                    <a:pt x="4534854" y="715100"/>
                  </a:lnTo>
                  <a:lnTo>
                    <a:pt x="4535911" y="700175"/>
                  </a:lnTo>
                  <a:lnTo>
                    <a:pt x="4536969" y="686230"/>
                  </a:lnTo>
                  <a:lnTo>
                    <a:pt x="4538027" y="673492"/>
                  </a:lnTo>
                  <a:lnTo>
                    <a:pt x="4539085" y="662242"/>
                  </a:lnTo>
                  <a:lnTo>
                    <a:pt x="4540143" y="652425"/>
                  </a:lnTo>
                  <a:lnTo>
                    <a:pt x="4541201" y="643995"/>
                  </a:lnTo>
                  <a:lnTo>
                    <a:pt x="4542259" y="636870"/>
                  </a:lnTo>
                  <a:lnTo>
                    <a:pt x="4543316" y="630700"/>
                  </a:lnTo>
                  <a:lnTo>
                    <a:pt x="4544374" y="625304"/>
                  </a:lnTo>
                  <a:lnTo>
                    <a:pt x="4545432" y="620155"/>
                  </a:lnTo>
                  <a:lnTo>
                    <a:pt x="4546490" y="614903"/>
                  </a:lnTo>
                  <a:lnTo>
                    <a:pt x="4547548" y="609314"/>
                  </a:lnTo>
                  <a:lnTo>
                    <a:pt x="4548606" y="603191"/>
                  </a:lnTo>
                  <a:lnTo>
                    <a:pt x="4549663" y="596223"/>
                  </a:lnTo>
                  <a:lnTo>
                    <a:pt x="4550721" y="588558"/>
                  </a:lnTo>
                  <a:lnTo>
                    <a:pt x="4551779" y="579958"/>
                  </a:lnTo>
                  <a:lnTo>
                    <a:pt x="4552837" y="570479"/>
                  </a:lnTo>
                  <a:lnTo>
                    <a:pt x="4553895" y="560290"/>
                  </a:lnTo>
                  <a:lnTo>
                    <a:pt x="4554953" y="549554"/>
                  </a:lnTo>
                  <a:lnTo>
                    <a:pt x="4556010" y="538825"/>
                  </a:lnTo>
                  <a:lnTo>
                    <a:pt x="4557068" y="528433"/>
                  </a:lnTo>
                  <a:lnTo>
                    <a:pt x="4558126" y="518319"/>
                  </a:lnTo>
                  <a:lnTo>
                    <a:pt x="4559184" y="508747"/>
                  </a:lnTo>
                  <a:lnTo>
                    <a:pt x="4560242" y="499943"/>
                  </a:lnTo>
                  <a:lnTo>
                    <a:pt x="4561300" y="492136"/>
                  </a:lnTo>
                  <a:lnTo>
                    <a:pt x="4562357" y="485243"/>
                  </a:lnTo>
                  <a:lnTo>
                    <a:pt x="4563415" y="479200"/>
                  </a:lnTo>
                  <a:lnTo>
                    <a:pt x="4564473" y="473933"/>
                  </a:lnTo>
                  <a:lnTo>
                    <a:pt x="4565531" y="469519"/>
                  </a:lnTo>
                  <a:lnTo>
                    <a:pt x="4566589" y="466053"/>
                  </a:lnTo>
                  <a:lnTo>
                    <a:pt x="4567647" y="463609"/>
                  </a:lnTo>
                  <a:lnTo>
                    <a:pt x="4568705" y="462174"/>
                  </a:lnTo>
                  <a:lnTo>
                    <a:pt x="4569762" y="461755"/>
                  </a:lnTo>
                  <a:lnTo>
                    <a:pt x="4570820" y="462190"/>
                  </a:lnTo>
                  <a:lnTo>
                    <a:pt x="4571878" y="463297"/>
                  </a:lnTo>
                  <a:lnTo>
                    <a:pt x="4572936" y="464811"/>
                  </a:lnTo>
                  <a:lnTo>
                    <a:pt x="4573994" y="466458"/>
                  </a:lnTo>
                  <a:lnTo>
                    <a:pt x="4575052" y="468083"/>
                  </a:lnTo>
                  <a:lnTo>
                    <a:pt x="4576109" y="469531"/>
                  </a:lnTo>
                  <a:lnTo>
                    <a:pt x="4577167" y="470653"/>
                  </a:lnTo>
                  <a:lnTo>
                    <a:pt x="4578225" y="471513"/>
                  </a:lnTo>
                  <a:lnTo>
                    <a:pt x="4579283" y="472130"/>
                  </a:lnTo>
                  <a:lnTo>
                    <a:pt x="4580341" y="472457"/>
                  </a:lnTo>
                  <a:lnTo>
                    <a:pt x="4581399" y="472565"/>
                  </a:lnTo>
                  <a:lnTo>
                    <a:pt x="4582456" y="472404"/>
                  </a:lnTo>
                  <a:lnTo>
                    <a:pt x="4583514" y="471918"/>
                  </a:lnTo>
                  <a:lnTo>
                    <a:pt x="4584572" y="471110"/>
                  </a:lnTo>
                  <a:lnTo>
                    <a:pt x="4585630" y="470011"/>
                  </a:lnTo>
                  <a:lnTo>
                    <a:pt x="4586688" y="468753"/>
                  </a:lnTo>
                  <a:lnTo>
                    <a:pt x="4587746" y="467472"/>
                  </a:lnTo>
                  <a:lnTo>
                    <a:pt x="4588803" y="466300"/>
                  </a:lnTo>
                  <a:lnTo>
                    <a:pt x="4589861" y="465594"/>
                  </a:lnTo>
                  <a:lnTo>
                    <a:pt x="4590919" y="465572"/>
                  </a:lnTo>
                  <a:lnTo>
                    <a:pt x="4591977" y="466275"/>
                  </a:lnTo>
                  <a:lnTo>
                    <a:pt x="4593035" y="467764"/>
                  </a:lnTo>
                  <a:lnTo>
                    <a:pt x="4594093" y="470020"/>
                  </a:lnTo>
                  <a:lnTo>
                    <a:pt x="4595151" y="472965"/>
                  </a:lnTo>
                  <a:lnTo>
                    <a:pt x="4596208" y="476731"/>
                  </a:lnTo>
                  <a:lnTo>
                    <a:pt x="4597266" y="481161"/>
                  </a:lnTo>
                  <a:lnTo>
                    <a:pt x="4598324" y="486361"/>
                  </a:lnTo>
                  <a:lnTo>
                    <a:pt x="4599382" y="492551"/>
                  </a:lnTo>
                  <a:lnTo>
                    <a:pt x="4600440" y="499863"/>
                  </a:lnTo>
                  <a:lnTo>
                    <a:pt x="4601498" y="508434"/>
                  </a:lnTo>
                  <a:lnTo>
                    <a:pt x="4602555" y="518339"/>
                  </a:lnTo>
                  <a:lnTo>
                    <a:pt x="4603613" y="529440"/>
                  </a:lnTo>
                  <a:lnTo>
                    <a:pt x="4604671" y="541873"/>
                  </a:lnTo>
                  <a:lnTo>
                    <a:pt x="4605729" y="555406"/>
                  </a:lnTo>
                  <a:lnTo>
                    <a:pt x="4606787" y="569591"/>
                  </a:lnTo>
                  <a:lnTo>
                    <a:pt x="4607845" y="584091"/>
                  </a:lnTo>
                  <a:lnTo>
                    <a:pt x="4608902" y="598550"/>
                  </a:lnTo>
                  <a:lnTo>
                    <a:pt x="4609960" y="612727"/>
                  </a:lnTo>
                  <a:lnTo>
                    <a:pt x="4611018" y="626685"/>
                  </a:lnTo>
                  <a:lnTo>
                    <a:pt x="4612076" y="640212"/>
                  </a:lnTo>
                  <a:lnTo>
                    <a:pt x="4613134" y="653467"/>
                  </a:lnTo>
                  <a:lnTo>
                    <a:pt x="4614192" y="666306"/>
                  </a:lnTo>
                  <a:lnTo>
                    <a:pt x="4615249" y="678740"/>
                  </a:lnTo>
                  <a:lnTo>
                    <a:pt x="4616307" y="690808"/>
                  </a:lnTo>
                  <a:lnTo>
                    <a:pt x="4617365" y="702294"/>
                  </a:lnTo>
                  <a:lnTo>
                    <a:pt x="4618423" y="712929"/>
                  </a:lnTo>
                  <a:lnTo>
                    <a:pt x="4619481" y="722439"/>
                  </a:lnTo>
                  <a:lnTo>
                    <a:pt x="4620539" y="730495"/>
                  </a:lnTo>
                  <a:lnTo>
                    <a:pt x="4621597" y="737138"/>
                  </a:lnTo>
                  <a:lnTo>
                    <a:pt x="4622654" y="742536"/>
                  </a:lnTo>
                  <a:lnTo>
                    <a:pt x="4623712" y="747173"/>
                  </a:lnTo>
                  <a:lnTo>
                    <a:pt x="4624770" y="751669"/>
                  </a:lnTo>
                  <a:lnTo>
                    <a:pt x="4625828" y="756739"/>
                  </a:lnTo>
                  <a:lnTo>
                    <a:pt x="4626886" y="762942"/>
                  </a:lnTo>
                  <a:lnTo>
                    <a:pt x="4627944" y="770867"/>
                  </a:lnTo>
                  <a:lnTo>
                    <a:pt x="4629001" y="780776"/>
                  </a:lnTo>
                  <a:lnTo>
                    <a:pt x="4630059" y="793085"/>
                  </a:lnTo>
                  <a:lnTo>
                    <a:pt x="4631117" y="807902"/>
                  </a:lnTo>
                  <a:lnTo>
                    <a:pt x="4632175" y="824959"/>
                  </a:lnTo>
                  <a:lnTo>
                    <a:pt x="4633233" y="844202"/>
                  </a:lnTo>
                  <a:lnTo>
                    <a:pt x="4634291" y="865698"/>
                  </a:lnTo>
                  <a:lnTo>
                    <a:pt x="4635348" y="889305"/>
                  </a:lnTo>
                  <a:lnTo>
                    <a:pt x="4636406" y="914977"/>
                  </a:lnTo>
                  <a:lnTo>
                    <a:pt x="4637464" y="942595"/>
                  </a:lnTo>
                  <a:lnTo>
                    <a:pt x="4638522" y="971995"/>
                  </a:lnTo>
                  <a:lnTo>
                    <a:pt x="4639580" y="1002697"/>
                  </a:lnTo>
                  <a:lnTo>
                    <a:pt x="4640638" y="1034412"/>
                  </a:lnTo>
                  <a:lnTo>
                    <a:pt x="4641695" y="1066483"/>
                  </a:lnTo>
                  <a:lnTo>
                    <a:pt x="4642753" y="1097809"/>
                  </a:lnTo>
                  <a:lnTo>
                    <a:pt x="4643811" y="1127644"/>
                  </a:lnTo>
                  <a:lnTo>
                    <a:pt x="4644869" y="1155617"/>
                  </a:lnTo>
                  <a:lnTo>
                    <a:pt x="4645927" y="1181081"/>
                  </a:lnTo>
                  <a:lnTo>
                    <a:pt x="4646985" y="1203697"/>
                  </a:lnTo>
                  <a:lnTo>
                    <a:pt x="4648043" y="1223315"/>
                  </a:lnTo>
                  <a:lnTo>
                    <a:pt x="4649100" y="1239636"/>
                  </a:lnTo>
                  <a:lnTo>
                    <a:pt x="4650158" y="1252903"/>
                  </a:lnTo>
                  <a:lnTo>
                    <a:pt x="4651216" y="1263520"/>
                  </a:lnTo>
                  <a:lnTo>
                    <a:pt x="4652274" y="1271648"/>
                  </a:lnTo>
                  <a:lnTo>
                    <a:pt x="4653332" y="1277442"/>
                  </a:lnTo>
                  <a:lnTo>
                    <a:pt x="4654390" y="1281184"/>
                  </a:lnTo>
                  <a:lnTo>
                    <a:pt x="4655447" y="1283439"/>
                  </a:lnTo>
                  <a:lnTo>
                    <a:pt x="4656505" y="1284547"/>
                  </a:lnTo>
                  <a:lnTo>
                    <a:pt x="4657563" y="1284548"/>
                  </a:lnTo>
                  <a:lnTo>
                    <a:pt x="4658621" y="1284295"/>
                  </a:lnTo>
                  <a:lnTo>
                    <a:pt x="4659679" y="1284059"/>
                  </a:lnTo>
                  <a:lnTo>
                    <a:pt x="4660737" y="1283666"/>
                  </a:lnTo>
                  <a:lnTo>
                    <a:pt x="4661794" y="1283276"/>
                  </a:lnTo>
                  <a:lnTo>
                    <a:pt x="4662852" y="1282952"/>
                  </a:lnTo>
                  <a:lnTo>
                    <a:pt x="4663910" y="1282835"/>
                  </a:lnTo>
                  <a:lnTo>
                    <a:pt x="4664968" y="1283250"/>
                  </a:lnTo>
                  <a:lnTo>
                    <a:pt x="4666026" y="1283510"/>
                  </a:lnTo>
                  <a:lnTo>
                    <a:pt x="4667084" y="1283236"/>
                  </a:lnTo>
                  <a:lnTo>
                    <a:pt x="4668141" y="1282478"/>
                  </a:lnTo>
                  <a:lnTo>
                    <a:pt x="4669199" y="1280935"/>
                  </a:lnTo>
                  <a:lnTo>
                    <a:pt x="4670257" y="1278619"/>
                  </a:lnTo>
                  <a:lnTo>
                    <a:pt x="4671315" y="1275721"/>
                  </a:lnTo>
                  <a:lnTo>
                    <a:pt x="4672373" y="1272499"/>
                  </a:lnTo>
                  <a:lnTo>
                    <a:pt x="4673431" y="1269750"/>
                  </a:lnTo>
                  <a:lnTo>
                    <a:pt x="4674489" y="1267674"/>
                  </a:lnTo>
                  <a:lnTo>
                    <a:pt x="4675546" y="1266472"/>
                  </a:lnTo>
                  <a:lnTo>
                    <a:pt x="4676604" y="1266443"/>
                  </a:lnTo>
                  <a:lnTo>
                    <a:pt x="4677662" y="1267355"/>
                  </a:lnTo>
                  <a:lnTo>
                    <a:pt x="4678720" y="1268785"/>
                  </a:lnTo>
                  <a:lnTo>
                    <a:pt x="4679778" y="1270561"/>
                  </a:lnTo>
                  <a:lnTo>
                    <a:pt x="4680836" y="1271970"/>
                  </a:lnTo>
                  <a:lnTo>
                    <a:pt x="4681893" y="1272815"/>
                  </a:lnTo>
                  <a:lnTo>
                    <a:pt x="4682951" y="1272900"/>
                  </a:lnTo>
                  <a:lnTo>
                    <a:pt x="4684009" y="1271600"/>
                  </a:lnTo>
                  <a:lnTo>
                    <a:pt x="4685067" y="1268953"/>
                  </a:lnTo>
                  <a:lnTo>
                    <a:pt x="4686125" y="1265447"/>
                  </a:lnTo>
                  <a:lnTo>
                    <a:pt x="4687183" y="1260989"/>
                  </a:lnTo>
                  <a:lnTo>
                    <a:pt x="4688240" y="1255867"/>
                  </a:lnTo>
                  <a:lnTo>
                    <a:pt x="4689298" y="1250186"/>
                  </a:lnTo>
                  <a:lnTo>
                    <a:pt x="4690356" y="1244153"/>
                  </a:lnTo>
                  <a:lnTo>
                    <a:pt x="4691414" y="1238089"/>
                  </a:lnTo>
                  <a:lnTo>
                    <a:pt x="4692472" y="1232192"/>
                  </a:lnTo>
                  <a:lnTo>
                    <a:pt x="4693530" y="1226305"/>
                  </a:lnTo>
                  <a:lnTo>
                    <a:pt x="4694587" y="1220344"/>
                  </a:lnTo>
                  <a:lnTo>
                    <a:pt x="4695645" y="1214464"/>
                  </a:lnTo>
                  <a:lnTo>
                    <a:pt x="4696703" y="1208919"/>
                  </a:lnTo>
                  <a:lnTo>
                    <a:pt x="4697761" y="1203837"/>
                  </a:lnTo>
                  <a:lnTo>
                    <a:pt x="4698819" y="1199284"/>
                  </a:lnTo>
                  <a:lnTo>
                    <a:pt x="4699877" y="1195466"/>
                  </a:lnTo>
                  <a:lnTo>
                    <a:pt x="4700935" y="1192874"/>
                  </a:lnTo>
                  <a:lnTo>
                    <a:pt x="4701992" y="1191583"/>
                  </a:lnTo>
                  <a:lnTo>
                    <a:pt x="4703050" y="1191923"/>
                  </a:lnTo>
                  <a:lnTo>
                    <a:pt x="4704108" y="1193481"/>
                  </a:lnTo>
                  <a:lnTo>
                    <a:pt x="4705166" y="1195836"/>
                  </a:lnTo>
                  <a:lnTo>
                    <a:pt x="4706224" y="1198984"/>
                  </a:lnTo>
                  <a:lnTo>
                    <a:pt x="4707282" y="1202497"/>
                  </a:lnTo>
                  <a:lnTo>
                    <a:pt x="4708339" y="1206086"/>
                  </a:lnTo>
                  <a:lnTo>
                    <a:pt x="4709397" y="1210094"/>
                  </a:lnTo>
                  <a:lnTo>
                    <a:pt x="4710455" y="1214476"/>
                  </a:lnTo>
                  <a:lnTo>
                    <a:pt x="4711513" y="1218806"/>
                  </a:lnTo>
                  <a:lnTo>
                    <a:pt x="4712571" y="1223111"/>
                  </a:lnTo>
                  <a:lnTo>
                    <a:pt x="4713629" y="1227561"/>
                  </a:lnTo>
                  <a:lnTo>
                    <a:pt x="4714686" y="1231891"/>
                  </a:lnTo>
                  <a:lnTo>
                    <a:pt x="4715744" y="1236221"/>
                  </a:lnTo>
                  <a:lnTo>
                    <a:pt x="4716802" y="1240009"/>
                  </a:lnTo>
                  <a:lnTo>
                    <a:pt x="4717860" y="1242726"/>
                  </a:lnTo>
                  <a:lnTo>
                    <a:pt x="4718918" y="1244197"/>
                  </a:lnTo>
                  <a:lnTo>
                    <a:pt x="4719976" y="1244319"/>
                  </a:lnTo>
                  <a:lnTo>
                    <a:pt x="4721033" y="1242557"/>
                  </a:lnTo>
                  <a:lnTo>
                    <a:pt x="4722091" y="1239090"/>
                  </a:lnTo>
                  <a:lnTo>
                    <a:pt x="4723149" y="1234275"/>
                  </a:lnTo>
                  <a:lnTo>
                    <a:pt x="4724207" y="1228012"/>
                  </a:lnTo>
                  <a:lnTo>
                    <a:pt x="4725265" y="1220239"/>
                  </a:lnTo>
                  <a:lnTo>
                    <a:pt x="4726323" y="1210976"/>
                  </a:lnTo>
                  <a:lnTo>
                    <a:pt x="4727381" y="1200537"/>
                  </a:lnTo>
                  <a:lnTo>
                    <a:pt x="4728438" y="1188661"/>
                  </a:lnTo>
                  <a:lnTo>
                    <a:pt x="4729496" y="1175008"/>
                  </a:lnTo>
                  <a:lnTo>
                    <a:pt x="4730554" y="1159623"/>
                  </a:lnTo>
                  <a:lnTo>
                    <a:pt x="4731612" y="1142463"/>
                  </a:lnTo>
                  <a:lnTo>
                    <a:pt x="4732670" y="1123867"/>
                  </a:lnTo>
                  <a:lnTo>
                    <a:pt x="4733728" y="1104448"/>
                  </a:lnTo>
                  <a:lnTo>
                    <a:pt x="4734785" y="1084448"/>
                  </a:lnTo>
                  <a:lnTo>
                    <a:pt x="4735843" y="1064571"/>
                  </a:lnTo>
                  <a:lnTo>
                    <a:pt x="4736901" y="1045317"/>
                  </a:lnTo>
                  <a:lnTo>
                    <a:pt x="4737959" y="1026778"/>
                  </a:lnTo>
                  <a:lnTo>
                    <a:pt x="4739017" y="1009009"/>
                  </a:lnTo>
                  <a:lnTo>
                    <a:pt x="4740075" y="992287"/>
                  </a:lnTo>
                  <a:lnTo>
                    <a:pt x="4741132" y="976312"/>
                  </a:lnTo>
                  <a:lnTo>
                    <a:pt x="4742190" y="961149"/>
                  </a:lnTo>
                  <a:lnTo>
                    <a:pt x="4743248" y="946652"/>
                  </a:lnTo>
                  <a:lnTo>
                    <a:pt x="4744306" y="932809"/>
                  </a:lnTo>
                  <a:lnTo>
                    <a:pt x="4745364" y="919895"/>
                  </a:lnTo>
                  <a:lnTo>
                    <a:pt x="4746422" y="908295"/>
                  </a:lnTo>
                  <a:lnTo>
                    <a:pt x="4747479" y="898260"/>
                  </a:lnTo>
                  <a:lnTo>
                    <a:pt x="4748537" y="890038"/>
                  </a:lnTo>
                  <a:lnTo>
                    <a:pt x="4749595" y="883545"/>
                  </a:lnTo>
                  <a:lnTo>
                    <a:pt x="4750653" y="878729"/>
                  </a:lnTo>
                  <a:lnTo>
                    <a:pt x="4751711" y="875308"/>
                  </a:lnTo>
                  <a:lnTo>
                    <a:pt x="4752769" y="873240"/>
                  </a:lnTo>
                  <a:lnTo>
                    <a:pt x="4753827" y="872121"/>
                  </a:lnTo>
                  <a:lnTo>
                    <a:pt x="4754884" y="871668"/>
                  </a:lnTo>
                  <a:lnTo>
                    <a:pt x="4755942" y="871541"/>
                  </a:lnTo>
                  <a:lnTo>
                    <a:pt x="4757000" y="871857"/>
                  </a:lnTo>
                  <a:lnTo>
                    <a:pt x="4758058" y="872595"/>
                  </a:lnTo>
                  <a:lnTo>
                    <a:pt x="4759116" y="873845"/>
                  </a:lnTo>
                  <a:lnTo>
                    <a:pt x="4760174" y="875755"/>
                  </a:lnTo>
                  <a:lnTo>
                    <a:pt x="4761231" y="878104"/>
                  </a:lnTo>
                  <a:lnTo>
                    <a:pt x="4762289" y="880458"/>
                  </a:lnTo>
                  <a:lnTo>
                    <a:pt x="4763347" y="882744"/>
                  </a:lnTo>
                  <a:lnTo>
                    <a:pt x="4764405" y="884984"/>
                  </a:lnTo>
                  <a:lnTo>
                    <a:pt x="4765463" y="886825"/>
                  </a:lnTo>
                  <a:lnTo>
                    <a:pt x="4766521" y="887737"/>
                  </a:lnTo>
                  <a:lnTo>
                    <a:pt x="4767578" y="887760"/>
                  </a:lnTo>
                  <a:lnTo>
                    <a:pt x="4768636" y="886812"/>
                  </a:lnTo>
                  <a:lnTo>
                    <a:pt x="4769694" y="884991"/>
                  </a:lnTo>
                  <a:lnTo>
                    <a:pt x="4770752" y="882212"/>
                  </a:lnTo>
                  <a:lnTo>
                    <a:pt x="4771810" y="878392"/>
                  </a:lnTo>
                  <a:lnTo>
                    <a:pt x="4772868" y="873839"/>
                  </a:lnTo>
                  <a:lnTo>
                    <a:pt x="4773925" y="869310"/>
                  </a:lnTo>
                  <a:lnTo>
                    <a:pt x="4774983" y="864694"/>
                  </a:lnTo>
                  <a:lnTo>
                    <a:pt x="4776041" y="860055"/>
                  </a:lnTo>
                  <a:lnTo>
                    <a:pt x="4777099" y="855651"/>
                  </a:lnTo>
                  <a:lnTo>
                    <a:pt x="4778157" y="851587"/>
                  </a:lnTo>
                  <a:lnTo>
                    <a:pt x="4779215" y="847668"/>
                  </a:lnTo>
                  <a:lnTo>
                    <a:pt x="4780273" y="843700"/>
                  </a:lnTo>
                  <a:lnTo>
                    <a:pt x="4781330" y="839901"/>
                  </a:lnTo>
                  <a:lnTo>
                    <a:pt x="4782388" y="836730"/>
                  </a:lnTo>
                  <a:lnTo>
                    <a:pt x="4783446" y="834072"/>
                  </a:lnTo>
                  <a:lnTo>
                    <a:pt x="4784504" y="831909"/>
                  </a:lnTo>
                  <a:lnTo>
                    <a:pt x="4785562" y="830370"/>
                  </a:lnTo>
                  <a:lnTo>
                    <a:pt x="4786620" y="829736"/>
                  </a:lnTo>
                  <a:lnTo>
                    <a:pt x="4787677" y="830251"/>
                  </a:lnTo>
                  <a:lnTo>
                    <a:pt x="4788735" y="831367"/>
                  </a:lnTo>
                  <a:lnTo>
                    <a:pt x="4789793" y="832677"/>
                  </a:lnTo>
                  <a:lnTo>
                    <a:pt x="4790851" y="834331"/>
                  </a:lnTo>
                  <a:lnTo>
                    <a:pt x="4791909" y="836284"/>
                  </a:lnTo>
                  <a:lnTo>
                    <a:pt x="4792967" y="838311"/>
                  </a:lnTo>
                  <a:lnTo>
                    <a:pt x="4794024" y="840615"/>
                  </a:lnTo>
                  <a:lnTo>
                    <a:pt x="4795082" y="843050"/>
                  </a:lnTo>
                  <a:lnTo>
                    <a:pt x="4796140" y="845374"/>
                  </a:lnTo>
                  <a:lnTo>
                    <a:pt x="4797198" y="847674"/>
                  </a:lnTo>
                  <a:lnTo>
                    <a:pt x="4798256" y="849597"/>
                  </a:lnTo>
                  <a:lnTo>
                    <a:pt x="4799314" y="851225"/>
                  </a:lnTo>
                  <a:lnTo>
                    <a:pt x="4800371" y="852735"/>
                  </a:lnTo>
                  <a:lnTo>
                    <a:pt x="4801429" y="853960"/>
                  </a:lnTo>
                  <a:lnTo>
                    <a:pt x="4802487" y="854777"/>
                  </a:lnTo>
                  <a:lnTo>
                    <a:pt x="4803545" y="855197"/>
                  </a:lnTo>
                  <a:lnTo>
                    <a:pt x="4804603" y="855543"/>
                  </a:lnTo>
                  <a:lnTo>
                    <a:pt x="4805661" y="855647"/>
                  </a:lnTo>
                  <a:lnTo>
                    <a:pt x="4806719" y="855479"/>
                  </a:lnTo>
                  <a:lnTo>
                    <a:pt x="4807776" y="854961"/>
                  </a:lnTo>
                  <a:lnTo>
                    <a:pt x="4808834" y="854187"/>
                  </a:lnTo>
                  <a:lnTo>
                    <a:pt x="4809892" y="853134"/>
                  </a:lnTo>
                  <a:lnTo>
                    <a:pt x="4810950" y="852123"/>
                  </a:lnTo>
                  <a:lnTo>
                    <a:pt x="4812008" y="851339"/>
                  </a:lnTo>
                  <a:lnTo>
                    <a:pt x="4813066" y="850714"/>
                  </a:lnTo>
                  <a:lnTo>
                    <a:pt x="4814123" y="850648"/>
                  </a:lnTo>
                  <a:lnTo>
                    <a:pt x="4815181" y="851160"/>
                  </a:lnTo>
                  <a:lnTo>
                    <a:pt x="4816239" y="851967"/>
                  </a:lnTo>
                  <a:lnTo>
                    <a:pt x="4817297" y="852761"/>
                  </a:lnTo>
                  <a:lnTo>
                    <a:pt x="4818355" y="853546"/>
                  </a:lnTo>
                  <a:lnTo>
                    <a:pt x="4819413" y="854533"/>
                  </a:lnTo>
                  <a:lnTo>
                    <a:pt x="4820470" y="855836"/>
                  </a:lnTo>
                  <a:lnTo>
                    <a:pt x="4821528" y="857346"/>
                  </a:lnTo>
                  <a:lnTo>
                    <a:pt x="4822586" y="859139"/>
                  </a:lnTo>
                  <a:lnTo>
                    <a:pt x="4823644" y="861669"/>
                  </a:lnTo>
                  <a:lnTo>
                    <a:pt x="4824702" y="865534"/>
                  </a:lnTo>
                  <a:lnTo>
                    <a:pt x="4825760" y="870795"/>
                  </a:lnTo>
                  <a:lnTo>
                    <a:pt x="4826817" y="876988"/>
                  </a:lnTo>
                  <a:lnTo>
                    <a:pt x="4827875" y="884058"/>
                  </a:lnTo>
                  <a:lnTo>
                    <a:pt x="4828933" y="891793"/>
                  </a:lnTo>
                  <a:lnTo>
                    <a:pt x="4829991" y="900041"/>
                  </a:lnTo>
                  <a:lnTo>
                    <a:pt x="4831049" y="908703"/>
                  </a:lnTo>
                  <a:lnTo>
                    <a:pt x="4832107" y="918062"/>
                  </a:lnTo>
                  <a:lnTo>
                    <a:pt x="4833165" y="928459"/>
                  </a:lnTo>
                  <a:lnTo>
                    <a:pt x="4834222" y="940053"/>
                  </a:lnTo>
                  <a:lnTo>
                    <a:pt x="4835280" y="952685"/>
                  </a:lnTo>
                  <a:lnTo>
                    <a:pt x="4836338" y="966605"/>
                  </a:lnTo>
                  <a:lnTo>
                    <a:pt x="4837396" y="982244"/>
                  </a:lnTo>
                  <a:lnTo>
                    <a:pt x="4838454" y="999498"/>
                  </a:lnTo>
                  <a:lnTo>
                    <a:pt x="4839512" y="1017667"/>
                  </a:lnTo>
                  <a:lnTo>
                    <a:pt x="4840569" y="1035757"/>
                  </a:lnTo>
                  <a:lnTo>
                    <a:pt x="4841627" y="1053791"/>
                  </a:lnTo>
                  <a:lnTo>
                    <a:pt x="4842685" y="1072043"/>
                  </a:lnTo>
                  <a:lnTo>
                    <a:pt x="4843743" y="1090204"/>
                  </a:lnTo>
                  <a:lnTo>
                    <a:pt x="4844801" y="1107984"/>
                  </a:lnTo>
                  <a:lnTo>
                    <a:pt x="4845859" y="1125087"/>
                  </a:lnTo>
                  <a:lnTo>
                    <a:pt x="4846916" y="1141217"/>
                  </a:lnTo>
                  <a:lnTo>
                    <a:pt x="4847974" y="1156862"/>
                  </a:lnTo>
                  <a:lnTo>
                    <a:pt x="4849032" y="1172236"/>
                  </a:lnTo>
                  <a:lnTo>
                    <a:pt x="4850090" y="1187016"/>
                  </a:lnTo>
                  <a:lnTo>
                    <a:pt x="4851148" y="1201742"/>
                  </a:lnTo>
                  <a:lnTo>
                    <a:pt x="4852206" y="1215675"/>
                  </a:lnTo>
                  <a:lnTo>
                    <a:pt x="4853263" y="1228200"/>
                  </a:lnTo>
                  <a:lnTo>
                    <a:pt x="4854321" y="1239385"/>
                  </a:lnTo>
                  <a:lnTo>
                    <a:pt x="4855379" y="1249223"/>
                  </a:lnTo>
                  <a:lnTo>
                    <a:pt x="4856437" y="1257662"/>
                  </a:lnTo>
                  <a:lnTo>
                    <a:pt x="4857495" y="1264331"/>
                  </a:lnTo>
                  <a:lnTo>
                    <a:pt x="4858553" y="1269375"/>
                  </a:lnTo>
                  <a:lnTo>
                    <a:pt x="4859611" y="1273213"/>
                  </a:lnTo>
                  <a:lnTo>
                    <a:pt x="4860668" y="1276605"/>
                  </a:lnTo>
                  <a:lnTo>
                    <a:pt x="4861726" y="1280004"/>
                  </a:lnTo>
                  <a:lnTo>
                    <a:pt x="4862784" y="1283835"/>
                  </a:lnTo>
                  <a:lnTo>
                    <a:pt x="4863842" y="1287440"/>
                  </a:lnTo>
                  <a:lnTo>
                    <a:pt x="4864900" y="1290713"/>
                  </a:lnTo>
                  <a:lnTo>
                    <a:pt x="4865958" y="1293900"/>
                  </a:lnTo>
                  <a:lnTo>
                    <a:pt x="4867015" y="1296145"/>
                  </a:lnTo>
                  <a:lnTo>
                    <a:pt x="4868073" y="1297689"/>
                  </a:lnTo>
                  <a:lnTo>
                    <a:pt x="4869131" y="1298911"/>
                  </a:lnTo>
                  <a:lnTo>
                    <a:pt x="4870189" y="1300111"/>
                  </a:lnTo>
                  <a:lnTo>
                    <a:pt x="4871247" y="1301937"/>
                  </a:lnTo>
                  <a:lnTo>
                    <a:pt x="4872305" y="1304909"/>
                  </a:lnTo>
                  <a:lnTo>
                    <a:pt x="4873362" y="1308885"/>
                  </a:lnTo>
                  <a:lnTo>
                    <a:pt x="4874420" y="1314345"/>
                  </a:lnTo>
                  <a:lnTo>
                    <a:pt x="4875478" y="1321833"/>
                  </a:lnTo>
                  <a:lnTo>
                    <a:pt x="4876536" y="1331403"/>
                  </a:lnTo>
                  <a:lnTo>
                    <a:pt x="4877594" y="1342629"/>
                  </a:lnTo>
                  <a:lnTo>
                    <a:pt x="4878652" y="1355394"/>
                  </a:lnTo>
                  <a:lnTo>
                    <a:pt x="4879709" y="1369501"/>
                  </a:lnTo>
                  <a:lnTo>
                    <a:pt x="4880767" y="1384985"/>
                  </a:lnTo>
                  <a:lnTo>
                    <a:pt x="4881825" y="1401738"/>
                  </a:lnTo>
                  <a:lnTo>
                    <a:pt x="4882883" y="1419489"/>
                  </a:lnTo>
                  <a:lnTo>
                    <a:pt x="4883941" y="1437813"/>
                  </a:lnTo>
                  <a:lnTo>
                    <a:pt x="4884999" y="1455590"/>
                  </a:lnTo>
                  <a:lnTo>
                    <a:pt x="4886057" y="1471291"/>
                  </a:lnTo>
                  <a:lnTo>
                    <a:pt x="4887114" y="1483944"/>
                  </a:lnTo>
                  <a:lnTo>
                    <a:pt x="4888172" y="1492476"/>
                  </a:lnTo>
                  <a:lnTo>
                    <a:pt x="4889230" y="1496435"/>
                  </a:lnTo>
                  <a:lnTo>
                    <a:pt x="4890288" y="1495682"/>
                  </a:lnTo>
                  <a:lnTo>
                    <a:pt x="4891346" y="1488879"/>
                  </a:lnTo>
                  <a:lnTo>
                    <a:pt x="4892404" y="1476970"/>
                  </a:lnTo>
                  <a:lnTo>
                    <a:pt x="4893461" y="1461696"/>
                  </a:lnTo>
                  <a:lnTo>
                    <a:pt x="4894519" y="1443361"/>
                  </a:lnTo>
                  <a:lnTo>
                    <a:pt x="4895577" y="1422802"/>
                  </a:lnTo>
                  <a:lnTo>
                    <a:pt x="4896635" y="1400321"/>
                  </a:lnTo>
                  <a:lnTo>
                    <a:pt x="4897693" y="1376348"/>
                  </a:lnTo>
                  <a:lnTo>
                    <a:pt x="4898751" y="1352351"/>
                  </a:lnTo>
                  <a:lnTo>
                    <a:pt x="4899808" y="1328877"/>
                  </a:lnTo>
                  <a:lnTo>
                    <a:pt x="4900866" y="1305698"/>
                  </a:lnTo>
                  <a:lnTo>
                    <a:pt x="4901924" y="1283699"/>
                  </a:lnTo>
                  <a:lnTo>
                    <a:pt x="4902982" y="1262949"/>
                  </a:lnTo>
                  <a:lnTo>
                    <a:pt x="4904040" y="1242992"/>
                  </a:lnTo>
                  <a:lnTo>
                    <a:pt x="4905098" y="1223950"/>
                  </a:lnTo>
                  <a:lnTo>
                    <a:pt x="4906155" y="1205308"/>
                  </a:lnTo>
                  <a:lnTo>
                    <a:pt x="4907213" y="1187633"/>
                  </a:lnTo>
                  <a:lnTo>
                    <a:pt x="4908271" y="1170885"/>
                  </a:lnTo>
                  <a:lnTo>
                    <a:pt x="4909329" y="1154703"/>
                  </a:lnTo>
                  <a:lnTo>
                    <a:pt x="4910387" y="1139232"/>
                  </a:lnTo>
                  <a:lnTo>
                    <a:pt x="4911445" y="1124325"/>
                  </a:lnTo>
                  <a:lnTo>
                    <a:pt x="4912503" y="1110004"/>
                  </a:lnTo>
                  <a:lnTo>
                    <a:pt x="4913560" y="1096006"/>
                  </a:lnTo>
                  <a:lnTo>
                    <a:pt x="4914618" y="1081761"/>
                  </a:lnTo>
                  <a:lnTo>
                    <a:pt x="4915676" y="1067010"/>
                  </a:lnTo>
                  <a:lnTo>
                    <a:pt x="4916734" y="1052258"/>
                  </a:lnTo>
                  <a:lnTo>
                    <a:pt x="4917792" y="1037398"/>
                  </a:lnTo>
                  <a:lnTo>
                    <a:pt x="4918850" y="1022444"/>
                  </a:lnTo>
                  <a:lnTo>
                    <a:pt x="4919907" y="1008282"/>
                  </a:lnTo>
                  <a:lnTo>
                    <a:pt x="4920965" y="995178"/>
                  </a:lnTo>
                  <a:lnTo>
                    <a:pt x="4922023" y="983099"/>
                  </a:lnTo>
                  <a:lnTo>
                    <a:pt x="4923081" y="971852"/>
                  </a:lnTo>
                  <a:lnTo>
                    <a:pt x="4924139" y="961006"/>
                  </a:lnTo>
                  <a:lnTo>
                    <a:pt x="4925197" y="950368"/>
                  </a:lnTo>
                  <a:lnTo>
                    <a:pt x="4926254" y="940021"/>
                  </a:lnTo>
                  <a:lnTo>
                    <a:pt x="4927312" y="929592"/>
                  </a:lnTo>
                  <a:lnTo>
                    <a:pt x="4928370" y="918871"/>
                  </a:lnTo>
                  <a:lnTo>
                    <a:pt x="4929428" y="907910"/>
                  </a:lnTo>
                  <a:lnTo>
                    <a:pt x="4930486" y="896819"/>
                  </a:lnTo>
                  <a:lnTo>
                    <a:pt x="4931544" y="886042"/>
                  </a:lnTo>
                  <a:lnTo>
                    <a:pt x="4932601" y="875716"/>
                  </a:lnTo>
                  <a:lnTo>
                    <a:pt x="4933659" y="865830"/>
                  </a:lnTo>
                  <a:lnTo>
                    <a:pt x="4934717" y="856684"/>
                  </a:lnTo>
                  <a:lnTo>
                    <a:pt x="4935775" y="848198"/>
                  </a:lnTo>
                  <a:lnTo>
                    <a:pt x="4936833" y="840363"/>
                  </a:lnTo>
                  <a:lnTo>
                    <a:pt x="4937891" y="833476"/>
                  </a:lnTo>
                  <a:lnTo>
                    <a:pt x="4938949" y="827806"/>
                  </a:lnTo>
                  <a:lnTo>
                    <a:pt x="4940006" y="823315"/>
                  </a:lnTo>
                  <a:lnTo>
                    <a:pt x="4941064" y="820092"/>
                  </a:lnTo>
                  <a:lnTo>
                    <a:pt x="4942122" y="817868"/>
                  </a:lnTo>
                  <a:lnTo>
                    <a:pt x="4943180" y="816548"/>
                  </a:lnTo>
                  <a:lnTo>
                    <a:pt x="4944238" y="816492"/>
                  </a:lnTo>
                  <a:lnTo>
                    <a:pt x="4945296" y="817423"/>
                  </a:lnTo>
                  <a:lnTo>
                    <a:pt x="4946353" y="818840"/>
                  </a:lnTo>
                  <a:lnTo>
                    <a:pt x="4947411" y="820643"/>
                  </a:lnTo>
                  <a:lnTo>
                    <a:pt x="4948469" y="822740"/>
                  </a:lnTo>
                  <a:lnTo>
                    <a:pt x="4949527" y="825138"/>
                  </a:lnTo>
                  <a:lnTo>
                    <a:pt x="4950585" y="827709"/>
                  </a:lnTo>
                  <a:lnTo>
                    <a:pt x="4951643" y="829857"/>
                  </a:lnTo>
                  <a:lnTo>
                    <a:pt x="4952700" y="831498"/>
                  </a:lnTo>
                  <a:lnTo>
                    <a:pt x="4953758" y="832593"/>
                  </a:lnTo>
                  <a:lnTo>
                    <a:pt x="4954816" y="833083"/>
                  </a:lnTo>
                  <a:lnTo>
                    <a:pt x="4955874" y="833083"/>
                  </a:lnTo>
                  <a:lnTo>
                    <a:pt x="4956932" y="832517"/>
                  </a:lnTo>
                  <a:lnTo>
                    <a:pt x="4957990" y="831430"/>
                  </a:lnTo>
                  <a:lnTo>
                    <a:pt x="4959047" y="830135"/>
                  </a:lnTo>
                  <a:lnTo>
                    <a:pt x="4960105" y="828047"/>
                  </a:lnTo>
                  <a:lnTo>
                    <a:pt x="4961163" y="825167"/>
                  </a:lnTo>
                  <a:lnTo>
                    <a:pt x="4962221" y="821540"/>
                  </a:lnTo>
                  <a:lnTo>
                    <a:pt x="4963279" y="816776"/>
                  </a:lnTo>
                  <a:lnTo>
                    <a:pt x="4964337" y="810683"/>
                  </a:lnTo>
                  <a:lnTo>
                    <a:pt x="4965395" y="803411"/>
                  </a:lnTo>
                  <a:lnTo>
                    <a:pt x="4966452" y="794969"/>
                  </a:lnTo>
                  <a:lnTo>
                    <a:pt x="4967510" y="786092"/>
                  </a:lnTo>
                  <a:lnTo>
                    <a:pt x="4968568" y="777106"/>
                  </a:lnTo>
                  <a:lnTo>
                    <a:pt x="4969626" y="768115"/>
                  </a:lnTo>
                  <a:lnTo>
                    <a:pt x="4970684" y="759092"/>
                  </a:lnTo>
                  <a:lnTo>
                    <a:pt x="4971742" y="750225"/>
                  </a:lnTo>
                  <a:lnTo>
                    <a:pt x="4972799" y="741324"/>
                  </a:lnTo>
                  <a:lnTo>
                    <a:pt x="4973857" y="732531"/>
                  </a:lnTo>
                  <a:lnTo>
                    <a:pt x="4974915" y="723992"/>
                  </a:lnTo>
                  <a:lnTo>
                    <a:pt x="4975973" y="716050"/>
                  </a:lnTo>
                  <a:lnTo>
                    <a:pt x="4977031" y="708976"/>
                  </a:lnTo>
                  <a:lnTo>
                    <a:pt x="4978089" y="703204"/>
                  </a:lnTo>
                  <a:lnTo>
                    <a:pt x="4979146" y="698798"/>
                  </a:lnTo>
                  <a:lnTo>
                    <a:pt x="4980204" y="696116"/>
                  </a:lnTo>
                  <a:lnTo>
                    <a:pt x="4981262" y="695157"/>
                  </a:lnTo>
                  <a:lnTo>
                    <a:pt x="4982320" y="695714"/>
                  </a:lnTo>
                  <a:lnTo>
                    <a:pt x="4983378" y="697284"/>
                  </a:lnTo>
                  <a:lnTo>
                    <a:pt x="4984436" y="699261"/>
                  </a:lnTo>
                  <a:lnTo>
                    <a:pt x="4985493" y="701028"/>
                  </a:lnTo>
                  <a:lnTo>
                    <a:pt x="4986551" y="702340"/>
                  </a:lnTo>
                  <a:lnTo>
                    <a:pt x="4987609" y="702646"/>
                  </a:lnTo>
                  <a:lnTo>
                    <a:pt x="4988667" y="701819"/>
                  </a:lnTo>
                  <a:lnTo>
                    <a:pt x="4989725" y="699476"/>
                  </a:lnTo>
                  <a:lnTo>
                    <a:pt x="4990783" y="695443"/>
                  </a:lnTo>
                  <a:lnTo>
                    <a:pt x="4991841" y="689704"/>
                  </a:lnTo>
                  <a:lnTo>
                    <a:pt x="4992898" y="682487"/>
                  </a:lnTo>
                  <a:lnTo>
                    <a:pt x="4993956" y="673888"/>
                  </a:lnTo>
                  <a:lnTo>
                    <a:pt x="4995014" y="664220"/>
                  </a:lnTo>
                  <a:lnTo>
                    <a:pt x="4996072" y="652902"/>
                  </a:lnTo>
                  <a:lnTo>
                    <a:pt x="4997130" y="639701"/>
                  </a:lnTo>
                  <a:lnTo>
                    <a:pt x="4998188" y="624687"/>
                  </a:lnTo>
                  <a:lnTo>
                    <a:pt x="4999245" y="608382"/>
                  </a:lnTo>
                  <a:lnTo>
                    <a:pt x="5000303" y="591062"/>
                  </a:lnTo>
                  <a:lnTo>
                    <a:pt x="5001361" y="573029"/>
                  </a:lnTo>
                  <a:lnTo>
                    <a:pt x="5002419" y="554337"/>
                  </a:lnTo>
                  <a:lnTo>
                    <a:pt x="5003477" y="535456"/>
                  </a:lnTo>
                  <a:lnTo>
                    <a:pt x="5004535" y="516964"/>
                  </a:lnTo>
                  <a:lnTo>
                    <a:pt x="5005592" y="499359"/>
                  </a:lnTo>
                  <a:lnTo>
                    <a:pt x="5006650" y="482633"/>
                  </a:lnTo>
                  <a:lnTo>
                    <a:pt x="5007708" y="466716"/>
                  </a:lnTo>
                  <a:lnTo>
                    <a:pt x="5008766" y="451494"/>
                  </a:lnTo>
                  <a:lnTo>
                    <a:pt x="5009824" y="437063"/>
                  </a:lnTo>
                  <a:lnTo>
                    <a:pt x="5010882" y="423542"/>
                  </a:lnTo>
                  <a:lnTo>
                    <a:pt x="5011939" y="411245"/>
                  </a:lnTo>
                  <a:lnTo>
                    <a:pt x="5012997" y="400401"/>
                  </a:lnTo>
                  <a:lnTo>
                    <a:pt x="5014055" y="391115"/>
                  </a:lnTo>
                  <a:lnTo>
                    <a:pt x="5015113" y="383375"/>
                  </a:lnTo>
                  <a:lnTo>
                    <a:pt x="5016171" y="377170"/>
                  </a:lnTo>
                  <a:lnTo>
                    <a:pt x="5017229" y="372505"/>
                  </a:lnTo>
                  <a:lnTo>
                    <a:pt x="5018287" y="369287"/>
                  </a:lnTo>
                  <a:lnTo>
                    <a:pt x="5019344" y="367400"/>
                  </a:lnTo>
                  <a:lnTo>
                    <a:pt x="5020402" y="366435"/>
                  </a:lnTo>
                  <a:lnTo>
                    <a:pt x="5021460" y="366017"/>
                  </a:lnTo>
                  <a:lnTo>
                    <a:pt x="5022518" y="365900"/>
                  </a:lnTo>
                  <a:lnTo>
                    <a:pt x="5023576" y="366074"/>
                  </a:lnTo>
                  <a:lnTo>
                    <a:pt x="5024634" y="366408"/>
                  </a:lnTo>
                  <a:lnTo>
                    <a:pt x="5025691" y="366752"/>
                  </a:lnTo>
                  <a:lnTo>
                    <a:pt x="5026749" y="366846"/>
                  </a:lnTo>
                  <a:lnTo>
                    <a:pt x="5027807" y="366477"/>
                  </a:lnTo>
                  <a:lnTo>
                    <a:pt x="5028865" y="365389"/>
                  </a:lnTo>
                  <a:lnTo>
                    <a:pt x="5029923" y="363491"/>
                  </a:lnTo>
                  <a:lnTo>
                    <a:pt x="5030981" y="360475"/>
                  </a:lnTo>
                  <a:lnTo>
                    <a:pt x="5032038" y="356306"/>
                  </a:lnTo>
                  <a:lnTo>
                    <a:pt x="5033096" y="350906"/>
                  </a:lnTo>
                  <a:lnTo>
                    <a:pt x="5034154" y="344102"/>
                  </a:lnTo>
                  <a:lnTo>
                    <a:pt x="5035212" y="336054"/>
                  </a:lnTo>
                  <a:lnTo>
                    <a:pt x="5036270" y="327156"/>
                  </a:lnTo>
                  <a:lnTo>
                    <a:pt x="5037328" y="317808"/>
                  </a:lnTo>
                  <a:lnTo>
                    <a:pt x="5038385" y="308602"/>
                  </a:lnTo>
                  <a:lnTo>
                    <a:pt x="5039443" y="299771"/>
                  </a:lnTo>
                  <a:lnTo>
                    <a:pt x="5040501" y="291530"/>
                  </a:lnTo>
                  <a:lnTo>
                    <a:pt x="5041559" y="284034"/>
                  </a:lnTo>
                  <a:lnTo>
                    <a:pt x="5042617" y="277489"/>
                  </a:lnTo>
                  <a:lnTo>
                    <a:pt x="5043675" y="271919"/>
                  </a:lnTo>
                  <a:lnTo>
                    <a:pt x="5044733" y="267255"/>
                  </a:lnTo>
                  <a:lnTo>
                    <a:pt x="5045790" y="263329"/>
                  </a:lnTo>
                  <a:lnTo>
                    <a:pt x="5046848" y="259996"/>
                  </a:lnTo>
                  <a:lnTo>
                    <a:pt x="5047906" y="257086"/>
                  </a:lnTo>
                  <a:lnTo>
                    <a:pt x="5048964" y="254802"/>
                  </a:lnTo>
                  <a:lnTo>
                    <a:pt x="5050022" y="253515"/>
                  </a:lnTo>
                  <a:lnTo>
                    <a:pt x="5051080" y="253277"/>
                  </a:lnTo>
                  <a:lnTo>
                    <a:pt x="5052137" y="253703"/>
                  </a:lnTo>
                  <a:lnTo>
                    <a:pt x="5053195" y="254505"/>
                  </a:lnTo>
                  <a:lnTo>
                    <a:pt x="5054253" y="255337"/>
                  </a:lnTo>
                  <a:lnTo>
                    <a:pt x="5055311" y="256153"/>
                  </a:lnTo>
                  <a:lnTo>
                    <a:pt x="5056369" y="256768"/>
                  </a:lnTo>
                  <a:lnTo>
                    <a:pt x="5057427" y="256790"/>
                  </a:lnTo>
                  <a:lnTo>
                    <a:pt x="5058484" y="255740"/>
                  </a:lnTo>
                  <a:lnTo>
                    <a:pt x="5059542" y="253894"/>
                  </a:lnTo>
                  <a:lnTo>
                    <a:pt x="5060600" y="251444"/>
                  </a:lnTo>
                  <a:lnTo>
                    <a:pt x="5061658" y="248510"/>
                  </a:lnTo>
                  <a:lnTo>
                    <a:pt x="5062716" y="245165"/>
                  </a:lnTo>
                  <a:lnTo>
                    <a:pt x="5063774" y="241626"/>
                  </a:lnTo>
                  <a:lnTo>
                    <a:pt x="5064831" y="237756"/>
                  </a:lnTo>
                  <a:lnTo>
                    <a:pt x="5065889" y="233459"/>
                  </a:lnTo>
                  <a:lnTo>
                    <a:pt x="5066947" y="228475"/>
                  </a:lnTo>
                  <a:lnTo>
                    <a:pt x="5068005" y="222939"/>
                  </a:lnTo>
                  <a:lnTo>
                    <a:pt x="5069063" y="216960"/>
                  </a:lnTo>
                  <a:lnTo>
                    <a:pt x="5070121" y="210766"/>
                  </a:lnTo>
                  <a:lnTo>
                    <a:pt x="5071179" y="204054"/>
                  </a:lnTo>
                  <a:lnTo>
                    <a:pt x="5072236" y="196761"/>
                  </a:lnTo>
                  <a:lnTo>
                    <a:pt x="5073294" y="189038"/>
                  </a:lnTo>
                  <a:lnTo>
                    <a:pt x="5074352" y="181108"/>
                  </a:lnTo>
                  <a:lnTo>
                    <a:pt x="5075410" y="172897"/>
                  </a:lnTo>
                  <a:lnTo>
                    <a:pt x="5076468" y="164267"/>
                  </a:lnTo>
                  <a:lnTo>
                    <a:pt x="5077526" y="155065"/>
                  </a:lnTo>
                  <a:lnTo>
                    <a:pt x="5078583" y="145371"/>
                  </a:lnTo>
                  <a:lnTo>
                    <a:pt x="5079641" y="135217"/>
                  </a:lnTo>
                  <a:lnTo>
                    <a:pt x="5080699" y="124837"/>
                  </a:lnTo>
                  <a:lnTo>
                    <a:pt x="5081757" y="114492"/>
                  </a:lnTo>
                  <a:lnTo>
                    <a:pt x="5082815" y="104296"/>
                  </a:lnTo>
                  <a:lnTo>
                    <a:pt x="5083873" y="94455"/>
                  </a:lnTo>
                  <a:lnTo>
                    <a:pt x="5084930" y="85217"/>
                  </a:lnTo>
                  <a:lnTo>
                    <a:pt x="5085988" y="76650"/>
                  </a:lnTo>
                  <a:lnTo>
                    <a:pt x="5087046" y="69119"/>
                  </a:lnTo>
                  <a:lnTo>
                    <a:pt x="5088104" y="62623"/>
                  </a:lnTo>
                  <a:lnTo>
                    <a:pt x="5089162" y="57066"/>
                  </a:lnTo>
                  <a:lnTo>
                    <a:pt x="5090220" y="52410"/>
                  </a:lnTo>
                  <a:lnTo>
                    <a:pt x="5091277" y="48445"/>
                  </a:lnTo>
                  <a:lnTo>
                    <a:pt x="5092335" y="45026"/>
                  </a:lnTo>
                  <a:lnTo>
                    <a:pt x="5093393" y="42169"/>
                  </a:lnTo>
                  <a:lnTo>
                    <a:pt x="5094451" y="39866"/>
                  </a:lnTo>
                  <a:lnTo>
                    <a:pt x="5095509" y="38087"/>
                  </a:lnTo>
                  <a:lnTo>
                    <a:pt x="5096567" y="36731"/>
                  </a:lnTo>
                  <a:lnTo>
                    <a:pt x="5097624" y="35696"/>
                  </a:lnTo>
                  <a:lnTo>
                    <a:pt x="5098682" y="35055"/>
                  </a:lnTo>
                  <a:lnTo>
                    <a:pt x="5099740" y="34842"/>
                  </a:lnTo>
                  <a:lnTo>
                    <a:pt x="5100798" y="35097"/>
                  </a:lnTo>
                  <a:lnTo>
                    <a:pt x="5101856" y="35720"/>
                  </a:lnTo>
                  <a:lnTo>
                    <a:pt x="5102914" y="36473"/>
                  </a:lnTo>
                  <a:lnTo>
                    <a:pt x="5103972" y="37389"/>
                  </a:lnTo>
                  <a:lnTo>
                    <a:pt x="5105029" y="38637"/>
                  </a:lnTo>
                  <a:lnTo>
                    <a:pt x="5106087" y="40318"/>
                  </a:lnTo>
                  <a:lnTo>
                    <a:pt x="5107145" y="42612"/>
                  </a:lnTo>
                  <a:lnTo>
                    <a:pt x="5108203" y="45678"/>
                  </a:lnTo>
                  <a:lnTo>
                    <a:pt x="5109261" y="49607"/>
                  </a:lnTo>
                  <a:lnTo>
                    <a:pt x="5110319" y="54516"/>
                  </a:lnTo>
                  <a:lnTo>
                    <a:pt x="5111376" y="60511"/>
                  </a:lnTo>
                  <a:lnTo>
                    <a:pt x="5112434" y="67337"/>
                  </a:lnTo>
                  <a:lnTo>
                    <a:pt x="5113492" y="74789"/>
                  </a:lnTo>
                  <a:lnTo>
                    <a:pt x="5114550" y="82763"/>
                  </a:lnTo>
                  <a:lnTo>
                    <a:pt x="5115608" y="91035"/>
                  </a:lnTo>
                  <a:lnTo>
                    <a:pt x="5116666" y="99126"/>
                  </a:lnTo>
                  <a:lnTo>
                    <a:pt x="5117723" y="106920"/>
                  </a:lnTo>
                  <a:lnTo>
                    <a:pt x="5118781" y="114387"/>
                  </a:lnTo>
                  <a:lnTo>
                    <a:pt x="5119839" y="121633"/>
                  </a:lnTo>
                  <a:lnTo>
                    <a:pt x="5120897" y="128601"/>
                  </a:lnTo>
                  <a:lnTo>
                    <a:pt x="5121955" y="135316"/>
                  </a:lnTo>
                  <a:lnTo>
                    <a:pt x="5123013" y="141721"/>
                  </a:lnTo>
                  <a:lnTo>
                    <a:pt x="5124070" y="148176"/>
                  </a:lnTo>
                  <a:lnTo>
                    <a:pt x="5125128" y="154864"/>
                  </a:lnTo>
                  <a:lnTo>
                    <a:pt x="5126186" y="161702"/>
                  </a:lnTo>
                  <a:lnTo>
                    <a:pt x="5127244" y="168592"/>
                  </a:lnTo>
                  <a:lnTo>
                    <a:pt x="5128302" y="175812"/>
                  </a:lnTo>
                  <a:lnTo>
                    <a:pt x="5129360" y="183590"/>
                  </a:lnTo>
                  <a:lnTo>
                    <a:pt x="5130418" y="192131"/>
                  </a:lnTo>
                  <a:lnTo>
                    <a:pt x="5131475" y="201515"/>
                  </a:lnTo>
                  <a:lnTo>
                    <a:pt x="5132533" y="211956"/>
                  </a:lnTo>
                  <a:lnTo>
                    <a:pt x="5133591" y="223345"/>
                  </a:lnTo>
                  <a:lnTo>
                    <a:pt x="5134649" y="235559"/>
                  </a:lnTo>
                  <a:lnTo>
                    <a:pt x="5135707" y="248572"/>
                  </a:lnTo>
                  <a:lnTo>
                    <a:pt x="5136765" y="262214"/>
                  </a:lnTo>
                  <a:lnTo>
                    <a:pt x="5137822" y="276069"/>
                  </a:lnTo>
                  <a:lnTo>
                    <a:pt x="5138880" y="289641"/>
                  </a:lnTo>
                  <a:lnTo>
                    <a:pt x="5139938" y="302441"/>
                  </a:lnTo>
                  <a:lnTo>
                    <a:pt x="5140996" y="314488"/>
                  </a:lnTo>
                  <a:lnTo>
                    <a:pt x="5142054" y="325943"/>
                  </a:lnTo>
                  <a:lnTo>
                    <a:pt x="5143112" y="336787"/>
                  </a:lnTo>
                  <a:lnTo>
                    <a:pt x="5144169" y="346977"/>
                  </a:lnTo>
                  <a:lnTo>
                    <a:pt x="5145227" y="356660"/>
                  </a:lnTo>
                  <a:lnTo>
                    <a:pt x="5146285" y="365869"/>
                  </a:lnTo>
                  <a:lnTo>
                    <a:pt x="5147343" y="374410"/>
                  </a:lnTo>
                  <a:lnTo>
                    <a:pt x="5148401" y="382022"/>
                  </a:lnTo>
                  <a:lnTo>
                    <a:pt x="5149459" y="388636"/>
                  </a:lnTo>
                  <a:lnTo>
                    <a:pt x="5150516" y="394152"/>
                  </a:lnTo>
                  <a:lnTo>
                    <a:pt x="5151574" y="398407"/>
                  </a:lnTo>
                  <a:lnTo>
                    <a:pt x="5152632" y="401458"/>
                  </a:lnTo>
                  <a:lnTo>
                    <a:pt x="5153690" y="403390"/>
                  </a:lnTo>
                  <a:lnTo>
                    <a:pt x="5154748" y="404752"/>
                  </a:lnTo>
                  <a:lnTo>
                    <a:pt x="5155806" y="405980"/>
                  </a:lnTo>
                  <a:lnTo>
                    <a:pt x="5156864" y="406916"/>
                  </a:lnTo>
                  <a:lnTo>
                    <a:pt x="5157921" y="407436"/>
                  </a:lnTo>
                  <a:lnTo>
                    <a:pt x="5158979" y="407640"/>
                  </a:lnTo>
                  <a:lnTo>
                    <a:pt x="5160037" y="407410"/>
                  </a:lnTo>
                  <a:lnTo>
                    <a:pt x="5161095" y="406467"/>
                  </a:lnTo>
                  <a:lnTo>
                    <a:pt x="5162153" y="404701"/>
                  </a:lnTo>
                  <a:lnTo>
                    <a:pt x="5163211" y="402284"/>
                  </a:lnTo>
                  <a:lnTo>
                    <a:pt x="5164268" y="399481"/>
                  </a:lnTo>
                  <a:lnTo>
                    <a:pt x="5165326" y="396703"/>
                  </a:lnTo>
                  <a:lnTo>
                    <a:pt x="5166384" y="394373"/>
                  </a:lnTo>
                  <a:lnTo>
                    <a:pt x="5167442" y="392592"/>
                  </a:lnTo>
                  <a:lnTo>
                    <a:pt x="5168500" y="391505"/>
                  </a:lnTo>
                  <a:lnTo>
                    <a:pt x="5169558" y="391445"/>
                  </a:lnTo>
                  <a:lnTo>
                    <a:pt x="5170615" y="392287"/>
                  </a:lnTo>
                  <a:lnTo>
                    <a:pt x="5171673" y="393641"/>
                  </a:lnTo>
                  <a:lnTo>
                    <a:pt x="5172731" y="395299"/>
                  </a:lnTo>
                  <a:lnTo>
                    <a:pt x="5173789" y="396968"/>
                  </a:lnTo>
                  <a:lnTo>
                    <a:pt x="5174847" y="398342"/>
                  </a:lnTo>
                  <a:lnTo>
                    <a:pt x="5175905" y="399140"/>
                  </a:lnTo>
                  <a:lnTo>
                    <a:pt x="5176962" y="399184"/>
                  </a:lnTo>
                  <a:lnTo>
                    <a:pt x="5178020" y="398356"/>
                  </a:lnTo>
                  <a:lnTo>
                    <a:pt x="5179078" y="396773"/>
                  </a:lnTo>
                  <a:lnTo>
                    <a:pt x="5180136" y="394493"/>
                  </a:lnTo>
                  <a:lnTo>
                    <a:pt x="5181194" y="391247"/>
                  </a:lnTo>
                  <a:lnTo>
                    <a:pt x="5182252" y="387042"/>
                  </a:lnTo>
                  <a:lnTo>
                    <a:pt x="5183310" y="382072"/>
                  </a:lnTo>
                  <a:lnTo>
                    <a:pt x="5184367" y="376349"/>
                  </a:lnTo>
                  <a:lnTo>
                    <a:pt x="5185425" y="369711"/>
                  </a:lnTo>
                  <a:lnTo>
                    <a:pt x="5186483" y="362258"/>
                  </a:lnTo>
                  <a:lnTo>
                    <a:pt x="5187541" y="353982"/>
                  </a:lnTo>
                  <a:lnTo>
                    <a:pt x="5188599" y="344993"/>
                  </a:lnTo>
                  <a:lnTo>
                    <a:pt x="5189657" y="335680"/>
                  </a:lnTo>
                  <a:lnTo>
                    <a:pt x="5190714" y="326272"/>
                  </a:lnTo>
                  <a:lnTo>
                    <a:pt x="5191772" y="317302"/>
                  </a:lnTo>
                  <a:lnTo>
                    <a:pt x="5192830" y="308946"/>
                  </a:lnTo>
                  <a:lnTo>
                    <a:pt x="5193888" y="301098"/>
                  </a:lnTo>
                  <a:lnTo>
                    <a:pt x="5194946" y="293551"/>
                  </a:lnTo>
                  <a:lnTo>
                    <a:pt x="5196004" y="286192"/>
                  </a:lnTo>
                  <a:lnTo>
                    <a:pt x="5197061" y="278970"/>
                  </a:lnTo>
                  <a:lnTo>
                    <a:pt x="5198119" y="271709"/>
                  </a:lnTo>
                  <a:lnTo>
                    <a:pt x="5199177" y="264087"/>
                  </a:lnTo>
                  <a:lnTo>
                    <a:pt x="5200235" y="256120"/>
                  </a:lnTo>
                  <a:lnTo>
                    <a:pt x="5201293" y="248035"/>
                  </a:lnTo>
                  <a:lnTo>
                    <a:pt x="5202351" y="240037"/>
                  </a:lnTo>
                  <a:lnTo>
                    <a:pt x="5203408" y="232493"/>
                  </a:lnTo>
                  <a:lnTo>
                    <a:pt x="5204466" y="225468"/>
                  </a:lnTo>
                  <a:lnTo>
                    <a:pt x="5205524" y="218925"/>
                  </a:lnTo>
                  <a:lnTo>
                    <a:pt x="5206582" y="212920"/>
                  </a:lnTo>
                  <a:lnTo>
                    <a:pt x="5207640" y="207413"/>
                  </a:lnTo>
                  <a:lnTo>
                    <a:pt x="5208698" y="202242"/>
                  </a:lnTo>
                  <a:lnTo>
                    <a:pt x="5209756" y="197527"/>
                  </a:lnTo>
                  <a:lnTo>
                    <a:pt x="5210813" y="193533"/>
                  </a:lnTo>
                  <a:lnTo>
                    <a:pt x="5211871" y="190328"/>
                  </a:lnTo>
                  <a:lnTo>
                    <a:pt x="5212929" y="188115"/>
                  </a:lnTo>
                  <a:lnTo>
                    <a:pt x="5213987" y="187029"/>
                  </a:lnTo>
                  <a:lnTo>
                    <a:pt x="5215045" y="187171"/>
                  </a:lnTo>
                  <a:lnTo>
                    <a:pt x="5216103" y="188490"/>
                  </a:lnTo>
                  <a:lnTo>
                    <a:pt x="5217160" y="190870"/>
                  </a:lnTo>
                  <a:lnTo>
                    <a:pt x="5218218" y="194056"/>
                  </a:lnTo>
                  <a:lnTo>
                    <a:pt x="5219276" y="197758"/>
                  </a:lnTo>
                  <a:lnTo>
                    <a:pt x="5220334" y="201953"/>
                  </a:lnTo>
                  <a:lnTo>
                    <a:pt x="5221392" y="206593"/>
                  </a:lnTo>
                  <a:lnTo>
                    <a:pt x="5222450" y="211549"/>
                  </a:lnTo>
                  <a:lnTo>
                    <a:pt x="5223507" y="216651"/>
                  </a:lnTo>
                  <a:lnTo>
                    <a:pt x="5224565" y="222053"/>
                  </a:lnTo>
                  <a:lnTo>
                    <a:pt x="5225623" y="227766"/>
                  </a:lnTo>
                  <a:lnTo>
                    <a:pt x="5226681" y="233754"/>
                  </a:lnTo>
                  <a:lnTo>
                    <a:pt x="5227739" y="239991"/>
                  </a:lnTo>
                  <a:lnTo>
                    <a:pt x="5228797" y="246508"/>
                  </a:lnTo>
                  <a:lnTo>
                    <a:pt x="5229854" y="253285"/>
                  </a:lnTo>
                  <a:lnTo>
                    <a:pt x="5230912" y="260420"/>
                  </a:lnTo>
                  <a:lnTo>
                    <a:pt x="5231970" y="268007"/>
                  </a:lnTo>
                  <a:lnTo>
                    <a:pt x="5233028" y="276152"/>
                  </a:lnTo>
                  <a:lnTo>
                    <a:pt x="5234086" y="285082"/>
                  </a:lnTo>
                  <a:lnTo>
                    <a:pt x="5235144" y="294841"/>
                  </a:lnTo>
                  <a:lnTo>
                    <a:pt x="5236202" y="305387"/>
                  </a:lnTo>
                  <a:lnTo>
                    <a:pt x="5237259" y="316778"/>
                  </a:lnTo>
                  <a:lnTo>
                    <a:pt x="5238317" y="329171"/>
                  </a:lnTo>
                  <a:lnTo>
                    <a:pt x="5239375" y="342641"/>
                  </a:lnTo>
                  <a:lnTo>
                    <a:pt x="5240433" y="357274"/>
                  </a:lnTo>
                  <a:lnTo>
                    <a:pt x="5241491" y="372967"/>
                  </a:lnTo>
                  <a:lnTo>
                    <a:pt x="5242549" y="389396"/>
                  </a:lnTo>
                  <a:lnTo>
                    <a:pt x="5243606" y="406404"/>
                  </a:lnTo>
                  <a:lnTo>
                    <a:pt x="5244664" y="423635"/>
                  </a:lnTo>
                  <a:lnTo>
                    <a:pt x="5245722" y="440846"/>
                  </a:lnTo>
                  <a:lnTo>
                    <a:pt x="5246780" y="457950"/>
                  </a:lnTo>
                  <a:lnTo>
                    <a:pt x="5247838" y="474601"/>
                  </a:lnTo>
                  <a:lnTo>
                    <a:pt x="5248896" y="490475"/>
                  </a:lnTo>
                  <a:lnTo>
                    <a:pt x="5249953" y="505457"/>
                  </a:lnTo>
                  <a:lnTo>
                    <a:pt x="5251011" y="519852"/>
                  </a:lnTo>
                  <a:lnTo>
                    <a:pt x="5252069" y="534112"/>
                  </a:lnTo>
                  <a:lnTo>
                    <a:pt x="5253127" y="548493"/>
                  </a:lnTo>
                  <a:lnTo>
                    <a:pt x="5254185" y="563067"/>
                  </a:lnTo>
                  <a:lnTo>
                    <a:pt x="5255243" y="578066"/>
                  </a:lnTo>
                  <a:lnTo>
                    <a:pt x="5256300" y="593448"/>
                  </a:lnTo>
                  <a:lnTo>
                    <a:pt x="5257358" y="609402"/>
                  </a:lnTo>
                  <a:lnTo>
                    <a:pt x="5258416" y="626048"/>
                  </a:lnTo>
                  <a:lnTo>
                    <a:pt x="5259474" y="643411"/>
                  </a:lnTo>
                  <a:lnTo>
                    <a:pt x="5260532" y="661258"/>
                  </a:lnTo>
                  <a:lnTo>
                    <a:pt x="5261590" y="679489"/>
                  </a:lnTo>
                  <a:lnTo>
                    <a:pt x="5262648" y="697678"/>
                  </a:lnTo>
                  <a:lnTo>
                    <a:pt x="5263705" y="715468"/>
                  </a:lnTo>
                  <a:lnTo>
                    <a:pt x="5264763" y="732579"/>
                  </a:lnTo>
                  <a:lnTo>
                    <a:pt x="5265821" y="748787"/>
                  </a:lnTo>
                  <a:lnTo>
                    <a:pt x="5266879" y="763592"/>
                  </a:lnTo>
                  <a:lnTo>
                    <a:pt x="5267937" y="776300"/>
                  </a:lnTo>
                  <a:lnTo>
                    <a:pt x="5268995" y="786481"/>
                  </a:lnTo>
                  <a:lnTo>
                    <a:pt x="5270052" y="793841"/>
                  </a:lnTo>
                  <a:lnTo>
                    <a:pt x="5271110" y="798009"/>
                  </a:lnTo>
                  <a:lnTo>
                    <a:pt x="5272168" y="799003"/>
                  </a:lnTo>
                  <a:lnTo>
                    <a:pt x="5273226" y="796847"/>
                  </a:lnTo>
                  <a:lnTo>
                    <a:pt x="5274284" y="791972"/>
                  </a:lnTo>
                  <a:lnTo>
                    <a:pt x="5275342" y="785106"/>
                  </a:lnTo>
                  <a:lnTo>
                    <a:pt x="5276399" y="777115"/>
                  </a:lnTo>
                  <a:lnTo>
                    <a:pt x="5277457" y="768295"/>
                  </a:lnTo>
                  <a:lnTo>
                    <a:pt x="5278515" y="759226"/>
                  </a:lnTo>
                  <a:lnTo>
                    <a:pt x="5279573" y="750927"/>
                  </a:lnTo>
                  <a:lnTo>
                    <a:pt x="5280631" y="743885"/>
                  </a:lnTo>
                  <a:lnTo>
                    <a:pt x="5281689" y="737888"/>
                  </a:lnTo>
                  <a:lnTo>
                    <a:pt x="5282746" y="732809"/>
                  </a:lnTo>
                  <a:lnTo>
                    <a:pt x="5283804" y="728413"/>
                  </a:lnTo>
                  <a:lnTo>
                    <a:pt x="5284862" y="724401"/>
                  </a:lnTo>
                  <a:lnTo>
                    <a:pt x="5285920" y="720651"/>
                  </a:lnTo>
                  <a:lnTo>
                    <a:pt x="5286978" y="716900"/>
                  </a:lnTo>
                  <a:lnTo>
                    <a:pt x="5288036" y="712870"/>
                  </a:lnTo>
                  <a:lnTo>
                    <a:pt x="5289094" y="708436"/>
                  </a:lnTo>
                  <a:lnTo>
                    <a:pt x="5290151" y="703235"/>
                  </a:lnTo>
                  <a:lnTo>
                    <a:pt x="5291209" y="697006"/>
                  </a:lnTo>
                  <a:lnTo>
                    <a:pt x="5292267" y="689827"/>
                  </a:lnTo>
                  <a:lnTo>
                    <a:pt x="5293325" y="682147"/>
                  </a:lnTo>
                  <a:lnTo>
                    <a:pt x="5294383" y="674191"/>
                  </a:lnTo>
                  <a:lnTo>
                    <a:pt x="5295441" y="665961"/>
                  </a:lnTo>
                  <a:lnTo>
                    <a:pt x="5296498" y="657970"/>
                  </a:lnTo>
                  <a:lnTo>
                    <a:pt x="5297556" y="650856"/>
                  </a:lnTo>
                  <a:lnTo>
                    <a:pt x="5298614" y="644873"/>
                  </a:lnTo>
                  <a:lnTo>
                    <a:pt x="5299672" y="640069"/>
                  </a:lnTo>
                  <a:lnTo>
                    <a:pt x="5300730" y="636825"/>
                  </a:lnTo>
                  <a:lnTo>
                    <a:pt x="5301788" y="635389"/>
                  </a:lnTo>
                  <a:lnTo>
                    <a:pt x="5302845" y="636072"/>
                  </a:lnTo>
                  <a:lnTo>
                    <a:pt x="5303903" y="638557"/>
                  </a:lnTo>
                  <a:lnTo>
                    <a:pt x="5304961" y="642495"/>
                  </a:lnTo>
                  <a:lnTo>
                    <a:pt x="5306019" y="647713"/>
                  </a:lnTo>
                  <a:lnTo>
                    <a:pt x="5307077" y="653981"/>
                  </a:lnTo>
                  <a:lnTo>
                    <a:pt x="5308135" y="660714"/>
                  </a:lnTo>
                  <a:lnTo>
                    <a:pt x="5309192" y="667313"/>
                  </a:lnTo>
                  <a:lnTo>
                    <a:pt x="5310250" y="673270"/>
                  </a:lnTo>
                  <a:lnTo>
                    <a:pt x="5311308" y="678321"/>
                  </a:lnTo>
                  <a:lnTo>
                    <a:pt x="5312366" y="682241"/>
                  </a:lnTo>
                  <a:lnTo>
                    <a:pt x="5313424" y="684903"/>
                  </a:lnTo>
                  <a:lnTo>
                    <a:pt x="5314482" y="686429"/>
                  </a:lnTo>
                  <a:lnTo>
                    <a:pt x="5315540" y="687176"/>
                  </a:lnTo>
                  <a:lnTo>
                    <a:pt x="5316597" y="687355"/>
                  </a:lnTo>
                  <a:lnTo>
                    <a:pt x="5317655" y="687073"/>
                  </a:lnTo>
                  <a:lnTo>
                    <a:pt x="5318713" y="686289"/>
                  </a:lnTo>
                  <a:lnTo>
                    <a:pt x="5319771" y="685391"/>
                  </a:lnTo>
                  <a:lnTo>
                    <a:pt x="5320829" y="684758"/>
                  </a:lnTo>
                  <a:lnTo>
                    <a:pt x="5321887" y="684743"/>
                  </a:lnTo>
                  <a:lnTo>
                    <a:pt x="5322944" y="685712"/>
                  </a:lnTo>
                  <a:lnTo>
                    <a:pt x="5324002" y="688132"/>
                  </a:lnTo>
                  <a:lnTo>
                    <a:pt x="5325060" y="692176"/>
                  </a:lnTo>
                  <a:lnTo>
                    <a:pt x="5326118" y="697886"/>
                  </a:lnTo>
                  <a:lnTo>
                    <a:pt x="5327176" y="704978"/>
                  </a:lnTo>
                  <a:lnTo>
                    <a:pt x="5328234" y="712710"/>
                  </a:lnTo>
                  <a:lnTo>
                    <a:pt x="5329291" y="720377"/>
                  </a:lnTo>
                  <a:lnTo>
                    <a:pt x="5330349" y="727379"/>
                  </a:lnTo>
                  <a:lnTo>
                    <a:pt x="5331407" y="732517"/>
                  </a:lnTo>
                  <a:lnTo>
                    <a:pt x="5332465" y="734582"/>
                  </a:lnTo>
                  <a:lnTo>
                    <a:pt x="5333523" y="733308"/>
                  </a:lnTo>
                  <a:lnTo>
                    <a:pt x="5334581" y="728837"/>
                  </a:lnTo>
                  <a:lnTo>
                    <a:pt x="5335638" y="721246"/>
                  </a:lnTo>
                  <a:lnTo>
                    <a:pt x="5336696" y="711003"/>
                  </a:lnTo>
                  <a:lnTo>
                    <a:pt x="5337754" y="698522"/>
                  </a:lnTo>
                  <a:lnTo>
                    <a:pt x="5338812" y="684258"/>
                  </a:lnTo>
                  <a:lnTo>
                    <a:pt x="5339870" y="668808"/>
                  </a:lnTo>
                  <a:lnTo>
                    <a:pt x="5340928" y="652628"/>
                  </a:lnTo>
                  <a:lnTo>
                    <a:pt x="5341986" y="636008"/>
                  </a:lnTo>
                  <a:lnTo>
                    <a:pt x="5343043" y="619569"/>
                  </a:lnTo>
                  <a:lnTo>
                    <a:pt x="5344101" y="603925"/>
                  </a:lnTo>
                  <a:lnTo>
                    <a:pt x="5345159" y="589372"/>
                  </a:lnTo>
                  <a:lnTo>
                    <a:pt x="5346217" y="575941"/>
                  </a:lnTo>
                  <a:lnTo>
                    <a:pt x="5347275" y="564181"/>
                  </a:lnTo>
                  <a:lnTo>
                    <a:pt x="5348333" y="554345"/>
                  </a:lnTo>
                  <a:lnTo>
                    <a:pt x="5349390" y="546175"/>
                  </a:lnTo>
                  <a:lnTo>
                    <a:pt x="5350448" y="539521"/>
                  </a:lnTo>
                  <a:lnTo>
                    <a:pt x="5351506" y="534344"/>
                  </a:lnTo>
                  <a:lnTo>
                    <a:pt x="5352564" y="530338"/>
                  </a:lnTo>
                  <a:lnTo>
                    <a:pt x="5353622" y="527390"/>
                  </a:lnTo>
                  <a:lnTo>
                    <a:pt x="5354680" y="525286"/>
                  </a:lnTo>
                  <a:lnTo>
                    <a:pt x="5355737" y="523691"/>
                  </a:lnTo>
                  <a:lnTo>
                    <a:pt x="5356795" y="522553"/>
                  </a:lnTo>
                  <a:lnTo>
                    <a:pt x="5357853" y="521929"/>
                  </a:lnTo>
                  <a:lnTo>
                    <a:pt x="5358911" y="521726"/>
                  </a:lnTo>
                  <a:lnTo>
                    <a:pt x="5359969" y="521950"/>
                  </a:lnTo>
                  <a:lnTo>
                    <a:pt x="5361027" y="522729"/>
                  </a:lnTo>
                  <a:lnTo>
                    <a:pt x="5362084" y="524217"/>
                  </a:lnTo>
                  <a:lnTo>
                    <a:pt x="5363142" y="526658"/>
                  </a:lnTo>
                  <a:lnTo>
                    <a:pt x="5364200" y="530238"/>
                  </a:lnTo>
                  <a:lnTo>
                    <a:pt x="5365258" y="534970"/>
                  </a:lnTo>
                  <a:lnTo>
                    <a:pt x="5366316" y="540721"/>
                  </a:lnTo>
                  <a:lnTo>
                    <a:pt x="5367374" y="547310"/>
                  </a:lnTo>
                  <a:lnTo>
                    <a:pt x="5368432" y="554629"/>
                  </a:lnTo>
                  <a:lnTo>
                    <a:pt x="5369489" y="562404"/>
                  </a:lnTo>
                  <a:lnTo>
                    <a:pt x="5370547" y="570385"/>
                  </a:lnTo>
                  <a:lnTo>
                    <a:pt x="5371605" y="578128"/>
                  </a:lnTo>
                  <a:lnTo>
                    <a:pt x="5372663" y="585474"/>
                  </a:lnTo>
                  <a:lnTo>
                    <a:pt x="5373721" y="592260"/>
                  </a:lnTo>
                  <a:lnTo>
                    <a:pt x="5374779" y="598345"/>
                  </a:lnTo>
                  <a:lnTo>
                    <a:pt x="5375836" y="603536"/>
                  </a:lnTo>
                  <a:lnTo>
                    <a:pt x="5376894" y="607757"/>
                  </a:lnTo>
                  <a:lnTo>
                    <a:pt x="5377952" y="611001"/>
                  </a:lnTo>
                  <a:lnTo>
                    <a:pt x="5379010" y="613294"/>
                  </a:lnTo>
                  <a:lnTo>
                    <a:pt x="5380068" y="614772"/>
                  </a:lnTo>
                  <a:lnTo>
                    <a:pt x="5381126" y="615833"/>
                  </a:lnTo>
                  <a:lnTo>
                    <a:pt x="5382183" y="616887"/>
                  </a:lnTo>
                  <a:lnTo>
                    <a:pt x="5383241" y="618288"/>
                  </a:lnTo>
                  <a:lnTo>
                    <a:pt x="5384299" y="620718"/>
                  </a:lnTo>
                  <a:lnTo>
                    <a:pt x="5385357" y="624506"/>
                  </a:lnTo>
                  <a:lnTo>
                    <a:pt x="5386415" y="629816"/>
                  </a:lnTo>
                  <a:lnTo>
                    <a:pt x="5387473" y="636900"/>
                  </a:lnTo>
                  <a:lnTo>
                    <a:pt x="5388530" y="645828"/>
                  </a:lnTo>
                  <a:lnTo>
                    <a:pt x="5389588" y="656469"/>
                  </a:lnTo>
                  <a:lnTo>
                    <a:pt x="5390646" y="668668"/>
                  </a:lnTo>
                  <a:lnTo>
                    <a:pt x="5391704" y="682242"/>
                  </a:lnTo>
                  <a:lnTo>
                    <a:pt x="5392762" y="696910"/>
                  </a:lnTo>
                  <a:lnTo>
                    <a:pt x="5393820" y="712510"/>
                  </a:lnTo>
                  <a:lnTo>
                    <a:pt x="5394878" y="728958"/>
                  </a:lnTo>
                  <a:lnTo>
                    <a:pt x="5395935" y="746125"/>
                  </a:lnTo>
                  <a:lnTo>
                    <a:pt x="5396993" y="763514"/>
                  </a:lnTo>
                  <a:lnTo>
                    <a:pt x="5398051" y="780628"/>
                  </a:lnTo>
                  <a:lnTo>
                    <a:pt x="5399109" y="797258"/>
                  </a:lnTo>
                  <a:lnTo>
                    <a:pt x="5400167" y="812746"/>
                  </a:lnTo>
                  <a:lnTo>
                    <a:pt x="5401225" y="827009"/>
                  </a:lnTo>
                  <a:lnTo>
                    <a:pt x="5402282" y="839751"/>
                  </a:lnTo>
                  <a:lnTo>
                    <a:pt x="5403340" y="850788"/>
                  </a:lnTo>
                  <a:lnTo>
                    <a:pt x="5404398" y="859964"/>
                  </a:lnTo>
                  <a:lnTo>
                    <a:pt x="5405456" y="867480"/>
                  </a:lnTo>
                  <a:lnTo>
                    <a:pt x="5406514" y="873225"/>
                  </a:lnTo>
                  <a:lnTo>
                    <a:pt x="5407572" y="877081"/>
                  </a:lnTo>
                  <a:lnTo>
                    <a:pt x="5408629" y="878990"/>
                  </a:lnTo>
                  <a:lnTo>
                    <a:pt x="5409687" y="878956"/>
                  </a:lnTo>
                  <a:lnTo>
                    <a:pt x="5410745" y="876772"/>
                  </a:lnTo>
                  <a:lnTo>
                    <a:pt x="5411803" y="872238"/>
                  </a:lnTo>
                  <a:lnTo>
                    <a:pt x="5412861" y="865612"/>
                  </a:lnTo>
                  <a:lnTo>
                    <a:pt x="5413919" y="857361"/>
                  </a:lnTo>
                  <a:lnTo>
                    <a:pt x="5414976" y="847889"/>
                  </a:lnTo>
                  <a:lnTo>
                    <a:pt x="5416034" y="836900"/>
                  </a:lnTo>
                  <a:lnTo>
                    <a:pt x="5417092" y="824321"/>
                  </a:lnTo>
                  <a:lnTo>
                    <a:pt x="5418150" y="810641"/>
                  </a:lnTo>
                  <a:lnTo>
                    <a:pt x="5419208" y="796006"/>
                  </a:lnTo>
                  <a:lnTo>
                    <a:pt x="5420266" y="780718"/>
                  </a:lnTo>
                  <a:lnTo>
                    <a:pt x="5421324" y="765030"/>
                  </a:lnTo>
                  <a:lnTo>
                    <a:pt x="5422381" y="749269"/>
                  </a:lnTo>
                  <a:lnTo>
                    <a:pt x="5423439" y="734204"/>
                  </a:lnTo>
                  <a:lnTo>
                    <a:pt x="5424497" y="720362"/>
                  </a:lnTo>
                  <a:lnTo>
                    <a:pt x="5425555" y="707688"/>
                  </a:lnTo>
                  <a:lnTo>
                    <a:pt x="5426613" y="696365"/>
                  </a:lnTo>
                  <a:lnTo>
                    <a:pt x="5427671" y="686466"/>
                  </a:lnTo>
                  <a:lnTo>
                    <a:pt x="5428728" y="677893"/>
                  </a:lnTo>
                  <a:lnTo>
                    <a:pt x="5429786" y="670276"/>
                  </a:lnTo>
                  <a:lnTo>
                    <a:pt x="5430844" y="663150"/>
                  </a:lnTo>
                  <a:lnTo>
                    <a:pt x="5431902" y="656454"/>
                  </a:lnTo>
                  <a:lnTo>
                    <a:pt x="5432960" y="650134"/>
                  </a:lnTo>
                  <a:lnTo>
                    <a:pt x="5434018" y="643910"/>
                  </a:lnTo>
                  <a:lnTo>
                    <a:pt x="5435075" y="637908"/>
                  </a:lnTo>
                  <a:lnTo>
                    <a:pt x="5436133" y="632139"/>
                  </a:lnTo>
                  <a:lnTo>
                    <a:pt x="5437191" y="626612"/>
                  </a:lnTo>
                  <a:lnTo>
                    <a:pt x="5438249" y="621517"/>
                  </a:lnTo>
                  <a:lnTo>
                    <a:pt x="5439307" y="616537"/>
                  </a:lnTo>
                  <a:lnTo>
                    <a:pt x="5440365" y="611615"/>
                  </a:lnTo>
                  <a:lnTo>
                    <a:pt x="5441422" y="606990"/>
                  </a:lnTo>
                  <a:lnTo>
                    <a:pt x="5442480" y="602544"/>
                  </a:lnTo>
                  <a:lnTo>
                    <a:pt x="5443538" y="598145"/>
                  </a:lnTo>
                  <a:lnTo>
                    <a:pt x="5444596" y="593740"/>
                  </a:lnTo>
                  <a:lnTo>
                    <a:pt x="5445654" y="589408"/>
                  </a:lnTo>
                  <a:lnTo>
                    <a:pt x="5446712" y="585376"/>
                  </a:lnTo>
                  <a:lnTo>
                    <a:pt x="5447770" y="581752"/>
                  </a:lnTo>
                  <a:lnTo>
                    <a:pt x="5448827" y="578493"/>
                  </a:lnTo>
                  <a:lnTo>
                    <a:pt x="5449885" y="575747"/>
                  </a:lnTo>
                  <a:lnTo>
                    <a:pt x="5450943" y="573820"/>
                  </a:lnTo>
                  <a:lnTo>
                    <a:pt x="5452001" y="572672"/>
                  </a:lnTo>
                  <a:lnTo>
                    <a:pt x="5453059" y="572218"/>
                  </a:lnTo>
                  <a:lnTo>
                    <a:pt x="5454117" y="572256"/>
                  </a:lnTo>
                  <a:lnTo>
                    <a:pt x="5455174" y="572938"/>
                  </a:lnTo>
                  <a:lnTo>
                    <a:pt x="5456232" y="574151"/>
                  </a:lnTo>
                  <a:lnTo>
                    <a:pt x="5457290" y="575704"/>
                  </a:lnTo>
                  <a:lnTo>
                    <a:pt x="5458348" y="577579"/>
                  </a:lnTo>
                  <a:lnTo>
                    <a:pt x="5459406" y="579922"/>
                  </a:lnTo>
                  <a:lnTo>
                    <a:pt x="5460464" y="582890"/>
                  </a:lnTo>
                  <a:lnTo>
                    <a:pt x="5461521" y="586614"/>
                  </a:lnTo>
                  <a:lnTo>
                    <a:pt x="5462579" y="590969"/>
                  </a:lnTo>
                  <a:lnTo>
                    <a:pt x="5463637" y="595810"/>
                  </a:lnTo>
                  <a:lnTo>
                    <a:pt x="5464695" y="601145"/>
                  </a:lnTo>
                  <a:lnTo>
                    <a:pt x="5465753" y="606607"/>
                  </a:lnTo>
                  <a:lnTo>
                    <a:pt x="5466811" y="611474"/>
                  </a:lnTo>
                  <a:lnTo>
                    <a:pt x="5467868" y="615320"/>
                  </a:lnTo>
                  <a:lnTo>
                    <a:pt x="5468926" y="618048"/>
                  </a:lnTo>
                  <a:lnTo>
                    <a:pt x="5469984" y="619642"/>
                  </a:lnTo>
                  <a:lnTo>
                    <a:pt x="5471042" y="620037"/>
                  </a:lnTo>
                  <a:lnTo>
                    <a:pt x="5472100" y="619439"/>
                  </a:lnTo>
                  <a:lnTo>
                    <a:pt x="5473158" y="618012"/>
                  </a:lnTo>
                  <a:lnTo>
                    <a:pt x="5474216" y="615966"/>
                  </a:lnTo>
                  <a:lnTo>
                    <a:pt x="5475273" y="613346"/>
                  </a:lnTo>
                  <a:lnTo>
                    <a:pt x="5476331" y="609743"/>
                  </a:lnTo>
                  <a:lnTo>
                    <a:pt x="5477389" y="604926"/>
                  </a:lnTo>
                  <a:lnTo>
                    <a:pt x="5478447" y="598964"/>
                  </a:lnTo>
                  <a:lnTo>
                    <a:pt x="5479505" y="591888"/>
                  </a:lnTo>
                  <a:lnTo>
                    <a:pt x="5480563" y="583786"/>
                  </a:lnTo>
                  <a:lnTo>
                    <a:pt x="5481620" y="574732"/>
                  </a:lnTo>
                  <a:lnTo>
                    <a:pt x="5482678" y="565179"/>
                  </a:lnTo>
                  <a:lnTo>
                    <a:pt x="5483736" y="555538"/>
                  </a:lnTo>
                  <a:lnTo>
                    <a:pt x="5484794" y="546174"/>
                  </a:lnTo>
                  <a:lnTo>
                    <a:pt x="5485852" y="537165"/>
                  </a:lnTo>
                  <a:lnTo>
                    <a:pt x="5486910" y="528514"/>
                  </a:lnTo>
                  <a:lnTo>
                    <a:pt x="5487967" y="519994"/>
                  </a:lnTo>
                  <a:lnTo>
                    <a:pt x="5489025" y="511755"/>
                  </a:lnTo>
                  <a:lnTo>
                    <a:pt x="5490083" y="503698"/>
                  </a:lnTo>
                  <a:lnTo>
                    <a:pt x="5491141" y="495858"/>
                  </a:lnTo>
                  <a:lnTo>
                    <a:pt x="5492199" y="488582"/>
                  </a:lnTo>
                  <a:lnTo>
                    <a:pt x="5493257" y="481980"/>
                  </a:lnTo>
                  <a:lnTo>
                    <a:pt x="5494314" y="475963"/>
                  </a:lnTo>
                  <a:lnTo>
                    <a:pt x="5495372" y="470803"/>
                  </a:lnTo>
                  <a:lnTo>
                    <a:pt x="5496430" y="466711"/>
                  </a:lnTo>
                  <a:lnTo>
                    <a:pt x="5497488" y="464090"/>
                  </a:lnTo>
                  <a:lnTo>
                    <a:pt x="5498546" y="462934"/>
                  </a:lnTo>
                  <a:lnTo>
                    <a:pt x="5499604" y="463172"/>
                  </a:lnTo>
                  <a:lnTo>
                    <a:pt x="5500662" y="464508"/>
                  </a:lnTo>
                  <a:lnTo>
                    <a:pt x="5501719" y="466858"/>
                  </a:lnTo>
                  <a:lnTo>
                    <a:pt x="5502777" y="469889"/>
                  </a:lnTo>
                  <a:lnTo>
                    <a:pt x="5503835" y="473270"/>
                  </a:lnTo>
                  <a:lnTo>
                    <a:pt x="5504893" y="476390"/>
                  </a:lnTo>
                  <a:lnTo>
                    <a:pt x="5505951" y="478919"/>
                  </a:lnTo>
                  <a:lnTo>
                    <a:pt x="5507009" y="480388"/>
                  </a:lnTo>
                  <a:lnTo>
                    <a:pt x="5508066" y="480465"/>
                  </a:lnTo>
                  <a:lnTo>
                    <a:pt x="5509124" y="479052"/>
                  </a:lnTo>
                  <a:lnTo>
                    <a:pt x="5510182" y="476316"/>
                  </a:lnTo>
                  <a:lnTo>
                    <a:pt x="5511240" y="472201"/>
                  </a:lnTo>
                  <a:lnTo>
                    <a:pt x="5512298" y="466569"/>
                  </a:lnTo>
                  <a:lnTo>
                    <a:pt x="5513356" y="459473"/>
                  </a:lnTo>
                  <a:lnTo>
                    <a:pt x="5514413" y="451270"/>
                  </a:lnTo>
                  <a:lnTo>
                    <a:pt x="5515471" y="442305"/>
                  </a:lnTo>
                  <a:lnTo>
                    <a:pt x="5516529" y="432956"/>
                  </a:lnTo>
                  <a:lnTo>
                    <a:pt x="5517587" y="423304"/>
                  </a:lnTo>
                  <a:lnTo>
                    <a:pt x="5518645" y="413839"/>
                  </a:lnTo>
                  <a:lnTo>
                    <a:pt x="5519703" y="404996"/>
                  </a:lnTo>
                  <a:lnTo>
                    <a:pt x="5520760" y="397108"/>
                  </a:lnTo>
                  <a:lnTo>
                    <a:pt x="5521818" y="390381"/>
                  </a:lnTo>
                  <a:lnTo>
                    <a:pt x="5522876" y="384958"/>
                  </a:lnTo>
                  <a:lnTo>
                    <a:pt x="5523934" y="380730"/>
                  </a:lnTo>
                  <a:lnTo>
                    <a:pt x="5524992" y="377843"/>
                  </a:lnTo>
                  <a:lnTo>
                    <a:pt x="5526050" y="376201"/>
                  </a:lnTo>
                  <a:lnTo>
                    <a:pt x="5527108" y="375639"/>
                  </a:lnTo>
                  <a:lnTo>
                    <a:pt x="5528165" y="376191"/>
                  </a:lnTo>
                  <a:lnTo>
                    <a:pt x="5529223" y="377753"/>
                  </a:lnTo>
                  <a:lnTo>
                    <a:pt x="5530281" y="380276"/>
                  </a:lnTo>
                  <a:lnTo>
                    <a:pt x="5531339" y="383607"/>
                  </a:lnTo>
                  <a:lnTo>
                    <a:pt x="5532397" y="387565"/>
                  </a:lnTo>
                  <a:lnTo>
                    <a:pt x="5533455" y="392168"/>
                  </a:lnTo>
                  <a:lnTo>
                    <a:pt x="5534512" y="397462"/>
                  </a:lnTo>
                  <a:lnTo>
                    <a:pt x="5535570" y="403413"/>
                  </a:lnTo>
                  <a:lnTo>
                    <a:pt x="5536628" y="410057"/>
                  </a:lnTo>
                  <a:lnTo>
                    <a:pt x="5537686" y="417255"/>
                  </a:lnTo>
                  <a:lnTo>
                    <a:pt x="5538744" y="425148"/>
                  </a:lnTo>
                  <a:lnTo>
                    <a:pt x="5539802" y="434105"/>
                  </a:lnTo>
                  <a:lnTo>
                    <a:pt x="5540859" y="444114"/>
                  </a:lnTo>
                  <a:lnTo>
                    <a:pt x="5541917" y="455081"/>
                  </a:lnTo>
                  <a:lnTo>
                    <a:pt x="5542975" y="467169"/>
                  </a:lnTo>
                  <a:lnTo>
                    <a:pt x="5544033" y="480276"/>
                  </a:lnTo>
                  <a:lnTo>
                    <a:pt x="5545091" y="494369"/>
                  </a:lnTo>
                  <a:lnTo>
                    <a:pt x="5546149" y="509191"/>
                  </a:lnTo>
                  <a:lnTo>
                    <a:pt x="5547206" y="524620"/>
                  </a:lnTo>
                  <a:lnTo>
                    <a:pt x="5548264" y="540232"/>
                  </a:lnTo>
                  <a:lnTo>
                    <a:pt x="5549322" y="555689"/>
                  </a:lnTo>
                  <a:lnTo>
                    <a:pt x="5550380" y="570234"/>
                  </a:lnTo>
                  <a:lnTo>
                    <a:pt x="5551438" y="583529"/>
                  </a:lnTo>
                  <a:lnTo>
                    <a:pt x="5552496" y="595221"/>
                  </a:lnTo>
                  <a:lnTo>
                    <a:pt x="5553554" y="605359"/>
                  </a:lnTo>
                  <a:lnTo>
                    <a:pt x="5554611" y="613803"/>
                  </a:lnTo>
                  <a:lnTo>
                    <a:pt x="5555669" y="620850"/>
                  </a:lnTo>
                  <a:lnTo>
                    <a:pt x="5556727" y="626683"/>
                  </a:lnTo>
                  <a:lnTo>
                    <a:pt x="5557785" y="631693"/>
                  </a:lnTo>
                  <a:lnTo>
                    <a:pt x="5558843" y="635984"/>
                  </a:lnTo>
                  <a:lnTo>
                    <a:pt x="5559901" y="640005"/>
                  </a:lnTo>
                  <a:lnTo>
                    <a:pt x="5560958" y="643838"/>
                  </a:lnTo>
                  <a:lnTo>
                    <a:pt x="5562016" y="647747"/>
                  </a:lnTo>
                  <a:lnTo>
                    <a:pt x="5563074" y="651829"/>
                  </a:lnTo>
                  <a:lnTo>
                    <a:pt x="5564132" y="656537"/>
                  </a:lnTo>
                  <a:lnTo>
                    <a:pt x="5565190" y="662368"/>
                  </a:lnTo>
                  <a:lnTo>
                    <a:pt x="5566248" y="669645"/>
                  </a:lnTo>
                  <a:lnTo>
                    <a:pt x="5567305" y="678083"/>
                  </a:lnTo>
                  <a:lnTo>
                    <a:pt x="5568363" y="687488"/>
                  </a:lnTo>
                  <a:lnTo>
                    <a:pt x="5569421" y="697445"/>
                  </a:lnTo>
                  <a:lnTo>
                    <a:pt x="5570479" y="707787"/>
                  </a:lnTo>
                  <a:lnTo>
                    <a:pt x="5571537" y="717619"/>
                  </a:lnTo>
                  <a:lnTo>
                    <a:pt x="5572595" y="726396"/>
                  </a:lnTo>
                  <a:lnTo>
                    <a:pt x="5573652" y="733726"/>
                  </a:lnTo>
                  <a:lnTo>
                    <a:pt x="5574710" y="739372"/>
                  </a:lnTo>
                  <a:lnTo>
                    <a:pt x="5575768" y="743285"/>
                  </a:lnTo>
                  <a:lnTo>
                    <a:pt x="5576826" y="745823"/>
                  </a:lnTo>
                  <a:lnTo>
                    <a:pt x="5577884" y="746899"/>
                  </a:lnTo>
                  <a:lnTo>
                    <a:pt x="5578942" y="746224"/>
                  </a:lnTo>
                  <a:lnTo>
                    <a:pt x="5580000" y="743565"/>
                  </a:lnTo>
                  <a:lnTo>
                    <a:pt x="5581057" y="738127"/>
                  </a:lnTo>
                  <a:lnTo>
                    <a:pt x="5582115" y="730023"/>
                  </a:lnTo>
                  <a:lnTo>
                    <a:pt x="5583173" y="719549"/>
                  </a:lnTo>
                  <a:lnTo>
                    <a:pt x="5584231" y="707341"/>
                  </a:lnTo>
                  <a:lnTo>
                    <a:pt x="5585289" y="693695"/>
                  </a:lnTo>
                  <a:lnTo>
                    <a:pt x="5586347" y="679191"/>
                  </a:lnTo>
                  <a:lnTo>
                    <a:pt x="5587404" y="664560"/>
                  </a:lnTo>
                  <a:lnTo>
                    <a:pt x="5588462" y="650451"/>
                  </a:lnTo>
                  <a:lnTo>
                    <a:pt x="5589520" y="637375"/>
                  </a:lnTo>
                  <a:lnTo>
                    <a:pt x="5590578" y="625560"/>
                  </a:lnTo>
                  <a:lnTo>
                    <a:pt x="5591636" y="614694"/>
                  </a:lnTo>
                  <a:lnTo>
                    <a:pt x="5592694" y="604422"/>
                  </a:lnTo>
                  <a:lnTo>
                    <a:pt x="5593751" y="594549"/>
                  </a:lnTo>
                  <a:lnTo>
                    <a:pt x="5594809" y="585155"/>
                  </a:lnTo>
                  <a:lnTo>
                    <a:pt x="5595867" y="576276"/>
                  </a:lnTo>
                  <a:lnTo>
                    <a:pt x="5596925" y="568055"/>
                  </a:lnTo>
                  <a:lnTo>
                    <a:pt x="5597983" y="560202"/>
                  </a:lnTo>
                  <a:lnTo>
                    <a:pt x="5599041" y="552433"/>
                  </a:lnTo>
                  <a:lnTo>
                    <a:pt x="5600098" y="544365"/>
                  </a:lnTo>
                  <a:lnTo>
                    <a:pt x="5601156" y="536255"/>
                  </a:lnTo>
                  <a:lnTo>
                    <a:pt x="5602214" y="527698"/>
                  </a:lnTo>
                  <a:lnTo>
                    <a:pt x="5603272" y="518367"/>
                  </a:lnTo>
                  <a:lnTo>
                    <a:pt x="5604330" y="508021"/>
                  </a:lnTo>
                  <a:lnTo>
                    <a:pt x="5605388" y="496458"/>
                  </a:lnTo>
                  <a:lnTo>
                    <a:pt x="5606446" y="483682"/>
                  </a:lnTo>
                  <a:lnTo>
                    <a:pt x="5607503" y="470081"/>
                  </a:lnTo>
                  <a:lnTo>
                    <a:pt x="5608561" y="455674"/>
                  </a:lnTo>
                  <a:lnTo>
                    <a:pt x="5609619" y="440608"/>
                  </a:lnTo>
                  <a:lnTo>
                    <a:pt x="5610677" y="425365"/>
                  </a:lnTo>
                  <a:lnTo>
                    <a:pt x="5611735" y="410224"/>
                  </a:lnTo>
                  <a:lnTo>
                    <a:pt x="5612793" y="395470"/>
                  </a:lnTo>
                  <a:lnTo>
                    <a:pt x="5613850" y="381511"/>
                  </a:lnTo>
                  <a:lnTo>
                    <a:pt x="5614908" y="368293"/>
                  </a:lnTo>
                  <a:lnTo>
                    <a:pt x="5615966" y="355814"/>
                  </a:lnTo>
                  <a:lnTo>
                    <a:pt x="5617024" y="343863"/>
                  </a:lnTo>
                  <a:lnTo>
                    <a:pt x="5618082" y="332379"/>
                  </a:lnTo>
                  <a:lnTo>
                    <a:pt x="5619140" y="321183"/>
                  </a:lnTo>
                  <a:lnTo>
                    <a:pt x="5620197" y="310129"/>
                  </a:lnTo>
                  <a:lnTo>
                    <a:pt x="5621255" y="299129"/>
                  </a:lnTo>
                  <a:lnTo>
                    <a:pt x="5622313" y="288409"/>
                  </a:lnTo>
                  <a:lnTo>
                    <a:pt x="5623371" y="277989"/>
                  </a:lnTo>
                  <a:lnTo>
                    <a:pt x="5624429" y="268004"/>
                  </a:lnTo>
                  <a:lnTo>
                    <a:pt x="5625487" y="258550"/>
                  </a:lnTo>
                  <a:lnTo>
                    <a:pt x="5626544" y="249589"/>
                  </a:lnTo>
                  <a:lnTo>
                    <a:pt x="5627602" y="241124"/>
                  </a:lnTo>
                  <a:lnTo>
                    <a:pt x="5628660" y="233151"/>
                  </a:lnTo>
                  <a:lnTo>
                    <a:pt x="5629718" y="225498"/>
                  </a:lnTo>
                  <a:lnTo>
                    <a:pt x="5630776" y="218278"/>
                  </a:lnTo>
                  <a:lnTo>
                    <a:pt x="5631834" y="211720"/>
                  </a:lnTo>
                  <a:lnTo>
                    <a:pt x="5632892" y="205966"/>
                  </a:lnTo>
                  <a:lnTo>
                    <a:pt x="5633949" y="201254"/>
                  </a:lnTo>
                  <a:lnTo>
                    <a:pt x="5635007" y="197800"/>
                  </a:lnTo>
                  <a:lnTo>
                    <a:pt x="5636065" y="195582"/>
                  </a:lnTo>
                  <a:lnTo>
                    <a:pt x="5637123" y="194445"/>
                  </a:lnTo>
                  <a:lnTo>
                    <a:pt x="5638181" y="194250"/>
                  </a:lnTo>
                  <a:lnTo>
                    <a:pt x="5639239" y="194604"/>
                  </a:lnTo>
                  <a:lnTo>
                    <a:pt x="5640296" y="195271"/>
                  </a:lnTo>
                  <a:lnTo>
                    <a:pt x="5641354" y="195952"/>
                  </a:lnTo>
                  <a:lnTo>
                    <a:pt x="5642412" y="196248"/>
                  </a:lnTo>
                  <a:lnTo>
                    <a:pt x="5643470" y="196007"/>
                  </a:lnTo>
                  <a:lnTo>
                    <a:pt x="5644528" y="195143"/>
                  </a:lnTo>
                  <a:lnTo>
                    <a:pt x="5645586" y="193618"/>
                  </a:lnTo>
                  <a:lnTo>
                    <a:pt x="5646643" y="191694"/>
                  </a:lnTo>
                  <a:lnTo>
                    <a:pt x="5647701" y="189349"/>
                  </a:lnTo>
                  <a:lnTo>
                    <a:pt x="5648759" y="186629"/>
                  </a:lnTo>
                  <a:lnTo>
                    <a:pt x="5649817" y="183589"/>
                  </a:lnTo>
                  <a:lnTo>
                    <a:pt x="5650875" y="180317"/>
                  </a:lnTo>
                  <a:lnTo>
                    <a:pt x="5651933" y="177184"/>
                  </a:lnTo>
                  <a:lnTo>
                    <a:pt x="5652990" y="174540"/>
                  </a:lnTo>
                  <a:lnTo>
                    <a:pt x="5654048" y="172336"/>
                  </a:lnTo>
                  <a:lnTo>
                    <a:pt x="5655106" y="170806"/>
                  </a:lnTo>
                  <a:lnTo>
                    <a:pt x="5656164" y="170089"/>
                  </a:lnTo>
                  <a:lnTo>
                    <a:pt x="5657222" y="170223"/>
                  </a:lnTo>
                  <a:lnTo>
                    <a:pt x="5658280" y="171306"/>
                  </a:lnTo>
                  <a:lnTo>
                    <a:pt x="5659338" y="173249"/>
                  </a:lnTo>
                  <a:lnTo>
                    <a:pt x="5660395" y="175956"/>
                  </a:lnTo>
                  <a:lnTo>
                    <a:pt x="5661453" y="179309"/>
                  </a:lnTo>
                  <a:lnTo>
                    <a:pt x="5662511" y="183188"/>
                  </a:lnTo>
                  <a:lnTo>
                    <a:pt x="5663569" y="187421"/>
                  </a:lnTo>
                  <a:lnTo>
                    <a:pt x="5664627" y="191858"/>
                  </a:lnTo>
                  <a:lnTo>
                    <a:pt x="5665685" y="196331"/>
                  </a:lnTo>
                  <a:lnTo>
                    <a:pt x="5666742" y="200634"/>
                  </a:lnTo>
                  <a:lnTo>
                    <a:pt x="5667800" y="204633"/>
                  </a:lnTo>
                  <a:lnTo>
                    <a:pt x="5668858" y="208262"/>
                  </a:lnTo>
                  <a:lnTo>
                    <a:pt x="5669916" y="211551"/>
                  </a:lnTo>
                  <a:lnTo>
                    <a:pt x="5670974" y="214417"/>
                  </a:lnTo>
                  <a:lnTo>
                    <a:pt x="5672032" y="216982"/>
                  </a:lnTo>
                  <a:lnTo>
                    <a:pt x="5673089" y="219505"/>
                  </a:lnTo>
                  <a:lnTo>
                    <a:pt x="5674147" y="222158"/>
                  </a:lnTo>
                  <a:lnTo>
                    <a:pt x="5675205" y="224931"/>
                  </a:lnTo>
                  <a:lnTo>
                    <a:pt x="5676263" y="227868"/>
                  </a:lnTo>
                  <a:lnTo>
                    <a:pt x="5677321" y="231192"/>
                  </a:lnTo>
                  <a:lnTo>
                    <a:pt x="5678379" y="234923"/>
                  </a:lnTo>
                  <a:lnTo>
                    <a:pt x="5679436" y="239101"/>
                  </a:lnTo>
                  <a:lnTo>
                    <a:pt x="5680494" y="243736"/>
                  </a:lnTo>
                  <a:lnTo>
                    <a:pt x="5681552" y="248814"/>
                  </a:lnTo>
                  <a:lnTo>
                    <a:pt x="5682610" y="254448"/>
                  </a:lnTo>
                  <a:lnTo>
                    <a:pt x="5683668" y="260474"/>
                  </a:lnTo>
                  <a:lnTo>
                    <a:pt x="5684726" y="266673"/>
                  </a:lnTo>
                  <a:lnTo>
                    <a:pt x="5685784" y="272871"/>
                  </a:lnTo>
                  <a:lnTo>
                    <a:pt x="5686841" y="279029"/>
                  </a:lnTo>
                  <a:lnTo>
                    <a:pt x="5687899" y="284940"/>
                  </a:lnTo>
                  <a:lnTo>
                    <a:pt x="5688957" y="290504"/>
                  </a:lnTo>
                  <a:lnTo>
                    <a:pt x="5690015" y="295454"/>
                  </a:lnTo>
                  <a:lnTo>
                    <a:pt x="5691073" y="299615"/>
                  </a:lnTo>
                  <a:lnTo>
                    <a:pt x="5692131" y="303034"/>
                  </a:lnTo>
                  <a:lnTo>
                    <a:pt x="5693188" y="305561"/>
                  </a:lnTo>
                  <a:lnTo>
                    <a:pt x="5694246" y="307341"/>
                  </a:lnTo>
                  <a:lnTo>
                    <a:pt x="5695304" y="308387"/>
                  </a:lnTo>
                  <a:lnTo>
                    <a:pt x="5696362" y="308509"/>
                  </a:lnTo>
                  <a:lnTo>
                    <a:pt x="5697420" y="307829"/>
                  </a:lnTo>
                  <a:lnTo>
                    <a:pt x="5698478" y="306483"/>
                  </a:lnTo>
                  <a:lnTo>
                    <a:pt x="5699535" y="304376"/>
                  </a:lnTo>
                  <a:lnTo>
                    <a:pt x="5700593" y="301595"/>
                  </a:lnTo>
                  <a:lnTo>
                    <a:pt x="5701651" y="298031"/>
                  </a:lnTo>
                  <a:lnTo>
                    <a:pt x="5702709" y="293724"/>
                  </a:lnTo>
                  <a:lnTo>
                    <a:pt x="5703767" y="288922"/>
                  </a:lnTo>
                  <a:lnTo>
                    <a:pt x="5704825" y="283650"/>
                  </a:lnTo>
                  <a:lnTo>
                    <a:pt x="5705882" y="278187"/>
                  </a:lnTo>
                  <a:lnTo>
                    <a:pt x="5706940" y="272933"/>
                  </a:lnTo>
                  <a:lnTo>
                    <a:pt x="5707998" y="268032"/>
                  </a:lnTo>
                  <a:lnTo>
                    <a:pt x="5709056" y="263760"/>
                  </a:lnTo>
                  <a:lnTo>
                    <a:pt x="5710114" y="260028"/>
                  </a:lnTo>
                  <a:lnTo>
                    <a:pt x="5711172" y="256885"/>
                  </a:lnTo>
                  <a:lnTo>
                    <a:pt x="5712230" y="254505"/>
                  </a:lnTo>
                  <a:lnTo>
                    <a:pt x="5713287" y="252579"/>
                  </a:lnTo>
                  <a:lnTo>
                    <a:pt x="5714345" y="250966"/>
                  </a:lnTo>
                  <a:lnTo>
                    <a:pt x="5715403" y="249606"/>
                  </a:lnTo>
                  <a:lnTo>
                    <a:pt x="5716461" y="248386"/>
                  </a:lnTo>
                  <a:lnTo>
                    <a:pt x="5717519" y="247451"/>
                  </a:lnTo>
                  <a:lnTo>
                    <a:pt x="5718577" y="246851"/>
                  </a:lnTo>
                  <a:lnTo>
                    <a:pt x="5719634" y="246485"/>
                  </a:lnTo>
                  <a:lnTo>
                    <a:pt x="5720692" y="246460"/>
                  </a:lnTo>
                  <a:lnTo>
                    <a:pt x="5721750" y="246618"/>
                  </a:lnTo>
                  <a:lnTo>
                    <a:pt x="5722808" y="246887"/>
                  </a:lnTo>
                  <a:lnTo>
                    <a:pt x="5723866" y="247358"/>
                  </a:lnTo>
                  <a:lnTo>
                    <a:pt x="5724924" y="247892"/>
                  </a:lnTo>
                  <a:lnTo>
                    <a:pt x="5725981" y="248408"/>
                  </a:lnTo>
                  <a:lnTo>
                    <a:pt x="5727039" y="248831"/>
                  </a:lnTo>
                  <a:lnTo>
                    <a:pt x="5728097" y="249099"/>
                  </a:lnTo>
                  <a:lnTo>
                    <a:pt x="5729155" y="249369"/>
                  </a:lnTo>
                  <a:lnTo>
                    <a:pt x="5730213" y="249493"/>
                  </a:lnTo>
                  <a:lnTo>
                    <a:pt x="5731271" y="249320"/>
                  </a:lnTo>
                  <a:lnTo>
                    <a:pt x="5732328" y="248767"/>
                  </a:lnTo>
                  <a:lnTo>
                    <a:pt x="5733386" y="247734"/>
                  </a:lnTo>
                  <a:lnTo>
                    <a:pt x="5734444" y="246100"/>
                  </a:lnTo>
                  <a:lnTo>
                    <a:pt x="5735502" y="243805"/>
                  </a:lnTo>
                  <a:lnTo>
                    <a:pt x="5736560" y="240905"/>
                  </a:lnTo>
                  <a:lnTo>
                    <a:pt x="5737618" y="237739"/>
                  </a:lnTo>
                  <a:lnTo>
                    <a:pt x="5738676" y="234619"/>
                  </a:lnTo>
                  <a:lnTo>
                    <a:pt x="5739733" y="231653"/>
                  </a:lnTo>
                  <a:lnTo>
                    <a:pt x="5740791" y="228905"/>
                  </a:lnTo>
                  <a:lnTo>
                    <a:pt x="5741849" y="226446"/>
                  </a:lnTo>
                  <a:lnTo>
                    <a:pt x="5742907" y="224499"/>
                  </a:lnTo>
                  <a:lnTo>
                    <a:pt x="5743965" y="223303"/>
                  </a:lnTo>
                  <a:lnTo>
                    <a:pt x="5745023" y="222870"/>
                  </a:lnTo>
                  <a:lnTo>
                    <a:pt x="5746080" y="223181"/>
                  </a:lnTo>
                  <a:lnTo>
                    <a:pt x="5747138" y="224172"/>
                  </a:lnTo>
                  <a:lnTo>
                    <a:pt x="5748196" y="225900"/>
                  </a:lnTo>
                  <a:lnTo>
                    <a:pt x="5749254" y="228493"/>
                  </a:lnTo>
                  <a:lnTo>
                    <a:pt x="5750312" y="231874"/>
                  </a:lnTo>
                  <a:lnTo>
                    <a:pt x="5751370" y="235936"/>
                  </a:lnTo>
                  <a:lnTo>
                    <a:pt x="5752427" y="240373"/>
                  </a:lnTo>
                  <a:lnTo>
                    <a:pt x="5753485" y="244814"/>
                  </a:lnTo>
                  <a:lnTo>
                    <a:pt x="5754543" y="249030"/>
                  </a:lnTo>
                  <a:lnTo>
                    <a:pt x="5755601" y="252733"/>
                  </a:lnTo>
                  <a:lnTo>
                    <a:pt x="5756659" y="255682"/>
                  </a:lnTo>
                  <a:lnTo>
                    <a:pt x="5757717" y="257766"/>
                  </a:lnTo>
                  <a:lnTo>
                    <a:pt x="5758774" y="258754"/>
                  </a:lnTo>
                  <a:lnTo>
                    <a:pt x="5759832" y="258404"/>
                  </a:lnTo>
                  <a:lnTo>
                    <a:pt x="5760890" y="256878"/>
                  </a:lnTo>
                  <a:lnTo>
                    <a:pt x="5761948" y="254230"/>
                  </a:lnTo>
                  <a:lnTo>
                    <a:pt x="5763006" y="250790"/>
                  </a:lnTo>
                  <a:lnTo>
                    <a:pt x="5764064" y="246667"/>
                  </a:lnTo>
                  <a:lnTo>
                    <a:pt x="5765122" y="241928"/>
                  </a:lnTo>
                  <a:lnTo>
                    <a:pt x="5766179" y="236962"/>
                  </a:lnTo>
                  <a:lnTo>
                    <a:pt x="5767237" y="231884"/>
                  </a:lnTo>
                  <a:lnTo>
                    <a:pt x="5768295" y="226774"/>
                  </a:lnTo>
                  <a:lnTo>
                    <a:pt x="5769353" y="221689"/>
                  </a:lnTo>
                  <a:lnTo>
                    <a:pt x="5770411" y="216535"/>
                  </a:lnTo>
                  <a:lnTo>
                    <a:pt x="5771469" y="211183"/>
                  </a:lnTo>
                  <a:lnTo>
                    <a:pt x="5772526" y="205600"/>
                  </a:lnTo>
                  <a:lnTo>
                    <a:pt x="5773584" y="199708"/>
                  </a:lnTo>
                  <a:lnTo>
                    <a:pt x="5774642" y="193649"/>
                  </a:lnTo>
                  <a:lnTo>
                    <a:pt x="5775700" y="187511"/>
                  </a:lnTo>
                  <a:lnTo>
                    <a:pt x="5776758" y="181118"/>
                  </a:lnTo>
                  <a:lnTo>
                    <a:pt x="5777816" y="174533"/>
                  </a:lnTo>
                  <a:lnTo>
                    <a:pt x="5778873" y="167900"/>
                  </a:lnTo>
                  <a:lnTo>
                    <a:pt x="5779931" y="161507"/>
                  </a:lnTo>
                  <a:lnTo>
                    <a:pt x="5780989" y="155396"/>
                  </a:lnTo>
                  <a:lnTo>
                    <a:pt x="5782047" y="149405"/>
                  </a:lnTo>
                  <a:lnTo>
                    <a:pt x="5783105" y="143599"/>
                  </a:lnTo>
                  <a:lnTo>
                    <a:pt x="5784163" y="138188"/>
                  </a:lnTo>
                  <a:lnTo>
                    <a:pt x="5785220" y="133319"/>
                  </a:lnTo>
                  <a:lnTo>
                    <a:pt x="5786278" y="128912"/>
                  </a:lnTo>
                  <a:lnTo>
                    <a:pt x="5787336" y="124886"/>
                  </a:lnTo>
                  <a:lnTo>
                    <a:pt x="5788394" y="121139"/>
                  </a:lnTo>
                  <a:lnTo>
                    <a:pt x="5789452" y="117680"/>
                  </a:lnTo>
                  <a:lnTo>
                    <a:pt x="5790510" y="114271"/>
                  </a:lnTo>
                  <a:lnTo>
                    <a:pt x="5791568" y="110882"/>
                  </a:lnTo>
                  <a:lnTo>
                    <a:pt x="5792625" y="107274"/>
                  </a:lnTo>
                  <a:lnTo>
                    <a:pt x="5793683" y="103402"/>
                  </a:lnTo>
                  <a:lnTo>
                    <a:pt x="5794741" y="99281"/>
                  </a:lnTo>
                  <a:lnTo>
                    <a:pt x="5795799" y="94886"/>
                  </a:lnTo>
                  <a:lnTo>
                    <a:pt x="5796857" y="90120"/>
                  </a:lnTo>
                  <a:lnTo>
                    <a:pt x="5797915" y="84934"/>
                  </a:lnTo>
                  <a:lnTo>
                    <a:pt x="5798972" y="79241"/>
                  </a:lnTo>
                  <a:lnTo>
                    <a:pt x="5800030" y="73075"/>
                  </a:lnTo>
                  <a:lnTo>
                    <a:pt x="5801088" y="66505"/>
                  </a:lnTo>
                  <a:lnTo>
                    <a:pt x="5802146" y="59653"/>
                  </a:lnTo>
                  <a:lnTo>
                    <a:pt x="5803204" y="52726"/>
                  </a:lnTo>
                  <a:lnTo>
                    <a:pt x="5804262" y="45895"/>
                  </a:lnTo>
                  <a:lnTo>
                    <a:pt x="5805319" y="39361"/>
                  </a:lnTo>
                  <a:lnTo>
                    <a:pt x="5806377" y="33396"/>
                  </a:lnTo>
                  <a:lnTo>
                    <a:pt x="5807435" y="28104"/>
                  </a:lnTo>
                  <a:lnTo>
                    <a:pt x="5808493" y="23793"/>
                  </a:lnTo>
                  <a:lnTo>
                    <a:pt x="5809551" y="20608"/>
                  </a:lnTo>
                  <a:lnTo>
                    <a:pt x="5810609" y="18503"/>
                  </a:lnTo>
                  <a:lnTo>
                    <a:pt x="5811666" y="17353"/>
                  </a:lnTo>
                  <a:lnTo>
                    <a:pt x="5812724" y="17228"/>
                  </a:lnTo>
                  <a:lnTo>
                    <a:pt x="5813782" y="18117"/>
                  </a:lnTo>
                  <a:lnTo>
                    <a:pt x="5814840" y="20050"/>
                  </a:lnTo>
                  <a:lnTo>
                    <a:pt x="5815898" y="22857"/>
                  </a:lnTo>
                  <a:lnTo>
                    <a:pt x="5816956" y="26455"/>
                  </a:lnTo>
                  <a:lnTo>
                    <a:pt x="5818014" y="30711"/>
                  </a:lnTo>
                  <a:lnTo>
                    <a:pt x="5819071" y="35454"/>
                  </a:lnTo>
                  <a:lnTo>
                    <a:pt x="5820129" y="40633"/>
                  </a:lnTo>
                  <a:lnTo>
                    <a:pt x="5821187" y="46137"/>
                  </a:lnTo>
                  <a:lnTo>
                    <a:pt x="5822245" y="51825"/>
                  </a:lnTo>
                  <a:lnTo>
                    <a:pt x="5823303" y="57584"/>
                  </a:lnTo>
                  <a:lnTo>
                    <a:pt x="5824361" y="63304"/>
                  </a:lnTo>
                  <a:lnTo>
                    <a:pt x="5825418" y="68911"/>
                  </a:lnTo>
                  <a:lnTo>
                    <a:pt x="5826476" y="74307"/>
                  </a:lnTo>
                  <a:lnTo>
                    <a:pt x="5827534" y="79550"/>
                  </a:lnTo>
                  <a:lnTo>
                    <a:pt x="5828592" y="84519"/>
                  </a:lnTo>
                  <a:lnTo>
                    <a:pt x="5829650" y="89237"/>
                  </a:lnTo>
                  <a:lnTo>
                    <a:pt x="5830708" y="93587"/>
                  </a:lnTo>
                  <a:lnTo>
                    <a:pt x="5831765" y="97350"/>
                  </a:lnTo>
                  <a:lnTo>
                    <a:pt x="5832823" y="100289"/>
                  </a:lnTo>
                  <a:lnTo>
                    <a:pt x="5833881" y="102593"/>
                  </a:lnTo>
                  <a:lnTo>
                    <a:pt x="5834939" y="104372"/>
                  </a:lnTo>
                  <a:lnTo>
                    <a:pt x="5835997" y="105787"/>
                  </a:lnTo>
                  <a:lnTo>
                    <a:pt x="5837055" y="106810"/>
                  </a:lnTo>
                  <a:lnTo>
                    <a:pt x="5838112" y="107577"/>
                  </a:lnTo>
                  <a:lnTo>
                    <a:pt x="5839170" y="108404"/>
                  </a:lnTo>
                  <a:lnTo>
                    <a:pt x="5840228" y="109544"/>
                  </a:lnTo>
                  <a:lnTo>
                    <a:pt x="5841286" y="111031"/>
                  </a:lnTo>
                  <a:lnTo>
                    <a:pt x="5842344" y="112883"/>
                  </a:lnTo>
                  <a:lnTo>
                    <a:pt x="5843402" y="114898"/>
                  </a:lnTo>
                  <a:lnTo>
                    <a:pt x="5844460" y="116994"/>
                  </a:lnTo>
                  <a:lnTo>
                    <a:pt x="5845517" y="119386"/>
                  </a:lnTo>
                  <a:lnTo>
                    <a:pt x="5846575" y="122197"/>
                  </a:lnTo>
                  <a:lnTo>
                    <a:pt x="5847633" y="125560"/>
                  </a:lnTo>
                  <a:lnTo>
                    <a:pt x="5848691" y="129534"/>
                  </a:lnTo>
                  <a:lnTo>
                    <a:pt x="5849749" y="134050"/>
                  </a:lnTo>
                  <a:lnTo>
                    <a:pt x="5850807" y="139215"/>
                  </a:lnTo>
                  <a:lnTo>
                    <a:pt x="5851864" y="145098"/>
                  </a:lnTo>
                  <a:lnTo>
                    <a:pt x="5852922" y="151465"/>
                  </a:lnTo>
                  <a:lnTo>
                    <a:pt x="5853980" y="158041"/>
                  </a:lnTo>
                  <a:lnTo>
                    <a:pt x="5855038" y="164527"/>
                  </a:lnTo>
                  <a:lnTo>
                    <a:pt x="5856096" y="170692"/>
                  </a:lnTo>
                  <a:lnTo>
                    <a:pt x="5857154" y="176388"/>
                  </a:lnTo>
                  <a:lnTo>
                    <a:pt x="5858211" y="181534"/>
                  </a:lnTo>
                  <a:lnTo>
                    <a:pt x="5859269" y="186140"/>
                  </a:lnTo>
                  <a:lnTo>
                    <a:pt x="5860327" y="190223"/>
                  </a:lnTo>
                  <a:lnTo>
                    <a:pt x="5861385" y="193449"/>
                  </a:lnTo>
                  <a:lnTo>
                    <a:pt x="5862443" y="195529"/>
                  </a:lnTo>
                  <a:lnTo>
                    <a:pt x="5863501" y="196163"/>
                  </a:lnTo>
                  <a:lnTo>
                    <a:pt x="5864558" y="195325"/>
                  </a:lnTo>
                  <a:lnTo>
                    <a:pt x="5865616" y="192800"/>
                  </a:lnTo>
                  <a:lnTo>
                    <a:pt x="5866674" y="188317"/>
                  </a:lnTo>
                  <a:lnTo>
                    <a:pt x="5867732" y="181854"/>
                  </a:lnTo>
                  <a:lnTo>
                    <a:pt x="5868790" y="173960"/>
                  </a:lnTo>
                  <a:lnTo>
                    <a:pt x="5869848" y="164975"/>
                  </a:lnTo>
                  <a:lnTo>
                    <a:pt x="5870906" y="155304"/>
                  </a:lnTo>
                  <a:lnTo>
                    <a:pt x="5871963" y="145206"/>
                  </a:lnTo>
                  <a:lnTo>
                    <a:pt x="5873021" y="135120"/>
                  </a:lnTo>
                  <a:lnTo>
                    <a:pt x="5874079" y="125355"/>
                  </a:lnTo>
                  <a:lnTo>
                    <a:pt x="5875137" y="116197"/>
                  </a:lnTo>
                  <a:lnTo>
                    <a:pt x="5876195" y="107821"/>
                  </a:lnTo>
                  <a:lnTo>
                    <a:pt x="5877253" y="100394"/>
                  </a:lnTo>
                  <a:lnTo>
                    <a:pt x="5878310" y="94218"/>
                  </a:lnTo>
                  <a:lnTo>
                    <a:pt x="5879368" y="89519"/>
                  </a:lnTo>
                  <a:lnTo>
                    <a:pt x="5880426" y="86287"/>
                  </a:lnTo>
                  <a:lnTo>
                    <a:pt x="5881484" y="84666"/>
                  </a:lnTo>
                  <a:lnTo>
                    <a:pt x="5882542" y="84782"/>
                  </a:lnTo>
                  <a:lnTo>
                    <a:pt x="5883600" y="86623"/>
                  </a:lnTo>
                  <a:lnTo>
                    <a:pt x="5884657" y="90009"/>
                  </a:lnTo>
                  <a:lnTo>
                    <a:pt x="5885715" y="94747"/>
                  </a:lnTo>
                  <a:lnTo>
                    <a:pt x="5886773" y="100492"/>
                  </a:lnTo>
                  <a:lnTo>
                    <a:pt x="5887831" y="107112"/>
                  </a:lnTo>
                  <a:lnTo>
                    <a:pt x="5888889" y="114257"/>
                  </a:lnTo>
                  <a:lnTo>
                    <a:pt x="5889947" y="121723"/>
                  </a:lnTo>
                  <a:lnTo>
                    <a:pt x="5891004" y="128993"/>
                  </a:lnTo>
                  <a:lnTo>
                    <a:pt x="5892062" y="135823"/>
                  </a:lnTo>
                  <a:lnTo>
                    <a:pt x="5893120" y="141977"/>
                  </a:lnTo>
                  <a:lnTo>
                    <a:pt x="5894178" y="147360"/>
                  </a:lnTo>
                  <a:lnTo>
                    <a:pt x="5895236" y="151878"/>
                  </a:lnTo>
                  <a:lnTo>
                    <a:pt x="5896294" y="155745"/>
                  </a:lnTo>
                  <a:lnTo>
                    <a:pt x="5897352" y="158888"/>
                  </a:lnTo>
                  <a:lnTo>
                    <a:pt x="5898409" y="161478"/>
                  </a:lnTo>
                  <a:lnTo>
                    <a:pt x="5899467" y="163501"/>
                  </a:lnTo>
                  <a:lnTo>
                    <a:pt x="5900525" y="164962"/>
                  </a:lnTo>
                  <a:lnTo>
                    <a:pt x="5901583" y="165957"/>
                  </a:lnTo>
                  <a:lnTo>
                    <a:pt x="5902641" y="166677"/>
                  </a:lnTo>
                  <a:lnTo>
                    <a:pt x="5903699" y="167082"/>
                  </a:lnTo>
                  <a:lnTo>
                    <a:pt x="5904756" y="167321"/>
                  </a:lnTo>
                  <a:lnTo>
                    <a:pt x="5905814" y="167509"/>
                  </a:lnTo>
                  <a:lnTo>
                    <a:pt x="5906872" y="168103"/>
                  </a:lnTo>
                  <a:lnTo>
                    <a:pt x="5907930" y="169291"/>
                  </a:lnTo>
                  <a:lnTo>
                    <a:pt x="5908988" y="171239"/>
                  </a:lnTo>
                  <a:lnTo>
                    <a:pt x="5910046" y="173977"/>
                  </a:lnTo>
                  <a:lnTo>
                    <a:pt x="5911103" y="177580"/>
                  </a:lnTo>
                  <a:lnTo>
                    <a:pt x="5912161" y="181811"/>
                  </a:lnTo>
                  <a:lnTo>
                    <a:pt x="5913219" y="186627"/>
                  </a:lnTo>
                  <a:lnTo>
                    <a:pt x="5914277" y="191804"/>
                  </a:lnTo>
                  <a:lnTo>
                    <a:pt x="5915335" y="197321"/>
                  </a:lnTo>
                  <a:lnTo>
                    <a:pt x="5916393" y="203376"/>
                  </a:lnTo>
                  <a:lnTo>
                    <a:pt x="5917450" y="210115"/>
                  </a:lnTo>
                  <a:lnTo>
                    <a:pt x="5918508" y="217673"/>
                  </a:lnTo>
                  <a:lnTo>
                    <a:pt x="5919566" y="226318"/>
                  </a:lnTo>
                  <a:lnTo>
                    <a:pt x="5920624" y="235946"/>
                  </a:lnTo>
                  <a:lnTo>
                    <a:pt x="5921682" y="246285"/>
                  </a:lnTo>
                  <a:lnTo>
                    <a:pt x="5922740" y="257141"/>
                  </a:lnTo>
                  <a:lnTo>
                    <a:pt x="5923798" y="268307"/>
                  </a:lnTo>
                  <a:lnTo>
                    <a:pt x="5924855" y="279588"/>
                  </a:lnTo>
                  <a:lnTo>
                    <a:pt x="5925913" y="290551"/>
                  </a:lnTo>
                  <a:lnTo>
                    <a:pt x="5926971" y="300896"/>
                  </a:lnTo>
                  <a:lnTo>
                    <a:pt x="5928029" y="310428"/>
                  </a:lnTo>
                  <a:lnTo>
                    <a:pt x="5929087" y="318981"/>
                  </a:lnTo>
                  <a:lnTo>
                    <a:pt x="5930145" y="326709"/>
                  </a:lnTo>
                  <a:lnTo>
                    <a:pt x="5931202" y="333483"/>
                  </a:lnTo>
                  <a:lnTo>
                    <a:pt x="5932260" y="339170"/>
                  </a:lnTo>
                  <a:lnTo>
                    <a:pt x="5933318" y="343580"/>
                  </a:lnTo>
                  <a:lnTo>
                    <a:pt x="5934376" y="346555"/>
                  </a:lnTo>
                  <a:lnTo>
                    <a:pt x="5935434" y="347916"/>
                  </a:lnTo>
                  <a:lnTo>
                    <a:pt x="5936492" y="347863"/>
                  </a:lnTo>
                  <a:lnTo>
                    <a:pt x="5937549" y="346810"/>
                  </a:lnTo>
                  <a:lnTo>
                    <a:pt x="5938607" y="344879"/>
                  </a:lnTo>
                  <a:lnTo>
                    <a:pt x="5939665" y="342062"/>
                  </a:lnTo>
                  <a:lnTo>
                    <a:pt x="5940723" y="338563"/>
                  </a:lnTo>
                  <a:lnTo>
                    <a:pt x="5941781" y="334720"/>
                  </a:lnTo>
                  <a:lnTo>
                    <a:pt x="5942839" y="330849"/>
                  </a:lnTo>
                  <a:lnTo>
                    <a:pt x="5943896" y="327505"/>
                  </a:lnTo>
                  <a:lnTo>
                    <a:pt x="5944954" y="324874"/>
                  </a:lnTo>
                  <a:lnTo>
                    <a:pt x="5946012" y="322984"/>
                  </a:lnTo>
                  <a:lnTo>
                    <a:pt x="5947070" y="321962"/>
                  </a:lnTo>
                  <a:lnTo>
                    <a:pt x="5948128" y="321581"/>
                  </a:lnTo>
                  <a:lnTo>
                    <a:pt x="5949186" y="321719"/>
                  </a:lnTo>
                  <a:lnTo>
                    <a:pt x="5950244" y="322112"/>
                  </a:lnTo>
                  <a:lnTo>
                    <a:pt x="5951301" y="322492"/>
                  </a:lnTo>
                  <a:lnTo>
                    <a:pt x="5952359" y="322634"/>
                  </a:lnTo>
                  <a:lnTo>
                    <a:pt x="5953417" y="322338"/>
                  </a:lnTo>
                  <a:lnTo>
                    <a:pt x="5954475" y="321695"/>
                  </a:lnTo>
                  <a:lnTo>
                    <a:pt x="5955533" y="321117"/>
                  </a:lnTo>
                  <a:lnTo>
                    <a:pt x="5956591" y="320746"/>
                  </a:lnTo>
                  <a:lnTo>
                    <a:pt x="5957648" y="320700"/>
                  </a:lnTo>
                  <a:lnTo>
                    <a:pt x="5958706" y="321214"/>
                  </a:lnTo>
                  <a:lnTo>
                    <a:pt x="5959764" y="322107"/>
                  </a:lnTo>
                  <a:lnTo>
                    <a:pt x="5960822" y="323412"/>
                  </a:lnTo>
                  <a:lnTo>
                    <a:pt x="5961880" y="324997"/>
                  </a:lnTo>
                  <a:lnTo>
                    <a:pt x="5962938" y="326803"/>
                  </a:lnTo>
                  <a:lnTo>
                    <a:pt x="5963995" y="329046"/>
                  </a:lnTo>
                  <a:lnTo>
                    <a:pt x="5965053" y="331952"/>
                  </a:lnTo>
                  <a:lnTo>
                    <a:pt x="5966111" y="335691"/>
                  </a:lnTo>
                  <a:lnTo>
                    <a:pt x="5967169" y="340428"/>
                  </a:lnTo>
                  <a:lnTo>
                    <a:pt x="5968227" y="346215"/>
                  </a:lnTo>
                  <a:lnTo>
                    <a:pt x="5969285" y="353005"/>
                  </a:lnTo>
                  <a:lnTo>
                    <a:pt x="5970342" y="360542"/>
                  </a:lnTo>
                  <a:lnTo>
                    <a:pt x="5971400" y="368396"/>
                  </a:lnTo>
                  <a:lnTo>
                    <a:pt x="5972458" y="376353"/>
                  </a:lnTo>
                  <a:lnTo>
                    <a:pt x="5973516" y="384351"/>
                  </a:lnTo>
                  <a:lnTo>
                    <a:pt x="5974574" y="392229"/>
                  </a:lnTo>
                  <a:lnTo>
                    <a:pt x="5975632" y="399844"/>
                  </a:lnTo>
                  <a:lnTo>
                    <a:pt x="5976690" y="407147"/>
                  </a:lnTo>
                  <a:lnTo>
                    <a:pt x="5977747" y="414121"/>
                  </a:lnTo>
                  <a:lnTo>
                    <a:pt x="5978805" y="420900"/>
                  </a:lnTo>
                  <a:lnTo>
                    <a:pt x="5979863" y="427524"/>
                  </a:lnTo>
                  <a:lnTo>
                    <a:pt x="5980921" y="433920"/>
                  </a:lnTo>
                  <a:lnTo>
                    <a:pt x="5981979" y="440184"/>
                  </a:lnTo>
                  <a:lnTo>
                    <a:pt x="5983037" y="446183"/>
                  </a:lnTo>
                  <a:lnTo>
                    <a:pt x="5984094" y="451810"/>
                  </a:lnTo>
                  <a:lnTo>
                    <a:pt x="5985152" y="457031"/>
                  </a:lnTo>
                  <a:lnTo>
                    <a:pt x="5986210" y="461835"/>
                  </a:lnTo>
                  <a:lnTo>
                    <a:pt x="5987268" y="466074"/>
                  </a:lnTo>
                  <a:lnTo>
                    <a:pt x="5988326" y="469574"/>
                  </a:lnTo>
                  <a:lnTo>
                    <a:pt x="5989384" y="472169"/>
                  </a:lnTo>
                  <a:lnTo>
                    <a:pt x="5990441" y="473803"/>
                  </a:lnTo>
                  <a:lnTo>
                    <a:pt x="5991499" y="474976"/>
                  </a:lnTo>
                  <a:lnTo>
                    <a:pt x="5992557" y="476039"/>
                  </a:lnTo>
                  <a:lnTo>
                    <a:pt x="5993615" y="477133"/>
                  </a:lnTo>
                  <a:lnTo>
                    <a:pt x="5994673" y="478152"/>
                  </a:lnTo>
                  <a:lnTo>
                    <a:pt x="5995731" y="479018"/>
                  </a:lnTo>
                  <a:lnTo>
                    <a:pt x="5996788" y="479704"/>
                  </a:lnTo>
                  <a:lnTo>
                    <a:pt x="5997846" y="480014"/>
                  </a:lnTo>
                  <a:lnTo>
                    <a:pt x="5998904" y="479803"/>
                  </a:lnTo>
                  <a:lnTo>
                    <a:pt x="5999962" y="479014"/>
                  </a:lnTo>
                  <a:lnTo>
                    <a:pt x="6001020" y="477669"/>
                  </a:lnTo>
                  <a:lnTo>
                    <a:pt x="6002078" y="475937"/>
                  </a:lnTo>
                  <a:lnTo>
                    <a:pt x="6003136" y="474454"/>
                  </a:lnTo>
                  <a:lnTo>
                    <a:pt x="6004193" y="473127"/>
                  </a:lnTo>
                  <a:lnTo>
                    <a:pt x="6005251" y="472104"/>
                  </a:lnTo>
                  <a:lnTo>
                    <a:pt x="6006309" y="471473"/>
                  </a:lnTo>
                  <a:lnTo>
                    <a:pt x="6007367" y="470630"/>
                  </a:lnTo>
                  <a:lnTo>
                    <a:pt x="6008425" y="469258"/>
                  </a:lnTo>
                  <a:lnTo>
                    <a:pt x="6009483" y="467362"/>
                  </a:lnTo>
                  <a:lnTo>
                    <a:pt x="6010540" y="464728"/>
                  </a:lnTo>
                  <a:lnTo>
                    <a:pt x="6011598" y="461312"/>
                  </a:lnTo>
                  <a:lnTo>
                    <a:pt x="6012656" y="457239"/>
                  </a:lnTo>
                  <a:lnTo>
                    <a:pt x="6013714" y="452605"/>
                  </a:lnTo>
                  <a:lnTo>
                    <a:pt x="6014772" y="447787"/>
                  </a:lnTo>
                  <a:lnTo>
                    <a:pt x="6015830" y="443086"/>
                  </a:lnTo>
                  <a:lnTo>
                    <a:pt x="6016887" y="438582"/>
                  </a:lnTo>
                  <a:lnTo>
                    <a:pt x="6017945" y="434367"/>
                  </a:lnTo>
                  <a:lnTo>
                    <a:pt x="6019003" y="430341"/>
                  </a:lnTo>
                  <a:lnTo>
                    <a:pt x="6020061" y="426872"/>
                  </a:lnTo>
                  <a:lnTo>
                    <a:pt x="6021119" y="424094"/>
                  </a:lnTo>
                  <a:lnTo>
                    <a:pt x="6022177" y="422121"/>
                  </a:lnTo>
                  <a:lnTo>
                    <a:pt x="6023234" y="421184"/>
                  </a:lnTo>
                  <a:lnTo>
                    <a:pt x="6024292" y="421315"/>
                  </a:lnTo>
                  <a:lnTo>
                    <a:pt x="6025350" y="422290"/>
                  </a:lnTo>
                  <a:lnTo>
                    <a:pt x="6026408" y="424096"/>
                  </a:lnTo>
                  <a:lnTo>
                    <a:pt x="6027466" y="426653"/>
                  </a:lnTo>
                  <a:lnTo>
                    <a:pt x="6028524" y="429974"/>
                  </a:lnTo>
                  <a:lnTo>
                    <a:pt x="6029582" y="433896"/>
                  </a:lnTo>
                  <a:lnTo>
                    <a:pt x="6030639" y="438234"/>
                  </a:lnTo>
                  <a:lnTo>
                    <a:pt x="6031697" y="442886"/>
                  </a:lnTo>
                  <a:lnTo>
                    <a:pt x="6032755" y="447853"/>
                  </a:lnTo>
                  <a:lnTo>
                    <a:pt x="6033813" y="453204"/>
                  </a:lnTo>
                  <a:lnTo>
                    <a:pt x="6034871" y="458826"/>
                  </a:lnTo>
                  <a:lnTo>
                    <a:pt x="6035929" y="464531"/>
                  </a:lnTo>
                  <a:lnTo>
                    <a:pt x="6036986" y="470080"/>
                  </a:lnTo>
                  <a:lnTo>
                    <a:pt x="6038044" y="475329"/>
                  </a:lnTo>
                  <a:lnTo>
                    <a:pt x="6039102" y="480205"/>
                  </a:lnTo>
                  <a:lnTo>
                    <a:pt x="6040160" y="484884"/>
                  </a:lnTo>
                  <a:lnTo>
                    <a:pt x="6041218" y="489655"/>
                  </a:lnTo>
                  <a:lnTo>
                    <a:pt x="6042276" y="494807"/>
                  </a:lnTo>
                  <a:lnTo>
                    <a:pt x="6043333" y="500486"/>
                  </a:lnTo>
                  <a:lnTo>
                    <a:pt x="6044391" y="506399"/>
                  </a:lnTo>
                  <a:lnTo>
                    <a:pt x="6045449" y="512675"/>
                  </a:lnTo>
                  <a:lnTo>
                    <a:pt x="6046507" y="519448"/>
                  </a:lnTo>
                  <a:lnTo>
                    <a:pt x="6047565" y="526811"/>
                  </a:lnTo>
                  <a:lnTo>
                    <a:pt x="6048623" y="534885"/>
                  </a:lnTo>
                  <a:lnTo>
                    <a:pt x="6049680" y="543586"/>
                  </a:lnTo>
                  <a:lnTo>
                    <a:pt x="6050738" y="553043"/>
                  </a:lnTo>
                  <a:lnTo>
                    <a:pt x="6051796" y="563648"/>
                  </a:lnTo>
                  <a:lnTo>
                    <a:pt x="6052854" y="575733"/>
                  </a:lnTo>
                  <a:lnTo>
                    <a:pt x="6053912" y="589684"/>
                  </a:lnTo>
                  <a:lnTo>
                    <a:pt x="6054970" y="605708"/>
                  </a:lnTo>
                  <a:lnTo>
                    <a:pt x="6056028" y="623548"/>
                  </a:lnTo>
                  <a:lnTo>
                    <a:pt x="6057085" y="643362"/>
                  </a:lnTo>
                  <a:lnTo>
                    <a:pt x="6058143" y="665196"/>
                  </a:lnTo>
                  <a:lnTo>
                    <a:pt x="6059201" y="689041"/>
                  </a:lnTo>
                  <a:lnTo>
                    <a:pt x="6060259" y="715297"/>
                  </a:lnTo>
                  <a:lnTo>
                    <a:pt x="6061317" y="743332"/>
                  </a:lnTo>
                  <a:lnTo>
                    <a:pt x="6062375" y="772619"/>
                  </a:lnTo>
                  <a:lnTo>
                    <a:pt x="6063432" y="802826"/>
                  </a:lnTo>
                  <a:lnTo>
                    <a:pt x="6064490" y="833389"/>
                  </a:lnTo>
                  <a:lnTo>
                    <a:pt x="6065548" y="863492"/>
                  </a:lnTo>
                  <a:lnTo>
                    <a:pt x="6066606" y="892196"/>
                  </a:lnTo>
                  <a:lnTo>
                    <a:pt x="6067664" y="918450"/>
                  </a:lnTo>
                  <a:lnTo>
                    <a:pt x="6068722" y="941646"/>
                  </a:lnTo>
                  <a:lnTo>
                    <a:pt x="6069779" y="960524"/>
                  </a:lnTo>
                  <a:lnTo>
                    <a:pt x="6070837" y="973962"/>
                  </a:lnTo>
                  <a:lnTo>
                    <a:pt x="6071895" y="981322"/>
                  </a:lnTo>
                  <a:lnTo>
                    <a:pt x="6072953" y="981351"/>
                  </a:lnTo>
                  <a:lnTo>
                    <a:pt x="6074011" y="974482"/>
                  </a:lnTo>
                  <a:lnTo>
                    <a:pt x="6075069" y="961018"/>
                  </a:lnTo>
                  <a:lnTo>
                    <a:pt x="6076126" y="941719"/>
                  </a:lnTo>
                  <a:lnTo>
                    <a:pt x="6077184" y="918710"/>
                  </a:lnTo>
                  <a:lnTo>
                    <a:pt x="6078242" y="893849"/>
                  </a:lnTo>
                  <a:lnTo>
                    <a:pt x="6079300" y="868202"/>
                  </a:lnTo>
                  <a:lnTo>
                    <a:pt x="6080358" y="842819"/>
                  </a:lnTo>
                  <a:lnTo>
                    <a:pt x="6081416" y="818219"/>
                  </a:lnTo>
                  <a:lnTo>
                    <a:pt x="6082474" y="794823"/>
                  </a:lnTo>
                  <a:lnTo>
                    <a:pt x="6083531" y="772764"/>
                  </a:lnTo>
                  <a:lnTo>
                    <a:pt x="6084589" y="751807"/>
                  </a:lnTo>
                  <a:lnTo>
                    <a:pt x="6085647" y="731833"/>
                  </a:lnTo>
                  <a:lnTo>
                    <a:pt x="6086705" y="712963"/>
                  </a:lnTo>
                  <a:lnTo>
                    <a:pt x="6087763" y="695448"/>
                  </a:lnTo>
                  <a:lnTo>
                    <a:pt x="6088821" y="679919"/>
                  </a:lnTo>
                  <a:lnTo>
                    <a:pt x="6089878" y="666324"/>
                  </a:lnTo>
                  <a:lnTo>
                    <a:pt x="6090936" y="654782"/>
                  </a:lnTo>
                  <a:lnTo>
                    <a:pt x="6091994" y="645093"/>
                  </a:lnTo>
                  <a:lnTo>
                    <a:pt x="6093052" y="636920"/>
                  </a:lnTo>
                  <a:lnTo>
                    <a:pt x="6094110" y="629749"/>
                  </a:lnTo>
                  <a:lnTo>
                    <a:pt x="6095168" y="623248"/>
                  </a:lnTo>
                  <a:lnTo>
                    <a:pt x="6096225" y="616744"/>
                  </a:lnTo>
                  <a:lnTo>
                    <a:pt x="6097283" y="609927"/>
                  </a:lnTo>
                  <a:lnTo>
                    <a:pt x="6098341" y="602578"/>
                  </a:lnTo>
                  <a:lnTo>
                    <a:pt x="6099399" y="594525"/>
                  </a:lnTo>
                  <a:lnTo>
                    <a:pt x="6100457" y="585554"/>
                  </a:lnTo>
                  <a:lnTo>
                    <a:pt x="6101515" y="575782"/>
                  </a:lnTo>
                  <a:lnTo>
                    <a:pt x="6102572" y="565190"/>
                  </a:lnTo>
                  <a:lnTo>
                    <a:pt x="6103630" y="553846"/>
                  </a:lnTo>
                  <a:lnTo>
                    <a:pt x="6104688" y="541644"/>
                  </a:lnTo>
                  <a:lnTo>
                    <a:pt x="6105746" y="528346"/>
                  </a:lnTo>
                  <a:lnTo>
                    <a:pt x="6106804" y="513792"/>
                  </a:lnTo>
                  <a:lnTo>
                    <a:pt x="6107862" y="498136"/>
                  </a:lnTo>
                  <a:lnTo>
                    <a:pt x="6108920" y="481544"/>
                  </a:lnTo>
                  <a:lnTo>
                    <a:pt x="6109977" y="464330"/>
                  </a:lnTo>
                  <a:lnTo>
                    <a:pt x="6111035" y="446739"/>
                  </a:lnTo>
                  <a:lnTo>
                    <a:pt x="6112093" y="429109"/>
                  </a:lnTo>
                  <a:lnTo>
                    <a:pt x="6113151" y="411765"/>
                  </a:lnTo>
                  <a:lnTo>
                    <a:pt x="6114209" y="394985"/>
                  </a:lnTo>
                  <a:lnTo>
                    <a:pt x="6115267" y="378824"/>
                  </a:lnTo>
                  <a:lnTo>
                    <a:pt x="6116324" y="363564"/>
                  </a:lnTo>
                  <a:lnTo>
                    <a:pt x="6117382" y="349227"/>
                  </a:lnTo>
                  <a:lnTo>
                    <a:pt x="6118440" y="335753"/>
                  </a:lnTo>
                  <a:lnTo>
                    <a:pt x="6119498" y="323098"/>
                  </a:lnTo>
                  <a:lnTo>
                    <a:pt x="6120556" y="311195"/>
                  </a:lnTo>
                  <a:lnTo>
                    <a:pt x="6121614" y="299977"/>
                  </a:lnTo>
                  <a:lnTo>
                    <a:pt x="6122671" y="289576"/>
                  </a:lnTo>
                  <a:lnTo>
                    <a:pt x="6123729" y="279976"/>
                  </a:lnTo>
                  <a:lnTo>
                    <a:pt x="6124787" y="271253"/>
                  </a:lnTo>
                  <a:lnTo>
                    <a:pt x="6125845" y="263498"/>
                  </a:lnTo>
                  <a:lnTo>
                    <a:pt x="6126903" y="256544"/>
                  </a:lnTo>
                  <a:lnTo>
                    <a:pt x="6127961" y="250459"/>
                  </a:lnTo>
                  <a:lnTo>
                    <a:pt x="6129018" y="245146"/>
                  </a:lnTo>
                  <a:lnTo>
                    <a:pt x="6130076" y="240502"/>
                  </a:lnTo>
                  <a:lnTo>
                    <a:pt x="6131134" y="236385"/>
                  </a:lnTo>
                  <a:lnTo>
                    <a:pt x="6132192" y="232555"/>
                  </a:lnTo>
                  <a:lnTo>
                    <a:pt x="6133250" y="228754"/>
                  </a:lnTo>
                  <a:lnTo>
                    <a:pt x="6134308" y="224986"/>
                  </a:lnTo>
                  <a:lnTo>
                    <a:pt x="6135366" y="221251"/>
                  </a:lnTo>
                  <a:lnTo>
                    <a:pt x="6136423" y="217601"/>
                  </a:lnTo>
                  <a:lnTo>
                    <a:pt x="6137481" y="214025"/>
                  </a:lnTo>
                  <a:lnTo>
                    <a:pt x="6138539" y="210454"/>
                  </a:lnTo>
                  <a:lnTo>
                    <a:pt x="6139597" y="206925"/>
                  </a:lnTo>
                  <a:lnTo>
                    <a:pt x="6140655" y="203403"/>
                  </a:lnTo>
                  <a:lnTo>
                    <a:pt x="6141713" y="199626"/>
                  </a:lnTo>
                  <a:lnTo>
                    <a:pt x="6142770" y="195735"/>
                  </a:lnTo>
                  <a:lnTo>
                    <a:pt x="6143828" y="191682"/>
                  </a:lnTo>
                  <a:lnTo>
                    <a:pt x="6144886" y="187647"/>
                  </a:lnTo>
                  <a:lnTo>
                    <a:pt x="6145944" y="183692"/>
                  </a:lnTo>
                  <a:lnTo>
                    <a:pt x="6147002" y="180039"/>
                  </a:lnTo>
                  <a:lnTo>
                    <a:pt x="6148060" y="176778"/>
                  </a:lnTo>
                  <a:lnTo>
                    <a:pt x="6149117" y="174312"/>
                  </a:lnTo>
                  <a:lnTo>
                    <a:pt x="6150175" y="172833"/>
                  </a:lnTo>
                  <a:lnTo>
                    <a:pt x="6151233" y="172356"/>
                  </a:lnTo>
                  <a:lnTo>
                    <a:pt x="6152291" y="172725"/>
                  </a:lnTo>
                  <a:lnTo>
                    <a:pt x="6153349" y="173980"/>
                  </a:lnTo>
                  <a:lnTo>
                    <a:pt x="6154407" y="175964"/>
                  </a:lnTo>
                  <a:lnTo>
                    <a:pt x="6155464" y="178534"/>
                  </a:lnTo>
                  <a:lnTo>
                    <a:pt x="6156522" y="181501"/>
                  </a:lnTo>
                  <a:lnTo>
                    <a:pt x="6157580" y="184878"/>
                  </a:lnTo>
                  <a:lnTo>
                    <a:pt x="6158638" y="188554"/>
                  </a:lnTo>
                  <a:lnTo>
                    <a:pt x="6159696" y="192637"/>
                  </a:lnTo>
                  <a:lnTo>
                    <a:pt x="6160754" y="197150"/>
                  </a:lnTo>
                  <a:lnTo>
                    <a:pt x="6161812" y="202136"/>
                  </a:lnTo>
                  <a:lnTo>
                    <a:pt x="6162869" y="207513"/>
                  </a:lnTo>
                  <a:lnTo>
                    <a:pt x="6163927" y="213265"/>
                  </a:lnTo>
                  <a:lnTo>
                    <a:pt x="6164985" y="219156"/>
                  </a:lnTo>
                  <a:lnTo>
                    <a:pt x="6166043" y="225067"/>
                  </a:lnTo>
                  <a:lnTo>
                    <a:pt x="6167101" y="231043"/>
                  </a:lnTo>
                  <a:lnTo>
                    <a:pt x="6168159" y="237204"/>
                  </a:lnTo>
                  <a:lnTo>
                    <a:pt x="6169216" y="243466"/>
                  </a:lnTo>
                  <a:lnTo>
                    <a:pt x="6170274" y="249928"/>
                  </a:lnTo>
                  <a:lnTo>
                    <a:pt x="6171332" y="256808"/>
                  </a:lnTo>
                  <a:lnTo>
                    <a:pt x="6172390" y="264254"/>
                  </a:lnTo>
                  <a:lnTo>
                    <a:pt x="6173448" y="272331"/>
                  </a:lnTo>
                  <a:lnTo>
                    <a:pt x="6174506" y="281039"/>
                  </a:lnTo>
                  <a:lnTo>
                    <a:pt x="6175563" y="290197"/>
                  </a:lnTo>
                  <a:lnTo>
                    <a:pt x="6176621" y="299641"/>
                  </a:lnTo>
                  <a:lnTo>
                    <a:pt x="6177679" y="309088"/>
                  </a:lnTo>
                  <a:lnTo>
                    <a:pt x="6178737" y="318345"/>
                  </a:lnTo>
                  <a:lnTo>
                    <a:pt x="6179795" y="327183"/>
                  </a:lnTo>
                  <a:lnTo>
                    <a:pt x="6180853" y="335523"/>
                  </a:lnTo>
                  <a:lnTo>
                    <a:pt x="6181910" y="343326"/>
                  </a:lnTo>
                  <a:lnTo>
                    <a:pt x="6182968" y="350265"/>
                  </a:lnTo>
                  <a:lnTo>
                    <a:pt x="6184026" y="356240"/>
                  </a:lnTo>
                  <a:lnTo>
                    <a:pt x="6185084" y="361580"/>
                  </a:lnTo>
                  <a:lnTo>
                    <a:pt x="6186142" y="366708"/>
                  </a:lnTo>
                  <a:lnTo>
                    <a:pt x="6187200" y="371585"/>
                  </a:lnTo>
                  <a:lnTo>
                    <a:pt x="6188258" y="376029"/>
                  </a:lnTo>
                  <a:lnTo>
                    <a:pt x="6189315" y="379631"/>
                  </a:lnTo>
                  <a:lnTo>
                    <a:pt x="6190373" y="382271"/>
                  </a:lnTo>
                  <a:lnTo>
                    <a:pt x="6191431" y="383971"/>
                  </a:lnTo>
                  <a:lnTo>
                    <a:pt x="6192489" y="384560"/>
                  </a:lnTo>
                  <a:lnTo>
                    <a:pt x="6193547" y="383837"/>
                  </a:lnTo>
                  <a:lnTo>
                    <a:pt x="6194605" y="381818"/>
                  </a:lnTo>
                  <a:lnTo>
                    <a:pt x="6195662" y="378529"/>
                  </a:lnTo>
                  <a:lnTo>
                    <a:pt x="6196720" y="374067"/>
                  </a:lnTo>
                  <a:lnTo>
                    <a:pt x="6197778" y="368632"/>
                  </a:lnTo>
                  <a:lnTo>
                    <a:pt x="6198836" y="362522"/>
                  </a:lnTo>
                  <a:lnTo>
                    <a:pt x="6199894" y="355571"/>
                  </a:lnTo>
                  <a:lnTo>
                    <a:pt x="6200952" y="347564"/>
                  </a:lnTo>
                  <a:lnTo>
                    <a:pt x="6202009" y="337951"/>
                  </a:lnTo>
                  <a:lnTo>
                    <a:pt x="6203067" y="326777"/>
                  </a:lnTo>
                  <a:lnTo>
                    <a:pt x="6204125" y="314214"/>
                  </a:lnTo>
                  <a:lnTo>
                    <a:pt x="6205183" y="300680"/>
                  </a:lnTo>
                  <a:lnTo>
                    <a:pt x="6206241" y="286355"/>
                  </a:lnTo>
                  <a:lnTo>
                    <a:pt x="6207299" y="271523"/>
                  </a:lnTo>
                  <a:lnTo>
                    <a:pt x="6208356" y="256555"/>
                  </a:lnTo>
                  <a:lnTo>
                    <a:pt x="6209414" y="241943"/>
                  </a:lnTo>
                  <a:lnTo>
                    <a:pt x="6210472" y="227731"/>
                  </a:lnTo>
                  <a:lnTo>
                    <a:pt x="6211530" y="214204"/>
                  </a:lnTo>
                  <a:lnTo>
                    <a:pt x="6212588" y="201333"/>
                  </a:lnTo>
                  <a:lnTo>
                    <a:pt x="6213646" y="188806"/>
                  </a:lnTo>
                  <a:lnTo>
                    <a:pt x="6214704" y="176542"/>
                  </a:lnTo>
                  <a:lnTo>
                    <a:pt x="6215761" y="164613"/>
                  </a:lnTo>
                  <a:lnTo>
                    <a:pt x="6216819" y="153152"/>
                  </a:lnTo>
                  <a:lnTo>
                    <a:pt x="6217877" y="142488"/>
                  </a:lnTo>
                  <a:lnTo>
                    <a:pt x="6218935" y="132600"/>
                  </a:lnTo>
                  <a:lnTo>
                    <a:pt x="6219993" y="123433"/>
                  </a:lnTo>
                  <a:lnTo>
                    <a:pt x="6221051" y="115095"/>
                  </a:lnTo>
                  <a:lnTo>
                    <a:pt x="6222108" y="107579"/>
                  </a:lnTo>
                  <a:lnTo>
                    <a:pt x="6223166" y="100576"/>
                  </a:lnTo>
                  <a:lnTo>
                    <a:pt x="6224224" y="93840"/>
                  </a:lnTo>
                  <a:lnTo>
                    <a:pt x="6225282" y="87154"/>
                  </a:lnTo>
                  <a:lnTo>
                    <a:pt x="6226340" y="80353"/>
                  </a:lnTo>
                  <a:lnTo>
                    <a:pt x="6227398" y="73219"/>
                  </a:lnTo>
                  <a:lnTo>
                    <a:pt x="6228455" y="65713"/>
                  </a:lnTo>
                  <a:lnTo>
                    <a:pt x="6229513" y="57952"/>
                  </a:lnTo>
                  <a:lnTo>
                    <a:pt x="6230571" y="50226"/>
                  </a:lnTo>
                  <a:lnTo>
                    <a:pt x="6231629" y="42803"/>
                  </a:lnTo>
                  <a:lnTo>
                    <a:pt x="6232687" y="35790"/>
                  </a:lnTo>
                  <a:lnTo>
                    <a:pt x="6233745" y="29256"/>
                  </a:lnTo>
                  <a:lnTo>
                    <a:pt x="6234802" y="23246"/>
                  </a:lnTo>
                  <a:lnTo>
                    <a:pt x="6235860" y="17929"/>
                  </a:lnTo>
                  <a:lnTo>
                    <a:pt x="6236918" y="13276"/>
                  </a:lnTo>
                  <a:lnTo>
                    <a:pt x="6237976" y="9228"/>
                  </a:lnTo>
                  <a:lnTo>
                    <a:pt x="6239034" y="5769"/>
                  </a:lnTo>
                  <a:lnTo>
                    <a:pt x="6240092" y="2944"/>
                  </a:lnTo>
                  <a:lnTo>
                    <a:pt x="6241150" y="895"/>
                  </a:lnTo>
                  <a:lnTo>
                    <a:pt x="6242207" y="0"/>
                  </a:lnTo>
                  <a:lnTo>
                    <a:pt x="6243265" y="546"/>
                  </a:lnTo>
                  <a:lnTo>
                    <a:pt x="6244323" y="2631"/>
                  </a:lnTo>
                  <a:lnTo>
                    <a:pt x="6245381" y="6330"/>
                  </a:lnTo>
                  <a:lnTo>
                    <a:pt x="6246439" y="11569"/>
                  </a:lnTo>
                  <a:lnTo>
                    <a:pt x="6247497" y="18220"/>
                  </a:lnTo>
                  <a:lnTo>
                    <a:pt x="6248554" y="26140"/>
                  </a:lnTo>
                  <a:lnTo>
                    <a:pt x="6249612" y="35104"/>
                  </a:lnTo>
                  <a:lnTo>
                    <a:pt x="6250670" y="44794"/>
                  </a:lnTo>
                  <a:lnTo>
                    <a:pt x="6251728" y="54928"/>
                  </a:lnTo>
                  <a:lnTo>
                    <a:pt x="6252786" y="65475"/>
                  </a:lnTo>
                  <a:lnTo>
                    <a:pt x="6253844" y="76417"/>
                  </a:lnTo>
                  <a:lnTo>
                    <a:pt x="6254901" y="87948"/>
                  </a:lnTo>
                  <a:lnTo>
                    <a:pt x="6255959" y="100051"/>
                  </a:lnTo>
                  <a:lnTo>
                    <a:pt x="6257017" y="112724"/>
                  </a:lnTo>
                  <a:lnTo>
                    <a:pt x="6258075" y="125897"/>
                  </a:lnTo>
                  <a:lnTo>
                    <a:pt x="6259133" y="139577"/>
                  </a:lnTo>
                  <a:lnTo>
                    <a:pt x="6260191" y="153662"/>
                  </a:lnTo>
                  <a:lnTo>
                    <a:pt x="6261248" y="168080"/>
                  </a:lnTo>
                  <a:lnTo>
                    <a:pt x="6262306" y="182641"/>
                  </a:lnTo>
                  <a:lnTo>
                    <a:pt x="6263364" y="197365"/>
                  </a:lnTo>
                  <a:lnTo>
                    <a:pt x="6264422" y="212058"/>
                  </a:lnTo>
                  <a:lnTo>
                    <a:pt x="6265480" y="226551"/>
                  </a:lnTo>
                  <a:lnTo>
                    <a:pt x="6266538" y="240915"/>
                  </a:lnTo>
                  <a:lnTo>
                    <a:pt x="6267595" y="255144"/>
                  </a:lnTo>
                  <a:lnTo>
                    <a:pt x="6268653" y="269110"/>
                  </a:lnTo>
                  <a:lnTo>
                    <a:pt x="6269711" y="282699"/>
                  </a:lnTo>
                  <a:lnTo>
                    <a:pt x="6270769" y="295531"/>
                  </a:lnTo>
                  <a:lnTo>
                    <a:pt x="6271827" y="307521"/>
                  </a:lnTo>
                  <a:lnTo>
                    <a:pt x="6272885" y="318630"/>
                  </a:lnTo>
                  <a:lnTo>
                    <a:pt x="6273943" y="328522"/>
                  </a:lnTo>
                  <a:lnTo>
                    <a:pt x="6275000" y="336966"/>
                  </a:lnTo>
                  <a:lnTo>
                    <a:pt x="6276058" y="344234"/>
                  </a:lnTo>
                  <a:lnTo>
                    <a:pt x="6277116" y="350403"/>
                  </a:lnTo>
                  <a:lnTo>
                    <a:pt x="6278174" y="355805"/>
                  </a:lnTo>
                  <a:lnTo>
                    <a:pt x="6279232" y="360692"/>
                  </a:lnTo>
                  <a:lnTo>
                    <a:pt x="6280290" y="365360"/>
                  </a:lnTo>
                  <a:lnTo>
                    <a:pt x="6281347" y="370110"/>
                  </a:lnTo>
                  <a:lnTo>
                    <a:pt x="6282405" y="375254"/>
                  </a:lnTo>
                  <a:lnTo>
                    <a:pt x="6283463" y="380787"/>
                  </a:lnTo>
                  <a:lnTo>
                    <a:pt x="6284521" y="386584"/>
                  </a:lnTo>
                  <a:lnTo>
                    <a:pt x="6285579" y="392572"/>
                  </a:lnTo>
                  <a:lnTo>
                    <a:pt x="6286637" y="398516"/>
                  </a:lnTo>
                  <a:lnTo>
                    <a:pt x="6287694" y="404351"/>
                  </a:lnTo>
                  <a:lnTo>
                    <a:pt x="6288752" y="410047"/>
                  </a:lnTo>
                  <a:lnTo>
                    <a:pt x="6289810" y="415867"/>
                  </a:lnTo>
                  <a:lnTo>
                    <a:pt x="6290868" y="421830"/>
                  </a:lnTo>
                  <a:lnTo>
                    <a:pt x="6291926" y="427754"/>
                  </a:lnTo>
                  <a:lnTo>
                    <a:pt x="6292984" y="433603"/>
                  </a:lnTo>
                  <a:lnTo>
                    <a:pt x="6294041" y="439148"/>
                  </a:lnTo>
                  <a:lnTo>
                    <a:pt x="6295099" y="444100"/>
                  </a:lnTo>
                  <a:lnTo>
                    <a:pt x="6296157" y="448140"/>
                  </a:lnTo>
                  <a:lnTo>
                    <a:pt x="6297215" y="451047"/>
                  </a:lnTo>
                  <a:lnTo>
                    <a:pt x="6298273" y="452386"/>
                  </a:lnTo>
                  <a:lnTo>
                    <a:pt x="6299331" y="452287"/>
                  </a:lnTo>
                  <a:lnTo>
                    <a:pt x="6300389" y="450935"/>
                  </a:lnTo>
                  <a:lnTo>
                    <a:pt x="6301446" y="448633"/>
                  </a:lnTo>
                  <a:lnTo>
                    <a:pt x="6302504" y="445828"/>
                  </a:lnTo>
                  <a:lnTo>
                    <a:pt x="6303562" y="442841"/>
                  </a:lnTo>
                  <a:lnTo>
                    <a:pt x="6304620" y="439854"/>
                  </a:lnTo>
                  <a:lnTo>
                    <a:pt x="6305678" y="436887"/>
                  </a:lnTo>
                  <a:lnTo>
                    <a:pt x="6306736" y="434004"/>
                  </a:lnTo>
                  <a:lnTo>
                    <a:pt x="6307793" y="431143"/>
                  </a:lnTo>
                  <a:lnTo>
                    <a:pt x="6308851" y="428239"/>
                  </a:lnTo>
                  <a:lnTo>
                    <a:pt x="6309909" y="425191"/>
                  </a:lnTo>
                  <a:lnTo>
                    <a:pt x="6310967" y="421941"/>
                  </a:lnTo>
                  <a:lnTo>
                    <a:pt x="6312025" y="418443"/>
                  </a:lnTo>
                  <a:lnTo>
                    <a:pt x="6313083" y="414887"/>
                  </a:lnTo>
                  <a:lnTo>
                    <a:pt x="6314140" y="411640"/>
                  </a:lnTo>
                  <a:lnTo>
                    <a:pt x="6315198" y="408771"/>
                  </a:lnTo>
                  <a:lnTo>
                    <a:pt x="6316256" y="406310"/>
                  </a:lnTo>
                  <a:lnTo>
                    <a:pt x="6317314" y="404099"/>
                  </a:lnTo>
                  <a:lnTo>
                    <a:pt x="6318372" y="402280"/>
                  </a:lnTo>
                  <a:lnTo>
                    <a:pt x="6319430" y="400966"/>
                  </a:lnTo>
                  <a:lnTo>
                    <a:pt x="6320487" y="399994"/>
                  </a:lnTo>
                  <a:lnTo>
                    <a:pt x="6321545" y="399155"/>
                  </a:lnTo>
                  <a:lnTo>
                    <a:pt x="6322603" y="398177"/>
                  </a:lnTo>
                  <a:lnTo>
                    <a:pt x="6323661" y="397013"/>
                  </a:lnTo>
                  <a:lnTo>
                    <a:pt x="6324719" y="395866"/>
                  </a:lnTo>
                  <a:lnTo>
                    <a:pt x="6325777" y="394803"/>
                  </a:lnTo>
                  <a:lnTo>
                    <a:pt x="6326835" y="393858"/>
                  </a:lnTo>
                  <a:lnTo>
                    <a:pt x="6327892" y="393274"/>
                  </a:lnTo>
                  <a:lnTo>
                    <a:pt x="6328950" y="393129"/>
                  </a:lnTo>
                  <a:lnTo>
                    <a:pt x="6330008" y="393526"/>
                  </a:lnTo>
                  <a:lnTo>
                    <a:pt x="6331066" y="394568"/>
                  </a:lnTo>
                  <a:lnTo>
                    <a:pt x="6332124" y="396175"/>
                  </a:lnTo>
                  <a:lnTo>
                    <a:pt x="6333182" y="398545"/>
                  </a:lnTo>
                  <a:lnTo>
                    <a:pt x="6334239" y="401702"/>
                  </a:lnTo>
                  <a:lnTo>
                    <a:pt x="6335297" y="405278"/>
                  </a:lnTo>
                  <a:lnTo>
                    <a:pt x="6336355" y="409300"/>
                  </a:lnTo>
                  <a:lnTo>
                    <a:pt x="6337413" y="413732"/>
                  </a:lnTo>
                  <a:lnTo>
                    <a:pt x="6338471" y="418583"/>
                  </a:lnTo>
                  <a:lnTo>
                    <a:pt x="6339529" y="424128"/>
                  </a:lnTo>
                  <a:lnTo>
                    <a:pt x="6340586" y="430213"/>
                  </a:lnTo>
                  <a:lnTo>
                    <a:pt x="6341644" y="436631"/>
                  </a:lnTo>
                  <a:lnTo>
                    <a:pt x="6342702" y="443249"/>
                  </a:lnTo>
                  <a:lnTo>
                    <a:pt x="6343760" y="449965"/>
                  </a:lnTo>
                  <a:lnTo>
                    <a:pt x="6344818" y="456608"/>
                  </a:lnTo>
                  <a:lnTo>
                    <a:pt x="6345876" y="462975"/>
                  </a:lnTo>
                  <a:lnTo>
                    <a:pt x="6346933" y="468940"/>
                  </a:lnTo>
                  <a:lnTo>
                    <a:pt x="6347991" y="474348"/>
                  </a:lnTo>
                  <a:lnTo>
                    <a:pt x="6349049" y="479159"/>
                  </a:lnTo>
                  <a:lnTo>
                    <a:pt x="6350107" y="483384"/>
                  </a:lnTo>
                  <a:lnTo>
                    <a:pt x="6351165" y="487440"/>
                  </a:lnTo>
                  <a:lnTo>
                    <a:pt x="6352223" y="491117"/>
                  </a:lnTo>
                  <a:lnTo>
                    <a:pt x="6353281" y="494517"/>
                  </a:lnTo>
                  <a:lnTo>
                    <a:pt x="6354338" y="497703"/>
                  </a:lnTo>
                  <a:lnTo>
                    <a:pt x="6355396" y="500241"/>
                  </a:lnTo>
                  <a:lnTo>
                    <a:pt x="6356454" y="501790"/>
                  </a:lnTo>
                  <a:lnTo>
                    <a:pt x="6357512" y="502008"/>
                  </a:lnTo>
                  <a:lnTo>
                    <a:pt x="6358570" y="500762"/>
                  </a:lnTo>
                  <a:lnTo>
                    <a:pt x="6359628" y="498082"/>
                  </a:lnTo>
                  <a:lnTo>
                    <a:pt x="6360685" y="494176"/>
                  </a:lnTo>
                  <a:lnTo>
                    <a:pt x="6361743" y="489097"/>
                  </a:lnTo>
                  <a:lnTo>
                    <a:pt x="6362801" y="483156"/>
                  </a:lnTo>
                  <a:lnTo>
                    <a:pt x="6363859" y="476780"/>
                  </a:lnTo>
                  <a:lnTo>
                    <a:pt x="6364917" y="470511"/>
                  </a:lnTo>
                  <a:lnTo>
                    <a:pt x="6365975" y="464407"/>
                  </a:lnTo>
                  <a:lnTo>
                    <a:pt x="6367032" y="458360"/>
                  </a:lnTo>
                  <a:lnTo>
                    <a:pt x="6368090" y="452592"/>
                  </a:lnTo>
                  <a:lnTo>
                    <a:pt x="6369148" y="447201"/>
                  </a:lnTo>
                  <a:lnTo>
                    <a:pt x="6370206" y="442564"/>
                  </a:lnTo>
                  <a:lnTo>
                    <a:pt x="6371264" y="439030"/>
                  </a:lnTo>
                  <a:lnTo>
                    <a:pt x="6372322" y="436851"/>
                  </a:lnTo>
                  <a:lnTo>
                    <a:pt x="6373379" y="436464"/>
                  </a:lnTo>
                  <a:lnTo>
                    <a:pt x="6374437" y="438137"/>
                  </a:lnTo>
                  <a:lnTo>
                    <a:pt x="6375495" y="441928"/>
                  </a:lnTo>
                  <a:lnTo>
                    <a:pt x="6376553" y="447797"/>
                  </a:lnTo>
                  <a:lnTo>
                    <a:pt x="6377611" y="455456"/>
                  </a:lnTo>
                  <a:lnTo>
                    <a:pt x="6378669" y="464543"/>
                  </a:lnTo>
                  <a:lnTo>
                    <a:pt x="6379727" y="474845"/>
                  </a:lnTo>
                  <a:lnTo>
                    <a:pt x="6380784" y="485804"/>
                  </a:lnTo>
                  <a:lnTo>
                    <a:pt x="6381842" y="497077"/>
                  </a:lnTo>
                  <a:lnTo>
                    <a:pt x="6382900" y="508379"/>
                  </a:lnTo>
                  <a:lnTo>
                    <a:pt x="6383958" y="519389"/>
                  </a:lnTo>
                  <a:lnTo>
                    <a:pt x="6385016" y="530070"/>
                  </a:lnTo>
                  <a:lnTo>
                    <a:pt x="6386074" y="540138"/>
                  </a:lnTo>
                  <a:lnTo>
                    <a:pt x="6387131" y="549159"/>
                  </a:lnTo>
                  <a:lnTo>
                    <a:pt x="6388189" y="557194"/>
                  </a:lnTo>
                  <a:lnTo>
                    <a:pt x="6389247" y="564036"/>
                  </a:lnTo>
                  <a:lnTo>
                    <a:pt x="6390305" y="569566"/>
                  </a:lnTo>
                  <a:lnTo>
                    <a:pt x="6391363" y="573833"/>
                  </a:lnTo>
                  <a:lnTo>
                    <a:pt x="6392421" y="576691"/>
                  </a:lnTo>
                  <a:lnTo>
                    <a:pt x="6393478" y="578400"/>
                  </a:lnTo>
                  <a:lnTo>
                    <a:pt x="6394536" y="579205"/>
                  </a:lnTo>
                  <a:lnTo>
                    <a:pt x="6395594" y="579019"/>
                  </a:lnTo>
                  <a:lnTo>
                    <a:pt x="6396652" y="577712"/>
                  </a:lnTo>
                  <a:lnTo>
                    <a:pt x="6397710" y="575500"/>
                  </a:lnTo>
                  <a:lnTo>
                    <a:pt x="6398768" y="572670"/>
                  </a:lnTo>
                  <a:lnTo>
                    <a:pt x="6399825" y="569351"/>
                  </a:lnTo>
                  <a:lnTo>
                    <a:pt x="6400883" y="565563"/>
                  </a:lnTo>
                  <a:lnTo>
                    <a:pt x="6401941" y="561222"/>
                  </a:lnTo>
                  <a:lnTo>
                    <a:pt x="6402999" y="556470"/>
                  </a:lnTo>
                  <a:lnTo>
                    <a:pt x="6404057" y="551196"/>
                  </a:lnTo>
                  <a:lnTo>
                    <a:pt x="6405115" y="546019"/>
                  </a:lnTo>
                  <a:lnTo>
                    <a:pt x="6406173" y="541043"/>
                  </a:lnTo>
                  <a:lnTo>
                    <a:pt x="6407230" y="536242"/>
                  </a:lnTo>
                  <a:lnTo>
                    <a:pt x="6408288" y="532035"/>
                  </a:lnTo>
                  <a:lnTo>
                    <a:pt x="6409346" y="528867"/>
                  </a:lnTo>
                  <a:lnTo>
                    <a:pt x="6410404" y="527125"/>
                  </a:lnTo>
                  <a:lnTo>
                    <a:pt x="6411462" y="527090"/>
                  </a:lnTo>
                  <a:lnTo>
                    <a:pt x="6412520" y="528893"/>
                  </a:lnTo>
                  <a:lnTo>
                    <a:pt x="6413577" y="532472"/>
                  </a:lnTo>
                  <a:lnTo>
                    <a:pt x="6414635" y="537905"/>
                  </a:lnTo>
                  <a:lnTo>
                    <a:pt x="6415693" y="545090"/>
                  </a:lnTo>
                  <a:lnTo>
                    <a:pt x="6416751" y="553630"/>
                  </a:lnTo>
                  <a:lnTo>
                    <a:pt x="6417809" y="562958"/>
                  </a:lnTo>
                  <a:lnTo>
                    <a:pt x="6418867" y="572881"/>
                  </a:lnTo>
                  <a:lnTo>
                    <a:pt x="6419924" y="583128"/>
                  </a:lnTo>
                  <a:lnTo>
                    <a:pt x="6420982" y="593034"/>
                  </a:lnTo>
                  <a:lnTo>
                    <a:pt x="6422040" y="602199"/>
                  </a:lnTo>
                  <a:lnTo>
                    <a:pt x="6423098" y="610358"/>
                  </a:lnTo>
                  <a:lnTo>
                    <a:pt x="6424156" y="617105"/>
                  </a:lnTo>
                  <a:lnTo>
                    <a:pt x="6425214" y="622064"/>
                  </a:lnTo>
                  <a:lnTo>
                    <a:pt x="6426271" y="624953"/>
                  </a:lnTo>
                  <a:lnTo>
                    <a:pt x="6427329" y="625483"/>
                  </a:lnTo>
                  <a:lnTo>
                    <a:pt x="6428387" y="623815"/>
                  </a:lnTo>
                  <a:lnTo>
                    <a:pt x="6429445" y="620169"/>
                  </a:lnTo>
                  <a:lnTo>
                    <a:pt x="6430503" y="614635"/>
                  </a:lnTo>
                  <a:lnTo>
                    <a:pt x="6431561" y="607514"/>
                  </a:lnTo>
                  <a:lnTo>
                    <a:pt x="6432619" y="599187"/>
                  </a:lnTo>
                  <a:lnTo>
                    <a:pt x="6433676" y="590051"/>
                  </a:lnTo>
                  <a:lnTo>
                    <a:pt x="6434734" y="580382"/>
                  </a:lnTo>
                  <a:lnTo>
                    <a:pt x="6435792" y="570322"/>
                  </a:lnTo>
                  <a:lnTo>
                    <a:pt x="6436850" y="559790"/>
                  </a:lnTo>
                  <a:lnTo>
                    <a:pt x="6437908" y="548754"/>
                  </a:lnTo>
                  <a:lnTo>
                    <a:pt x="6438966" y="537107"/>
                  </a:lnTo>
                  <a:lnTo>
                    <a:pt x="6440023" y="524998"/>
                  </a:lnTo>
                  <a:lnTo>
                    <a:pt x="6441081" y="512713"/>
                  </a:lnTo>
                  <a:lnTo>
                    <a:pt x="6442139" y="500239"/>
                  </a:lnTo>
                  <a:lnTo>
                    <a:pt x="6443197" y="487932"/>
                  </a:lnTo>
                  <a:lnTo>
                    <a:pt x="6444255" y="475900"/>
                  </a:lnTo>
                  <a:lnTo>
                    <a:pt x="6445313" y="464131"/>
                  </a:lnTo>
                  <a:lnTo>
                    <a:pt x="6446370" y="452676"/>
                  </a:lnTo>
                  <a:lnTo>
                    <a:pt x="6447428" y="441613"/>
                  </a:lnTo>
                  <a:lnTo>
                    <a:pt x="6448486" y="431056"/>
                  </a:lnTo>
                  <a:lnTo>
                    <a:pt x="6449544" y="421321"/>
                  </a:lnTo>
                  <a:lnTo>
                    <a:pt x="6450602" y="412553"/>
                  </a:lnTo>
                  <a:lnTo>
                    <a:pt x="6451660" y="404897"/>
                  </a:lnTo>
                  <a:lnTo>
                    <a:pt x="6452717" y="398624"/>
                  </a:lnTo>
                  <a:lnTo>
                    <a:pt x="6453775" y="393931"/>
                  </a:lnTo>
                  <a:lnTo>
                    <a:pt x="6454833" y="390924"/>
                  </a:lnTo>
                  <a:lnTo>
                    <a:pt x="6455891" y="389412"/>
                  </a:lnTo>
                  <a:lnTo>
                    <a:pt x="6456949" y="389124"/>
                  </a:lnTo>
                  <a:lnTo>
                    <a:pt x="6458007" y="389594"/>
                  </a:lnTo>
                  <a:lnTo>
                    <a:pt x="6459065" y="390316"/>
                  </a:lnTo>
                  <a:lnTo>
                    <a:pt x="6460122" y="390910"/>
                  </a:lnTo>
                  <a:lnTo>
                    <a:pt x="6461180" y="391201"/>
                  </a:lnTo>
                  <a:lnTo>
                    <a:pt x="6462238" y="390926"/>
                  </a:lnTo>
                  <a:lnTo>
                    <a:pt x="6463296" y="389960"/>
                  </a:lnTo>
                  <a:lnTo>
                    <a:pt x="6464354" y="388072"/>
                  </a:lnTo>
                  <a:lnTo>
                    <a:pt x="6465412" y="385350"/>
                  </a:lnTo>
                  <a:lnTo>
                    <a:pt x="6466469" y="381838"/>
                  </a:lnTo>
                  <a:lnTo>
                    <a:pt x="6467527" y="377616"/>
                  </a:lnTo>
                  <a:lnTo>
                    <a:pt x="6468585" y="372468"/>
                  </a:lnTo>
                  <a:lnTo>
                    <a:pt x="6469643" y="366467"/>
                  </a:lnTo>
                  <a:lnTo>
                    <a:pt x="6470701" y="359826"/>
                  </a:lnTo>
                  <a:lnTo>
                    <a:pt x="6471759" y="352836"/>
                  </a:lnTo>
                  <a:lnTo>
                    <a:pt x="6472816" y="345683"/>
                  </a:lnTo>
                  <a:lnTo>
                    <a:pt x="6473874" y="338679"/>
                  </a:lnTo>
                  <a:lnTo>
                    <a:pt x="6474932" y="332060"/>
                  </a:lnTo>
                  <a:lnTo>
                    <a:pt x="6475990" y="325922"/>
                  </a:lnTo>
                  <a:lnTo>
                    <a:pt x="6477048" y="320246"/>
                  </a:lnTo>
                  <a:lnTo>
                    <a:pt x="6478106" y="315108"/>
                  </a:lnTo>
                  <a:lnTo>
                    <a:pt x="6479163" y="310452"/>
                  </a:lnTo>
                  <a:lnTo>
                    <a:pt x="6480221" y="306351"/>
                  </a:lnTo>
                  <a:lnTo>
                    <a:pt x="6481279" y="302384"/>
                  </a:lnTo>
                  <a:lnTo>
                    <a:pt x="6482337" y="298506"/>
                  </a:lnTo>
                  <a:lnTo>
                    <a:pt x="6483395" y="294757"/>
                  </a:lnTo>
                  <a:lnTo>
                    <a:pt x="6484453" y="291366"/>
                  </a:lnTo>
                  <a:lnTo>
                    <a:pt x="6485511" y="288228"/>
                  </a:lnTo>
                  <a:lnTo>
                    <a:pt x="6486568" y="285238"/>
                  </a:lnTo>
                  <a:lnTo>
                    <a:pt x="6487626" y="282222"/>
                  </a:lnTo>
                  <a:lnTo>
                    <a:pt x="6488684" y="279230"/>
                  </a:lnTo>
                  <a:lnTo>
                    <a:pt x="6489742" y="276258"/>
                  </a:lnTo>
                  <a:lnTo>
                    <a:pt x="6490800" y="273441"/>
                  </a:lnTo>
                  <a:lnTo>
                    <a:pt x="6491858" y="271120"/>
                  </a:lnTo>
                  <a:lnTo>
                    <a:pt x="6492915" y="269662"/>
                  </a:lnTo>
                  <a:lnTo>
                    <a:pt x="6493973" y="269140"/>
                  </a:lnTo>
                  <a:lnTo>
                    <a:pt x="6495031" y="269767"/>
                  </a:lnTo>
                  <a:lnTo>
                    <a:pt x="6496089" y="271586"/>
                  </a:lnTo>
                  <a:lnTo>
                    <a:pt x="6497147" y="274868"/>
                  </a:lnTo>
                  <a:lnTo>
                    <a:pt x="6498205" y="279527"/>
                  </a:lnTo>
                  <a:lnTo>
                    <a:pt x="6499262" y="285260"/>
                  </a:lnTo>
                  <a:lnTo>
                    <a:pt x="6500320" y="291709"/>
                  </a:lnTo>
                  <a:lnTo>
                    <a:pt x="6501378" y="298663"/>
                  </a:lnTo>
                  <a:lnTo>
                    <a:pt x="6502436" y="305796"/>
                  </a:lnTo>
                  <a:lnTo>
                    <a:pt x="6503494" y="312918"/>
                  </a:lnTo>
                  <a:lnTo>
                    <a:pt x="6504552" y="319694"/>
                  </a:lnTo>
                  <a:lnTo>
                    <a:pt x="6505609" y="326029"/>
                  </a:lnTo>
                  <a:lnTo>
                    <a:pt x="6506667" y="331800"/>
                  </a:lnTo>
                  <a:lnTo>
                    <a:pt x="6507725" y="336862"/>
                  </a:lnTo>
                  <a:lnTo>
                    <a:pt x="6508783" y="341171"/>
                  </a:lnTo>
                  <a:lnTo>
                    <a:pt x="6509841" y="344749"/>
                  </a:lnTo>
                  <a:lnTo>
                    <a:pt x="6510899" y="347590"/>
                  </a:lnTo>
                  <a:lnTo>
                    <a:pt x="6511957" y="349880"/>
                  </a:lnTo>
                  <a:lnTo>
                    <a:pt x="6513014" y="351636"/>
                  </a:lnTo>
                  <a:lnTo>
                    <a:pt x="6514072" y="352890"/>
                  </a:lnTo>
                  <a:lnTo>
                    <a:pt x="6515130" y="353841"/>
                  </a:lnTo>
                  <a:lnTo>
                    <a:pt x="6516188" y="354566"/>
                  </a:lnTo>
                  <a:lnTo>
                    <a:pt x="6517246" y="355277"/>
                  </a:lnTo>
                  <a:lnTo>
                    <a:pt x="6518304" y="356109"/>
                  </a:lnTo>
                  <a:lnTo>
                    <a:pt x="6519361" y="357074"/>
                  </a:lnTo>
                  <a:lnTo>
                    <a:pt x="6520419" y="358140"/>
                  </a:lnTo>
                  <a:lnTo>
                    <a:pt x="6521477" y="359398"/>
                  </a:lnTo>
                  <a:lnTo>
                    <a:pt x="6522535" y="360578"/>
                  </a:lnTo>
                  <a:lnTo>
                    <a:pt x="6523593" y="361478"/>
                  </a:lnTo>
                  <a:lnTo>
                    <a:pt x="6524651" y="361945"/>
                  </a:lnTo>
                  <a:lnTo>
                    <a:pt x="6525708" y="361632"/>
                  </a:lnTo>
                  <a:lnTo>
                    <a:pt x="6526766" y="360436"/>
                  </a:lnTo>
                  <a:lnTo>
                    <a:pt x="6527824" y="358257"/>
                  </a:lnTo>
                  <a:lnTo>
                    <a:pt x="6528882" y="355312"/>
                  </a:lnTo>
                  <a:lnTo>
                    <a:pt x="6529940" y="351544"/>
                  </a:lnTo>
                  <a:lnTo>
                    <a:pt x="6530998" y="346919"/>
                  </a:lnTo>
                  <a:lnTo>
                    <a:pt x="6532055" y="341507"/>
                  </a:lnTo>
                  <a:lnTo>
                    <a:pt x="6533113" y="335722"/>
                  </a:lnTo>
                  <a:lnTo>
                    <a:pt x="6534171" y="329973"/>
                  </a:lnTo>
                  <a:lnTo>
                    <a:pt x="6535229" y="324276"/>
                  </a:lnTo>
                  <a:lnTo>
                    <a:pt x="6536287" y="318481"/>
                  </a:lnTo>
                  <a:lnTo>
                    <a:pt x="6537345" y="312472"/>
                  </a:lnTo>
                  <a:lnTo>
                    <a:pt x="6538403" y="306408"/>
                  </a:lnTo>
                  <a:lnTo>
                    <a:pt x="6539460" y="300558"/>
                  </a:lnTo>
                  <a:lnTo>
                    <a:pt x="6540518" y="294935"/>
                  </a:lnTo>
                  <a:lnTo>
                    <a:pt x="6541576" y="289825"/>
                  </a:lnTo>
                  <a:lnTo>
                    <a:pt x="6542634" y="285497"/>
                  </a:lnTo>
                  <a:lnTo>
                    <a:pt x="6543692" y="281999"/>
                  </a:lnTo>
                  <a:lnTo>
                    <a:pt x="6544750" y="279051"/>
                  </a:lnTo>
                  <a:lnTo>
                    <a:pt x="6545807" y="276527"/>
                  </a:lnTo>
                  <a:lnTo>
                    <a:pt x="6546865" y="274366"/>
                  </a:lnTo>
                  <a:lnTo>
                    <a:pt x="6547923" y="272447"/>
                  </a:lnTo>
                  <a:lnTo>
                    <a:pt x="6548981" y="270306"/>
                  </a:lnTo>
                  <a:lnTo>
                    <a:pt x="6550039" y="267641"/>
                  </a:lnTo>
                  <a:lnTo>
                    <a:pt x="6551097" y="264486"/>
                  </a:lnTo>
                  <a:lnTo>
                    <a:pt x="6552154" y="261229"/>
                  </a:lnTo>
                  <a:lnTo>
                    <a:pt x="6553212" y="258118"/>
                  </a:lnTo>
                  <a:lnTo>
                    <a:pt x="6554270" y="255321"/>
                  </a:lnTo>
                  <a:lnTo>
                    <a:pt x="6555328" y="252818"/>
                  </a:lnTo>
                  <a:lnTo>
                    <a:pt x="6556386" y="250543"/>
                  </a:lnTo>
                  <a:lnTo>
                    <a:pt x="6557444" y="248421"/>
                  </a:lnTo>
                  <a:lnTo>
                    <a:pt x="6558501" y="246178"/>
                  </a:lnTo>
                  <a:lnTo>
                    <a:pt x="6559559" y="243650"/>
                  </a:lnTo>
                  <a:lnTo>
                    <a:pt x="6560617" y="240661"/>
                  </a:lnTo>
                  <a:lnTo>
                    <a:pt x="6561675" y="237105"/>
                  </a:lnTo>
                  <a:lnTo>
                    <a:pt x="6562733" y="233114"/>
                  </a:lnTo>
                  <a:lnTo>
                    <a:pt x="6563791" y="228830"/>
                  </a:lnTo>
                  <a:lnTo>
                    <a:pt x="6564849" y="224284"/>
                  </a:lnTo>
                  <a:lnTo>
                    <a:pt x="6565906" y="219494"/>
                  </a:lnTo>
                  <a:lnTo>
                    <a:pt x="6566964" y="214577"/>
                  </a:lnTo>
                  <a:lnTo>
                    <a:pt x="6568022" y="209556"/>
                  </a:lnTo>
                  <a:lnTo>
                    <a:pt x="6569080" y="204588"/>
                  </a:lnTo>
                  <a:lnTo>
                    <a:pt x="6570138" y="199677"/>
                  </a:lnTo>
                  <a:lnTo>
                    <a:pt x="6571196" y="194729"/>
                  </a:lnTo>
                  <a:lnTo>
                    <a:pt x="6572253" y="189856"/>
                  </a:lnTo>
                  <a:lnTo>
                    <a:pt x="6573311" y="185195"/>
                  </a:lnTo>
                  <a:lnTo>
                    <a:pt x="6574369" y="180785"/>
                  </a:lnTo>
                  <a:lnTo>
                    <a:pt x="6575427" y="176840"/>
                  </a:lnTo>
                  <a:lnTo>
                    <a:pt x="6576485" y="173590"/>
                  </a:lnTo>
                  <a:lnTo>
                    <a:pt x="6577543" y="171235"/>
                  </a:lnTo>
                  <a:lnTo>
                    <a:pt x="6578600" y="169945"/>
                  </a:lnTo>
                  <a:lnTo>
                    <a:pt x="6579658" y="169887"/>
                  </a:lnTo>
                  <a:lnTo>
                    <a:pt x="6580716" y="171232"/>
                  </a:lnTo>
                  <a:lnTo>
                    <a:pt x="6581774" y="173981"/>
                  </a:lnTo>
                  <a:lnTo>
                    <a:pt x="6582832" y="178220"/>
                  </a:lnTo>
                  <a:lnTo>
                    <a:pt x="6583890" y="183846"/>
                  </a:lnTo>
                  <a:lnTo>
                    <a:pt x="6584947" y="190677"/>
                  </a:lnTo>
                  <a:lnTo>
                    <a:pt x="6586005" y="198429"/>
                  </a:lnTo>
                  <a:lnTo>
                    <a:pt x="6587063" y="207012"/>
                  </a:lnTo>
                  <a:lnTo>
                    <a:pt x="6588121" y="216305"/>
                  </a:lnTo>
                  <a:lnTo>
                    <a:pt x="6589179" y="226329"/>
                  </a:lnTo>
                  <a:lnTo>
                    <a:pt x="6590237" y="237100"/>
                  </a:lnTo>
                  <a:lnTo>
                    <a:pt x="6591295" y="248621"/>
                  </a:lnTo>
                  <a:lnTo>
                    <a:pt x="6592352" y="260754"/>
                  </a:lnTo>
                  <a:lnTo>
                    <a:pt x="6593410" y="273496"/>
                  </a:lnTo>
                  <a:lnTo>
                    <a:pt x="6594468" y="286489"/>
                  </a:lnTo>
                  <a:lnTo>
                    <a:pt x="6595526" y="299402"/>
                  </a:lnTo>
                  <a:lnTo>
                    <a:pt x="6596584" y="311949"/>
                  </a:lnTo>
                  <a:lnTo>
                    <a:pt x="6597642" y="324009"/>
                  </a:lnTo>
                  <a:lnTo>
                    <a:pt x="6598699" y="335306"/>
                  </a:lnTo>
                  <a:lnTo>
                    <a:pt x="6599757" y="345673"/>
                  </a:lnTo>
                  <a:lnTo>
                    <a:pt x="6600815" y="355129"/>
                  </a:lnTo>
                  <a:lnTo>
                    <a:pt x="6601873" y="363898"/>
                  </a:lnTo>
                  <a:lnTo>
                    <a:pt x="6602931" y="372117"/>
                  </a:lnTo>
                  <a:lnTo>
                    <a:pt x="6603989" y="379947"/>
                  </a:lnTo>
                  <a:lnTo>
                    <a:pt x="6605046" y="387120"/>
                  </a:lnTo>
                  <a:lnTo>
                    <a:pt x="6606104" y="393519"/>
                  </a:lnTo>
                  <a:lnTo>
                    <a:pt x="6607162" y="398914"/>
                  </a:lnTo>
                  <a:lnTo>
                    <a:pt x="6608220" y="403249"/>
                  </a:lnTo>
                  <a:lnTo>
                    <a:pt x="6609278" y="406580"/>
                  </a:lnTo>
                  <a:lnTo>
                    <a:pt x="6610336" y="409017"/>
                  </a:lnTo>
                  <a:lnTo>
                    <a:pt x="6611393" y="410742"/>
                  </a:lnTo>
                  <a:lnTo>
                    <a:pt x="6612451" y="411942"/>
                  </a:lnTo>
                  <a:lnTo>
                    <a:pt x="6613509" y="412865"/>
                  </a:lnTo>
                  <a:lnTo>
                    <a:pt x="6614567" y="413819"/>
                  </a:lnTo>
                  <a:lnTo>
                    <a:pt x="6615625" y="415018"/>
                  </a:lnTo>
                  <a:lnTo>
                    <a:pt x="6616683" y="416527"/>
                  </a:lnTo>
                  <a:lnTo>
                    <a:pt x="6617741" y="418690"/>
                  </a:lnTo>
                  <a:lnTo>
                    <a:pt x="6618798" y="421722"/>
                  </a:lnTo>
                  <a:lnTo>
                    <a:pt x="6619856" y="425683"/>
                  </a:lnTo>
                  <a:lnTo>
                    <a:pt x="6620914" y="430741"/>
                  </a:lnTo>
                  <a:lnTo>
                    <a:pt x="6621972" y="436965"/>
                  </a:lnTo>
                  <a:lnTo>
                    <a:pt x="6623030" y="444431"/>
                  </a:lnTo>
                  <a:lnTo>
                    <a:pt x="6624088" y="453232"/>
                  </a:lnTo>
                  <a:lnTo>
                    <a:pt x="6625145" y="463196"/>
                  </a:lnTo>
                  <a:lnTo>
                    <a:pt x="6626203" y="474120"/>
                  </a:lnTo>
                  <a:lnTo>
                    <a:pt x="6627261" y="485939"/>
                  </a:lnTo>
                  <a:lnTo>
                    <a:pt x="6628319" y="498490"/>
                  </a:lnTo>
                  <a:lnTo>
                    <a:pt x="6629377" y="511363"/>
                  </a:lnTo>
                  <a:lnTo>
                    <a:pt x="6630435" y="524213"/>
                  </a:lnTo>
                  <a:lnTo>
                    <a:pt x="6631492" y="536768"/>
                  </a:lnTo>
                  <a:lnTo>
                    <a:pt x="6632550" y="548546"/>
                  </a:lnTo>
                  <a:lnTo>
                    <a:pt x="6633608" y="558863"/>
                  </a:lnTo>
                  <a:lnTo>
                    <a:pt x="6634666" y="567014"/>
                  </a:lnTo>
                  <a:lnTo>
                    <a:pt x="6635724" y="572574"/>
                  </a:lnTo>
                  <a:lnTo>
                    <a:pt x="6636782" y="575584"/>
                  </a:lnTo>
                  <a:lnTo>
                    <a:pt x="6637839" y="576059"/>
                  </a:lnTo>
                  <a:lnTo>
                    <a:pt x="6638897" y="574019"/>
                  </a:lnTo>
                  <a:lnTo>
                    <a:pt x="6639955" y="569718"/>
                  </a:lnTo>
                  <a:lnTo>
                    <a:pt x="6641013" y="563655"/>
                  </a:lnTo>
                  <a:lnTo>
                    <a:pt x="6642071" y="556515"/>
                  </a:lnTo>
                  <a:lnTo>
                    <a:pt x="6643129" y="548702"/>
                  </a:lnTo>
                  <a:lnTo>
                    <a:pt x="6644187" y="540579"/>
                  </a:lnTo>
                  <a:lnTo>
                    <a:pt x="6645244" y="532699"/>
                  </a:lnTo>
                  <a:lnTo>
                    <a:pt x="6646302" y="525300"/>
                  </a:lnTo>
                  <a:lnTo>
                    <a:pt x="6647360" y="518641"/>
                  </a:lnTo>
                  <a:lnTo>
                    <a:pt x="6648418" y="513021"/>
                  </a:lnTo>
                  <a:lnTo>
                    <a:pt x="6649476" y="508743"/>
                  </a:lnTo>
                  <a:lnTo>
                    <a:pt x="6650534" y="505982"/>
                  </a:lnTo>
                  <a:lnTo>
                    <a:pt x="6651591" y="504671"/>
                  </a:lnTo>
                  <a:lnTo>
                    <a:pt x="6652649" y="504566"/>
                  </a:lnTo>
                  <a:lnTo>
                    <a:pt x="6653707" y="505430"/>
                  </a:lnTo>
                  <a:lnTo>
                    <a:pt x="6654765" y="507409"/>
                  </a:lnTo>
                  <a:lnTo>
                    <a:pt x="6655823" y="510117"/>
                  </a:lnTo>
                  <a:lnTo>
                    <a:pt x="6656881" y="513209"/>
                  </a:lnTo>
                  <a:lnTo>
                    <a:pt x="6657938" y="516458"/>
                  </a:lnTo>
                  <a:lnTo>
                    <a:pt x="6658996" y="519753"/>
                  </a:lnTo>
                  <a:lnTo>
                    <a:pt x="6660054" y="522971"/>
                  </a:lnTo>
                  <a:lnTo>
                    <a:pt x="6661112" y="525967"/>
                  </a:lnTo>
                  <a:lnTo>
                    <a:pt x="6662170" y="528590"/>
                  </a:lnTo>
                  <a:lnTo>
                    <a:pt x="6663228" y="530920"/>
                  </a:lnTo>
                  <a:lnTo>
                    <a:pt x="6664285" y="533013"/>
                  </a:lnTo>
                  <a:lnTo>
                    <a:pt x="6665343" y="534914"/>
                  </a:lnTo>
                  <a:lnTo>
                    <a:pt x="6666401" y="536832"/>
                  </a:lnTo>
                  <a:lnTo>
                    <a:pt x="6667459" y="539097"/>
                  </a:lnTo>
                  <a:lnTo>
                    <a:pt x="6668517" y="541783"/>
                  </a:lnTo>
                  <a:lnTo>
                    <a:pt x="6669575" y="544891"/>
                  </a:lnTo>
                  <a:lnTo>
                    <a:pt x="6670633" y="548077"/>
                  </a:lnTo>
                  <a:lnTo>
                    <a:pt x="6671690" y="551544"/>
                  </a:lnTo>
                  <a:lnTo>
                    <a:pt x="6672748" y="555205"/>
                  </a:lnTo>
                  <a:lnTo>
                    <a:pt x="6673806" y="558736"/>
                  </a:lnTo>
                  <a:lnTo>
                    <a:pt x="6674864" y="561841"/>
                  </a:lnTo>
                  <a:lnTo>
                    <a:pt x="6675922" y="564586"/>
                  </a:lnTo>
                  <a:lnTo>
                    <a:pt x="6676980" y="567094"/>
                  </a:lnTo>
                  <a:lnTo>
                    <a:pt x="6678037" y="569437"/>
                  </a:lnTo>
                  <a:lnTo>
                    <a:pt x="6679095" y="571473"/>
                  </a:lnTo>
                  <a:lnTo>
                    <a:pt x="6680153" y="573177"/>
                  </a:lnTo>
                  <a:lnTo>
                    <a:pt x="6681211" y="574572"/>
                  </a:lnTo>
                  <a:lnTo>
                    <a:pt x="6682269" y="575703"/>
                  </a:lnTo>
                  <a:lnTo>
                    <a:pt x="6683327" y="576127"/>
                  </a:lnTo>
                  <a:lnTo>
                    <a:pt x="6684384" y="575653"/>
                  </a:lnTo>
                  <a:lnTo>
                    <a:pt x="6685442" y="574298"/>
                  </a:lnTo>
                  <a:lnTo>
                    <a:pt x="6686500" y="572459"/>
                  </a:lnTo>
                  <a:lnTo>
                    <a:pt x="6687558" y="570513"/>
                  </a:lnTo>
                  <a:lnTo>
                    <a:pt x="6688616" y="568968"/>
                  </a:lnTo>
                  <a:lnTo>
                    <a:pt x="6689674" y="567980"/>
                  </a:lnTo>
                  <a:lnTo>
                    <a:pt x="6690731" y="567856"/>
                  </a:lnTo>
                  <a:lnTo>
                    <a:pt x="6691789" y="568625"/>
                  </a:lnTo>
                  <a:lnTo>
                    <a:pt x="6692847" y="570366"/>
                  </a:lnTo>
                  <a:lnTo>
                    <a:pt x="6693905" y="573091"/>
                  </a:lnTo>
                  <a:lnTo>
                    <a:pt x="6694963" y="576633"/>
                  </a:lnTo>
                  <a:lnTo>
                    <a:pt x="6696021" y="580706"/>
                  </a:lnTo>
                  <a:lnTo>
                    <a:pt x="6697079" y="585114"/>
                  </a:lnTo>
                  <a:lnTo>
                    <a:pt x="6698136" y="589520"/>
                  </a:lnTo>
                  <a:lnTo>
                    <a:pt x="6699194" y="594027"/>
                  </a:lnTo>
                  <a:lnTo>
                    <a:pt x="6700252" y="598698"/>
                  </a:lnTo>
                  <a:lnTo>
                    <a:pt x="6701310" y="603583"/>
                  </a:lnTo>
                  <a:lnTo>
                    <a:pt x="6702368" y="608325"/>
                  </a:lnTo>
                  <a:lnTo>
                    <a:pt x="6703426" y="612656"/>
                  </a:lnTo>
                  <a:lnTo>
                    <a:pt x="6704483" y="616250"/>
                  </a:lnTo>
                  <a:lnTo>
                    <a:pt x="6705541" y="619196"/>
                  </a:lnTo>
                  <a:lnTo>
                    <a:pt x="6706599" y="621389"/>
                  </a:lnTo>
                  <a:lnTo>
                    <a:pt x="6707657" y="622726"/>
                  </a:lnTo>
                  <a:lnTo>
                    <a:pt x="6708715" y="623459"/>
                  </a:lnTo>
                  <a:lnTo>
                    <a:pt x="6709773" y="623731"/>
                  </a:lnTo>
                  <a:lnTo>
                    <a:pt x="6710830" y="623887"/>
                  </a:lnTo>
                  <a:lnTo>
                    <a:pt x="6711888" y="624225"/>
                  </a:lnTo>
                  <a:lnTo>
                    <a:pt x="6712946" y="625020"/>
                  </a:lnTo>
                  <a:lnTo>
                    <a:pt x="6714004" y="626690"/>
                  </a:lnTo>
                  <a:lnTo>
                    <a:pt x="6715062" y="629420"/>
                  </a:lnTo>
                  <a:lnTo>
                    <a:pt x="6716120" y="633096"/>
                  </a:lnTo>
                  <a:lnTo>
                    <a:pt x="6717177" y="637567"/>
                  </a:lnTo>
                  <a:lnTo>
                    <a:pt x="6718235" y="642646"/>
                  </a:lnTo>
                  <a:lnTo>
                    <a:pt x="6719293" y="648198"/>
                  </a:lnTo>
                  <a:lnTo>
                    <a:pt x="6720351" y="653993"/>
                  </a:lnTo>
                  <a:lnTo>
                    <a:pt x="6721409" y="659915"/>
                  </a:lnTo>
                  <a:lnTo>
                    <a:pt x="6722467" y="666277"/>
                  </a:lnTo>
                  <a:lnTo>
                    <a:pt x="6723525" y="673394"/>
                  </a:lnTo>
                  <a:lnTo>
                    <a:pt x="6724582" y="681045"/>
                  </a:lnTo>
                  <a:lnTo>
                    <a:pt x="6725640" y="689324"/>
                  </a:lnTo>
                  <a:lnTo>
                    <a:pt x="6726698" y="698277"/>
                  </a:lnTo>
                  <a:lnTo>
                    <a:pt x="6727756" y="707810"/>
                  </a:lnTo>
                  <a:lnTo>
                    <a:pt x="6728814" y="717617"/>
                  </a:lnTo>
                  <a:lnTo>
                    <a:pt x="6729872" y="727165"/>
                  </a:lnTo>
                  <a:lnTo>
                    <a:pt x="6730929" y="736354"/>
                  </a:lnTo>
                  <a:lnTo>
                    <a:pt x="6731987" y="745487"/>
                  </a:lnTo>
                  <a:lnTo>
                    <a:pt x="6733045" y="754864"/>
                  </a:lnTo>
                  <a:lnTo>
                    <a:pt x="6734103" y="764883"/>
                  </a:lnTo>
                  <a:lnTo>
                    <a:pt x="6735161" y="775791"/>
                  </a:lnTo>
                  <a:lnTo>
                    <a:pt x="6736219" y="788153"/>
                  </a:lnTo>
                  <a:lnTo>
                    <a:pt x="6737276" y="802532"/>
                  </a:lnTo>
                  <a:lnTo>
                    <a:pt x="6738334" y="818961"/>
                  </a:lnTo>
                  <a:lnTo>
                    <a:pt x="6739392" y="837062"/>
                  </a:lnTo>
                  <a:lnTo>
                    <a:pt x="6740450" y="856425"/>
                  </a:lnTo>
                  <a:lnTo>
                    <a:pt x="6741508" y="876289"/>
                  </a:lnTo>
                  <a:lnTo>
                    <a:pt x="6742566" y="896087"/>
                  </a:lnTo>
                  <a:lnTo>
                    <a:pt x="6743623" y="915275"/>
                  </a:lnTo>
                  <a:lnTo>
                    <a:pt x="6744681" y="933459"/>
                  </a:lnTo>
                  <a:lnTo>
                    <a:pt x="6745739" y="950031"/>
                  </a:lnTo>
                  <a:lnTo>
                    <a:pt x="6746797" y="964440"/>
                  </a:lnTo>
                  <a:lnTo>
                    <a:pt x="6747855" y="976223"/>
                  </a:lnTo>
                  <a:lnTo>
                    <a:pt x="6748913" y="985370"/>
                  </a:lnTo>
                  <a:lnTo>
                    <a:pt x="6749971" y="992043"/>
                  </a:lnTo>
                  <a:lnTo>
                    <a:pt x="6751028" y="996218"/>
                  </a:lnTo>
                  <a:lnTo>
                    <a:pt x="6752086" y="997963"/>
                  </a:lnTo>
                  <a:lnTo>
                    <a:pt x="6753144" y="997526"/>
                  </a:lnTo>
                  <a:lnTo>
                    <a:pt x="6754202" y="995008"/>
                  </a:lnTo>
                  <a:lnTo>
                    <a:pt x="6755260" y="990984"/>
                  </a:lnTo>
                  <a:lnTo>
                    <a:pt x="6756318" y="986078"/>
                  </a:lnTo>
                  <a:lnTo>
                    <a:pt x="6757375" y="981270"/>
                  </a:lnTo>
                  <a:lnTo>
                    <a:pt x="6758433" y="977086"/>
                  </a:lnTo>
                  <a:lnTo>
                    <a:pt x="6759491" y="974151"/>
                  </a:lnTo>
                  <a:lnTo>
                    <a:pt x="6760549" y="972633"/>
                  </a:lnTo>
                  <a:lnTo>
                    <a:pt x="6761607" y="972920"/>
                  </a:lnTo>
                  <a:lnTo>
                    <a:pt x="6762665" y="975198"/>
                  </a:lnTo>
                  <a:lnTo>
                    <a:pt x="6763722" y="979568"/>
                  </a:lnTo>
                  <a:lnTo>
                    <a:pt x="6764780" y="985668"/>
                  </a:lnTo>
                  <a:lnTo>
                    <a:pt x="6765838" y="993118"/>
                  </a:lnTo>
                  <a:lnTo>
                    <a:pt x="6766896" y="1001691"/>
                  </a:lnTo>
                  <a:lnTo>
                    <a:pt x="6767954" y="1011012"/>
                  </a:lnTo>
                  <a:lnTo>
                    <a:pt x="6769012" y="1020668"/>
                  </a:lnTo>
                  <a:lnTo>
                    <a:pt x="6770069" y="1030474"/>
                  </a:lnTo>
                  <a:lnTo>
                    <a:pt x="6771127" y="1040504"/>
                  </a:lnTo>
                  <a:lnTo>
                    <a:pt x="6772185" y="1050608"/>
                  </a:lnTo>
                  <a:lnTo>
                    <a:pt x="6773243" y="1060331"/>
                  </a:lnTo>
                  <a:lnTo>
                    <a:pt x="6774301" y="1069193"/>
                  </a:lnTo>
                  <a:lnTo>
                    <a:pt x="6775359" y="1076635"/>
                  </a:lnTo>
                  <a:lnTo>
                    <a:pt x="6776417" y="1082191"/>
                  </a:lnTo>
                  <a:lnTo>
                    <a:pt x="6777474" y="1085764"/>
                  </a:lnTo>
                  <a:lnTo>
                    <a:pt x="6778532" y="1087242"/>
                  </a:lnTo>
                  <a:lnTo>
                    <a:pt x="6779590" y="1086454"/>
                  </a:lnTo>
                  <a:lnTo>
                    <a:pt x="6780648" y="1083594"/>
                  </a:lnTo>
                  <a:lnTo>
                    <a:pt x="6781706" y="1079032"/>
                  </a:lnTo>
                  <a:lnTo>
                    <a:pt x="6782764" y="1073365"/>
                  </a:lnTo>
                  <a:lnTo>
                    <a:pt x="6783821" y="1067012"/>
                  </a:lnTo>
                  <a:lnTo>
                    <a:pt x="6784879" y="1059960"/>
                  </a:lnTo>
                  <a:lnTo>
                    <a:pt x="6785937" y="1052289"/>
                  </a:lnTo>
                  <a:lnTo>
                    <a:pt x="6786995" y="1043839"/>
                  </a:lnTo>
                  <a:lnTo>
                    <a:pt x="6788053" y="1034680"/>
                  </a:lnTo>
                  <a:lnTo>
                    <a:pt x="6789111" y="1025082"/>
                  </a:lnTo>
                  <a:lnTo>
                    <a:pt x="6790168" y="1015244"/>
                  </a:lnTo>
                  <a:lnTo>
                    <a:pt x="6791226" y="1005530"/>
                  </a:lnTo>
                  <a:lnTo>
                    <a:pt x="6792284" y="996524"/>
                  </a:lnTo>
                  <a:lnTo>
                    <a:pt x="6793342" y="988644"/>
                  </a:lnTo>
                  <a:lnTo>
                    <a:pt x="6794400" y="982336"/>
                  </a:lnTo>
                  <a:lnTo>
                    <a:pt x="6795458" y="978154"/>
                  </a:lnTo>
                  <a:lnTo>
                    <a:pt x="6796515" y="976320"/>
                  </a:lnTo>
                  <a:lnTo>
                    <a:pt x="6797573" y="976784"/>
                  </a:lnTo>
                  <a:lnTo>
                    <a:pt x="6798631" y="979561"/>
                  </a:lnTo>
                  <a:lnTo>
                    <a:pt x="6799689" y="984118"/>
                  </a:lnTo>
                  <a:lnTo>
                    <a:pt x="6800747" y="990142"/>
                  </a:lnTo>
                  <a:lnTo>
                    <a:pt x="6801805" y="997157"/>
                  </a:lnTo>
                  <a:lnTo>
                    <a:pt x="6802863" y="1004530"/>
                  </a:lnTo>
                  <a:lnTo>
                    <a:pt x="6803920" y="1011925"/>
                  </a:lnTo>
                  <a:lnTo>
                    <a:pt x="6804978" y="1019253"/>
                  </a:lnTo>
                  <a:lnTo>
                    <a:pt x="6806036" y="1026099"/>
                  </a:lnTo>
                  <a:lnTo>
                    <a:pt x="6807094" y="1032152"/>
                  </a:lnTo>
                  <a:lnTo>
                    <a:pt x="6808152" y="1037503"/>
                  </a:lnTo>
                  <a:lnTo>
                    <a:pt x="6809210" y="1042115"/>
                  </a:lnTo>
                  <a:lnTo>
                    <a:pt x="6810267" y="1046216"/>
                  </a:lnTo>
                  <a:lnTo>
                    <a:pt x="6811325" y="1049844"/>
                  </a:lnTo>
                  <a:lnTo>
                    <a:pt x="6812383" y="1053048"/>
                  </a:lnTo>
                  <a:lnTo>
                    <a:pt x="6813441" y="1055896"/>
                  </a:lnTo>
                  <a:lnTo>
                    <a:pt x="6814499" y="1058026"/>
                  </a:lnTo>
                  <a:lnTo>
                    <a:pt x="6815557" y="1059839"/>
                  </a:lnTo>
                  <a:lnTo>
                    <a:pt x="6816614" y="1061413"/>
                  </a:lnTo>
                  <a:lnTo>
                    <a:pt x="6817672" y="1062877"/>
                  </a:lnTo>
                  <a:lnTo>
                    <a:pt x="6818730" y="1064597"/>
                  </a:lnTo>
                  <a:lnTo>
                    <a:pt x="6819788" y="1066712"/>
                  </a:lnTo>
                  <a:lnTo>
                    <a:pt x="6820846" y="1069148"/>
                  </a:lnTo>
                  <a:lnTo>
                    <a:pt x="6821904" y="1072382"/>
                  </a:lnTo>
                  <a:lnTo>
                    <a:pt x="6822961" y="1076559"/>
                  </a:lnTo>
                  <a:lnTo>
                    <a:pt x="6824019" y="1081514"/>
                  </a:lnTo>
                  <a:lnTo>
                    <a:pt x="6825077" y="1087228"/>
                  </a:lnTo>
                  <a:lnTo>
                    <a:pt x="6826135" y="1093435"/>
                  </a:lnTo>
                  <a:lnTo>
                    <a:pt x="6827193" y="1099971"/>
                  </a:lnTo>
                  <a:lnTo>
                    <a:pt x="6828251" y="1106796"/>
                  </a:lnTo>
                  <a:lnTo>
                    <a:pt x="6829309" y="1114019"/>
                  </a:lnTo>
                  <a:lnTo>
                    <a:pt x="6830366" y="1121752"/>
                  </a:lnTo>
                  <a:lnTo>
                    <a:pt x="6831424" y="1129910"/>
                  </a:lnTo>
                  <a:lnTo>
                    <a:pt x="6832482" y="1138793"/>
                  </a:lnTo>
                  <a:lnTo>
                    <a:pt x="6833540" y="1148495"/>
                  </a:lnTo>
                  <a:lnTo>
                    <a:pt x="6834598" y="1158839"/>
                  </a:lnTo>
                  <a:lnTo>
                    <a:pt x="6835656" y="1169449"/>
                  </a:lnTo>
                  <a:lnTo>
                    <a:pt x="6836713" y="1179542"/>
                  </a:lnTo>
                  <a:lnTo>
                    <a:pt x="6837771" y="1188592"/>
                  </a:lnTo>
                  <a:lnTo>
                    <a:pt x="6838829" y="1196290"/>
                  </a:lnTo>
                  <a:lnTo>
                    <a:pt x="6839887" y="1202219"/>
                  </a:lnTo>
                  <a:lnTo>
                    <a:pt x="6840945" y="1206076"/>
                  </a:lnTo>
                  <a:lnTo>
                    <a:pt x="6842003" y="1207364"/>
                  </a:lnTo>
                  <a:lnTo>
                    <a:pt x="6843060" y="1205662"/>
                  </a:lnTo>
                  <a:lnTo>
                    <a:pt x="6844118" y="1200689"/>
                  </a:lnTo>
                  <a:lnTo>
                    <a:pt x="6845176" y="1192027"/>
                  </a:lnTo>
                  <a:lnTo>
                    <a:pt x="6846234" y="1179676"/>
                  </a:lnTo>
                  <a:lnTo>
                    <a:pt x="6847292" y="1163861"/>
                  </a:lnTo>
                  <a:lnTo>
                    <a:pt x="6848350" y="1144847"/>
                  </a:lnTo>
                  <a:lnTo>
                    <a:pt x="6849407" y="1123455"/>
                  </a:lnTo>
                  <a:lnTo>
                    <a:pt x="6850465" y="1100837"/>
                  </a:lnTo>
                  <a:lnTo>
                    <a:pt x="6851523" y="1078160"/>
                  </a:lnTo>
                  <a:lnTo>
                    <a:pt x="6852581" y="1056856"/>
                  </a:lnTo>
                  <a:lnTo>
                    <a:pt x="6853639" y="1037685"/>
                  </a:lnTo>
                  <a:lnTo>
                    <a:pt x="6854697" y="1020741"/>
                  </a:lnTo>
                  <a:lnTo>
                    <a:pt x="6855755" y="1006219"/>
                  </a:lnTo>
                  <a:lnTo>
                    <a:pt x="6856812" y="993805"/>
                  </a:lnTo>
                  <a:lnTo>
                    <a:pt x="6857870" y="982979"/>
                  </a:lnTo>
                  <a:lnTo>
                    <a:pt x="6858928" y="973621"/>
                  </a:lnTo>
                  <a:lnTo>
                    <a:pt x="6859986" y="965660"/>
                  </a:lnTo>
                  <a:lnTo>
                    <a:pt x="6861044" y="958620"/>
                  </a:lnTo>
                  <a:lnTo>
                    <a:pt x="6862102" y="952479"/>
                  </a:lnTo>
                  <a:lnTo>
                    <a:pt x="6863159" y="946729"/>
                  </a:lnTo>
                  <a:lnTo>
                    <a:pt x="6864217" y="941354"/>
                  </a:lnTo>
                  <a:lnTo>
                    <a:pt x="6865275" y="936130"/>
                  </a:lnTo>
                  <a:lnTo>
                    <a:pt x="6866333" y="930918"/>
                  </a:lnTo>
                  <a:lnTo>
                    <a:pt x="6867391" y="925247"/>
                  </a:lnTo>
                  <a:lnTo>
                    <a:pt x="6868449" y="918612"/>
                  </a:lnTo>
                  <a:lnTo>
                    <a:pt x="6869506" y="910694"/>
                  </a:lnTo>
                  <a:lnTo>
                    <a:pt x="6870564" y="901713"/>
                  </a:lnTo>
                  <a:lnTo>
                    <a:pt x="6871622" y="891920"/>
                  </a:lnTo>
                  <a:lnTo>
                    <a:pt x="6872680" y="881689"/>
                  </a:lnTo>
                  <a:lnTo>
                    <a:pt x="6873738" y="871513"/>
                  </a:lnTo>
                  <a:lnTo>
                    <a:pt x="6874796" y="861623"/>
                  </a:lnTo>
                  <a:lnTo>
                    <a:pt x="6875853" y="852206"/>
                  </a:lnTo>
                  <a:lnTo>
                    <a:pt x="6876911" y="843636"/>
                  </a:lnTo>
                  <a:lnTo>
                    <a:pt x="6877969" y="835902"/>
                  </a:lnTo>
                  <a:lnTo>
                    <a:pt x="6879027" y="829239"/>
                  </a:lnTo>
                  <a:lnTo>
                    <a:pt x="6880085" y="823309"/>
                  </a:lnTo>
                  <a:lnTo>
                    <a:pt x="6881143" y="817721"/>
                  </a:lnTo>
                  <a:lnTo>
                    <a:pt x="6882201" y="811851"/>
                  </a:lnTo>
                  <a:lnTo>
                    <a:pt x="6883258" y="805576"/>
                  </a:lnTo>
                  <a:lnTo>
                    <a:pt x="6884316" y="798892"/>
                  </a:lnTo>
                  <a:lnTo>
                    <a:pt x="6885374" y="791803"/>
                  </a:lnTo>
                  <a:lnTo>
                    <a:pt x="6886432" y="784334"/>
                  </a:lnTo>
                  <a:lnTo>
                    <a:pt x="6887490" y="776434"/>
                  </a:lnTo>
                  <a:lnTo>
                    <a:pt x="6888548" y="768119"/>
                  </a:lnTo>
                  <a:lnTo>
                    <a:pt x="6889605" y="759603"/>
                  </a:lnTo>
                  <a:lnTo>
                    <a:pt x="6890663" y="750911"/>
                  </a:lnTo>
                  <a:lnTo>
                    <a:pt x="6891721" y="741797"/>
                  </a:lnTo>
                  <a:lnTo>
                    <a:pt x="6892779" y="732377"/>
                  </a:lnTo>
                  <a:lnTo>
                    <a:pt x="6893837" y="722728"/>
                  </a:lnTo>
                  <a:lnTo>
                    <a:pt x="6894895" y="713299"/>
                  </a:lnTo>
                  <a:lnTo>
                    <a:pt x="6895952" y="704538"/>
                  </a:lnTo>
                  <a:lnTo>
                    <a:pt x="6897010" y="697079"/>
                  </a:lnTo>
                  <a:lnTo>
                    <a:pt x="6898068" y="691515"/>
                  </a:lnTo>
                  <a:lnTo>
                    <a:pt x="6899126" y="688133"/>
                  </a:lnTo>
                  <a:lnTo>
                    <a:pt x="6900184" y="686994"/>
                  </a:lnTo>
                  <a:lnTo>
                    <a:pt x="6901242" y="688032"/>
                  </a:lnTo>
                  <a:lnTo>
                    <a:pt x="6902299" y="691041"/>
                  </a:lnTo>
                  <a:lnTo>
                    <a:pt x="6903357" y="695772"/>
                  </a:lnTo>
                  <a:lnTo>
                    <a:pt x="6904415" y="701897"/>
                  </a:lnTo>
                  <a:lnTo>
                    <a:pt x="6905473" y="709118"/>
                  </a:lnTo>
                  <a:lnTo>
                    <a:pt x="6906531" y="717182"/>
                  </a:lnTo>
                  <a:lnTo>
                    <a:pt x="6907589" y="726266"/>
                  </a:lnTo>
                  <a:lnTo>
                    <a:pt x="6908647" y="736260"/>
                  </a:lnTo>
                  <a:lnTo>
                    <a:pt x="6909704" y="747361"/>
                  </a:lnTo>
                  <a:lnTo>
                    <a:pt x="6910762" y="759515"/>
                  </a:lnTo>
                  <a:lnTo>
                    <a:pt x="6911820" y="772618"/>
                  </a:lnTo>
                  <a:lnTo>
                    <a:pt x="6912878" y="786299"/>
                  </a:lnTo>
                  <a:lnTo>
                    <a:pt x="6913936" y="800440"/>
                  </a:lnTo>
                  <a:lnTo>
                    <a:pt x="6914994" y="814754"/>
                  </a:lnTo>
                  <a:lnTo>
                    <a:pt x="6916051" y="829389"/>
                  </a:lnTo>
                  <a:lnTo>
                    <a:pt x="6917109" y="844269"/>
                  </a:lnTo>
                  <a:lnTo>
                    <a:pt x="6918167" y="859349"/>
                  </a:lnTo>
                  <a:lnTo>
                    <a:pt x="6919225" y="874420"/>
                  </a:lnTo>
                  <a:lnTo>
                    <a:pt x="6920283" y="889758"/>
                  </a:lnTo>
                  <a:lnTo>
                    <a:pt x="6921341" y="905492"/>
                  </a:lnTo>
                  <a:lnTo>
                    <a:pt x="6922398" y="921685"/>
                  </a:lnTo>
                  <a:lnTo>
                    <a:pt x="6923456" y="937924"/>
                  </a:lnTo>
                  <a:lnTo>
                    <a:pt x="6924514" y="953706"/>
                  </a:lnTo>
                  <a:lnTo>
                    <a:pt x="6925572" y="968374"/>
                  </a:lnTo>
                  <a:lnTo>
                    <a:pt x="6926630" y="981422"/>
                  </a:lnTo>
                  <a:lnTo>
                    <a:pt x="6927688" y="992609"/>
                  </a:lnTo>
                  <a:lnTo>
                    <a:pt x="6928745" y="1001771"/>
                  </a:lnTo>
                  <a:lnTo>
                    <a:pt x="6929803" y="1008881"/>
                  </a:lnTo>
                  <a:lnTo>
                    <a:pt x="6930861" y="1014225"/>
                  </a:lnTo>
                  <a:lnTo>
                    <a:pt x="6931919" y="1017919"/>
                  </a:lnTo>
                  <a:lnTo>
                    <a:pt x="6932977" y="1020513"/>
                  </a:lnTo>
                  <a:lnTo>
                    <a:pt x="6934035" y="1022606"/>
                  </a:lnTo>
                  <a:lnTo>
                    <a:pt x="6935093" y="1025264"/>
                  </a:lnTo>
                  <a:lnTo>
                    <a:pt x="6936150" y="1028735"/>
                  </a:lnTo>
                  <a:lnTo>
                    <a:pt x="6937208" y="1032763"/>
                  </a:lnTo>
                  <a:lnTo>
                    <a:pt x="6938266" y="1037364"/>
                  </a:lnTo>
                  <a:lnTo>
                    <a:pt x="6939324" y="1042716"/>
                  </a:lnTo>
                  <a:lnTo>
                    <a:pt x="6940382" y="1049373"/>
                  </a:lnTo>
                  <a:lnTo>
                    <a:pt x="6941440" y="1057661"/>
                  </a:lnTo>
                  <a:lnTo>
                    <a:pt x="6942497" y="1067498"/>
                  </a:lnTo>
                  <a:lnTo>
                    <a:pt x="6943555" y="1078583"/>
                  </a:lnTo>
                  <a:lnTo>
                    <a:pt x="6944613" y="1091543"/>
                  </a:lnTo>
                  <a:lnTo>
                    <a:pt x="6945671" y="1106261"/>
                  </a:lnTo>
                  <a:lnTo>
                    <a:pt x="6946729" y="1122542"/>
                  </a:lnTo>
                  <a:lnTo>
                    <a:pt x="6947787" y="1139665"/>
                  </a:lnTo>
                  <a:lnTo>
                    <a:pt x="6948844" y="1156944"/>
                  </a:lnTo>
                  <a:lnTo>
                    <a:pt x="6949902" y="1173497"/>
                  </a:lnTo>
                  <a:lnTo>
                    <a:pt x="6950960" y="1188335"/>
                  </a:lnTo>
                  <a:lnTo>
                    <a:pt x="6952018" y="1200900"/>
                  </a:lnTo>
                  <a:lnTo>
                    <a:pt x="6953076" y="1211369"/>
                  </a:lnTo>
                  <a:lnTo>
                    <a:pt x="6954134" y="1219887"/>
                  </a:lnTo>
                  <a:lnTo>
                    <a:pt x="6955191" y="1226719"/>
                  </a:lnTo>
                  <a:lnTo>
                    <a:pt x="6956249" y="1231877"/>
                  </a:lnTo>
                  <a:lnTo>
                    <a:pt x="6957307" y="1235125"/>
                  </a:lnTo>
                  <a:lnTo>
                    <a:pt x="6958365" y="1236467"/>
                  </a:lnTo>
                  <a:lnTo>
                    <a:pt x="6959423" y="1236266"/>
                  </a:lnTo>
                  <a:lnTo>
                    <a:pt x="6960481" y="1233799"/>
                  </a:lnTo>
                  <a:lnTo>
                    <a:pt x="6961539" y="1228970"/>
                  </a:lnTo>
                  <a:lnTo>
                    <a:pt x="6962596" y="1221510"/>
                  </a:lnTo>
                  <a:lnTo>
                    <a:pt x="6963654" y="1211759"/>
                  </a:lnTo>
                  <a:lnTo>
                    <a:pt x="6964712" y="1200349"/>
                  </a:lnTo>
                  <a:lnTo>
                    <a:pt x="6965770" y="1187686"/>
                  </a:lnTo>
                  <a:lnTo>
                    <a:pt x="6966828" y="1173933"/>
                  </a:lnTo>
                  <a:lnTo>
                    <a:pt x="6967886" y="1159119"/>
                  </a:lnTo>
                  <a:lnTo>
                    <a:pt x="6968943" y="1142854"/>
                  </a:lnTo>
                  <a:lnTo>
                    <a:pt x="6970001" y="1125416"/>
                  </a:lnTo>
                  <a:lnTo>
                    <a:pt x="6971059" y="1106968"/>
                  </a:lnTo>
                  <a:lnTo>
                    <a:pt x="6972117" y="1087495"/>
                  </a:lnTo>
                  <a:lnTo>
                    <a:pt x="6973175" y="1067750"/>
                  </a:lnTo>
                  <a:lnTo>
                    <a:pt x="6974233" y="1048243"/>
                  </a:lnTo>
                  <a:lnTo>
                    <a:pt x="6975290" y="1029240"/>
                  </a:lnTo>
                  <a:lnTo>
                    <a:pt x="6976348" y="1011418"/>
                  </a:lnTo>
                  <a:lnTo>
                    <a:pt x="6977406" y="995192"/>
                  </a:lnTo>
                  <a:lnTo>
                    <a:pt x="6978464" y="980900"/>
                  </a:lnTo>
                  <a:lnTo>
                    <a:pt x="6979522" y="968681"/>
                  </a:lnTo>
                  <a:lnTo>
                    <a:pt x="6980580" y="958228"/>
                  </a:lnTo>
                  <a:lnTo>
                    <a:pt x="6981637" y="949536"/>
                  </a:lnTo>
                  <a:lnTo>
                    <a:pt x="6982695" y="942391"/>
                  </a:lnTo>
                  <a:lnTo>
                    <a:pt x="6983753" y="936700"/>
                  </a:lnTo>
                  <a:lnTo>
                    <a:pt x="6984811" y="932571"/>
                  </a:lnTo>
                  <a:lnTo>
                    <a:pt x="6985869" y="929816"/>
                  </a:lnTo>
                  <a:lnTo>
                    <a:pt x="6986927" y="928427"/>
                  </a:lnTo>
                  <a:lnTo>
                    <a:pt x="6987985" y="928520"/>
                  </a:lnTo>
                  <a:lnTo>
                    <a:pt x="6989042" y="929752"/>
                  </a:lnTo>
                  <a:lnTo>
                    <a:pt x="6990100" y="932239"/>
                  </a:lnTo>
                  <a:lnTo>
                    <a:pt x="6991158" y="936132"/>
                  </a:lnTo>
                  <a:lnTo>
                    <a:pt x="6992216" y="941101"/>
                  </a:lnTo>
                  <a:lnTo>
                    <a:pt x="6993274" y="946748"/>
                  </a:lnTo>
                  <a:lnTo>
                    <a:pt x="6994332" y="952856"/>
                  </a:lnTo>
                  <a:lnTo>
                    <a:pt x="6995389" y="959378"/>
                  </a:lnTo>
                  <a:lnTo>
                    <a:pt x="6996447" y="966629"/>
                  </a:lnTo>
                  <a:lnTo>
                    <a:pt x="6997505" y="974396"/>
                  </a:lnTo>
                  <a:lnTo>
                    <a:pt x="6998563" y="982757"/>
                  </a:lnTo>
                  <a:lnTo>
                    <a:pt x="6999621" y="991847"/>
                  </a:lnTo>
                  <a:lnTo>
                    <a:pt x="7000679" y="1001464"/>
                  </a:lnTo>
                  <a:lnTo>
                    <a:pt x="7001736" y="1011253"/>
                  </a:lnTo>
                  <a:lnTo>
                    <a:pt x="7002794" y="1020662"/>
                  </a:lnTo>
                  <a:lnTo>
                    <a:pt x="7003852" y="1028900"/>
                  </a:lnTo>
                  <a:lnTo>
                    <a:pt x="7004910" y="1035256"/>
                  </a:lnTo>
                  <a:lnTo>
                    <a:pt x="7005968" y="1038612"/>
                  </a:lnTo>
                  <a:lnTo>
                    <a:pt x="7007026" y="1038000"/>
                  </a:lnTo>
                  <a:lnTo>
                    <a:pt x="7008083" y="1033444"/>
                  </a:lnTo>
                  <a:lnTo>
                    <a:pt x="7009141" y="1025490"/>
                  </a:lnTo>
                  <a:lnTo>
                    <a:pt x="7010199" y="1014629"/>
                  </a:lnTo>
                  <a:lnTo>
                    <a:pt x="7011257" y="1001188"/>
                  </a:lnTo>
                  <a:lnTo>
                    <a:pt x="7012315" y="985453"/>
                  </a:lnTo>
                  <a:lnTo>
                    <a:pt x="7013373" y="968260"/>
                  </a:lnTo>
                  <a:lnTo>
                    <a:pt x="7014431" y="950196"/>
                  </a:lnTo>
                  <a:lnTo>
                    <a:pt x="7015488" y="931809"/>
                  </a:lnTo>
                  <a:lnTo>
                    <a:pt x="7016546" y="913800"/>
                  </a:lnTo>
                  <a:lnTo>
                    <a:pt x="7017604" y="896323"/>
                  </a:lnTo>
                  <a:lnTo>
                    <a:pt x="7018662" y="880014"/>
                  </a:lnTo>
                  <a:lnTo>
                    <a:pt x="7019720" y="865561"/>
                  </a:lnTo>
                  <a:lnTo>
                    <a:pt x="7020778" y="853508"/>
                  </a:lnTo>
                  <a:lnTo>
                    <a:pt x="7021835" y="844501"/>
                  </a:lnTo>
                  <a:lnTo>
                    <a:pt x="7022893" y="838691"/>
                  </a:lnTo>
                  <a:lnTo>
                    <a:pt x="7023951" y="835628"/>
                  </a:lnTo>
                  <a:lnTo>
                    <a:pt x="7025009" y="835086"/>
                  </a:lnTo>
                  <a:lnTo>
                    <a:pt x="7026067" y="836454"/>
                  </a:lnTo>
                  <a:lnTo>
                    <a:pt x="7027125" y="839174"/>
                  </a:lnTo>
                  <a:lnTo>
                    <a:pt x="7028182" y="842786"/>
                  </a:lnTo>
                  <a:lnTo>
                    <a:pt x="7029240" y="846542"/>
                  </a:lnTo>
                  <a:lnTo>
                    <a:pt x="7030298" y="849887"/>
                  </a:lnTo>
                  <a:lnTo>
                    <a:pt x="7031356" y="852559"/>
                  </a:lnTo>
                  <a:lnTo>
                    <a:pt x="7032414" y="854147"/>
                  </a:lnTo>
                  <a:lnTo>
                    <a:pt x="7033472" y="854744"/>
                  </a:lnTo>
                  <a:lnTo>
                    <a:pt x="7034529" y="853900"/>
                  </a:lnTo>
                  <a:lnTo>
                    <a:pt x="7035587" y="851725"/>
                  </a:lnTo>
                  <a:lnTo>
                    <a:pt x="7036645" y="847920"/>
                  </a:lnTo>
                  <a:lnTo>
                    <a:pt x="7037703" y="842286"/>
                  </a:lnTo>
                  <a:lnTo>
                    <a:pt x="7038761" y="835082"/>
                  </a:lnTo>
                  <a:lnTo>
                    <a:pt x="7039819" y="826692"/>
                  </a:lnTo>
                  <a:lnTo>
                    <a:pt x="7040877" y="817215"/>
                  </a:lnTo>
                  <a:lnTo>
                    <a:pt x="7041934" y="807175"/>
                  </a:lnTo>
                  <a:lnTo>
                    <a:pt x="7042992" y="796758"/>
                  </a:lnTo>
                  <a:lnTo>
                    <a:pt x="7044050" y="786094"/>
                  </a:lnTo>
                  <a:lnTo>
                    <a:pt x="7045108" y="775708"/>
                  </a:lnTo>
                  <a:lnTo>
                    <a:pt x="7046166" y="765863"/>
                  </a:lnTo>
                  <a:lnTo>
                    <a:pt x="7047224" y="756489"/>
                  </a:lnTo>
                  <a:lnTo>
                    <a:pt x="7048281" y="747744"/>
                  </a:lnTo>
                  <a:lnTo>
                    <a:pt x="7049339" y="739581"/>
                  </a:lnTo>
                  <a:lnTo>
                    <a:pt x="7050397" y="732280"/>
                  </a:lnTo>
                  <a:lnTo>
                    <a:pt x="7051455" y="725626"/>
                  </a:lnTo>
                  <a:lnTo>
                    <a:pt x="7052513" y="719671"/>
                  </a:lnTo>
                  <a:lnTo>
                    <a:pt x="7053571" y="714386"/>
                  </a:lnTo>
                  <a:lnTo>
                    <a:pt x="7054628" y="709781"/>
                  </a:lnTo>
                  <a:lnTo>
                    <a:pt x="7055686" y="705778"/>
                  </a:lnTo>
                  <a:lnTo>
                    <a:pt x="7056744" y="702461"/>
                  </a:lnTo>
                  <a:lnTo>
                    <a:pt x="7057802" y="699927"/>
                  </a:lnTo>
                  <a:lnTo>
                    <a:pt x="7058860" y="698469"/>
                  </a:lnTo>
                  <a:lnTo>
                    <a:pt x="7059918" y="698390"/>
                  </a:lnTo>
                  <a:lnTo>
                    <a:pt x="7060975" y="699338"/>
                  </a:lnTo>
                  <a:lnTo>
                    <a:pt x="7062033" y="700800"/>
                  </a:lnTo>
                  <a:lnTo>
                    <a:pt x="7063091" y="702526"/>
                  </a:lnTo>
                  <a:lnTo>
                    <a:pt x="7064149" y="704233"/>
                  </a:lnTo>
                  <a:lnTo>
                    <a:pt x="7065207" y="705597"/>
                  </a:lnTo>
                  <a:lnTo>
                    <a:pt x="7066265" y="705882"/>
                  </a:lnTo>
                  <a:lnTo>
                    <a:pt x="7067323" y="704642"/>
                  </a:lnTo>
                  <a:lnTo>
                    <a:pt x="7068380" y="701506"/>
                  </a:lnTo>
                  <a:lnTo>
                    <a:pt x="7069438" y="696062"/>
                  </a:lnTo>
                  <a:lnTo>
                    <a:pt x="7070496" y="688376"/>
                  </a:lnTo>
                  <a:lnTo>
                    <a:pt x="7071554" y="678380"/>
                  </a:lnTo>
                  <a:lnTo>
                    <a:pt x="7072612" y="666095"/>
                  </a:lnTo>
                  <a:lnTo>
                    <a:pt x="7073670" y="651588"/>
                  </a:lnTo>
                  <a:lnTo>
                    <a:pt x="7074727" y="634998"/>
                  </a:lnTo>
                  <a:lnTo>
                    <a:pt x="7075785" y="616622"/>
                  </a:lnTo>
                  <a:lnTo>
                    <a:pt x="7076843" y="597424"/>
                  </a:lnTo>
                  <a:lnTo>
                    <a:pt x="7077901" y="578159"/>
                  </a:lnTo>
                  <a:lnTo>
                    <a:pt x="7078959" y="559364"/>
                  </a:lnTo>
                  <a:lnTo>
                    <a:pt x="7080017" y="541498"/>
                  </a:lnTo>
                  <a:lnTo>
                    <a:pt x="7081074" y="524991"/>
                  </a:lnTo>
                  <a:lnTo>
                    <a:pt x="7082132" y="510432"/>
                  </a:lnTo>
                  <a:lnTo>
                    <a:pt x="7083190" y="498082"/>
                  </a:lnTo>
                  <a:lnTo>
                    <a:pt x="7084248" y="488090"/>
                  </a:lnTo>
                  <a:lnTo>
                    <a:pt x="7085306" y="480577"/>
                  </a:lnTo>
                  <a:lnTo>
                    <a:pt x="7086364" y="475110"/>
                  </a:lnTo>
                  <a:lnTo>
                    <a:pt x="7087421" y="471532"/>
                  </a:lnTo>
                  <a:lnTo>
                    <a:pt x="7088479" y="469355"/>
                  </a:lnTo>
                  <a:lnTo>
                    <a:pt x="7089537" y="468468"/>
                  </a:lnTo>
                  <a:lnTo>
                    <a:pt x="7090595" y="468552"/>
                  </a:lnTo>
                  <a:lnTo>
                    <a:pt x="7091653" y="469008"/>
                  </a:lnTo>
                  <a:lnTo>
                    <a:pt x="7092711" y="469014"/>
                  </a:lnTo>
                  <a:lnTo>
                    <a:pt x="7093769" y="468510"/>
                  </a:lnTo>
                  <a:lnTo>
                    <a:pt x="7094826" y="467363"/>
                  </a:lnTo>
                  <a:lnTo>
                    <a:pt x="7095884" y="465344"/>
                  </a:lnTo>
                  <a:lnTo>
                    <a:pt x="7096942" y="462143"/>
                  </a:lnTo>
                  <a:lnTo>
                    <a:pt x="7098000" y="457345"/>
                  </a:lnTo>
                  <a:lnTo>
                    <a:pt x="7099058" y="450896"/>
                  </a:lnTo>
                  <a:lnTo>
                    <a:pt x="7100116" y="443054"/>
                  </a:lnTo>
                  <a:lnTo>
                    <a:pt x="7101173" y="433870"/>
                  </a:lnTo>
                  <a:lnTo>
                    <a:pt x="7102231" y="423817"/>
                  </a:lnTo>
                  <a:lnTo>
                    <a:pt x="7103289" y="413167"/>
                  </a:lnTo>
                  <a:lnTo>
                    <a:pt x="7104347" y="402450"/>
                  </a:lnTo>
                  <a:lnTo>
                    <a:pt x="7105405" y="391841"/>
                  </a:lnTo>
                  <a:lnTo>
                    <a:pt x="7106463" y="381704"/>
                  </a:lnTo>
                  <a:lnTo>
                    <a:pt x="7107520" y="372418"/>
                  </a:lnTo>
                  <a:lnTo>
                    <a:pt x="7108578" y="364401"/>
                  </a:lnTo>
                  <a:lnTo>
                    <a:pt x="7109636" y="357503"/>
                  </a:lnTo>
                  <a:lnTo>
                    <a:pt x="7110694" y="351664"/>
                  </a:lnTo>
                  <a:lnTo>
                    <a:pt x="7111752" y="346866"/>
                  </a:lnTo>
                  <a:lnTo>
                    <a:pt x="7112810" y="343199"/>
                  </a:lnTo>
                  <a:lnTo>
                    <a:pt x="7113867" y="340831"/>
                  </a:lnTo>
                  <a:lnTo>
                    <a:pt x="7114925" y="339888"/>
                  </a:lnTo>
                  <a:lnTo>
                    <a:pt x="7115983" y="340313"/>
                  </a:lnTo>
                  <a:lnTo>
                    <a:pt x="7117041" y="342243"/>
                  </a:lnTo>
                  <a:lnTo>
                    <a:pt x="7118099" y="345610"/>
                  </a:lnTo>
                  <a:lnTo>
                    <a:pt x="7119157" y="350630"/>
                  </a:lnTo>
                  <a:lnTo>
                    <a:pt x="7120215" y="357333"/>
                  </a:lnTo>
                  <a:lnTo>
                    <a:pt x="7121272" y="365881"/>
                  </a:lnTo>
                  <a:lnTo>
                    <a:pt x="7122330" y="376289"/>
                  </a:lnTo>
                  <a:lnTo>
                    <a:pt x="7123388" y="388453"/>
                  </a:lnTo>
                  <a:lnTo>
                    <a:pt x="7124446" y="402290"/>
                  </a:lnTo>
                  <a:lnTo>
                    <a:pt x="7125504" y="417762"/>
                  </a:lnTo>
                  <a:lnTo>
                    <a:pt x="7126562" y="434831"/>
                  </a:lnTo>
                  <a:lnTo>
                    <a:pt x="7127619" y="453419"/>
                  </a:lnTo>
                  <a:lnTo>
                    <a:pt x="7128677" y="473347"/>
                  </a:lnTo>
                  <a:lnTo>
                    <a:pt x="7129735" y="494245"/>
                  </a:lnTo>
                  <a:lnTo>
                    <a:pt x="7130793" y="515803"/>
                  </a:lnTo>
                  <a:lnTo>
                    <a:pt x="7131851" y="537652"/>
                  </a:lnTo>
                  <a:lnTo>
                    <a:pt x="7132909" y="559442"/>
                  </a:lnTo>
                  <a:lnTo>
                    <a:pt x="7133966" y="580856"/>
                  </a:lnTo>
                  <a:lnTo>
                    <a:pt x="7135024" y="601165"/>
                  </a:lnTo>
                  <a:lnTo>
                    <a:pt x="7136082" y="619820"/>
                  </a:lnTo>
                  <a:lnTo>
                    <a:pt x="7137140" y="636199"/>
                  </a:lnTo>
                  <a:lnTo>
                    <a:pt x="7138198" y="649843"/>
                  </a:lnTo>
                  <a:lnTo>
                    <a:pt x="7139256" y="660892"/>
                  </a:lnTo>
                  <a:lnTo>
                    <a:pt x="7140313" y="669498"/>
                  </a:lnTo>
                  <a:lnTo>
                    <a:pt x="7141371" y="676007"/>
                  </a:lnTo>
                  <a:lnTo>
                    <a:pt x="7142429" y="680477"/>
                  </a:lnTo>
                  <a:lnTo>
                    <a:pt x="7143487" y="683206"/>
                  </a:lnTo>
                  <a:lnTo>
                    <a:pt x="7144545" y="685089"/>
                  </a:lnTo>
                  <a:lnTo>
                    <a:pt x="7145603" y="687120"/>
                  </a:lnTo>
                  <a:lnTo>
                    <a:pt x="7146661" y="689158"/>
                  </a:lnTo>
                  <a:lnTo>
                    <a:pt x="7147718" y="691309"/>
                  </a:lnTo>
                  <a:lnTo>
                    <a:pt x="7148776" y="693924"/>
                  </a:lnTo>
                  <a:lnTo>
                    <a:pt x="7149834" y="697498"/>
                  </a:lnTo>
                  <a:lnTo>
                    <a:pt x="7150892" y="702848"/>
                  </a:lnTo>
                  <a:lnTo>
                    <a:pt x="7151950" y="710308"/>
                  </a:lnTo>
                  <a:lnTo>
                    <a:pt x="7153008" y="719771"/>
                  </a:lnTo>
                  <a:lnTo>
                    <a:pt x="7154065" y="731574"/>
                  </a:lnTo>
                  <a:lnTo>
                    <a:pt x="7155123" y="745440"/>
                  </a:lnTo>
                  <a:lnTo>
                    <a:pt x="7156181" y="760726"/>
                  </a:lnTo>
                  <a:lnTo>
                    <a:pt x="7157239" y="776671"/>
                  </a:lnTo>
                  <a:lnTo>
                    <a:pt x="7158297" y="792622"/>
                  </a:lnTo>
                  <a:lnTo>
                    <a:pt x="7159355" y="807641"/>
                  </a:lnTo>
                  <a:lnTo>
                    <a:pt x="7160412" y="820466"/>
                  </a:lnTo>
                  <a:lnTo>
                    <a:pt x="7161470" y="829834"/>
                  </a:lnTo>
                  <a:lnTo>
                    <a:pt x="7162528" y="835815"/>
                  </a:lnTo>
                  <a:lnTo>
                    <a:pt x="7163586" y="838846"/>
                  </a:lnTo>
                  <a:lnTo>
                    <a:pt x="7164644" y="839002"/>
                  </a:lnTo>
                  <a:lnTo>
                    <a:pt x="7165702" y="836066"/>
                  </a:lnTo>
                  <a:lnTo>
                    <a:pt x="7166759" y="829668"/>
                  </a:lnTo>
                  <a:lnTo>
                    <a:pt x="7167817" y="819839"/>
                  </a:lnTo>
                  <a:lnTo>
                    <a:pt x="7168875" y="807297"/>
                  </a:lnTo>
                  <a:lnTo>
                    <a:pt x="7169933" y="792234"/>
                  </a:lnTo>
                  <a:lnTo>
                    <a:pt x="7170991" y="775110"/>
                  </a:lnTo>
                  <a:lnTo>
                    <a:pt x="7172049" y="756301"/>
                  </a:lnTo>
                  <a:lnTo>
                    <a:pt x="7173107" y="736465"/>
                  </a:lnTo>
                  <a:lnTo>
                    <a:pt x="7174164" y="716179"/>
                  </a:lnTo>
                  <a:lnTo>
                    <a:pt x="7175222" y="696142"/>
                  </a:lnTo>
                  <a:lnTo>
                    <a:pt x="7176280" y="676670"/>
                  </a:lnTo>
                  <a:lnTo>
                    <a:pt x="7177338" y="657928"/>
                  </a:lnTo>
                  <a:lnTo>
                    <a:pt x="7178396" y="639697"/>
                  </a:lnTo>
                  <a:lnTo>
                    <a:pt x="7179454" y="621780"/>
                  </a:lnTo>
                  <a:lnTo>
                    <a:pt x="7180511" y="604075"/>
                  </a:lnTo>
                  <a:lnTo>
                    <a:pt x="7181569" y="586572"/>
                  </a:lnTo>
                  <a:lnTo>
                    <a:pt x="7182627" y="569130"/>
                  </a:lnTo>
                  <a:lnTo>
                    <a:pt x="7183685" y="551861"/>
                  </a:lnTo>
                  <a:lnTo>
                    <a:pt x="7184743" y="534657"/>
                  </a:lnTo>
                  <a:lnTo>
                    <a:pt x="7185801" y="517436"/>
                  </a:lnTo>
                  <a:lnTo>
                    <a:pt x="7186858" y="500436"/>
                  </a:lnTo>
                  <a:lnTo>
                    <a:pt x="7187916" y="483911"/>
                  </a:lnTo>
                  <a:lnTo>
                    <a:pt x="7188974" y="467906"/>
                  </a:lnTo>
                  <a:lnTo>
                    <a:pt x="7190032" y="452718"/>
                  </a:lnTo>
                  <a:lnTo>
                    <a:pt x="7191090" y="438515"/>
                  </a:lnTo>
                  <a:lnTo>
                    <a:pt x="7192148" y="425506"/>
                  </a:lnTo>
                  <a:lnTo>
                    <a:pt x="7193205" y="413995"/>
                  </a:lnTo>
                  <a:lnTo>
                    <a:pt x="7194263" y="404278"/>
                  </a:lnTo>
                  <a:lnTo>
                    <a:pt x="7195321" y="396378"/>
                  </a:lnTo>
                  <a:lnTo>
                    <a:pt x="7196379" y="390284"/>
                  </a:lnTo>
                  <a:lnTo>
                    <a:pt x="7197437" y="385767"/>
                  </a:lnTo>
                  <a:lnTo>
                    <a:pt x="7198495" y="382701"/>
                  </a:lnTo>
                  <a:lnTo>
                    <a:pt x="7199553" y="380937"/>
                  </a:lnTo>
                  <a:lnTo>
                    <a:pt x="7200610" y="380249"/>
                  </a:lnTo>
                  <a:lnTo>
                    <a:pt x="7201668" y="380456"/>
                  </a:lnTo>
                  <a:lnTo>
                    <a:pt x="7202726" y="381189"/>
                  </a:lnTo>
                  <a:lnTo>
                    <a:pt x="7203784" y="382165"/>
                  </a:lnTo>
                  <a:lnTo>
                    <a:pt x="7204842" y="383339"/>
                  </a:lnTo>
                  <a:lnTo>
                    <a:pt x="7205900" y="384394"/>
                  </a:lnTo>
                  <a:lnTo>
                    <a:pt x="7206957" y="385051"/>
                  </a:lnTo>
                  <a:lnTo>
                    <a:pt x="7208015" y="385109"/>
                  </a:lnTo>
                  <a:lnTo>
                    <a:pt x="7209073" y="384500"/>
                  </a:lnTo>
                  <a:lnTo>
                    <a:pt x="7210131" y="383215"/>
                  </a:lnTo>
                  <a:lnTo>
                    <a:pt x="7211189" y="381430"/>
                  </a:lnTo>
                  <a:lnTo>
                    <a:pt x="7212247" y="379334"/>
                  </a:lnTo>
                  <a:lnTo>
                    <a:pt x="7213304" y="377408"/>
                  </a:lnTo>
                  <a:lnTo>
                    <a:pt x="7214362" y="376102"/>
                  </a:lnTo>
                  <a:lnTo>
                    <a:pt x="7215420" y="375696"/>
                  </a:lnTo>
                  <a:lnTo>
                    <a:pt x="7216478" y="376277"/>
                  </a:lnTo>
                  <a:lnTo>
                    <a:pt x="7217536" y="377999"/>
                  </a:lnTo>
                  <a:lnTo>
                    <a:pt x="7218594" y="380993"/>
                  </a:lnTo>
                  <a:lnTo>
                    <a:pt x="7219651" y="385438"/>
                  </a:lnTo>
                  <a:lnTo>
                    <a:pt x="7220709" y="391332"/>
                  </a:lnTo>
                  <a:lnTo>
                    <a:pt x="7221767" y="398657"/>
                  </a:lnTo>
                  <a:lnTo>
                    <a:pt x="7222825" y="407451"/>
                  </a:lnTo>
                  <a:lnTo>
                    <a:pt x="7223883" y="417782"/>
                  </a:lnTo>
                  <a:lnTo>
                    <a:pt x="7224941" y="429689"/>
                  </a:lnTo>
                  <a:lnTo>
                    <a:pt x="7225999" y="443107"/>
                  </a:lnTo>
                  <a:lnTo>
                    <a:pt x="7227056" y="457791"/>
                  </a:lnTo>
                  <a:lnTo>
                    <a:pt x="7228114" y="473527"/>
                  </a:lnTo>
                  <a:lnTo>
                    <a:pt x="7229172" y="490042"/>
                  </a:lnTo>
                  <a:lnTo>
                    <a:pt x="7230230" y="507105"/>
                  </a:lnTo>
                  <a:lnTo>
                    <a:pt x="7231288" y="524618"/>
                  </a:lnTo>
                  <a:lnTo>
                    <a:pt x="7232346" y="542670"/>
                  </a:lnTo>
                  <a:lnTo>
                    <a:pt x="7233403" y="561190"/>
                  </a:lnTo>
                  <a:lnTo>
                    <a:pt x="7234461" y="580107"/>
                  </a:lnTo>
                  <a:lnTo>
                    <a:pt x="7235519" y="599464"/>
                  </a:lnTo>
                  <a:lnTo>
                    <a:pt x="7236577" y="619062"/>
                  </a:lnTo>
                  <a:lnTo>
                    <a:pt x="7237635" y="638954"/>
                  </a:lnTo>
                  <a:lnTo>
                    <a:pt x="7238693" y="659213"/>
                  </a:lnTo>
                  <a:lnTo>
                    <a:pt x="7239750" y="679449"/>
                  </a:lnTo>
                  <a:lnTo>
                    <a:pt x="7240808" y="699567"/>
                  </a:lnTo>
                  <a:lnTo>
                    <a:pt x="7241866" y="719816"/>
                  </a:lnTo>
                  <a:lnTo>
                    <a:pt x="7242924" y="739876"/>
                  </a:lnTo>
                  <a:lnTo>
                    <a:pt x="7243982" y="759256"/>
                  </a:lnTo>
                  <a:lnTo>
                    <a:pt x="7245040" y="777734"/>
                  </a:lnTo>
                  <a:lnTo>
                    <a:pt x="7246097" y="794632"/>
                  </a:lnTo>
                  <a:lnTo>
                    <a:pt x="7247155" y="809335"/>
                  </a:lnTo>
                  <a:lnTo>
                    <a:pt x="7248213" y="821629"/>
                  </a:lnTo>
                  <a:lnTo>
                    <a:pt x="7249271" y="831237"/>
                  </a:lnTo>
                  <a:lnTo>
                    <a:pt x="7250329" y="838486"/>
                  </a:lnTo>
                  <a:lnTo>
                    <a:pt x="7251387" y="843772"/>
                  </a:lnTo>
                  <a:lnTo>
                    <a:pt x="7252445" y="847568"/>
                  </a:lnTo>
                  <a:lnTo>
                    <a:pt x="7253502" y="850296"/>
                  </a:lnTo>
                  <a:lnTo>
                    <a:pt x="7254560" y="852234"/>
                  </a:lnTo>
                  <a:lnTo>
                    <a:pt x="7255618" y="854038"/>
                  </a:lnTo>
                  <a:lnTo>
                    <a:pt x="7256676" y="855770"/>
                  </a:lnTo>
                  <a:lnTo>
                    <a:pt x="7257734" y="856861"/>
                  </a:lnTo>
                  <a:lnTo>
                    <a:pt x="7258792" y="857677"/>
                  </a:lnTo>
                  <a:lnTo>
                    <a:pt x="7259849" y="858461"/>
                  </a:lnTo>
                  <a:lnTo>
                    <a:pt x="7260907" y="859566"/>
                  </a:lnTo>
                  <a:lnTo>
                    <a:pt x="7261965" y="861617"/>
                  </a:lnTo>
                  <a:lnTo>
                    <a:pt x="7263023" y="864750"/>
                  </a:lnTo>
                  <a:lnTo>
                    <a:pt x="7264081" y="868941"/>
                  </a:lnTo>
                  <a:lnTo>
                    <a:pt x="7265139" y="874557"/>
                  </a:lnTo>
                  <a:lnTo>
                    <a:pt x="7266196" y="880934"/>
                  </a:lnTo>
                  <a:lnTo>
                    <a:pt x="7267254" y="887368"/>
                  </a:lnTo>
                  <a:lnTo>
                    <a:pt x="7268312" y="893323"/>
                  </a:lnTo>
                  <a:lnTo>
                    <a:pt x="7269370" y="898365"/>
                  </a:lnTo>
                  <a:lnTo>
                    <a:pt x="7270428" y="902375"/>
                  </a:lnTo>
                  <a:lnTo>
                    <a:pt x="7271486" y="905198"/>
                  </a:lnTo>
                  <a:lnTo>
                    <a:pt x="7272543" y="906660"/>
                  </a:lnTo>
                  <a:lnTo>
                    <a:pt x="7273601" y="907353"/>
                  </a:lnTo>
                  <a:lnTo>
                    <a:pt x="7274659" y="907524"/>
                  </a:lnTo>
                  <a:lnTo>
                    <a:pt x="7275717" y="907565"/>
                  </a:lnTo>
                  <a:lnTo>
                    <a:pt x="7276775" y="907149"/>
                  </a:lnTo>
                  <a:lnTo>
                    <a:pt x="7277833" y="905971"/>
                  </a:lnTo>
                  <a:lnTo>
                    <a:pt x="7278891" y="904018"/>
                  </a:lnTo>
                  <a:lnTo>
                    <a:pt x="7279948" y="901551"/>
                  </a:lnTo>
                  <a:lnTo>
                    <a:pt x="7281006" y="898426"/>
                  </a:lnTo>
                  <a:lnTo>
                    <a:pt x="7282064" y="894974"/>
                  </a:lnTo>
                  <a:lnTo>
                    <a:pt x="7283122" y="891517"/>
                  </a:lnTo>
                  <a:lnTo>
                    <a:pt x="7284180" y="888575"/>
                  </a:lnTo>
                  <a:lnTo>
                    <a:pt x="7285238" y="886452"/>
                  </a:lnTo>
                  <a:lnTo>
                    <a:pt x="7286295" y="885257"/>
                  </a:lnTo>
                  <a:lnTo>
                    <a:pt x="7287353" y="885143"/>
                  </a:lnTo>
                  <a:lnTo>
                    <a:pt x="7288411" y="886343"/>
                  </a:lnTo>
                  <a:lnTo>
                    <a:pt x="7289469" y="888797"/>
                  </a:lnTo>
                  <a:lnTo>
                    <a:pt x="7290527" y="892554"/>
                  </a:lnTo>
                  <a:lnTo>
                    <a:pt x="7291585" y="897613"/>
                  </a:lnTo>
                  <a:lnTo>
                    <a:pt x="7292642" y="904070"/>
                  </a:lnTo>
                  <a:lnTo>
                    <a:pt x="7293700" y="911738"/>
                  </a:lnTo>
                  <a:lnTo>
                    <a:pt x="7294758" y="920407"/>
                  </a:lnTo>
                  <a:lnTo>
                    <a:pt x="7295816" y="929902"/>
                  </a:lnTo>
                  <a:lnTo>
                    <a:pt x="7296874" y="940593"/>
                  </a:lnTo>
                  <a:lnTo>
                    <a:pt x="7297932" y="952311"/>
                  </a:lnTo>
                  <a:lnTo>
                    <a:pt x="7298989" y="965146"/>
                  </a:lnTo>
                  <a:lnTo>
                    <a:pt x="7300047" y="978875"/>
                  </a:lnTo>
                  <a:lnTo>
                    <a:pt x="7301105" y="993508"/>
                  </a:lnTo>
                  <a:lnTo>
                    <a:pt x="7302163" y="1009332"/>
                  </a:lnTo>
                  <a:lnTo>
                    <a:pt x="7303221" y="1026083"/>
                  </a:lnTo>
                  <a:lnTo>
                    <a:pt x="7304279" y="1043183"/>
                  </a:lnTo>
                  <a:lnTo>
                    <a:pt x="7305337" y="1060383"/>
                  </a:lnTo>
                  <a:lnTo>
                    <a:pt x="7306394" y="1077530"/>
                  </a:lnTo>
                  <a:lnTo>
                    <a:pt x="7307452" y="1094628"/>
                  </a:lnTo>
                  <a:lnTo>
                    <a:pt x="7308510" y="1111522"/>
                  </a:lnTo>
                  <a:lnTo>
                    <a:pt x="7309568" y="1128433"/>
                  </a:lnTo>
                  <a:lnTo>
                    <a:pt x="7310626" y="1146014"/>
                  </a:lnTo>
                  <a:lnTo>
                    <a:pt x="7311684" y="1164875"/>
                  </a:lnTo>
                  <a:lnTo>
                    <a:pt x="7312741" y="1185366"/>
                  </a:lnTo>
                  <a:lnTo>
                    <a:pt x="7313799" y="1207660"/>
                  </a:lnTo>
                  <a:lnTo>
                    <a:pt x="7314857" y="1231290"/>
                  </a:lnTo>
                  <a:lnTo>
                    <a:pt x="7315915" y="1256525"/>
                  </a:lnTo>
                  <a:lnTo>
                    <a:pt x="7316973" y="1283147"/>
                  </a:lnTo>
                  <a:lnTo>
                    <a:pt x="7318031" y="1310184"/>
                  </a:lnTo>
                  <a:lnTo>
                    <a:pt x="7319088" y="1337888"/>
                  </a:lnTo>
                  <a:lnTo>
                    <a:pt x="7320146" y="1366492"/>
                  </a:lnTo>
                  <a:lnTo>
                    <a:pt x="7321204" y="1395895"/>
                  </a:lnTo>
                  <a:lnTo>
                    <a:pt x="7322262" y="1426086"/>
                  </a:lnTo>
                  <a:lnTo>
                    <a:pt x="7323320" y="1456379"/>
                  </a:lnTo>
                  <a:lnTo>
                    <a:pt x="7324378" y="1486675"/>
                  </a:lnTo>
                  <a:lnTo>
                    <a:pt x="7325435" y="1517066"/>
                  </a:lnTo>
                  <a:lnTo>
                    <a:pt x="7326493" y="1546208"/>
                  </a:lnTo>
                  <a:lnTo>
                    <a:pt x="7327551" y="1572396"/>
                  </a:lnTo>
                  <a:lnTo>
                    <a:pt x="7328609" y="1593671"/>
                  </a:lnTo>
                  <a:lnTo>
                    <a:pt x="7329667" y="1610056"/>
                  </a:lnTo>
                  <a:lnTo>
                    <a:pt x="7330725" y="1622397"/>
                  </a:lnTo>
                  <a:lnTo>
                    <a:pt x="7331783" y="1631044"/>
                  </a:lnTo>
                  <a:lnTo>
                    <a:pt x="7332840" y="1636115"/>
                  </a:lnTo>
                  <a:lnTo>
                    <a:pt x="7333898" y="1638413"/>
                  </a:lnTo>
                  <a:lnTo>
                    <a:pt x="7334956" y="1638688"/>
                  </a:lnTo>
                  <a:lnTo>
                    <a:pt x="7336014" y="1637876"/>
                  </a:lnTo>
                  <a:lnTo>
                    <a:pt x="7337072" y="1636401"/>
                  </a:lnTo>
                  <a:lnTo>
                    <a:pt x="7338130" y="1633757"/>
                  </a:lnTo>
                  <a:lnTo>
                    <a:pt x="7339187" y="1630292"/>
                  </a:lnTo>
                  <a:lnTo>
                    <a:pt x="7340245" y="1625949"/>
                  </a:lnTo>
                  <a:lnTo>
                    <a:pt x="7341303" y="1620706"/>
                  </a:lnTo>
                  <a:lnTo>
                    <a:pt x="7342361" y="1615371"/>
                  </a:lnTo>
                  <a:lnTo>
                    <a:pt x="7343419" y="1610421"/>
                  </a:lnTo>
                  <a:lnTo>
                    <a:pt x="7344477" y="1605710"/>
                  </a:lnTo>
                  <a:lnTo>
                    <a:pt x="7345534" y="1601562"/>
                  </a:lnTo>
                  <a:lnTo>
                    <a:pt x="7346592" y="1597991"/>
                  </a:lnTo>
                  <a:lnTo>
                    <a:pt x="7347650" y="1594789"/>
                  </a:lnTo>
                  <a:lnTo>
                    <a:pt x="7348708" y="1592317"/>
                  </a:lnTo>
                  <a:lnTo>
                    <a:pt x="7349766" y="1590742"/>
                  </a:lnTo>
                  <a:lnTo>
                    <a:pt x="7350824" y="1589605"/>
                  </a:lnTo>
                  <a:lnTo>
                    <a:pt x="7351881" y="1588819"/>
                  </a:lnTo>
                  <a:lnTo>
                    <a:pt x="7352939" y="1588342"/>
                  </a:lnTo>
                  <a:lnTo>
                    <a:pt x="7353997" y="1588284"/>
                  </a:lnTo>
                  <a:lnTo>
                    <a:pt x="7355055" y="1588758"/>
                  </a:lnTo>
                  <a:lnTo>
                    <a:pt x="7356113" y="1589919"/>
                  </a:lnTo>
                  <a:lnTo>
                    <a:pt x="7357171" y="1592004"/>
                  </a:lnTo>
                  <a:lnTo>
                    <a:pt x="7358229" y="1595074"/>
                  </a:lnTo>
                  <a:lnTo>
                    <a:pt x="7359286" y="1599319"/>
                  </a:lnTo>
                  <a:lnTo>
                    <a:pt x="7360344" y="1604971"/>
                  </a:lnTo>
                  <a:lnTo>
                    <a:pt x="7361402" y="1611991"/>
                  </a:lnTo>
                  <a:lnTo>
                    <a:pt x="7362460" y="1620006"/>
                  </a:lnTo>
                  <a:lnTo>
                    <a:pt x="7363518" y="1628459"/>
                  </a:lnTo>
                  <a:lnTo>
                    <a:pt x="7364576" y="1636929"/>
                  </a:lnTo>
                  <a:lnTo>
                    <a:pt x="7365633" y="1644960"/>
                  </a:lnTo>
                  <a:lnTo>
                    <a:pt x="7366691" y="1652123"/>
                  </a:lnTo>
                  <a:lnTo>
                    <a:pt x="7367749" y="1658425"/>
                  </a:lnTo>
                  <a:lnTo>
                    <a:pt x="7368807" y="1663857"/>
                  </a:lnTo>
                  <a:lnTo>
                    <a:pt x="7369865" y="1668685"/>
                  </a:lnTo>
                  <a:lnTo>
                    <a:pt x="7370923" y="1673167"/>
                  </a:lnTo>
                  <a:lnTo>
                    <a:pt x="7371980" y="1677454"/>
                  </a:lnTo>
                  <a:lnTo>
                    <a:pt x="7373038" y="1681900"/>
                  </a:lnTo>
                  <a:lnTo>
                    <a:pt x="7374096" y="1687122"/>
                  </a:lnTo>
                  <a:lnTo>
                    <a:pt x="7375154" y="1693065"/>
                  </a:lnTo>
                  <a:lnTo>
                    <a:pt x="7376212" y="1700024"/>
                  </a:lnTo>
                  <a:lnTo>
                    <a:pt x="7377270" y="1707985"/>
                  </a:lnTo>
                  <a:lnTo>
                    <a:pt x="7378327" y="1717142"/>
                  </a:lnTo>
                  <a:lnTo>
                    <a:pt x="7379385" y="1727892"/>
                  </a:lnTo>
                  <a:lnTo>
                    <a:pt x="7380443" y="1740578"/>
                  </a:lnTo>
                  <a:lnTo>
                    <a:pt x="7381501" y="1755166"/>
                  </a:lnTo>
                  <a:lnTo>
                    <a:pt x="7382559" y="1772324"/>
                  </a:lnTo>
                  <a:lnTo>
                    <a:pt x="7383617" y="1791846"/>
                  </a:lnTo>
                  <a:lnTo>
                    <a:pt x="7384675" y="1813399"/>
                  </a:lnTo>
                  <a:lnTo>
                    <a:pt x="7385732" y="1836926"/>
                  </a:lnTo>
                  <a:lnTo>
                    <a:pt x="7386790" y="1862641"/>
                  </a:lnTo>
                  <a:lnTo>
                    <a:pt x="7387848" y="1890192"/>
                  </a:lnTo>
                  <a:lnTo>
                    <a:pt x="7388906" y="1918974"/>
                  </a:lnTo>
                  <a:lnTo>
                    <a:pt x="7389964" y="1948044"/>
                  </a:lnTo>
                  <a:lnTo>
                    <a:pt x="7391022" y="1977109"/>
                  </a:lnTo>
                  <a:lnTo>
                    <a:pt x="7392079" y="2005964"/>
                  </a:lnTo>
                  <a:lnTo>
                    <a:pt x="7393137" y="2034658"/>
                  </a:lnTo>
                  <a:lnTo>
                    <a:pt x="7394195" y="2062873"/>
                  </a:lnTo>
                  <a:lnTo>
                    <a:pt x="7395253" y="2090226"/>
                  </a:lnTo>
                  <a:lnTo>
                    <a:pt x="7396311" y="2116506"/>
                  </a:lnTo>
                  <a:lnTo>
                    <a:pt x="7397369" y="2142017"/>
                  </a:lnTo>
                  <a:lnTo>
                    <a:pt x="7398426" y="2165743"/>
                  </a:lnTo>
                  <a:lnTo>
                    <a:pt x="7399484" y="2186858"/>
                  </a:lnTo>
                  <a:lnTo>
                    <a:pt x="7400542" y="2204003"/>
                  </a:lnTo>
                  <a:lnTo>
                    <a:pt x="7401600" y="2216303"/>
                  </a:lnTo>
                  <a:lnTo>
                    <a:pt x="7402658" y="2223467"/>
                  </a:lnTo>
                  <a:lnTo>
                    <a:pt x="7403716" y="2226240"/>
                  </a:lnTo>
                  <a:lnTo>
                    <a:pt x="7404773" y="2224477"/>
                  </a:lnTo>
                  <a:lnTo>
                    <a:pt x="7405831" y="2218565"/>
                  </a:lnTo>
                  <a:lnTo>
                    <a:pt x="7406889" y="2208435"/>
                  </a:lnTo>
                  <a:lnTo>
                    <a:pt x="7407947" y="2194532"/>
                  </a:lnTo>
                  <a:lnTo>
                    <a:pt x="7409005" y="2176416"/>
                  </a:lnTo>
                  <a:lnTo>
                    <a:pt x="7410063" y="2154345"/>
                  </a:lnTo>
                  <a:lnTo>
                    <a:pt x="7411121" y="2127959"/>
                  </a:lnTo>
                  <a:lnTo>
                    <a:pt x="7412178" y="2097390"/>
                  </a:lnTo>
                  <a:lnTo>
                    <a:pt x="7413236" y="2062375"/>
                  </a:lnTo>
                  <a:lnTo>
                    <a:pt x="7414294" y="2023399"/>
                  </a:lnTo>
                  <a:lnTo>
                    <a:pt x="7415352" y="1981937"/>
                  </a:lnTo>
                  <a:lnTo>
                    <a:pt x="7416410" y="1939299"/>
                  </a:lnTo>
                  <a:lnTo>
                    <a:pt x="7417468" y="1896474"/>
                  </a:lnTo>
                  <a:lnTo>
                    <a:pt x="7418525" y="1853692"/>
                  </a:lnTo>
                  <a:lnTo>
                    <a:pt x="7419583" y="1810984"/>
                  </a:lnTo>
                  <a:lnTo>
                    <a:pt x="7420641" y="1769520"/>
                  </a:lnTo>
                  <a:lnTo>
                    <a:pt x="7421699" y="1728912"/>
                  </a:lnTo>
                  <a:lnTo>
                    <a:pt x="7422757" y="1689616"/>
                  </a:lnTo>
                  <a:lnTo>
                    <a:pt x="7423815" y="1652144"/>
                  </a:lnTo>
                  <a:lnTo>
                    <a:pt x="7424872" y="1616394"/>
                  </a:lnTo>
                  <a:lnTo>
                    <a:pt x="7425930" y="1582593"/>
                  </a:lnTo>
                  <a:lnTo>
                    <a:pt x="7426988" y="1551061"/>
                  </a:lnTo>
                  <a:lnTo>
                    <a:pt x="7428046" y="1521821"/>
                  </a:lnTo>
                  <a:lnTo>
                    <a:pt x="7429104" y="1495307"/>
                  </a:lnTo>
                  <a:lnTo>
                    <a:pt x="7430162" y="1471729"/>
                  </a:lnTo>
                  <a:lnTo>
                    <a:pt x="7431219" y="1450967"/>
                  </a:lnTo>
                  <a:lnTo>
                    <a:pt x="7432277" y="1433139"/>
                  </a:lnTo>
                  <a:lnTo>
                    <a:pt x="7433335" y="1418035"/>
                  </a:lnTo>
                  <a:lnTo>
                    <a:pt x="7434393" y="1405431"/>
                  </a:lnTo>
                  <a:lnTo>
                    <a:pt x="7435451" y="1395197"/>
                  </a:lnTo>
                  <a:lnTo>
                    <a:pt x="7436509" y="1386758"/>
                  </a:lnTo>
                  <a:lnTo>
                    <a:pt x="7437566" y="1380195"/>
                  </a:lnTo>
                  <a:lnTo>
                    <a:pt x="7438624" y="1375269"/>
                  </a:lnTo>
                  <a:lnTo>
                    <a:pt x="7439682" y="1371413"/>
                  </a:lnTo>
                  <a:lnTo>
                    <a:pt x="7440740" y="1368628"/>
                  </a:lnTo>
                  <a:lnTo>
                    <a:pt x="7441798" y="1366634"/>
                  </a:lnTo>
                  <a:lnTo>
                    <a:pt x="7442856" y="1365283"/>
                  </a:lnTo>
                  <a:lnTo>
                    <a:pt x="7443914" y="1364464"/>
                  </a:lnTo>
                  <a:lnTo>
                    <a:pt x="7444971" y="1363820"/>
                  </a:lnTo>
                  <a:lnTo>
                    <a:pt x="7446029" y="1363100"/>
                  </a:lnTo>
                  <a:lnTo>
                    <a:pt x="7447087" y="1362207"/>
                  </a:lnTo>
                  <a:lnTo>
                    <a:pt x="7448145" y="1361002"/>
                  </a:lnTo>
                  <a:lnTo>
                    <a:pt x="7449203" y="1359538"/>
                  </a:lnTo>
                  <a:lnTo>
                    <a:pt x="7450261" y="1358045"/>
                  </a:lnTo>
                  <a:lnTo>
                    <a:pt x="7451318" y="1356660"/>
                  </a:lnTo>
                  <a:lnTo>
                    <a:pt x="7452376" y="1355694"/>
                  </a:lnTo>
                  <a:lnTo>
                    <a:pt x="7453434" y="1355507"/>
                  </a:lnTo>
                  <a:lnTo>
                    <a:pt x="7454492" y="1356141"/>
                  </a:lnTo>
                  <a:lnTo>
                    <a:pt x="7455550" y="1357451"/>
                  </a:lnTo>
                  <a:lnTo>
                    <a:pt x="7456608" y="1359327"/>
                  </a:lnTo>
                  <a:lnTo>
                    <a:pt x="7457665" y="1361771"/>
                  </a:lnTo>
                  <a:lnTo>
                    <a:pt x="7458723" y="1364729"/>
                  </a:lnTo>
                  <a:lnTo>
                    <a:pt x="7459781" y="1368149"/>
                  </a:lnTo>
                  <a:lnTo>
                    <a:pt x="7460839" y="1371881"/>
                  </a:lnTo>
                  <a:lnTo>
                    <a:pt x="7461897" y="1375937"/>
                  </a:lnTo>
                  <a:lnTo>
                    <a:pt x="7462955" y="1379981"/>
                  </a:lnTo>
                  <a:lnTo>
                    <a:pt x="7464012" y="1384087"/>
                  </a:lnTo>
                  <a:lnTo>
                    <a:pt x="7465070" y="1388280"/>
                  </a:lnTo>
                  <a:lnTo>
                    <a:pt x="7466128" y="1392554"/>
                  </a:lnTo>
                  <a:lnTo>
                    <a:pt x="7467186" y="1397203"/>
                  </a:lnTo>
                  <a:lnTo>
                    <a:pt x="7468244" y="1401808"/>
                  </a:lnTo>
                  <a:lnTo>
                    <a:pt x="7469302" y="1406599"/>
                  </a:lnTo>
                  <a:lnTo>
                    <a:pt x="7470360" y="1411804"/>
                  </a:lnTo>
                  <a:lnTo>
                    <a:pt x="7471417" y="1417648"/>
                  </a:lnTo>
                  <a:lnTo>
                    <a:pt x="7472475" y="1424683"/>
                  </a:lnTo>
                  <a:lnTo>
                    <a:pt x="7473533" y="1432422"/>
                  </a:lnTo>
                  <a:lnTo>
                    <a:pt x="7474591" y="1441218"/>
                  </a:lnTo>
                  <a:lnTo>
                    <a:pt x="7475649" y="1451315"/>
                  </a:lnTo>
                  <a:lnTo>
                    <a:pt x="7476707" y="1462703"/>
                  </a:lnTo>
                  <a:lnTo>
                    <a:pt x="7477764" y="1475654"/>
                  </a:lnTo>
                  <a:lnTo>
                    <a:pt x="7478822" y="1490157"/>
                  </a:lnTo>
                  <a:lnTo>
                    <a:pt x="7479880" y="1506167"/>
                  </a:lnTo>
                  <a:lnTo>
                    <a:pt x="7480938" y="1523523"/>
                  </a:lnTo>
                  <a:lnTo>
                    <a:pt x="7481996" y="1541500"/>
                  </a:lnTo>
                  <a:lnTo>
                    <a:pt x="7483054" y="1559029"/>
                  </a:lnTo>
                  <a:lnTo>
                    <a:pt x="7484111" y="1575820"/>
                  </a:lnTo>
                  <a:lnTo>
                    <a:pt x="7485169" y="1590743"/>
                  </a:lnTo>
                  <a:lnTo>
                    <a:pt x="7486227" y="1603398"/>
                  </a:lnTo>
                  <a:lnTo>
                    <a:pt x="7487285" y="1613716"/>
                  </a:lnTo>
                  <a:lnTo>
                    <a:pt x="7488343" y="1621081"/>
                  </a:lnTo>
                  <a:lnTo>
                    <a:pt x="7489401" y="1625993"/>
                  </a:lnTo>
                  <a:lnTo>
                    <a:pt x="7490458" y="1628431"/>
                  </a:lnTo>
                  <a:lnTo>
                    <a:pt x="7491516" y="1628531"/>
                  </a:lnTo>
                  <a:lnTo>
                    <a:pt x="7492574" y="1626857"/>
                  </a:lnTo>
                  <a:lnTo>
                    <a:pt x="7493632" y="1623363"/>
                  </a:lnTo>
                  <a:lnTo>
                    <a:pt x="7494690" y="1618722"/>
                  </a:lnTo>
                  <a:lnTo>
                    <a:pt x="7495748" y="1613203"/>
                  </a:lnTo>
                  <a:lnTo>
                    <a:pt x="7496806" y="1607037"/>
                  </a:lnTo>
                  <a:lnTo>
                    <a:pt x="7497863" y="1600950"/>
                  </a:lnTo>
                  <a:lnTo>
                    <a:pt x="7498921" y="1595510"/>
                  </a:lnTo>
                  <a:lnTo>
                    <a:pt x="7499979" y="1591168"/>
                  </a:lnTo>
                  <a:lnTo>
                    <a:pt x="7501037" y="1588215"/>
                  </a:lnTo>
                  <a:lnTo>
                    <a:pt x="7502095" y="1586377"/>
                  </a:lnTo>
                  <a:lnTo>
                    <a:pt x="7503153" y="1585248"/>
                  </a:lnTo>
                  <a:lnTo>
                    <a:pt x="7504210" y="1584741"/>
                  </a:lnTo>
                  <a:lnTo>
                    <a:pt x="7505268" y="1584752"/>
                  </a:lnTo>
                  <a:lnTo>
                    <a:pt x="7506326" y="1585003"/>
                  </a:lnTo>
                  <a:lnTo>
                    <a:pt x="7507384" y="1585355"/>
                  </a:lnTo>
                  <a:lnTo>
                    <a:pt x="7508442" y="1585493"/>
                  </a:lnTo>
                  <a:lnTo>
                    <a:pt x="7509500" y="1585097"/>
                  </a:lnTo>
                  <a:lnTo>
                    <a:pt x="7510557" y="1584115"/>
                  </a:lnTo>
                  <a:lnTo>
                    <a:pt x="7511615" y="1582474"/>
                  </a:lnTo>
                  <a:lnTo>
                    <a:pt x="7512673" y="1580049"/>
                  </a:lnTo>
                  <a:lnTo>
                    <a:pt x="7513731" y="1576658"/>
                  </a:lnTo>
                  <a:lnTo>
                    <a:pt x="7514789" y="1572481"/>
                  </a:lnTo>
                  <a:lnTo>
                    <a:pt x="7515847" y="1567490"/>
                  </a:lnTo>
                  <a:lnTo>
                    <a:pt x="7516904" y="1562366"/>
                  </a:lnTo>
                  <a:lnTo>
                    <a:pt x="7517962" y="1557695"/>
                  </a:lnTo>
                  <a:lnTo>
                    <a:pt x="7519020" y="1553962"/>
                  </a:lnTo>
                  <a:lnTo>
                    <a:pt x="7520078" y="1550862"/>
                  </a:lnTo>
                  <a:lnTo>
                    <a:pt x="7521136" y="1548585"/>
                  </a:lnTo>
                  <a:lnTo>
                    <a:pt x="7522194" y="1546751"/>
                  </a:lnTo>
                  <a:lnTo>
                    <a:pt x="7523252" y="1545121"/>
                  </a:lnTo>
                  <a:lnTo>
                    <a:pt x="7524309" y="1543871"/>
                  </a:lnTo>
                  <a:lnTo>
                    <a:pt x="7525367" y="1542547"/>
                  </a:lnTo>
                  <a:lnTo>
                    <a:pt x="7526425" y="1541086"/>
                  </a:lnTo>
                  <a:lnTo>
                    <a:pt x="7527483" y="1539645"/>
                  </a:lnTo>
                  <a:lnTo>
                    <a:pt x="7528541" y="1538736"/>
                  </a:lnTo>
                  <a:lnTo>
                    <a:pt x="7529599" y="1538622"/>
                  </a:lnTo>
                  <a:lnTo>
                    <a:pt x="7530656" y="1539348"/>
                  </a:lnTo>
                  <a:lnTo>
                    <a:pt x="7531714" y="1540905"/>
                  </a:lnTo>
                  <a:lnTo>
                    <a:pt x="7532772" y="1542650"/>
                  </a:lnTo>
                  <a:lnTo>
                    <a:pt x="7533830" y="1544164"/>
                  </a:lnTo>
                  <a:lnTo>
                    <a:pt x="7534888" y="1545260"/>
                  </a:lnTo>
                  <a:lnTo>
                    <a:pt x="7535946" y="1546491"/>
                  </a:lnTo>
                  <a:lnTo>
                    <a:pt x="7537003" y="1548035"/>
                  </a:lnTo>
                  <a:lnTo>
                    <a:pt x="7538061" y="1550311"/>
                  </a:lnTo>
                  <a:lnTo>
                    <a:pt x="7539119" y="1553278"/>
                  </a:lnTo>
                  <a:lnTo>
                    <a:pt x="7540177" y="1556877"/>
                  </a:lnTo>
                  <a:lnTo>
                    <a:pt x="7541235" y="1561796"/>
                  </a:lnTo>
                  <a:lnTo>
                    <a:pt x="7542293" y="1568299"/>
                  </a:lnTo>
                  <a:lnTo>
                    <a:pt x="7543350" y="1575958"/>
                  </a:lnTo>
                  <a:lnTo>
                    <a:pt x="7544408" y="1584071"/>
                  </a:lnTo>
                  <a:lnTo>
                    <a:pt x="7545466" y="1592386"/>
                  </a:lnTo>
                  <a:lnTo>
                    <a:pt x="7546524" y="1600664"/>
                  </a:lnTo>
                  <a:lnTo>
                    <a:pt x="7547582" y="1608851"/>
                  </a:lnTo>
                  <a:lnTo>
                    <a:pt x="7548640" y="1616768"/>
                  </a:lnTo>
                  <a:lnTo>
                    <a:pt x="7549698" y="1624342"/>
                  </a:lnTo>
                  <a:lnTo>
                    <a:pt x="7550755" y="1631535"/>
                  </a:lnTo>
                  <a:lnTo>
                    <a:pt x="7551813" y="1638171"/>
                  </a:lnTo>
                  <a:lnTo>
                    <a:pt x="7552871" y="1643902"/>
                  </a:lnTo>
                  <a:lnTo>
                    <a:pt x="7553929" y="1648399"/>
                  </a:lnTo>
                  <a:lnTo>
                    <a:pt x="7554987" y="1651916"/>
                  </a:lnTo>
                  <a:lnTo>
                    <a:pt x="7556045" y="1654778"/>
                  </a:lnTo>
                  <a:lnTo>
                    <a:pt x="7557102" y="1657057"/>
                  </a:lnTo>
                  <a:lnTo>
                    <a:pt x="7558160" y="1658658"/>
                  </a:lnTo>
                  <a:lnTo>
                    <a:pt x="7559218" y="1660043"/>
                  </a:lnTo>
                  <a:lnTo>
                    <a:pt x="7560276" y="1661600"/>
                  </a:lnTo>
                  <a:lnTo>
                    <a:pt x="7561334" y="1663700"/>
                  </a:lnTo>
                  <a:lnTo>
                    <a:pt x="7562392" y="1666731"/>
                  </a:lnTo>
                  <a:lnTo>
                    <a:pt x="7563449" y="1670745"/>
                  </a:lnTo>
                  <a:lnTo>
                    <a:pt x="7564507" y="1675841"/>
                  </a:lnTo>
                  <a:lnTo>
                    <a:pt x="7565565" y="1682398"/>
                  </a:lnTo>
                  <a:lnTo>
                    <a:pt x="7566623" y="1690283"/>
                  </a:lnTo>
                  <a:lnTo>
                    <a:pt x="7567681" y="1699416"/>
                  </a:lnTo>
                  <a:lnTo>
                    <a:pt x="7568739" y="1710053"/>
                  </a:lnTo>
                  <a:lnTo>
                    <a:pt x="7569796" y="1721940"/>
                  </a:lnTo>
                  <a:lnTo>
                    <a:pt x="7570854" y="1734419"/>
                  </a:lnTo>
                  <a:lnTo>
                    <a:pt x="7571912" y="1747678"/>
                  </a:lnTo>
                  <a:lnTo>
                    <a:pt x="7572970" y="1762427"/>
                  </a:lnTo>
                  <a:lnTo>
                    <a:pt x="7574028" y="1779228"/>
                  </a:lnTo>
                  <a:lnTo>
                    <a:pt x="7575086" y="1798188"/>
                  </a:lnTo>
                  <a:lnTo>
                    <a:pt x="7576144" y="1819128"/>
                  </a:lnTo>
                  <a:lnTo>
                    <a:pt x="7577201" y="1841655"/>
                  </a:lnTo>
                  <a:lnTo>
                    <a:pt x="7578259" y="1865829"/>
                  </a:lnTo>
                  <a:lnTo>
                    <a:pt x="7579317" y="1891563"/>
                  </a:lnTo>
                  <a:lnTo>
                    <a:pt x="7580375" y="1917999"/>
                  </a:lnTo>
                  <a:lnTo>
                    <a:pt x="7581433" y="1943314"/>
                  </a:lnTo>
                  <a:lnTo>
                    <a:pt x="7582491" y="1966715"/>
                  </a:lnTo>
                  <a:lnTo>
                    <a:pt x="7583548" y="1987259"/>
                  </a:lnTo>
                  <a:lnTo>
                    <a:pt x="7584606" y="2004802"/>
                  </a:lnTo>
                  <a:lnTo>
                    <a:pt x="7585664" y="2020049"/>
                  </a:lnTo>
                  <a:lnTo>
                    <a:pt x="7586722" y="2034374"/>
                  </a:lnTo>
                  <a:lnTo>
                    <a:pt x="7587780" y="2047086"/>
                  </a:lnTo>
                  <a:lnTo>
                    <a:pt x="7588838" y="2057009"/>
                  </a:lnTo>
                  <a:lnTo>
                    <a:pt x="7589895" y="2063266"/>
                  </a:lnTo>
                  <a:lnTo>
                    <a:pt x="7590953" y="2065671"/>
                  </a:lnTo>
                  <a:lnTo>
                    <a:pt x="7592011" y="2064351"/>
                  </a:lnTo>
                  <a:lnTo>
                    <a:pt x="7593069" y="2059642"/>
                  </a:lnTo>
                  <a:lnTo>
                    <a:pt x="7594127" y="2051389"/>
                  </a:lnTo>
                  <a:lnTo>
                    <a:pt x="7595185" y="2040160"/>
                  </a:lnTo>
                  <a:lnTo>
                    <a:pt x="7596242" y="2027497"/>
                  </a:lnTo>
                  <a:lnTo>
                    <a:pt x="7597300" y="2014894"/>
                  </a:lnTo>
                  <a:lnTo>
                    <a:pt x="7598358" y="2003341"/>
                  </a:lnTo>
                  <a:lnTo>
                    <a:pt x="7599416" y="1993578"/>
                  </a:lnTo>
                  <a:lnTo>
                    <a:pt x="7600474" y="1985271"/>
                  </a:lnTo>
                  <a:lnTo>
                    <a:pt x="7601532" y="1978248"/>
                  </a:lnTo>
                  <a:lnTo>
                    <a:pt x="7602590" y="1971970"/>
                  </a:lnTo>
                  <a:lnTo>
                    <a:pt x="7603647" y="1966433"/>
                  </a:lnTo>
                  <a:lnTo>
                    <a:pt x="7604705" y="1961769"/>
                  </a:lnTo>
                  <a:lnTo>
                    <a:pt x="7605763" y="1957946"/>
                  </a:lnTo>
                  <a:lnTo>
                    <a:pt x="7606821" y="1955342"/>
                  </a:lnTo>
                  <a:lnTo>
                    <a:pt x="7607879" y="1954356"/>
                  </a:lnTo>
                  <a:lnTo>
                    <a:pt x="7608937" y="1954853"/>
                  </a:lnTo>
                  <a:lnTo>
                    <a:pt x="7609994" y="1956475"/>
                  </a:lnTo>
                  <a:lnTo>
                    <a:pt x="7611052" y="1959036"/>
                  </a:lnTo>
                  <a:lnTo>
                    <a:pt x="7612110" y="1962052"/>
                  </a:lnTo>
                  <a:lnTo>
                    <a:pt x="7613168" y="1965593"/>
                  </a:lnTo>
                  <a:lnTo>
                    <a:pt x="7614226" y="1969377"/>
                  </a:lnTo>
                  <a:lnTo>
                    <a:pt x="7615284" y="1973188"/>
                  </a:lnTo>
                  <a:lnTo>
                    <a:pt x="7616341" y="1977069"/>
                  </a:lnTo>
                  <a:lnTo>
                    <a:pt x="7617399" y="1981179"/>
                  </a:lnTo>
                  <a:lnTo>
                    <a:pt x="7618457" y="1985582"/>
                  </a:lnTo>
                  <a:lnTo>
                    <a:pt x="7619515" y="1990984"/>
                  </a:lnTo>
                  <a:lnTo>
                    <a:pt x="7620573" y="1997344"/>
                  </a:lnTo>
                  <a:lnTo>
                    <a:pt x="7621631" y="2005232"/>
                  </a:lnTo>
                  <a:lnTo>
                    <a:pt x="7622688" y="2013897"/>
                  </a:lnTo>
                  <a:lnTo>
                    <a:pt x="7623746" y="2022780"/>
                  </a:lnTo>
                  <a:lnTo>
                    <a:pt x="7624804" y="2030871"/>
                  </a:lnTo>
                  <a:lnTo>
                    <a:pt x="7625862" y="2037565"/>
                  </a:lnTo>
                  <a:lnTo>
                    <a:pt x="7626920" y="2042239"/>
                  </a:lnTo>
                  <a:lnTo>
                    <a:pt x="7627978" y="2044833"/>
                  </a:lnTo>
                  <a:lnTo>
                    <a:pt x="7629036" y="2045457"/>
                  </a:lnTo>
                  <a:lnTo>
                    <a:pt x="7630093" y="2044503"/>
                  </a:lnTo>
                  <a:lnTo>
                    <a:pt x="7631151" y="2041928"/>
                  </a:lnTo>
                  <a:lnTo>
                    <a:pt x="7632209" y="2037814"/>
                  </a:lnTo>
                  <a:lnTo>
                    <a:pt x="7633267" y="2032901"/>
                  </a:lnTo>
                  <a:lnTo>
                    <a:pt x="7634325" y="2027559"/>
                  </a:lnTo>
                  <a:lnTo>
                    <a:pt x="7635383" y="2021554"/>
                  </a:lnTo>
                  <a:lnTo>
                    <a:pt x="7636440" y="2014893"/>
                  </a:lnTo>
                  <a:lnTo>
                    <a:pt x="7637498" y="2007269"/>
                  </a:lnTo>
                  <a:lnTo>
                    <a:pt x="7638556" y="1998918"/>
                  </a:lnTo>
                  <a:lnTo>
                    <a:pt x="7639614" y="1989862"/>
                  </a:lnTo>
                  <a:lnTo>
                    <a:pt x="7640672" y="1981366"/>
                  </a:lnTo>
                  <a:lnTo>
                    <a:pt x="7641730" y="1974180"/>
                  </a:lnTo>
                  <a:lnTo>
                    <a:pt x="7642787" y="1968219"/>
                  </a:lnTo>
                  <a:lnTo>
                    <a:pt x="7643845" y="1963622"/>
                  </a:lnTo>
                  <a:lnTo>
                    <a:pt x="7644903" y="1960204"/>
                  </a:lnTo>
                  <a:lnTo>
                    <a:pt x="7645961" y="1957557"/>
                  </a:lnTo>
                  <a:lnTo>
                    <a:pt x="7647019" y="1955930"/>
                  </a:lnTo>
                  <a:lnTo>
                    <a:pt x="7648077" y="1954832"/>
                  </a:lnTo>
                  <a:lnTo>
                    <a:pt x="7649134" y="1953339"/>
                  </a:lnTo>
                  <a:lnTo>
                    <a:pt x="7650192" y="1951187"/>
                  </a:lnTo>
                  <a:lnTo>
                    <a:pt x="7651250" y="1947812"/>
                  </a:lnTo>
                  <a:lnTo>
                    <a:pt x="7652308" y="1942635"/>
                  </a:lnTo>
                  <a:lnTo>
                    <a:pt x="7653366" y="1935375"/>
                  </a:lnTo>
                  <a:lnTo>
                    <a:pt x="7654424" y="1926032"/>
                  </a:lnTo>
                  <a:lnTo>
                    <a:pt x="7655482" y="1914901"/>
                  </a:lnTo>
                  <a:lnTo>
                    <a:pt x="7656539" y="1902083"/>
                  </a:lnTo>
                  <a:lnTo>
                    <a:pt x="7657597" y="1887478"/>
                  </a:lnTo>
                  <a:lnTo>
                    <a:pt x="7658655" y="1872017"/>
                  </a:lnTo>
                  <a:lnTo>
                    <a:pt x="7659713" y="1856521"/>
                  </a:lnTo>
                  <a:lnTo>
                    <a:pt x="7660771" y="1841216"/>
                  </a:lnTo>
                  <a:lnTo>
                    <a:pt x="7661829" y="1826297"/>
                  </a:lnTo>
                  <a:lnTo>
                    <a:pt x="7662886" y="1811954"/>
                  </a:lnTo>
                  <a:lnTo>
                    <a:pt x="7663944" y="1798469"/>
                  </a:lnTo>
                  <a:lnTo>
                    <a:pt x="7665002" y="1785925"/>
                  </a:lnTo>
                  <a:lnTo>
                    <a:pt x="7666060" y="1774180"/>
                  </a:lnTo>
                  <a:lnTo>
                    <a:pt x="7667118" y="1763163"/>
                  </a:lnTo>
                  <a:lnTo>
                    <a:pt x="7668176" y="1752946"/>
                  </a:lnTo>
                  <a:lnTo>
                    <a:pt x="7669233" y="1743596"/>
                  </a:lnTo>
                  <a:lnTo>
                    <a:pt x="7670291" y="1735181"/>
                  </a:lnTo>
                  <a:lnTo>
                    <a:pt x="7671349" y="1727733"/>
                  </a:lnTo>
                  <a:lnTo>
                    <a:pt x="7672407" y="1721185"/>
                  </a:lnTo>
                  <a:lnTo>
                    <a:pt x="7673465" y="1715691"/>
                  </a:lnTo>
                  <a:lnTo>
                    <a:pt x="7674523" y="1711081"/>
                  </a:lnTo>
                  <a:lnTo>
                    <a:pt x="7675580" y="1707294"/>
                  </a:lnTo>
                  <a:lnTo>
                    <a:pt x="7676638" y="1704513"/>
                  </a:lnTo>
                  <a:lnTo>
                    <a:pt x="7677696" y="1702739"/>
                  </a:lnTo>
                  <a:lnTo>
                    <a:pt x="7678754" y="1701687"/>
                  </a:lnTo>
                  <a:lnTo>
                    <a:pt x="7679812" y="1701494"/>
                  </a:lnTo>
                  <a:lnTo>
                    <a:pt x="7680870" y="1702464"/>
                  </a:lnTo>
                  <a:lnTo>
                    <a:pt x="7681928" y="1704722"/>
                  </a:lnTo>
                  <a:lnTo>
                    <a:pt x="7682985" y="1708302"/>
                  </a:lnTo>
                  <a:lnTo>
                    <a:pt x="7684043" y="1713571"/>
                  </a:lnTo>
                  <a:lnTo>
                    <a:pt x="7685101" y="1720758"/>
                  </a:lnTo>
                  <a:lnTo>
                    <a:pt x="7686159" y="1729950"/>
                  </a:lnTo>
                  <a:lnTo>
                    <a:pt x="7687217" y="1741217"/>
                  </a:lnTo>
                  <a:lnTo>
                    <a:pt x="7688275" y="1754211"/>
                  </a:lnTo>
                  <a:lnTo>
                    <a:pt x="7689332" y="1768863"/>
                  </a:lnTo>
                  <a:lnTo>
                    <a:pt x="7690390" y="1784768"/>
                  </a:lnTo>
                  <a:lnTo>
                    <a:pt x="7691448" y="1801405"/>
                  </a:lnTo>
                  <a:lnTo>
                    <a:pt x="7692506" y="1818316"/>
                  </a:lnTo>
                  <a:lnTo>
                    <a:pt x="7693564" y="1835285"/>
                  </a:lnTo>
                  <a:lnTo>
                    <a:pt x="7694622" y="1852176"/>
                  </a:lnTo>
                  <a:lnTo>
                    <a:pt x="7695679" y="1869192"/>
                  </a:lnTo>
                  <a:lnTo>
                    <a:pt x="7696737" y="1886066"/>
                  </a:lnTo>
                  <a:lnTo>
                    <a:pt x="7697795" y="1902899"/>
                  </a:lnTo>
                  <a:lnTo>
                    <a:pt x="7698853" y="1919937"/>
                  </a:lnTo>
                  <a:lnTo>
                    <a:pt x="7699911" y="1936645"/>
                  </a:lnTo>
                  <a:lnTo>
                    <a:pt x="7700969" y="1952859"/>
                  </a:lnTo>
                  <a:lnTo>
                    <a:pt x="7702026" y="1968602"/>
                  </a:lnTo>
                  <a:lnTo>
                    <a:pt x="7703084" y="1983877"/>
                  </a:lnTo>
                  <a:lnTo>
                    <a:pt x="7704142" y="1999132"/>
                  </a:lnTo>
                  <a:lnTo>
                    <a:pt x="7705200" y="2014812"/>
                  </a:lnTo>
                  <a:lnTo>
                    <a:pt x="7706258" y="2031647"/>
                  </a:lnTo>
                  <a:lnTo>
                    <a:pt x="7707316" y="2050260"/>
                  </a:lnTo>
                  <a:lnTo>
                    <a:pt x="7708374" y="2071211"/>
                  </a:lnTo>
                  <a:lnTo>
                    <a:pt x="7709431" y="2094666"/>
                  </a:lnTo>
                  <a:lnTo>
                    <a:pt x="7710489" y="2121119"/>
                  </a:lnTo>
                  <a:lnTo>
                    <a:pt x="7711547" y="2149834"/>
                  </a:lnTo>
                  <a:lnTo>
                    <a:pt x="7712605" y="2179821"/>
                  </a:lnTo>
                  <a:lnTo>
                    <a:pt x="7713663" y="2210463"/>
                  </a:lnTo>
                  <a:lnTo>
                    <a:pt x="7714721" y="2241533"/>
                  </a:lnTo>
                  <a:lnTo>
                    <a:pt x="7715778" y="2273017"/>
                  </a:lnTo>
                  <a:lnTo>
                    <a:pt x="7716836" y="2304439"/>
                  </a:lnTo>
                  <a:lnTo>
                    <a:pt x="7717894" y="2335621"/>
                  </a:lnTo>
                  <a:lnTo>
                    <a:pt x="7718952" y="2366390"/>
                  </a:lnTo>
                  <a:lnTo>
                    <a:pt x="7720010" y="2396915"/>
                  </a:lnTo>
                  <a:lnTo>
                    <a:pt x="7721068" y="2426958"/>
                  </a:lnTo>
                  <a:lnTo>
                    <a:pt x="7722125" y="2455739"/>
                  </a:lnTo>
                  <a:lnTo>
                    <a:pt x="7723183" y="2481651"/>
                  </a:lnTo>
                  <a:lnTo>
                    <a:pt x="7724241" y="2503546"/>
                  </a:lnTo>
                  <a:lnTo>
                    <a:pt x="7725299" y="2520654"/>
                  </a:lnTo>
                  <a:lnTo>
                    <a:pt x="7726357" y="2532752"/>
                  </a:lnTo>
                  <a:lnTo>
                    <a:pt x="7727415" y="2541123"/>
                  </a:lnTo>
                  <a:lnTo>
                    <a:pt x="7728472" y="2547335"/>
                  </a:lnTo>
                  <a:lnTo>
                    <a:pt x="7729530" y="2551817"/>
                  </a:lnTo>
                  <a:lnTo>
                    <a:pt x="7730588" y="2555516"/>
                  </a:lnTo>
                  <a:lnTo>
                    <a:pt x="7731646" y="2559812"/>
                  </a:lnTo>
                  <a:lnTo>
                    <a:pt x="7732704" y="2565008"/>
                  </a:lnTo>
                  <a:lnTo>
                    <a:pt x="7733762" y="2570844"/>
                  </a:lnTo>
                  <a:lnTo>
                    <a:pt x="7734820" y="2576870"/>
                  </a:lnTo>
                  <a:lnTo>
                    <a:pt x="7735877" y="2582780"/>
                  </a:lnTo>
                  <a:lnTo>
                    <a:pt x="7736935" y="2587666"/>
                  </a:lnTo>
                  <a:lnTo>
                    <a:pt x="7737993" y="2591942"/>
                  </a:lnTo>
                  <a:lnTo>
                    <a:pt x="7739051" y="2596075"/>
                  </a:lnTo>
                  <a:lnTo>
                    <a:pt x="7740109" y="2600333"/>
                  </a:lnTo>
                  <a:lnTo>
                    <a:pt x="7741167" y="2605750"/>
                  </a:lnTo>
                  <a:lnTo>
                    <a:pt x="7742224" y="2612097"/>
                  </a:lnTo>
                  <a:lnTo>
                    <a:pt x="7743282" y="2618432"/>
                  </a:lnTo>
                  <a:lnTo>
                    <a:pt x="7744340" y="2624933"/>
                  </a:lnTo>
                  <a:lnTo>
                    <a:pt x="7745398" y="2631559"/>
                  </a:lnTo>
                  <a:lnTo>
                    <a:pt x="7746456" y="2637212"/>
                  </a:lnTo>
                  <a:lnTo>
                    <a:pt x="7747514" y="2641383"/>
                  </a:lnTo>
                  <a:lnTo>
                    <a:pt x="7748571" y="2643798"/>
                  </a:lnTo>
                  <a:lnTo>
                    <a:pt x="7749629" y="2644620"/>
                  </a:lnTo>
                  <a:lnTo>
                    <a:pt x="7750687" y="2643697"/>
                  </a:lnTo>
                  <a:lnTo>
                    <a:pt x="7751745" y="2639917"/>
                  </a:lnTo>
                  <a:lnTo>
                    <a:pt x="7752803" y="2633673"/>
                  </a:lnTo>
                  <a:lnTo>
                    <a:pt x="7753861" y="2625434"/>
                  </a:lnTo>
                  <a:lnTo>
                    <a:pt x="7754918" y="2615922"/>
                  </a:lnTo>
                  <a:lnTo>
                    <a:pt x="7755976" y="2605407"/>
                  </a:lnTo>
                  <a:lnTo>
                    <a:pt x="7757034" y="2593692"/>
                  </a:lnTo>
                  <a:lnTo>
                    <a:pt x="7758092" y="2581150"/>
                  </a:lnTo>
                  <a:lnTo>
                    <a:pt x="7759150" y="2567992"/>
                  </a:lnTo>
                  <a:lnTo>
                    <a:pt x="7760208" y="2553615"/>
                  </a:lnTo>
                  <a:lnTo>
                    <a:pt x="7761266" y="2538183"/>
                  </a:lnTo>
                  <a:lnTo>
                    <a:pt x="7762323" y="2522239"/>
                  </a:lnTo>
                  <a:lnTo>
                    <a:pt x="7763381" y="2505624"/>
                  </a:lnTo>
                  <a:lnTo>
                    <a:pt x="7764439" y="2488495"/>
                  </a:lnTo>
                  <a:lnTo>
                    <a:pt x="7765497" y="2471369"/>
                  </a:lnTo>
                  <a:lnTo>
                    <a:pt x="7766555" y="2454638"/>
                  </a:lnTo>
                  <a:lnTo>
                    <a:pt x="7767613" y="2439274"/>
                  </a:lnTo>
                  <a:lnTo>
                    <a:pt x="7768670" y="2424955"/>
                  </a:lnTo>
                  <a:lnTo>
                    <a:pt x="7769728" y="2411365"/>
                  </a:lnTo>
                  <a:lnTo>
                    <a:pt x="7770786" y="2398148"/>
                  </a:lnTo>
                  <a:lnTo>
                    <a:pt x="7771844" y="2385636"/>
                  </a:lnTo>
                  <a:lnTo>
                    <a:pt x="7772902" y="2374240"/>
                  </a:lnTo>
                  <a:lnTo>
                    <a:pt x="7773960" y="2364043"/>
                  </a:lnTo>
                  <a:lnTo>
                    <a:pt x="7775017" y="2355305"/>
                  </a:lnTo>
                  <a:lnTo>
                    <a:pt x="7776075" y="2349096"/>
                  </a:lnTo>
                  <a:lnTo>
                    <a:pt x="7777133" y="2345650"/>
                  </a:lnTo>
                  <a:lnTo>
                    <a:pt x="7778191" y="2345010"/>
                  </a:lnTo>
                  <a:lnTo>
                    <a:pt x="7779249" y="2346963"/>
                  </a:lnTo>
                  <a:lnTo>
                    <a:pt x="7780307" y="2350960"/>
                  </a:lnTo>
                  <a:lnTo>
                    <a:pt x="7781364" y="2356314"/>
                  </a:lnTo>
                  <a:lnTo>
                    <a:pt x="7782422" y="2363067"/>
                  </a:lnTo>
                  <a:lnTo>
                    <a:pt x="7783480" y="2370711"/>
                  </a:lnTo>
                  <a:lnTo>
                    <a:pt x="7784538" y="2379088"/>
                  </a:lnTo>
                  <a:lnTo>
                    <a:pt x="7785596" y="2388323"/>
                  </a:lnTo>
                  <a:lnTo>
                    <a:pt x="7786654" y="2398501"/>
                  </a:lnTo>
                  <a:lnTo>
                    <a:pt x="7787712" y="2409236"/>
                  </a:lnTo>
                  <a:lnTo>
                    <a:pt x="7788769" y="2420262"/>
                  </a:lnTo>
                  <a:lnTo>
                    <a:pt x="7789827" y="2431204"/>
                  </a:lnTo>
                  <a:lnTo>
                    <a:pt x="7790885" y="2441564"/>
                  </a:lnTo>
                  <a:lnTo>
                    <a:pt x="7791943" y="2450522"/>
                  </a:lnTo>
                  <a:lnTo>
                    <a:pt x="7793001" y="2457540"/>
                  </a:lnTo>
                  <a:lnTo>
                    <a:pt x="7794059" y="2462033"/>
                  </a:lnTo>
                  <a:lnTo>
                    <a:pt x="7795116" y="2464343"/>
                  </a:lnTo>
                  <a:lnTo>
                    <a:pt x="7796174" y="2465079"/>
                  </a:lnTo>
                  <a:lnTo>
                    <a:pt x="7797232" y="2464628"/>
                  </a:lnTo>
                  <a:lnTo>
                    <a:pt x="7798290" y="2462769"/>
                  </a:lnTo>
                  <a:lnTo>
                    <a:pt x="7799348" y="2459006"/>
                  </a:lnTo>
                  <a:lnTo>
                    <a:pt x="7800406" y="2453721"/>
                  </a:lnTo>
                  <a:lnTo>
                    <a:pt x="7801463" y="2447203"/>
                  </a:lnTo>
                  <a:lnTo>
                    <a:pt x="7802521" y="2439149"/>
                  </a:lnTo>
                  <a:lnTo>
                    <a:pt x="7803579" y="2428755"/>
                  </a:lnTo>
                  <a:lnTo>
                    <a:pt x="7804637" y="2416418"/>
                  </a:lnTo>
                  <a:lnTo>
                    <a:pt x="7805695" y="2402987"/>
                  </a:lnTo>
                  <a:lnTo>
                    <a:pt x="7806753" y="2389365"/>
                  </a:lnTo>
                  <a:lnTo>
                    <a:pt x="7807810" y="2375678"/>
                  </a:lnTo>
                  <a:lnTo>
                    <a:pt x="7808868" y="2362147"/>
                  </a:lnTo>
                  <a:lnTo>
                    <a:pt x="7809926" y="2349723"/>
                  </a:lnTo>
                  <a:lnTo>
                    <a:pt x="7810984" y="2338630"/>
                  </a:lnTo>
                  <a:lnTo>
                    <a:pt x="7812042" y="2328758"/>
                  </a:lnTo>
                  <a:lnTo>
                    <a:pt x="7813100" y="2320584"/>
                  </a:lnTo>
                  <a:lnTo>
                    <a:pt x="7814158" y="2314271"/>
                  </a:lnTo>
                  <a:lnTo>
                    <a:pt x="7815215" y="2310226"/>
                  </a:lnTo>
                  <a:lnTo>
                    <a:pt x="7816273" y="2308540"/>
                  </a:lnTo>
                  <a:lnTo>
                    <a:pt x="7817331" y="2308737"/>
                  </a:lnTo>
                  <a:lnTo>
                    <a:pt x="7818389" y="2310511"/>
                  </a:lnTo>
                  <a:lnTo>
                    <a:pt x="7819447" y="2313711"/>
                  </a:lnTo>
                  <a:lnTo>
                    <a:pt x="7820505" y="2316690"/>
                  </a:lnTo>
                  <a:lnTo>
                    <a:pt x="7821562" y="2317905"/>
                  </a:lnTo>
                  <a:lnTo>
                    <a:pt x="7822620" y="2315466"/>
                  </a:lnTo>
                  <a:lnTo>
                    <a:pt x="7823678" y="2307522"/>
                  </a:lnTo>
                  <a:lnTo>
                    <a:pt x="7824736" y="2293153"/>
                  </a:lnTo>
                  <a:lnTo>
                    <a:pt x="7825794" y="2270904"/>
                  </a:lnTo>
                  <a:lnTo>
                    <a:pt x="7826852" y="2242366"/>
                  </a:lnTo>
                  <a:lnTo>
                    <a:pt x="7827909" y="2209507"/>
                  </a:lnTo>
                  <a:lnTo>
                    <a:pt x="7828967" y="2172154"/>
                  </a:lnTo>
                  <a:lnTo>
                    <a:pt x="7830025" y="2130496"/>
                  </a:lnTo>
                  <a:lnTo>
                    <a:pt x="7831083" y="2085581"/>
                  </a:lnTo>
                  <a:lnTo>
                    <a:pt x="7832141" y="2037082"/>
                  </a:lnTo>
                  <a:lnTo>
                    <a:pt x="7833199" y="1986386"/>
                  </a:lnTo>
                  <a:lnTo>
                    <a:pt x="7834256" y="1934806"/>
                  </a:lnTo>
                  <a:lnTo>
                    <a:pt x="7835314" y="1883028"/>
                  </a:lnTo>
                  <a:lnTo>
                    <a:pt x="7836372" y="1832672"/>
                  </a:lnTo>
                  <a:lnTo>
                    <a:pt x="7837430" y="1783845"/>
                  </a:lnTo>
                  <a:lnTo>
                    <a:pt x="7838488" y="1736989"/>
                  </a:lnTo>
                  <a:lnTo>
                    <a:pt x="7839546" y="1692576"/>
                  </a:lnTo>
                  <a:lnTo>
                    <a:pt x="7840604" y="1650527"/>
                  </a:lnTo>
                  <a:lnTo>
                    <a:pt x="7841661" y="1610400"/>
                  </a:lnTo>
                  <a:lnTo>
                    <a:pt x="7842719" y="1571475"/>
                  </a:lnTo>
                  <a:lnTo>
                    <a:pt x="7843777" y="1533504"/>
                  </a:lnTo>
                  <a:lnTo>
                    <a:pt x="7844835" y="1496890"/>
                  </a:lnTo>
                  <a:lnTo>
                    <a:pt x="7845893" y="1462299"/>
                  </a:lnTo>
                  <a:lnTo>
                    <a:pt x="7846951" y="1429971"/>
                  </a:lnTo>
                  <a:lnTo>
                    <a:pt x="7848008" y="1400390"/>
                  </a:lnTo>
                  <a:lnTo>
                    <a:pt x="7849066" y="1373282"/>
                  </a:lnTo>
                  <a:lnTo>
                    <a:pt x="7850124" y="1348624"/>
                  </a:lnTo>
                  <a:lnTo>
                    <a:pt x="7851182" y="1326324"/>
                  </a:lnTo>
                  <a:lnTo>
                    <a:pt x="7852240" y="1305987"/>
                  </a:lnTo>
                  <a:lnTo>
                    <a:pt x="7853298" y="1287509"/>
                  </a:lnTo>
                  <a:lnTo>
                    <a:pt x="7854355" y="1270794"/>
                  </a:lnTo>
                  <a:lnTo>
                    <a:pt x="7855413" y="1255863"/>
                  </a:lnTo>
                  <a:lnTo>
                    <a:pt x="7856471" y="1242933"/>
                  </a:lnTo>
                  <a:lnTo>
                    <a:pt x="7857529" y="1232123"/>
                  </a:lnTo>
                  <a:lnTo>
                    <a:pt x="7858587" y="1222903"/>
                  </a:lnTo>
                  <a:lnTo>
                    <a:pt x="7859645" y="1214904"/>
                  </a:lnTo>
                  <a:lnTo>
                    <a:pt x="7860702" y="1207755"/>
                  </a:lnTo>
                  <a:lnTo>
                    <a:pt x="7861760" y="1200787"/>
                  </a:lnTo>
                  <a:lnTo>
                    <a:pt x="7862818" y="1193581"/>
                  </a:lnTo>
                  <a:lnTo>
                    <a:pt x="7863876" y="1185598"/>
                  </a:lnTo>
                  <a:lnTo>
                    <a:pt x="7864934" y="1176883"/>
                  </a:lnTo>
                  <a:lnTo>
                    <a:pt x="7865992" y="1167705"/>
                  </a:lnTo>
                  <a:lnTo>
                    <a:pt x="7867050" y="1158256"/>
                  </a:lnTo>
                  <a:lnTo>
                    <a:pt x="7868107" y="1148528"/>
                  </a:lnTo>
                  <a:lnTo>
                    <a:pt x="7869165" y="1138738"/>
                  </a:lnTo>
                  <a:lnTo>
                    <a:pt x="7870223" y="1128952"/>
                  </a:lnTo>
                  <a:lnTo>
                    <a:pt x="7871281" y="1119218"/>
                  </a:lnTo>
                  <a:lnTo>
                    <a:pt x="7872339" y="1109534"/>
                  </a:lnTo>
                  <a:lnTo>
                    <a:pt x="7873397" y="1100168"/>
                  </a:lnTo>
                  <a:lnTo>
                    <a:pt x="7874454" y="1091763"/>
                  </a:lnTo>
                  <a:lnTo>
                    <a:pt x="7875512" y="1084562"/>
                  </a:lnTo>
                  <a:lnTo>
                    <a:pt x="7876570" y="1078825"/>
                  </a:lnTo>
                  <a:lnTo>
                    <a:pt x="7877628" y="1074857"/>
                  </a:lnTo>
                  <a:lnTo>
                    <a:pt x="7878686" y="1072910"/>
                  </a:lnTo>
                  <a:lnTo>
                    <a:pt x="7879744" y="1073054"/>
                  </a:lnTo>
                  <a:lnTo>
                    <a:pt x="7880801" y="1074964"/>
                  </a:lnTo>
                  <a:lnTo>
                    <a:pt x="7881859" y="1078286"/>
                  </a:lnTo>
                  <a:lnTo>
                    <a:pt x="7882917" y="1082996"/>
                  </a:lnTo>
                  <a:lnTo>
                    <a:pt x="7883975" y="1089086"/>
                  </a:lnTo>
                  <a:lnTo>
                    <a:pt x="7885033" y="1096631"/>
                  </a:lnTo>
                  <a:lnTo>
                    <a:pt x="7886091" y="1105473"/>
                  </a:lnTo>
                  <a:lnTo>
                    <a:pt x="7887148" y="1115363"/>
                  </a:lnTo>
                  <a:lnTo>
                    <a:pt x="7888206" y="1126260"/>
                  </a:lnTo>
                  <a:lnTo>
                    <a:pt x="7889264" y="1137832"/>
                  </a:lnTo>
                  <a:lnTo>
                    <a:pt x="7890322" y="1149962"/>
                  </a:lnTo>
                  <a:lnTo>
                    <a:pt x="7891380" y="1162490"/>
                  </a:lnTo>
                  <a:lnTo>
                    <a:pt x="7892438" y="1175247"/>
                  </a:lnTo>
                  <a:lnTo>
                    <a:pt x="7893496" y="1187931"/>
                  </a:lnTo>
                  <a:lnTo>
                    <a:pt x="7894553" y="1200530"/>
                  </a:lnTo>
                  <a:lnTo>
                    <a:pt x="7895611" y="1213265"/>
                  </a:lnTo>
                  <a:lnTo>
                    <a:pt x="7896669" y="1226244"/>
                  </a:lnTo>
                  <a:lnTo>
                    <a:pt x="7897727" y="1239048"/>
                  </a:lnTo>
                  <a:lnTo>
                    <a:pt x="7898785" y="1251369"/>
                  </a:lnTo>
                  <a:lnTo>
                    <a:pt x="7899843" y="1262916"/>
                  </a:lnTo>
                  <a:lnTo>
                    <a:pt x="7900900" y="1273403"/>
                  </a:lnTo>
                  <a:lnTo>
                    <a:pt x="7901958" y="1283146"/>
                  </a:lnTo>
                  <a:lnTo>
                    <a:pt x="7903016" y="1292244"/>
                  </a:lnTo>
                  <a:lnTo>
                    <a:pt x="7904074" y="1300599"/>
                  </a:lnTo>
                  <a:lnTo>
                    <a:pt x="7905132" y="1308539"/>
                  </a:lnTo>
                  <a:lnTo>
                    <a:pt x="7906190" y="1315942"/>
                  </a:lnTo>
                  <a:lnTo>
                    <a:pt x="7907247" y="1322735"/>
                  </a:lnTo>
                  <a:lnTo>
                    <a:pt x="7908305" y="1328896"/>
                  </a:lnTo>
                  <a:lnTo>
                    <a:pt x="7909363" y="1334661"/>
                  </a:lnTo>
                  <a:lnTo>
                    <a:pt x="7910421" y="1339845"/>
                  </a:lnTo>
                  <a:lnTo>
                    <a:pt x="7911479" y="1344847"/>
                  </a:lnTo>
                  <a:lnTo>
                    <a:pt x="7912537" y="1350002"/>
                  </a:lnTo>
                  <a:lnTo>
                    <a:pt x="7913594" y="1356001"/>
                  </a:lnTo>
                  <a:lnTo>
                    <a:pt x="7914652" y="1363480"/>
                  </a:lnTo>
                  <a:lnTo>
                    <a:pt x="7915710" y="1372852"/>
                  </a:lnTo>
                  <a:lnTo>
                    <a:pt x="7916768" y="1384540"/>
                  </a:lnTo>
                  <a:lnTo>
                    <a:pt x="7917826" y="1398260"/>
                  </a:lnTo>
                  <a:lnTo>
                    <a:pt x="7918884" y="1413533"/>
                  </a:lnTo>
                  <a:lnTo>
                    <a:pt x="7919942" y="1430032"/>
                  </a:lnTo>
                  <a:lnTo>
                    <a:pt x="7920999" y="1447594"/>
                  </a:lnTo>
                  <a:lnTo>
                    <a:pt x="7922057" y="1466042"/>
                  </a:lnTo>
                  <a:lnTo>
                    <a:pt x="7923115" y="1485427"/>
                  </a:lnTo>
                  <a:lnTo>
                    <a:pt x="7924173" y="1505591"/>
                  </a:lnTo>
                  <a:lnTo>
                    <a:pt x="7925231" y="1526429"/>
                  </a:lnTo>
                  <a:lnTo>
                    <a:pt x="7926289" y="1547692"/>
                  </a:lnTo>
                  <a:lnTo>
                    <a:pt x="7927346" y="1568543"/>
                  </a:lnTo>
                  <a:lnTo>
                    <a:pt x="7928404" y="1588914"/>
                  </a:lnTo>
                  <a:lnTo>
                    <a:pt x="7929462" y="1608568"/>
                  </a:lnTo>
                  <a:lnTo>
                    <a:pt x="7930520" y="1626556"/>
                  </a:lnTo>
                  <a:lnTo>
                    <a:pt x="7931578" y="1642439"/>
                  </a:lnTo>
                  <a:lnTo>
                    <a:pt x="7932636" y="1655300"/>
                  </a:lnTo>
                  <a:lnTo>
                    <a:pt x="7933693" y="1664689"/>
                  </a:lnTo>
                  <a:lnTo>
                    <a:pt x="7934751" y="1671365"/>
                  </a:lnTo>
                  <a:lnTo>
                    <a:pt x="7935809" y="1675855"/>
                  </a:lnTo>
                  <a:lnTo>
                    <a:pt x="7936867" y="1678474"/>
                  </a:lnTo>
                  <a:lnTo>
                    <a:pt x="7937925" y="1679961"/>
                  </a:lnTo>
                  <a:lnTo>
                    <a:pt x="7938983" y="1681057"/>
                  </a:lnTo>
                  <a:lnTo>
                    <a:pt x="7940040" y="1682355"/>
                  </a:lnTo>
                  <a:lnTo>
                    <a:pt x="7941098" y="1684173"/>
                  </a:lnTo>
                  <a:lnTo>
                    <a:pt x="7942156" y="1686718"/>
                  </a:lnTo>
                  <a:lnTo>
                    <a:pt x="7943214" y="1690271"/>
                  </a:lnTo>
                  <a:lnTo>
                    <a:pt x="7944272" y="1694819"/>
                  </a:lnTo>
                  <a:lnTo>
                    <a:pt x="7945330" y="1700199"/>
                  </a:lnTo>
                  <a:lnTo>
                    <a:pt x="7946388" y="1707187"/>
                  </a:lnTo>
                  <a:lnTo>
                    <a:pt x="7947445" y="1716146"/>
                  </a:lnTo>
                  <a:lnTo>
                    <a:pt x="7948503" y="1727547"/>
                  </a:lnTo>
                  <a:lnTo>
                    <a:pt x="7949561" y="1742197"/>
                  </a:lnTo>
                  <a:lnTo>
                    <a:pt x="7950619" y="1760866"/>
                  </a:lnTo>
                  <a:lnTo>
                    <a:pt x="7951677" y="1782898"/>
                  </a:lnTo>
                  <a:lnTo>
                    <a:pt x="7952735" y="1808022"/>
                  </a:lnTo>
                  <a:lnTo>
                    <a:pt x="7953792" y="1835130"/>
                  </a:lnTo>
                  <a:lnTo>
                    <a:pt x="7954850" y="1862983"/>
                  </a:lnTo>
                  <a:lnTo>
                    <a:pt x="7955908" y="1890687"/>
                  </a:lnTo>
                  <a:lnTo>
                    <a:pt x="7956966" y="1917840"/>
                  </a:lnTo>
                  <a:lnTo>
                    <a:pt x="7958024" y="1944279"/>
                  </a:lnTo>
                  <a:lnTo>
                    <a:pt x="7959082" y="1970234"/>
                  </a:lnTo>
                  <a:lnTo>
                    <a:pt x="7960139" y="1995551"/>
                  </a:lnTo>
                  <a:lnTo>
                    <a:pt x="7961197" y="2019971"/>
                  </a:lnTo>
                  <a:lnTo>
                    <a:pt x="7962255" y="2042098"/>
                  </a:lnTo>
                  <a:lnTo>
                    <a:pt x="7963313" y="2061652"/>
                  </a:lnTo>
                  <a:lnTo>
                    <a:pt x="7964371" y="2077848"/>
                  </a:lnTo>
                  <a:lnTo>
                    <a:pt x="7965429" y="2089574"/>
                  </a:lnTo>
                  <a:lnTo>
                    <a:pt x="7966486" y="2095382"/>
                  </a:lnTo>
                  <a:lnTo>
                    <a:pt x="7967544" y="2096084"/>
                  </a:lnTo>
                  <a:lnTo>
                    <a:pt x="7968602" y="2091268"/>
                  </a:lnTo>
                  <a:lnTo>
                    <a:pt x="7969660" y="2082447"/>
                  </a:lnTo>
                  <a:lnTo>
                    <a:pt x="7970718" y="2070471"/>
                  </a:lnTo>
                  <a:lnTo>
                    <a:pt x="7971776" y="2055825"/>
                  </a:lnTo>
                  <a:lnTo>
                    <a:pt x="7972834" y="2039456"/>
                  </a:lnTo>
                  <a:lnTo>
                    <a:pt x="7973891" y="2021765"/>
                  </a:lnTo>
                  <a:lnTo>
                    <a:pt x="7974949" y="2002705"/>
                  </a:lnTo>
                  <a:lnTo>
                    <a:pt x="7976007" y="1982909"/>
                  </a:lnTo>
                  <a:lnTo>
                    <a:pt x="7977065" y="1962987"/>
                  </a:lnTo>
                  <a:lnTo>
                    <a:pt x="7978123" y="1943144"/>
                  </a:lnTo>
                  <a:lnTo>
                    <a:pt x="7979181" y="1923011"/>
                  </a:lnTo>
                  <a:lnTo>
                    <a:pt x="7980238" y="1902473"/>
                  </a:lnTo>
                  <a:lnTo>
                    <a:pt x="7981296" y="1881826"/>
                  </a:lnTo>
                  <a:lnTo>
                    <a:pt x="7982354" y="1861673"/>
                  </a:lnTo>
                  <a:lnTo>
                    <a:pt x="7983412" y="1842502"/>
                  </a:lnTo>
                  <a:lnTo>
                    <a:pt x="7984470" y="1825250"/>
                  </a:lnTo>
                  <a:lnTo>
                    <a:pt x="7985528" y="1810246"/>
                  </a:lnTo>
                  <a:lnTo>
                    <a:pt x="7986585" y="1798538"/>
                  </a:lnTo>
                  <a:lnTo>
                    <a:pt x="7987643" y="1790610"/>
                  </a:lnTo>
                  <a:lnTo>
                    <a:pt x="7988701" y="1785809"/>
                  </a:lnTo>
                  <a:lnTo>
                    <a:pt x="7989759" y="1783405"/>
                  </a:lnTo>
                  <a:lnTo>
                    <a:pt x="7990817" y="1782576"/>
                  </a:lnTo>
                  <a:lnTo>
                    <a:pt x="7991875" y="1782105"/>
                  </a:lnTo>
                  <a:lnTo>
                    <a:pt x="7992932" y="1781228"/>
                  </a:lnTo>
                  <a:lnTo>
                    <a:pt x="7993990" y="1779615"/>
                  </a:lnTo>
                  <a:lnTo>
                    <a:pt x="7995048" y="1777113"/>
                  </a:lnTo>
                  <a:lnTo>
                    <a:pt x="7996106" y="1773605"/>
                  </a:lnTo>
                  <a:lnTo>
                    <a:pt x="7997164" y="1769371"/>
                  </a:lnTo>
                  <a:lnTo>
                    <a:pt x="7998222" y="1764324"/>
                  </a:lnTo>
                  <a:lnTo>
                    <a:pt x="7999280" y="1758484"/>
                  </a:lnTo>
                  <a:lnTo>
                    <a:pt x="8000337" y="1751674"/>
                  </a:lnTo>
                  <a:lnTo>
                    <a:pt x="8001395" y="1743809"/>
                  </a:lnTo>
                  <a:lnTo>
                    <a:pt x="8002453" y="1734356"/>
                  </a:lnTo>
                  <a:lnTo>
                    <a:pt x="8003511" y="1723462"/>
                  </a:lnTo>
                  <a:lnTo>
                    <a:pt x="8004569" y="1711634"/>
                  </a:lnTo>
                  <a:lnTo>
                    <a:pt x="8005627" y="1699491"/>
                  </a:lnTo>
                  <a:lnTo>
                    <a:pt x="8006684" y="1687704"/>
                  </a:lnTo>
                  <a:lnTo>
                    <a:pt x="8007742" y="1676823"/>
                  </a:lnTo>
                  <a:lnTo>
                    <a:pt x="8008800" y="1667169"/>
                  </a:lnTo>
                  <a:lnTo>
                    <a:pt x="8009858" y="1659142"/>
                  </a:lnTo>
                  <a:lnTo>
                    <a:pt x="8010916" y="1652628"/>
                  </a:lnTo>
                  <a:lnTo>
                    <a:pt x="8011974" y="1647765"/>
                  </a:lnTo>
                  <a:lnTo>
                    <a:pt x="8013031" y="1644261"/>
                  </a:lnTo>
                  <a:lnTo>
                    <a:pt x="8014089" y="1642093"/>
                  </a:lnTo>
                  <a:lnTo>
                    <a:pt x="8015147" y="1640961"/>
                  </a:lnTo>
                  <a:lnTo>
                    <a:pt x="8016205" y="1640639"/>
                  </a:lnTo>
                  <a:lnTo>
                    <a:pt x="8017263" y="1641110"/>
                  </a:lnTo>
                  <a:lnTo>
                    <a:pt x="8018321" y="1642592"/>
                  </a:lnTo>
                  <a:lnTo>
                    <a:pt x="8019378" y="1644934"/>
                  </a:lnTo>
                  <a:lnTo>
                    <a:pt x="8020436" y="1647909"/>
                  </a:lnTo>
                  <a:lnTo>
                    <a:pt x="8021494" y="1651775"/>
                  </a:lnTo>
                  <a:lnTo>
                    <a:pt x="8022552" y="1656425"/>
                  </a:lnTo>
                  <a:lnTo>
                    <a:pt x="8023610" y="1662155"/>
                  </a:lnTo>
                  <a:lnTo>
                    <a:pt x="8024668" y="1669216"/>
                  </a:lnTo>
                  <a:lnTo>
                    <a:pt x="8025726" y="1677118"/>
                  </a:lnTo>
                  <a:lnTo>
                    <a:pt x="8026783" y="1685895"/>
                  </a:lnTo>
                  <a:lnTo>
                    <a:pt x="8027841" y="1695329"/>
                  </a:lnTo>
                  <a:lnTo>
                    <a:pt x="8028899" y="1705295"/>
                  </a:lnTo>
                  <a:lnTo>
                    <a:pt x="8029957" y="1715451"/>
                  </a:lnTo>
                  <a:lnTo>
                    <a:pt x="8031015" y="1725979"/>
                  </a:lnTo>
                  <a:lnTo>
                    <a:pt x="8032073" y="1737046"/>
                  </a:lnTo>
                  <a:lnTo>
                    <a:pt x="8033130" y="1748473"/>
                  </a:lnTo>
                  <a:lnTo>
                    <a:pt x="8034188" y="1759923"/>
                  </a:lnTo>
                  <a:lnTo>
                    <a:pt x="8035246" y="1770924"/>
                  </a:lnTo>
                  <a:lnTo>
                    <a:pt x="8036304" y="1781206"/>
                  </a:lnTo>
                  <a:lnTo>
                    <a:pt x="8037362" y="1790038"/>
                  </a:lnTo>
                  <a:lnTo>
                    <a:pt x="8038420" y="1796913"/>
                  </a:lnTo>
                  <a:lnTo>
                    <a:pt x="8039477" y="1801116"/>
                  </a:lnTo>
                  <a:lnTo>
                    <a:pt x="8040535" y="1802435"/>
                  </a:lnTo>
                  <a:lnTo>
                    <a:pt x="8041593" y="1801292"/>
                  </a:lnTo>
                  <a:lnTo>
                    <a:pt x="8042651" y="1798069"/>
                  </a:lnTo>
                  <a:lnTo>
                    <a:pt x="8043709" y="1793298"/>
                  </a:lnTo>
                  <a:lnTo>
                    <a:pt x="8044767" y="1787726"/>
                  </a:lnTo>
                  <a:lnTo>
                    <a:pt x="8045824" y="1782329"/>
                  </a:lnTo>
                  <a:lnTo>
                    <a:pt x="8046882" y="1777705"/>
                  </a:lnTo>
                  <a:lnTo>
                    <a:pt x="8047940" y="1774238"/>
                  </a:lnTo>
                  <a:lnTo>
                    <a:pt x="8048998" y="1772464"/>
                  </a:lnTo>
                  <a:lnTo>
                    <a:pt x="8050056" y="1772089"/>
                  </a:lnTo>
                  <a:lnTo>
                    <a:pt x="8051114" y="1773289"/>
                  </a:lnTo>
                  <a:lnTo>
                    <a:pt x="8052172" y="1776050"/>
                  </a:lnTo>
                  <a:lnTo>
                    <a:pt x="8053229" y="1780418"/>
                  </a:lnTo>
                  <a:lnTo>
                    <a:pt x="8054287" y="1786625"/>
                  </a:lnTo>
                  <a:lnTo>
                    <a:pt x="8055345" y="1794950"/>
                  </a:lnTo>
                  <a:lnTo>
                    <a:pt x="8056403" y="1805050"/>
                  </a:lnTo>
                  <a:lnTo>
                    <a:pt x="8057461" y="1816866"/>
                  </a:lnTo>
                  <a:lnTo>
                    <a:pt x="8058519" y="1830538"/>
                  </a:lnTo>
                  <a:lnTo>
                    <a:pt x="8059576" y="1846227"/>
                  </a:lnTo>
                  <a:lnTo>
                    <a:pt x="8060634" y="1863665"/>
                  </a:lnTo>
                  <a:lnTo>
                    <a:pt x="8061692" y="1882225"/>
                  </a:lnTo>
                  <a:lnTo>
                    <a:pt x="8062750" y="1900782"/>
                  </a:lnTo>
                  <a:lnTo>
                    <a:pt x="8063808" y="1918865"/>
                  </a:lnTo>
                  <a:lnTo>
                    <a:pt x="8064866" y="1935567"/>
                  </a:lnTo>
                  <a:lnTo>
                    <a:pt x="8065923" y="1951058"/>
                  </a:lnTo>
                  <a:lnTo>
                    <a:pt x="8066981" y="1964968"/>
                  </a:lnTo>
                  <a:lnTo>
                    <a:pt x="8068039" y="1977298"/>
                  </a:lnTo>
                  <a:lnTo>
                    <a:pt x="8069097" y="1988012"/>
                  </a:lnTo>
                  <a:lnTo>
                    <a:pt x="8070155" y="1997185"/>
                  </a:lnTo>
                  <a:lnTo>
                    <a:pt x="8071213" y="2004819"/>
                  </a:lnTo>
                  <a:lnTo>
                    <a:pt x="8072270" y="2011212"/>
                  </a:lnTo>
                  <a:lnTo>
                    <a:pt x="8073328" y="2016588"/>
                  </a:lnTo>
                  <a:lnTo>
                    <a:pt x="8074386" y="2020852"/>
                  </a:lnTo>
                  <a:lnTo>
                    <a:pt x="8075444" y="2024101"/>
                  </a:lnTo>
                  <a:lnTo>
                    <a:pt x="8076502" y="2026483"/>
                  </a:lnTo>
                  <a:lnTo>
                    <a:pt x="8077560" y="2028124"/>
                  </a:lnTo>
                  <a:lnTo>
                    <a:pt x="8078618" y="2029622"/>
                  </a:lnTo>
                  <a:lnTo>
                    <a:pt x="8079675" y="2031104"/>
                  </a:lnTo>
                  <a:lnTo>
                    <a:pt x="8080733" y="2033027"/>
                  </a:lnTo>
                  <a:lnTo>
                    <a:pt x="8081791" y="2035014"/>
                  </a:lnTo>
                  <a:lnTo>
                    <a:pt x="8082849" y="2037418"/>
                  </a:lnTo>
                  <a:lnTo>
                    <a:pt x="8083907" y="2040325"/>
                  </a:lnTo>
                  <a:lnTo>
                    <a:pt x="8084965" y="2044080"/>
                  </a:lnTo>
                  <a:lnTo>
                    <a:pt x="8086022" y="2049197"/>
                  </a:lnTo>
                  <a:lnTo>
                    <a:pt x="8087080" y="2055737"/>
                  </a:lnTo>
                  <a:lnTo>
                    <a:pt x="8088138" y="2063885"/>
                  </a:lnTo>
                  <a:lnTo>
                    <a:pt x="8089196" y="2073709"/>
                  </a:lnTo>
                  <a:lnTo>
                    <a:pt x="8090254" y="2085175"/>
                  </a:lnTo>
                  <a:lnTo>
                    <a:pt x="8091312" y="2098523"/>
                  </a:lnTo>
                  <a:lnTo>
                    <a:pt x="8092369" y="2113965"/>
                  </a:lnTo>
                  <a:lnTo>
                    <a:pt x="8093427" y="2131223"/>
                  </a:lnTo>
                  <a:lnTo>
                    <a:pt x="8094485" y="2150350"/>
                  </a:lnTo>
                  <a:lnTo>
                    <a:pt x="8095543" y="2171724"/>
                  </a:lnTo>
                  <a:lnTo>
                    <a:pt x="8096601" y="2195534"/>
                  </a:lnTo>
                  <a:lnTo>
                    <a:pt x="8097659" y="2222229"/>
                  </a:lnTo>
                  <a:lnTo>
                    <a:pt x="8098716" y="2251698"/>
                  </a:lnTo>
                  <a:lnTo>
                    <a:pt x="8099774" y="2282873"/>
                  </a:lnTo>
                  <a:lnTo>
                    <a:pt x="8100832" y="2314860"/>
                  </a:lnTo>
                  <a:lnTo>
                    <a:pt x="8101890" y="2346586"/>
                  </a:lnTo>
                  <a:lnTo>
                    <a:pt x="8102948" y="2377445"/>
                  </a:lnTo>
                  <a:lnTo>
                    <a:pt x="8104006" y="2406364"/>
                  </a:lnTo>
                  <a:lnTo>
                    <a:pt x="8105064" y="2432779"/>
                  </a:lnTo>
                  <a:lnTo>
                    <a:pt x="8106121" y="2456736"/>
                  </a:lnTo>
                  <a:lnTo>
                    <a:pt x="8107179" y="2477389"/>
                  </a:lnTo>
                  <a:lnTo>
                    <a:pt x="8108237" y="2493688"/>
                  </a:lnTo>
                  <a:lnTo>
                    <a:pt x="8109295" y="2505615"/>
                  </a:lnTo>
                  <a:lnTo>
                    <a:pt x="8110353" y="2513534"/>
                  </a:lnTo>
                  <a:lnTo>
                    <a:pt x="8111411" y="2516732"/>
                  </a:lnTo>
                  <a:lnTo>
                    <a:pt x="8112468" y="2514116"/>
                  </a:lnTo>
                  <a:lnTo>
                    <a:pt x="8113526" y="2504935"/>
                  </a:lnTo>
                  <a:lnTo>
                    <a:pt x="8114584" y="2490473"/>
                  </a:lnTo>
                  <a:lnTo>
                    <a:pt x="8115642" y="2474105"/>
                  </a:lnTo>
                  <a:lnTo>
                    <a:pt x="8116700" y="2457282"/>
                  </a:lnTo>
                  <a:lnTo>
                    <a:pt x="8117758" y="2440888"/>
                  </a:lnTo>
                  <a:lnTo>
                    <a:pt x="8118815" y="2425626"/>
                  </a:lnTo>
                  <a:lnTo>
                    <a:pt x="8119873" y="2412292"/>
                  </a:lnTo>
                  <a:lnTo>
                    <a:pt x="8120931" y="2401559"/>
                  </a:lnTo>
                  <a:lnTo>
                    <a:pt x="8121989" y="2393706"/>
                  </a:lnTo>
                  <a:lnTo>
                    <a:pt x="8123047" y="2388654"/>
                  </a:lnTo>
                  <a:lnTo>
                    <a:pt x="8124105" y="2386142"/>
                  </a:lnTo>
                  <a:lnTo>
                    <a:pt x="8125162" y="2386216"/>
                  </a:lnTo>
                  <a:lnTo>
                    <a:pt x="8126220" y="2388111"/>
                  </a:lnTo>
                  <a:lnTo>
                    <a:pt x="8127278" y="2391537"/>
                  </a:lnTo>
                  <a:lnTo>
                    <a:pt x="8128336" y="2396384"/>
                  </a:lnTo>
                  <a:lnTo>
                    <a:pt x="8129394" y="2402966"/>
                  </a:lnTo>
                  <a:lnTo>
                    <a:pt x="8130452" y="2410808"/>
                  </a:lnTo>
                  <a:lnTo>
                    <a:pt x="8131510" y="2418802"/>
                  </a:lnTo>
                  <a:lnTo>
                    <a:pt x="8132567" y="2426449"/>
                  </a:lnTo>
                  <a:lnTo>
                    <a:pt x="8133625" y="2433406"/>
                  </a:lnTo>
                  <a:lnTo>
                    <a:pt x="8134683" y="2439545"/>
                  </a:lnTo>
                  <a:lnTo>
                    <a:pt x="8135741" y="2444018"/>
                  </a:lnTo>
                  <a:lnTo>
                    <a:pt x="8136799" y="2445404"/>
                  </a:lnTo>
                  <a:lnTo>
                    <a:pt x="8137857" y="2443177"/>
                  </a:lnTo>
                  <a:lnTo>
                    <a:pt x="8138914" y="2437342"/>
                  </a:lnTo>
                  <a:lnTo>
                    <a:pt x="8139972" y="2428514"/>
                  </a:lnTo>
                  <a:lnTo>
                    <a:pt x="8141030" y="2417230"/>
                  </a:lnTo>
                  <a:lnTo>
                    <a:pt x="8142088" y="2403910"/>
                  </a:lnTo>
                  <a:lnTo>
                    <a:pt x="8143146" y="2389165"/>
                  </a:lnTo>
                  <a:lnTo>
                    <a:pt x="8144204" y="2373977"/>
                  </a:lnTo>
                  <a:lnTo>
                    <a:pt x="8145261" y="2359078"/>
                  </a:lnTo>
                  <a:lnTo>
                    <a:pt x="8146319" y="2344709"/>
                  </a:lnTo>
                  <a:lnTo>
                    <a:pt x="8147377" y="2330837"/>
                  </a:lnTo>
                  <a:lnTo>
                    <a:pt x="8148435" y="2317370"/>
                  </a:lnTo>
                  <a:lnTo>
                    <a:pt x="8149493" y="2304496"/>
                  </a:lnTo>
                  <a:lnTo>
                    <a:pt x="8150551" y="2292341"/>
                  </a:lnTo>
                  <a:lnTo>
                    <a:pt x="8151608" y="2281546"/>
                  </a:lnTo>
                  <a:lnTo>
                    <a:pt x="8152666" y="2272698"/>
                  </a:lnTo>
                  <a:lnTo>
                    <a:pt x="8153724" y="2265929"/>
                  </a:lnTo>
                  <a:lnTo>
                    <a:pt x="8154782" y="2260998"/>
                  </a:lnTo>
                  <a:lnTo>
                    <a:pt x="8155840" y="2258149"/>
                  </a:lnTo>
                  <a:lnTo>
                    <a:pt x="8156898" y="2257607"/>
                  </a:lnTo>
                  <a:lnTo>
                    <a:pt x="8157956" y="2259340"/>
                  </a:lnTo>
                  <a:lnTo>
                    <a:pt x="8159013" y="2262775"/>
                  </a:lnTo>
                  <a:lnTo>
                    <a:pt x="8160071" y="2267052"/>
                  </a:lnTo>
                  <a:lnTo>
                    <a:pt x="8161129" y="2271640"/>
                  </a:lnTo>
                  <a:lnTo>
                    <a:pt x="8162187" y="2276304"/>
                  </a:lnTo>
                  <a:lnTo>
                    <a:pt x="8163245" y="2280561"/>
                  </a:lnTo>
                  <a:lnTo>
                    <a:pt x="8164303" y="2284307"/>
                  </a:lnTo>
                  <a:lnTo>
                    <a:pt x="8165360" y="2287470"/>
                  </a:lnTo>
                  <a:lnTo>
                    <a:pt x="8166418" y="2290545"/>
                  </a:lnTo>
                  <a:lnTo>
                    <a:pt x="8167476" y="2293421"/>
                  </a:lnTo>
                  <a:lnTo>
                    <a:pt x="8168534" y="2295788"/>
                  </a:lnTo>
                  <a:lnTo>
                    <a:pt x="8169592" y="2297988"/>
                  </a:lnTo>
                  <a:lnTo>
                    <a:pt x="8170650" y="2300108"/>
                  </a:lnTo>
                  <a:lnTo>
                    <a:pt x="8171707" y="2301322"/>
                  </a:lnTo>
                  <a:lnTo>
                    <a:pt x="8172765" y="2301150"/>
                  </a:lnTo>
                  <a:lnTo>
                    <a:pt x="8173823" y="2299433"/>
                  </a:lnTo>
                  <a:lnTo>
                    <a:pt x="8174881" y="2296308"/>
                  </a:lnTo>
                  <a:lnTo>
                    <a:pt x="8175939" y="2292137"/>
                  </a:lnTo>
                  <a:lnTo>
                    <a:pt x="8176997" y="2286932"/>
                  </a:lnTo>
                  <a:lnTo>
                    <a:pt x="8178054" y="2280275"/>
                  </a:lnTo>
                  <a:lnTo>
                    <a:pt x="8179112" y="2273314"/>
                  </a:lnTo>
                  <a:lnTo>
                    <a:pt x="8180170" y="2266431"/>
                  </a:lnTo>
                  <a:lnTo>
                    <a:pt x="8181228" y="2259590"/>
                  </a:lnTo>
                  <a:lnTo>
                    <a:pt x="8182286" y="2252352"/>
                  </a:lnTo>
                  <a:lnTo>
                    <a:pt x="8183344" y="2244530"/>
                  </a:lnTo>
                  <a:lnTo>
                    <a:pt x="8184402" y="2235758"/>
                  </a:lnTo>
                  <a:lnTo>
                    <a:pt x="8185459" y="2226181"/>
                  </a:lnTo>
                  <a:lnTo>
                    <a:pt x="8186517" y="2216025"/>
                  </a:lnTo>
                  <a:lnTo>
                    <a:pt x="8187575" y="2205327"/>
                  </a:lnTo>
                  <a:lnTo>
                    <a:pt x="8188633" y="2194182"/>
                  </a:lnTo>
                  <a:lnTo>
                    <a:pt x="8189691" y="2182704"/>
                  </a:lnTo>
                  <a:lnTo>
                    <a:pt x="8190749" y="2171060"/>
                  </a:lnTo>
                  <a:lnTo>
                    <a:pt x="8191806" y="2160026"/>
                  </a:lnTo>
                  <a:lnTo>
                    <a:pt x="8192864" y="2149542"/>
                  </a:lnTo>
                  <a:lnTo>
                    <a:pt x="8193922" y="2139528"/>
                  </a:lnTo>
                  <a:lnTo>
                    <a:pt x="8194980" y="2130063"/>
                  </a:lnTo>
                  <a:lnTo>
                    <a:pt x="8196038" y="2120919"/>
                  </a:lnTo>
                  <a:lnTo>
                    <a:pt x="8197096" y="2111777"/>
                  </a:lnTo>
                  <a:lnTo>
                    <a:pt x="8198153" y="2102255"/>
                  </a:lnTo>
                  <a:lnTo>
                    <a:pt x="8199211" y="2092511"/>
                  </a:lnTo>
                  <a:lnTo>
                    <a:pt x="8200269" y="2083364"/>
                  </a:lnTo>
                  <a:lnTo>
                    <a:pt x="8201327" y="2074801"/>
                  </a:lnTo>
                  <a:lnTo>
                    <a:pt x="8202385" y="2066720"/>
                  </a:lnTo>
                  <a:lnTo>
                    <a:pt x="8203443" y="2059304"/>
                  </a:lnTo>
                  <a:lnTo>
                    <a:pt x="8204500" y="2052478"/>
                  </a:lnTo>
                  <a:lnTo>
                    <a:pt x="8205558" y="2046345"/>
                  </a:lnTo>
                  <a:lnTo>
                    <a:pt x="8206616" y="2040744"/>
                  </a:lnTo>
                  <a:lnTo>
                    <a:pt x="8207674" y="2035125"/>
                  </a:lnTo>
                  <a:lnTo>
                    <a:pt x="8208732" y="2029748"/>
                  </a:lnTo>
                  <a:lnTo>
                    <a:pt x="8209790" y="2025062"/>
                  </a:lnTo>
                  <a:lnTo>
                    <a:pt x="8210848" y="2020737"/>
                  </a:lnTo>
                  <a:lnTo>
                    <a:pt x="8211905" y="2016971"/>
                  </a:lnTo>
                  <a:lnTo>
                    <a:pt x="8212963" y="2014171"/>
                  </a:lnTo>
                  <a:lnTo>
                    <a:pt x="8214021" y="2012878"/>
                  </a:lnTo>
                  <a:lnTo>
                    <a:pt x="8215079" y="2013319"/>
                  </a:lnTo>
                  <a:lnTo>
                    <a:pt x="8216137" y="2015269"/>
                  </a:lnTo>
                  <a:lnTo>
                    <a:pt x="8217195" y="2018321"/>
                  </a:lnTo>
                  <a:lnTo>
                    <a:pt x="8218252" y="2022443"/>
                  </a:lnTo>
                  <a:lnTo>
                    <a:pt x="8219310" y="2027721"/>
                  </a:lnTo>
                  <a:lnTo>
                    <a:pt x="8220368" y="2034014"/>
                  </a:lnTo>
                  <a:lnTo>
                    <a:pt x="8221426" y="2040750"/>
                  </a:lnTo>
                  <a:lnTo>
                    <a:pt x="8222484" y="2047091"/>
                  </a:lnTo>
                  <a:lnTo>
                    <a:pt x="8223542" y="2052799"/>
                  </a:lnTo>
                  <a:lnTo>
                    <a:pt x="8224599" y="2057927"/>
                  </a:lnTo>
                  <a:lnTo>
                    <a:pt x="8225657" y="2062729"/>
                  </a:lnTo>
                  <a:lnTo>
                    <a:pt x="8226715" y="2067489"/>
                  </a:lnTo>
                  <a:lnTo>
                    <a:pt x="8227773" y="2072183"/>
                  </a:lnTo>
                  <a:lnTo>
                    <a:pt x="8228831" y="2076476"/>
                  </a:lnTo>
                  <a:lnTo>
                    <a:pt x="8229889" y="2080656"/>
                  </a:lnTo>
                  <a:lnTo>
                    <a:pt x="8230946" y="2084931"/>
                  </a:lnTo>
                  <a:lnTo>
                    <a:pt x="8232004" y="2088750"/>
                  </a:lnTo>
                  <a:lnTo>
                    <a:pt x="8233062" y="2092058"/>
                  </a:lnTo>
                  <a:lnTo>
                    <a:pt x="8234120" y="2094667"/>
                  </a:lnTo>
                  <a:lnTo>
                    <a:pt x="8235178" y="2096391"/>
                  </a:lnTo>
                  <a:lnTo>
                    <a:pt x="8236236" y="2097552"/>
                  </a:lnTo>
                  <a:lnTo>
                    <a:pt x="8237294" y="2099396"/>
                  </a:lnTo>
                  <a:lnTo>
                    <a:pt x="8238351" y="2102542"/>
                  </a:lnTo>
                  <a:lnTo>
                    <a:pt x="8239409" y="2106754"/>
                  </a:lnTo>
                  <a:lnTo>
                    <a:pt x="8240467" y="2112471"/>
                  </a:lnTo>
                  <a:lnTo>
                    <a:pt x="8241525" y="2119920"/>
                  </a:lnTo>
                  <a:lnTo>
                    <a:pt x="8242583" y="2129275"/>
                  </a:lnTo>
                  <a:lnTo>
                    <a:pt x="8243641" y="2140589"/>
                  </a:lnTo>
                  <a:lnTo>
                    <a:pt x="8244698" y="2153397"/>
                  </a:lnTo>
                  <a:lnTo>
                    <a:pt x="8245756" y="2167396"/>
                  </a:lnTo>
                  <a:lnTo>
                    <a:pt x="8246814" y="2182581"/>
                  </a:lnTo>
                  <a:lnTo>
                    <a:pt x="8247872" y="2199047"/>
                  </a:lnTo>
                  <a:lnTo>
                    <a:pt x="8248930" y="2216745"/>
                  </a:lnTo>
                  <a:lnTo>
                    <a:pt x="8249988" y="2235875"/>
                  </a:lnTo>
                  <a:lnTo>
                    <a:pt x="8251045" y="2257148"/>
                  </a:lnTo>
                  <a:lnTo>
                    <a:pt x="8252103" y="2280587"/>
                  </a:lnTo>
                  <a:lnTo>
                    <a:pt x="8253161" y="2304862"/>
                  </a:lnTo>
                  <a:lnTo>
                    <a:pt x="8254219" y="2329899"/>
                  </a:lnTo>
                  <a:lnTo>
                    <a:pt x="8255277" y="2356131"/>
                  </a:lnTo>
                  <a:lnTo>
                    <a:pt x="8256335" y="2382667"/>
                  </a:lnTo>
                  <a:lnTo>
                    <a:pt x="8257392" y="2408384"/>
                  </a:lnTo>
                  <a:lnTo>
                    <a:pt x="8258450" y="2431653"/>
                  </a:lnTo>
                  <a:lnTo>
                    <a:pt x="8259508" y="2451621"/>
                  </a:lnTo>
                  <a:lnTo>
                    <a:pt x="8260566" y="2469093"/>
                  </a:lnTo>
                  <a:lnTo>
                    <a:pt x="8261624" y="2483027"/>
                  </a:lnTo>
                  <a:lnTo>
                    <a:pt x="8262682" y="2492415"/>
                  </a:lnTo>
                  <a:lnTo>
                    <a:pt x="8263740" y="2498166"/>
                  </a:lnTo>
                  <a:lnTo>
                    <a:pt x="8264797" y="2501304"/>
                  </a:lnTo>
                  <a:lnTo>
                    <a:pt x="8265855" y="2501914"/>
                  </a:lnTo>
                  <a:lnTo>
                    <a:pt x="8266913" y="2499569"/>
                  </a:lnTo>
                  <a:lnTo>
                    <a:pt x="8267971" y="2494358"/>
                  </a:lnTo>
                  <a:lnTo>
                    <a:pt x="8269029" y="2487329"/>
                  </a:lnTo>
                  <a:lnTo>
                    <a:pt x="8270087" y="2479176"/>
                  </a:lnTo>
                  <a:lnTo>
                    <a:pt x="8271144" y="2470479"/>
                  </a:lnTo>
                  <a:lnTo>
                    <a:pt x="8272202" y="2461614"/>
                  </a:lnTo>
                  <a:lnTo>
                    <a:pt x="8273260" y="2452867"/>
                  </a:lnTo>
                  <a:lnTo>
                    <a:pt x="8274318" y="2445292"/>
                  </a:lnTo>
                  <a:lnTo>
                    <a:pt x="8275376" y="2440023"/>
                  </a:lnTo>
                  <a:lnTo>
                    <a:pt x="8276434" y="2437035"/>
                  </a:lnTo>
                  <a:lnTo>
                    <a:pt x="8277491" y="2437015"/>
                  </a:lnTo>
                  <a:lnTo>
                    <a:pt x="8278549" y="2439363"/>
                  </a:lnTo>
                  <a:lnTo>
                    <a:pt x="8279607" y="2443000"/>
                  </a:lnTo>
                  <a:lnTo>
                    <a:pt x="8280665" y="2446639"/>
                  </a:lnTo>
                  <a:lnTo>
                    <a:pt x="8281723" y="2450212"/>
                  </a:lnTo>
                  <a:lnTo>
                    <a:pt x="8282781" y="2453438"/>
                  </a:lnTo>
                  <a:lnTo>
                    <a:pt x="8283838" y="2456466"/>
                  </a:lnTo>
                  <a:lnTo>
                    <a:pt x="8284896" y="2459116"/>
                  </a:lnTo>
                  <a:lnTo>
                    <a:pt x="8285954" y="2461410"/>
                  </a:lnTo>
                  <a:lnTo>
                    <a:pt x="8287012" y="2462949"/>
                  </a:lnTo>
                  <a:lnTo>
                    <a:pt x="8288070" y="2464397"/>
                  </a:lnTo>
                  <a:lnTo>
                    <a:pt x="8289128" y="2466398"/>
                  </a:lnTo>
                  <a:lnTo>
                    <a:pt x="8290186" y="2468195"/>
                  </a:lnTo>
                  <a:lnTo>
                    <a:pt x="8291243" y="2469144"/>
                  </a:lnTo>
                  <a:lnTo>
                    <a:pt x="8292301" y="2470061"/>
                  </a:lnTo>
                  <a:lnTo>
                    <a:pt x="8293359" y="2470305"/>
                  </a:lnTo>
                  <a:lnTo>
                    <a:pt x="8294417" y="2470226"/>
                  </a:lnTo>
                  <a:lnTo>
                    <a:pt x="8295475" y="2470459"/>
                  </a:lnTo>
                  <a:lnTo>
                    <a:pt x="8296533" y="2471415"/>
                  </a:lnTo>
                  <a:lnTo>
                    <a:pt x="8297590" y="2472991"/>
                  </a:lnTo>
                  <a:lnTo>
                    <a:pt x="8298648" y="2475151"/>
                  </a:lnTo>
                  <a:lnTo>
                    <a:pt x="8299706" y="2477608"/>
                  </a:lnTo>
                  <a:lnTo>
                    <a:pt x="8300764" y="2480430"/>
                  </a:lnTo>
                  <a:lnTo>
                    <a:pt x="8301822" y="2483688"/>
                  </a:lnTo>
                  <a:lnTo>
                    <a:pt x="8302880" y="2487723"/>
                  </a:lnTo>
                  <a:lnTo>
                    <a:pt x="8303937" y="2491788"/>
                  </a:lnTo>
                  <a:lnTo>
                    <a:pt x="8304995" y="2495313"/>
                  </a:lnTo>
                  <a:lnTo>
                    <a:pt x="8306053" y="2498756"/>
                  </a:lnTo>
                  <a:lnTo>
                    <a:pt x="8307111" y="2502030"/>
                  </a:lnTo>
                  <a:lnTo>
                    <a:pt x="8308169" y="2503972"/>
                  </a:lnTo>
                  <a:lnTo>
                    <a:pt x="8309227" y="2504945"/>
                  </a:lnTo>
                  <a:lnTo>
                    <a:pt x="8310284" y="2505292"/>
                  </a:lnTo>
                  <a:lnTo>
                    <a:pt x="8311342" y="2505561"/>
                  </a:lnTo>
                  <a:lnTo>
                    <a:pt x="8312400" y="2505901"/>
                  </a:lnTo>
                  <a:lnTo>
                    <a:pt x="8313458" y="2505785"/>
                  </a:lnTo>
                  <a:lnTo>
                    <a:pt x="8314516" y="2505226"/>
                  </a:lnTo>
                  <a:lnTo>
                    <a:pt x="8315574" y="2505125"/>
                  </a:lnTo>
                  <a:lnTo>
                    <a:pt x="8316632" y="2505534"/>
                  </a:lnTo>
                  <a:lnTo>
                    <a:pt x="8317689" y="2505879"/>
                  </a:lnTo>
                  <a:lnTo>
                    <a:pt x="8318747" y="2505832"/>
                  </a:lnTo>
                  <a:lnTo>
                    <a:pt x="8319805" y="2505196"/>
                  </a:lnTo>
                  <a:lnTo>
                    <a:pt x="8320863" y="2503570"/>
                  </a:lnTo>
                  <a:lnTo>
                    <a:pt x="8321921" y="2501246"/>
                  </a:lnTo>
                  <a:lnTo>
                    <a:pt x="8322979" y="2498389"/>
                  </a:lnTo>
                  <a:lnTo>
                    <a:pt x="8324036" y="2494769"/>
                  </a:lnTo>
                  <a:lnTo>
                    <a:pt x="8325094" y="2489733"/>
                  </a:lnTo>
                  <a:lnTo>
                    <a:pt x="8326152" y="2483114"/>
                  </a:lnTo>
                  <a:lnTo>
                    <a:pt x="8327210" y="2474403"/>
                  </a:lnTo>
                  <a:lnTo>
                    <a:pt x="8328268" y="2464525"/>
                  </a:lnTo>
                  <a:lnTo>
                    <a:pt x="8329326" y="2454718"/>
                  </a:lnTo>
                  <a:lnTo>
                    <a:pt x="8330383" y="2444670"/>
                  </a:lnTo>
                  <a:lnTo>
                    <a:pt x="8331441" y="2434075"/>
                  </a:lnTo>
                  <a:lnTo>
                    <a:pt x="8332499" y="2423385"/>
                  </a:lnTo>
                  <a:lnTo>
                    <a:pt x="8333557" y="2413544"/>
                  </a:lnTo>
                  <a:lnTo>
                    <a:pt x="8334615" y="2405286"/>
                  </a:lnTo>
                  <a:lnTo>
                    <a:pt x="8335673" y="2398259"/>
                  </a:lnTo>
                  <a:lnTo>
                    <a:pt x="8336730" y="2392577"/>
                  </a:lnTo>
                  <a:lnTo>
                    <a:pt x="8337788" y="2388118"/>
                  </a:lnTo>
                  <a:lnTo>
                    <a:pt x="8338846" y="2384930"/>
                  </a:lnTo>
                  <a:lnTo>
                    <a:pt x="8339904" y="2383888"/>
                  </a:lnTo>
                  <a:lnTo>
                    <a:pt x="8340962" y="2384968"/>
                  </a:lnTo>
                  <a:lnTo>
                    <a:pt x="8342020" y="2387824"/>
                  </a:lnTo>
                  <a:lnTo>
                    <a:pt x="8343078" y="2392575"/>
                  </a:lnTo>
                  <a:lnTo>
                    <a:pt x="8344135" y="2398496"/>
                  </a:lnTo>
                  <a:lnTo>
                    <a:pt x="8345193" y="2404712"/>
                  </a:lnTo>
                  <a:lnTo>
                    <a:pt x="8346251" y="2411397"/>
                  </a:lnTo>
                  <a:lnTo>
                    <a:pt x="8347309" y="2418111"/>
                  </a:lnTo>
                  <a:lnTo>
                    <a:pt x="8348367" y="2424164"/>
                  </a:lnTo>
                  <a:lnTo>
                    <a:pt x="8349425" y="2429085"/>
                  </a:lnTo>
                  <a:lnTo>
                    <a:pt x="8350482" y="2432449"/>
                  </a:lnTo>
                  <a:lnTo>
                    <a:pt x="8351540" y="2434679"/>
                  </a:lnTo>
                  <a:lnTo>
                    <a:pt x="8352598" y="2436144"/>
                  </a:lnTo>
                  <a:lnTo>
                    <a:pt x="8353656" y="2436787"/>
                  </a:lnTo>
                  <a:lnTo>
                    <a:pt x="8354714" y="2436553"/>
                  </a:lnTo>
                  <a:lnTo>
                    <a:pt x="8355772" y="2434879"/>
                  </a:lnTo>
                  <a:lnTo>
                    <a:pt x="8356829" y="2432008"/>
                  </a:lnTo>
                  <a:lnTo>
                    <a:pt x="8357887" y="2428230"/>
                  </a:lnTo>
                  <a:lnTo>
                    <a:pt x="8358945" y="2423465"/>
                  </a:lnTo>
                  <a:lnTo>
                    <a:pt x="8360003" y="2417136"/>
                  </a:lnTo>
                  <a:lnTo>
                    <a:pt x="8361061" y="2409510"/>
                  </a:lnTo>
                  <a:lnTo>
                    <a:pt x="8362119" y="2400724"/>
                  </a:lnTo>
                  <a:lnTo>
                    <a:pt x="8363176" y="2390722"/>
                  </a:lnTo>
                  <a:lnTo>
                    <a:pt x="8364234" y="2380299"/>
                  </a:lnTo>
                  <a:lnTo>
                    <a:pt x="8365292" y="2370255"/>
                  </a:lnTo>
                  <a:lnTo>
                    <a:pt x="8366350" y="2361434"/>
                  </a:lnTo>
                  <a:lnTo>
                    <a:pt x="8367408" y="2354409"/>
                  </a:lnTo>
                  <a:lnTo>
                    <a:pt x="8368466" y="2348486"/>
                  </a:lnTo>
                  <a:lnTo>
                    <a:pt x="8369524" y="2343019"/>
                  </a:lnTo>
                  <a:lnTo>
                    <a:pt x="8370581" y="2337897"/>
                  </a:lnTo>
                  <a:lnTo>
                    <a:pt x="8371639" y="2333308"/>
                  </a:lnTo>
                  <a:lnTo>
                    <a:pt x="8372697" y="2329292"/>
                  </a:lnTo>
                  <a:lnTo>
                    <a:pt x="8373755" y="2325304"/>
                  </a:lnTo>
                  <a:lnTo>
                    <a:pt x="8374813" y="2320729"/>
                  </a:lnTo>
                  <a:lnTo>
                    <a:pt x="8375871" y="2316433"/>
                  </a:lnTo>
                  <a:lnTo>
                    <a:pt x="8376928" y="2312815"/>
                  </a:lnTo>
                  <a:lnTo>
                    <a:pt x="8377986" y="2310239"/>
                  </a:lnTo>
                  <a:lnTo>
                    <a:pt x="8379044" y="2308950"/>
                  </a:lnTo>
                  <a:lnTo>
                    <a:pt x="8380102" y="2306922"/>
                  </a:lnTo>
                  <a:lnTo>
                    <a:pt x="8381160" y="2302990"/>
                  </a:lnTo>
                  <a:lnTo>
                    <a:pt x="8382218" y="2295996"/>
                  </a:lnTo>
                  <a:lnTo>
                    <a:pt x="8383275" y="2284387"/>
                  </a:lnTo>
                  <a:lnTo>
                    <a:pt x="8384333" y="2267354"/>
                  </a:lnTo>
                  <a:lnTo>
                    <a:pt x="8385391" y="2245272"/>
                  </a:lnTo>
                  <a:lnTo>
                    <a:pt x="8386449" y="2218991"/>
                  </a:lnTo>
                  <a:lnTo>
                    <a:pt x="8387507" y="2190186"/>
                  </a:lnTo>
                  <a:lnTo>
                    <a:pt x="8388565" y="2159985"/>
                  </a:lnTo>
                  <a:lnTo>
                    <a:pt x="8389622" y="2129325"/>
                  </a:lnTo>
                  <a:lnTo>
                    <a:pt x="8390680" y="2099488"/>
                  </a:lnTo>
                  <a:lnTo>
                    <a:pt x="8391738" y="2070022"/>
                  </a:lnTo>
                  <a:lnTo>
                    <a:pt x="8392796" y="2041106"/>
                  </a:lnTo>
                  <a:lnTo>
                    <a:pt x="8393854" y="2012546"/>
                  </a:lnTo>
                  <a:lnTo>
                    <a:pt x="8394912" y="1984122"/>
                  </a:lnTo>
                  <a:lnTo>
                    <a:pt x="8395970" y="1956743"/>
                  </a:lnTo>
                  <a:lnTo>
                    <a:pt x="8397027" y="1930410"/>
                  </a:lnTo>
                  <a:lnTo>
                    <a:pt x="8398085" y="1905394"/>
                  </a:lnTo>
                  <a:lnTo>
                    <a:pt x="8399143" y="1882712"/>
                  </a:lnTo>
                  <a:lnTo>
                    <a:pt x="8400201" y="1862941"/>
                  </a:lnTo>
                  <a:lnTo>
                    <a:pt x="8401259" y="1846302"/>
                  </a:lnTo>
                  <a:lnTo>
                    <a:pt x="8402317" y="1832361"/>
                  </a:lnTo>
                  <a:lnTo>
                    <a:pt x="8403374" y="1820117"/>
                  </a:lnTo>
                  <a:lnTo>
                    <a:pt x="8404432" y="1809315"/>
                  </a:lnTo>
                  <a:lnTo>
                    <a:pt x="8405490" y="1799722"/>
                  </a:lnTo>
                  <a:lnTo>
                    <a:pt x="8406548" y="1790890"/>
                  </a:lnTo>
                  <a:lnTo>
                    <a:pt x="8407606" y="1782896"/>
                  </a:lnTo>
                  <a:lnTo>
                    <a:pt x="8408664" y="1775450"/>
                  </a:lnTo>
                  <a:lnTo>
                    <a:pt x="8409721" y="1768408"/>
                  </a:lnTo>
                  <a:lnTo>
                    <a:pt x="8410779" y="1762139"/>
                  </a:lnTo>
                  <a:lnTo>
                    <a:pt x="8411837" y="1756923"/>
                  </a:lnTo>
                  <a:lnTo>
                    <a:pt x="8412895" y="1753153"/>
                  </a:lnTo>
                  <a:lnTo>
                    <a:pt x="8413953" y="1750801"/>
                  </a:lnTo>
                  <a:lnTo>
                    <a:pt x="8415011" y="1749508"/>
                  </a:lnTo>
                  <a:lnTo>
                    <a:pt x="8416068" y="1749312"/>
                  </a:lnTo>
                  <a:lnTo>
                    <a:pt x="8417126" y="1749843"/>
                  </a:lnTo>
                  <a:lnTo>
                    <a:pt x="8418184" y="1751019"/>
                  </a:lnTo>
                  <a:lnTo>
                    <a:pt x="8419242" y="1752808"/>
                  </a:lnTo>
                  <a:lnTo>
                    <a:pt x="8420300" y="1754862"/>
                  </a:lnTo>
                  <a:lnTo>
                    <a:pt x="8421358" y="1757082"/>
                  </a:lnTo>
                  <a:lnTo>
                    <a:pt x="8422416" y="1759258"/>
                  </a:lnTo>
                  <a:lnTo>
                    <a:pt x="8423473" y="1761316"/>
                  </a:lnTo>
                  <a:lnTo>
                    <a:pt x="8424531" y="1763132"/>
                  </a:lnTo>
                  <a:lnTo>
                    <a:pt x="8425589" y="1764404"/>
                  </a:lnTo>
                  <a:lnTo>
                    <a:pt x="8426647" y="1765111"/>
                  </a:lnTo>
                  <a:lnTo>
                    <a:pt x="8427705" y="1765214"/>
                  </a:lnTo>
                  <a:lnTo>
                    <a:pt x="8428763" y="1764276"/>
                  </a:lnTo>
                  <a:lnTo>
                    <a:pt x="8429820" y="1762295"/>
                  </a:lnTo>
                  <a:lnTo>
                    <a:pt x="8430878" y="1759223"/>
                  </a:lnTo>
                  <a:lnTo>
                    <a:pt x="8431936" y="1754988"/>
                  </a:lnTo>
                  <a:lnTo>
                    <a:pt x="8432994" y="1750638"/>
                  </a:lnTo>
                  <a:lnTo>
                    <a:pt x="8434052" y="1746501"/>
                  </a:lnTo>
                  <a:lnTo>
                    <a:pt x="8435110" y="1742818"/>
                  </a:lnTo>
                  <a:lnTo>
                    <a:pt x="8436167" y="1740339"/>
                  </a:lnTo>
                  <a:lnTo>
                    <a:pt x="8437225" y="1739806"/>
                  </a:lnTo>
                  <a:lnTo>
                    <a:pt x="8438283" y="1741461"/>
                  </a:lnTo>
                  <a:lnTo>
                    <a:pt x="8439341" y="1744992"/>
                  </a:lnTo>
                  <a:lnTo>
                    <a:pt x="8440399" y="1750069"/>
                  </a:lnTo>
                  <a:lnTo>
                    <a:pt x="8441457" y="1757106"/>
                  </a:lnTo>
                  <a:lnTo>
                    <a:pt x="8442514" y="1765932"/>
                  </a:lnTo>
                  <a:lnTo>
                    <a:pt x="8443572" y="1776016"/>
                  </a:lnTo>
                  <a:lnTo>
                    <a:pt x="8444630" y="1787735"/>
                  </a:lnTo>
                  <a:lnTo>
                    <a:pt x="8445688" y="1800693"/>
                  </a:lnTo>
                  <a:lnTo>
                    <a:pt x="8446746" y="1815122"/>
                  </a:lnTo>
                  <a:lnTo>
                    <a:pt x="8447804" y="1831342"/>
                  </a:lnTo>
                  <a:lnTo>
                    <a:pt x="8448862" y="1848554"/>
                  </a:lnTo>
                  <a:lnTo>
                    <a:pt x="8449919" y="1866763"/>
                  </a:lnTo>
                  <a:lnTo>
                    <a:pt x="8450977" y="1885850"/>
                  </a:lnTo>
                  <a:lnTo>
                    <a:pt x="8452035" y="1904608"/>
                  </a:lnTo>
                  <a:lnTo>
                    <a:pt x="8453093" y="1922167"/>
                  </a:lnTo>
                  <a:lnTo>
                    <a:pt x="8454151" y="1938113"/>
                  </a:lnTo>
                  <a:lnTo>
                    <a:pt x="8455209" y="1952885"/>
                  </a:lnTo>
                  <a:lnTo>
                    <a:pt x="8456266" y="1967244"/>
                  </a:lnTo>
                  <a:lnTo>
                    <a:pt x="8457324" y="1980990"/>
                  </a:lnTo>
                  <a:lnTo>
                    <a:pt x="8458382" y="1994101"/>
                  </a:lnTo>
                  <a:lnTo>
                    <a:pt x="8459440" y="2006883"/>
                  </a:lnTo>
                  <a:lnTo>
                    <a:pt x="8460498" y="2019095"/>
                  </a:lnTo>
                  <a:lnTo>
                    <a:pt x="8461556" y="2031337"/>
                  </a:lnTo>
                  <a:lnTo>
                    <a:pt x="8462613" y="2043686"/>
                  </a:lnTo>
                  <a:lnTo>
                    <a:pt x="8463671" y="2055481"/>
                  </a:lnTo>
                  <a:lnTo>
                    <a:pt x="8464729" y="2066104"/>
                  </a:lnTo>
                  <a:lnTo>
                    <a:pt x="8465787" y="2075098"/>
                  </a:lnTo>
                  <a:lnTo>
                    <a:pt x="8466845" y="2082437"/>
                  </a:lnTo>
                  <a:lnTo>
                    <a:pt x="8467903" y="2088399"/>
                  </a:lnTo>
                  <a:lnTo>
                    <a:pt x="8468960" y="2092903"/>
                  </a:lnTo>
                  <a:lnTo>
                    <a:pt x="8470018" y="2096044"/>
                  </a:lnTo>
                  <a:lnTo>
                    <a:pt x="8471076" y="2097981"/>
                  </a:lnTo>
                  <a:lnTo>
                    <a:pt x="8472134" y="2098664"/>
                  </a:lnTo>
                  <a:lnTo>
                    <a:pt x="8473192" y="2098771"/>
                  </a:lnTo>
                  <a:lnTo>
                    <a:pt x="8474250" y="2098445"/>
                  </a:lnTo>
                  <a:lnTo>
                    <a:pt x="8475308" y="2098229"/>
                  </a:lnTo>
                  <a:lnTo>
                    <a:pt x="8476365" y="2098116"/>
                  </a:lnTo>
                  <a:lnTo>
                    <a:pt x="8477423" y="2098087"/>
                  </a:lnTo>
                  <a:lnTo>
                    <a:pt x="8478481" y="2098657"/>
                  </a:lnTo>
                  <a:lnTo>
                    <a:pt x="8479539" y="2100406"/>
                  </a:lnTo>
                  <a:lnTo>
                    <a:pt x="8480597" y="2103658"/>
                  </a:lnTo>
                  <a:lnTo>
                    <a:pt x="8481655" y="2108318"/>
                  </a:lnTo>
                  <a:lnTo>
                    <a:pt x="8482712" y="2114591"/>
                  </a:lnTo>
                  <a:lnTo>
                    <a:pt x="8483770" y="2122927"/>
                  </a:lnTo>
                  <a:lnTo>
                    <a:pt x="8484828" y="2133755"/>
                  </a:lnTo>
                  <a:lnTo>
                    <a:pt x="8485886" y="2146959"/>
                  </a:lnTo>
                  <a:lnTo>
                    <a:pt x="8486944" y="2162209"/>
                  </a:lnTo>
                  <a:lnTo>
                    <a:pt x="8488002" y="2179130"/>
                  </a:lnTo>
                  <a:lnTo>
                    <a:pt x="8489059" y="2197180"/>
                  </a:lnTo>
                  <a:lnTo>
                    <a:pt x="8490117" y="2215848"/>
                  </a:lnTo>
                  <a:lnTo>
                    <a:pt x="8491175" y="2235037"/>
                  </a:lnTo>
                  <a:lnTo>
                    <a:pt x="8492233" y="2255511"/>
                  </a:lnTo>
                  <a:lnTo>
                    <a:pt x="8493291" y="2277009"/>
                  </a:lnTo>
                  <a:lnTo>
                    <a:pt x="8494349" y="2297524"/>
                  </a:lnTo>
                  <a:lnTo>
                    <a:pt x="8495406" y="2316066"/>
                  </a:lnTo>
                  <a:lnTo>
                    <a:pt x="8496464" y="2332656"/>
                  </a:lnTo>
                  <a:lnTo>
                    <a:pt x="8497522" y="2347476"/>
                  </a:lnTo>
                  <a:lnTo>
                    <a:pt x="8498580" y="2360277"/>
                  </a:lnTo>
                  <a:lnTo>
                    <a:pt x="8499638" y="2369653"/>
                  </a:lnTo>
                  <a:lnTo>
                    <a:pt x="8500696" y="2374873"/>
                  </a:lnTo>
                  <a:lnTo>
                    <a:pt x="8501754" y="2376607"/>
                  </a:lnTo>
                  <a:lnTo>
                    <a:pt x="8502811" y="2375338"/>
                  </a:lnTo>
                  <a:lnTo>
                    <a:pt x="8503869" y="2371581"/>
                  </a:lnTo>
                  <a:lnTo>
                    <a:pt x="8504927" y="2365948"/>
                  </a:lnTo>
                  <a:lnTo>
                    <a:pt x="8505985" y="2358918"/>
                  </a:lnTo>
                  <a:lnTo>
                    <a:pt x="8507043" y="2358918"/>
                  </a:lnTo>
                  <a:lnTo>
                    <a:pt x="8508101" y="2358918"/>
                  </a:lnTo>
                  <a:lnTo>
                    <a:pt x="8509158" y="2358918"/>
                  </a:lnTo>
                  <a:lnTo>
                    <a:pt x="8510216" y="2358918"/>
                  </a:lnTo>
                  <a:lnTo>
                    <a:pt x="8511274" y="2358918"/>
                  </a:lnTo>
                  <a:lnTo>
                    <a:pt x="8512332" y="2358918"/>
                  </a:lnTo>
                  <a:lnTo>
                    <a:pt x="8513390" y="2358918"/>
                  </a:lnTo>
                  <a:lnTo>
                    <a:pt x="8514448" y="2358918"/>
                  </a:lnTo>
                  <a:lnTo>
                    <a:pt x="8515505" y="2358918"/>
                  </a:lnTo>
                  <a:lnTo>
                    <a:pt x="8516563" y="2358918"/>
                  </a:lnTo>
                  <a:lnTo>
                    <a:pt x="8517621" y="2358918"/>
                  </a:lnTo>
                  <a:lnTo>
                    <a:pt x="8518679" y="2358918"/>
                  </a:lnTo>
                  <a:lnTo>
                    <a:pt x="8519737" y="2358918"/>
                  </a:lnTo>
                  <a:lnTo>
                    <a:pt x="8520795" y="2358918"/>
                  </a:lnTo>
                  <a:lnTo>
                    <a:pt x="8521852" y="2358918"/>
                  </a:lnTo>
                  <a:lnTo>
                    <a:pt x="8522910" y="2358918"/>
                  </a:lnTo>
                  <a:lnTo>
                    <a:pt x="8523968" y="2358918"/>
                  </a:lnTo>
                  <a:lnTo>
                    <a:pt x="8525026" y="2358918"/>
                  </a:lnTo>
                  <a:lnTo>
                    <a:pt x="8526084" y="2358918"/>
                  </a:lnTo>
                  <a:lnTo>
                    <a:pt x="8527142" y="2358918"/>
                  </a:lnTo>
                  <a:lnTo>
                    <a:pt x="8528200" y="2358918"/>
                  </a:lnTo>
                  <a:lnTo>
                    <a:pt x="8529257" y="2358918"/>
                  </a:lnTo>
                  <a:lnTo>
                    <a:pt x="8530315" y="2358918"/>
                  </a:lnTo>
                  <a:lnTo>
                    <a:pt x="8531373" y="2358918"/>
                  </a:lnTo>
                  <a:lnTo>
                    <a:pt x="8532431" y="2358918"/>
                  </a:lnTo>
                </a:path>
              </a:pathLst>
            </a:custGeom>
            <a:ln w="8130" cap="flat">
              <a:solidFill>
                <a:srgbClr val="006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490734" y="3321885"/>
              <a:ext cx="8532431" cy="3082869"/>
            </a:xfrm>
            <a:custGeom>
              <a:avLst/>
              <a:pathLst>
                <a:path w="8532431" h="3082869">
                  <a:moveTo>
                    <a:pt x="0" y="2733632"/>
                  </a:moveTo>
                  <a:lnTo>
                    <a:pt x="952" y="2733632"/>
                  </a:lnTo>
                  <a:lnTo>
                    <a:pt x="2009" y="2733632"/>
                  </a:lnTo>
                  <a:lnTo>
                    <a:pt x="3067" y="2733632"/>
                  </a:lnTo>
                  <a:lnTo>
                    <a:pt x="4125" y="2733632"/>
                  </a:lnTo>
                  <a:lnTo>
                    <a:pt x="5183" y="2733632"/>
                  </a:lnTo>
                  <a:lnTo>
                    <a:pt x="6241" y="2733632"/>
                  </a:lnTo>
                  <a:lnTo>
                    <a:pt x="7299" y="2733632"/>
                  </a:lnTo>
                  <a:lnTo>
                    <a:pt x="8356" y="2733632"/>
                  </a:lnTo>
                  <a:lnTo>
                    <a:pt x="9414" y="2733632"/>
                  </a:lnTo>
                  <a:lnTo>
                    <a:pt x="10472" y="2733632"/>
                  </a:lnTo>
                  <a:lnTo>
                    <a:pt x="11530" y="2733632"/>
                  </a:lnTo>
                  <a:lnTo>
                    <a:pt x="12588" y="2733632"/>
                  </a:lnTo>
                  <a:lnTo>
                    <a:pt x="13646" y="2733632"/>
                  </a:lnTo>
                  <a:lnTo>
                    <a:pt x="14703" y="2733632"/>
                  </a:lnTo>
                  <a:lnTo>
                    <a:pt x="15761" y="2733632"/>
                  </a:lnTo>
                  <a:lnTo>
                    <a:pt x="16819" y="2733632"/>
                  </a:lnTo>
                  <a:lnTo>
                    <a:pt x="17877" y="2733632"/>
                  </a:lnTo>
                  <a:lnTo>
                    <a:pt x="18935" y="2733632"/>
                  </a:lnTo>
                  <a:lnTo>
                    <a:pt x="19993" y="2733632"/>
                  </a:lnTo>
                  <a:lnTo>
                    <a:pt x="21051" y="2733632"/>
                  </a:lnTo>
                  <a:lnTo>
                    <a:pt x="22108" y="2733632"/>
                  </a:lnTo>
                  <a:lnTo>
                    <a:pt x="23166" y="2733632"/>
                  </a:lnTo>
                  <a:lnTo>
                    <a:pt x="24224" y="2733632"/>
                  </a:lnTo>
                  <a:lnTo>
                    <a:pt x="25282" y="2733632"/>
                  </a:lnTo>
                  <a:lnTo>
                    <a:pt x="26340" y="2727990"/>
                  </a:lnTo>
                  <a:lnTo>
                    <a:pt x="27398" y="2722312"/>
                  </a:lnTo>
                  <a:lnTo>
                    <a:pt x="28455" y="2716871"/>
                  </a:lnTo>
                  <a:lnTo>
                    <a:pt x="29513" y="2712031"/>
                  </a:lnTo>
                  <a:lnTo>
                    <a:pt x="30571" y="2707694"/>
                  </a:lnTo>
                  <a:lnTo>
                    <a:pt x="31629" y="2704247"/>
                  </a:lnTo>
                  <a:lnTo>
                    <a:pt x="32687" y="2701546"/>
                  </a:lnTo>
                  <a:lnTo>
                    <a:pt x="33745" y="2699536"/>
                  </a:lnTo>
                  <a:lnTo>
                    <a:pt x="34802" y="2698321"/>
                  </a:lnTo>
                  <a:lnTo>
                    <a:pt x="35860" y="2697431"/>
                  </a:lnTo>
                  <a:lnTo>
                    <a:pt x="36918" y="2696679"/>
                  </a:lnTo>
                  <a:lnTo>
                    <a:pt x="37976" y="2695416"/>
                  </a:lnTo>
                  <a:lnTo>
                    <a:pt x="39034" y="2692171"/>
                  </a:lnTo>
                  <a:lnTo>
                    <a:pt x="40092" y="2687258"/>
                  </a:lnTo>
                  <a:lnTo>
                    <a:pt x="41149" y="2681722"/>
                  </a:lnTo>
                  <a:lnTo>
                    <a:pt x="42207" y="2675198"/>
                  </a:lnTo>
                  <a:lnTo>
                    <a:pt x="43265" y="2667898"/>
                  </a:lnTo>
                  <a:lnTo>
                    <a:pt x="44323" y="2660062"/>
                  </a:lnTo>
                  <a:lnTo>
                    <a:pt x="45381" y="2651774"/>
                  </a:lnTo>
                  <a:lnTo>
                    <a:pt x="46439" y="2643469"/>
                  </a:lnTo>
                  <a:lnTo>
                    <a:pt x="47497" y="2634738"/>
                  </a:lnTo>
                  <a:lnTo>
                    <a:pt x="48554" y="2625755"/>
                  </a:lnTo>
                  <a:lnTo>
                    <a:pt x="49612" y="2616596"/>
                  </a:lnTo>
                  <a:lnTo>
                    <a:pt x="50670" y="2606947"/>
                  </a:lnTo>
                  <a:lnTo>
                    <a:pt x="51728" y="2596932"/>
                  </a:lnTo>
                  <a:lnTo>
                    <a:pt x="52786" y="2586828"/>
                  </a:lnTo>
                  <a:lnTo>
                    <a:pt x="53844" y="2577334"/>
                  </a:lnTo>
                  <a:lnTo>
                    <a:pt x="54901" y="2569532"/>
                  </a:lnTo>
                  <a:lnTo>
                    <a:pt x="55959" y="2562998"/>
                  </a:lnTo>
                  <a:lnTo>
                    <a:pt x="57017" y="2557019"/>
                  </a:lnTo>
                  <a:lnTo>
                    <a:pt x="58075" y="2551711"/>
                  </a:lnTo>
                  <a:lnTo>
                    <a:pt x="59133" y="2546888"/>
                  </a:lnTo>
                  <a:lnTo>
                    <a:pt x="60191" y="2542229"/>
                  </a:lnTo>
                  <a:lnTo>
                    <a:pt x="61248" y="2537700"/>
                  </a:lnTo>
                  <a:lnTo>
                    <a:pt x="62306" y="2533221"/>
                  </a:lnTo>
                  <a:lnTo>
                    <a:pt x="63364" y="2528849"/>
                  </a:lnTo>
                  <a:lnTo>
                    <a:pt x="64422" y="2524636"/>
                  </a:lnTo>
                  <a:lnTo>
                    <a:pt x="65480" y="2520717"/>
                  </a:lnTo>
                  <a:lnTo>
                    <a:pt x="66538" y="2517315"/>
                  </a:lnTo>
                  <a:lnTo>
                    <a:pt x="67595" y="2514488"/>
                  </a:lnTo>
                  <a:lnTo>
                    <a:pt x="68653" y="2512268"/>
                  </a:lnTo>
                  <a:lnTo>
                    <a:pt x="69711" y="2510854"/>
                  </a:lnTo>
                  <a:lnTo>
                    <a:pt x="70769" y="2510101"/>
                  </a:lnTo>
                  <a:lnTo>
                    <a:pt x="71827" y="2509833"/>
                  </a:lnTo>
                  <a:lnTo>
                    <a:pt x="72885" y="2509849"/>
                  </a:lnTo>
                  <a:lnTo>
                    <a:pt x="73943" y="2510418"/>
                  </a:lnTo>
                  <a:lnTo>
                    <a:pt x="75000" y="2511850"/>
                  </a:lnTo>
                  <a:lnTo>
                    <a:pt x="76058" y="2514112"/>
                  </a:lnTo>
                  <a:lnTo>
                    <a:pt x="77116" y="2516809"/>
                  </a:lnTo>
                  <a:lnTo>
                    <a:pt x="78174" y="2519974"/>
                  </a:lnTo>
                  <a:lnTo>
                    <a:pt x="79232" y="2523583"/>
                  </a:lnTo>
                  <a:lnTo>
                    <a:pt x="80290" y="2527636"/>
                  </a:lnTo>
                  <a:lnTo>
                    <a:pt x="81347" y="2532009"/>
                  </a:lnTo>
                  <a:lnTo>
                    <a:pt x="82405" y="2536463"/>
                  </a:lnTo>
                  <a:lnTo>
                    <a:pt x="83463" y="2541148"/>
                  </a:lnTo>
                  <a:lnTo>
                    <a:pt x="84521" y="2545785"/>
                  </a:lnTo>
                  <a:lnTo>
                    <a:pt x="85579" y="2550397"/>
                  </a:lnTo>
                  <a:lnTo>
                    <a:pt x="86637" y="2555006"/>
                  </a:lnTo>
                  <a:lnTo>
                    <a:pt x="87694" y="2559814"/>
                  </a:lnTo>
                  <a:lnTo>
                    <a:pt x="88752" y="2565055"/>
                  </a:lnTo>
                  <a:lnTo>
                    <a:pt x="89810" y="2570870"/>
                  </a:lnTo>
                  <a:lnTo>
                    <a:pt x="90868" y="2577607"/>
                  </a:lnTo>
                  <a:lnTo>
                    <a:pt x="91926" y="2586243"/>
                  </a:lnTo>
                  <a:lnTo>
                    <a:pt x="92984" y="2596757"/>
                  </a:lnTo>
                  <a:lnTo>
                    <a:pt x="94041" y="2609133"/>
                  </a:lnTo>
                  <a:lnTo>
                    <a:pt x="95099" y="2623086"/>
                  </a:lnTo>
                  <a:lnTo>
                    <a:pt x="96157" y="2638073"/>
                  </a:lnTo>
                  <a:lnTo>
                    <a:pt x="97215" y="2653520"/>
                  </a:lnTo>
                  <a:lnTo>
                    <a:pt x="98273" y="2669128"/>
                  </a:lnTo>
                  <a:lnTo>
                    <a:pt x="99331" y="2684743"/>
                  </a:lnTo>
                  <a:lnTo>
                    <a:pt x="100389" y="2700939"/>
                  </a:lnTo>
                  <a:lnTo>
                    <a:pt x="101446" y="2717402"/>
                  </a:lnTo>
                  <a:lnTo>
                    <a:pt x="102504" y="2734127"/>
                  </a:lnTo>
                  <a:lnTo>
                    <a:pt x="103562" y="2751013"/>
                  </a:lnTo>
                  <a:lnTo>
                    <a:pt x="104620" y="2768129"/>
                  </a:lnTo>
                  <a:lnTo>
                    <a:pt x="105678" y="2784813"/>
                  </a:lnTo>
                  <a:lnTo>
                    <a:pt x="106736" y="2800170"/>
                  </a:lnTo>
                  <a:lnTo>
                    <a:pt x="107793" y="2812188"/>
                  </a:lnTo>
                  <a:lnTo>
                    <a:pt x="108851" y="2820927"/>
                  </a:lnTo>
                  <a:lnTo>
                    <a:pt x="109909" y="2826881"/>
                  </a:lnTo>
                  <a:lnTo>
                    <a:pt x="110967" y="2830653"/>
                  </a:lnTo>
                  <a:lnTo>
                    <a:pt x="112025" y="2832313"/>
                  </a:lnTo>
                  <a:lnTo>
                    <a:pt x="113083" y="2832139"/>
                  </a:lnTo>
                  <a:lnTo>
                    <a:pt x="114140" y="2829562"/>
                  </a:lnTo>
                  <a:lnTo>
                    <a:pt x="115198" y="2824489"/>
                  </a:lnTo>
                  <a:lnTo>
                    <a:pt x="116256" y="2816964"/>
                  </a:lnTo>
                  <a:lnTo>
                    <a:pt x="117314" y="2806607"/>
                  </a:lnTo>
                  <a:lnTo>
                    <a:pt x="118372" y="2793260"/>
                  </a:lnTo>
                  <a:lnTo>
                    <a:pt x="119430" y="2778111"/>
                  </a:lnTo>
                  <a:lnTo>
                    <a:pt x="120487" y="2762844"/>
                  </a:lnTo>
                  <a:lnTo>
                    <a:pt x="121545" y="2748030"/>
                  </a:lnTo>
                  <a:lnTo>
                    <a:pt x="122603" y="2733504"/>
                  </a:lnTo>
                  <a:lnTo>
                    <a:pt x="123661" y="2719760"/>
                  </a:lnTo>
                  <a:lnTo>
                    <a:pt x="124719" y="2706794"/>
                  </a:lnTo>
                  <a:lnTo>
                    <a:pt x="125777" y="2694137"/>
                  </a:lnTo>
                  <a:lnTo>
                    <a:pt x="126835" y="2681754"/>
                  </a:lnTo>
                  <a:lnTo>
                    <a:pt x="127892" y="2670021"/>
                  </a:lnTo>
                  <a:lnTo>
                    <a:pt x="128950" y="2659237"/>
                  </a:lnTo>
                  <a:lnTo>
                    <a:pt x="130008" y="2650188"/>
                  </a:lnTo>
                  <a:lnTo>
                    <a:pt x="131066" y="2642893"/>
                  </a:lnTo>
                  <a:lnTo>
                    <a:pt x="132124" y="2637078"/>
                  </a:lnTo>
                  <a:lnTo>
                    <a:pt x="133182" y="2633140"/>
                  </a:lnTo>
                  <a:lnTo>
                    <a:pt x="134239" y="2631008"/>
                  </a:lnTo>
                  <a:lnTo>
                    <a:pt x="135297" y="2629897"/>
                  </a:lnTo>
                  <a:lnTo>
                    <a:pt x="136355" y="2628314"/>
                  </a:lnTo>
                  <a:lnTo>
                    <a:pt x="137413" y="2626259"/>
                  </a:lnTo>
                  <a:lnTo>
                    <a:pt x="138471" y="2623835"/>
                  </a:lnTo>
                  <a:lnTo>
                    <a:pt x="139529" y="2620895"/>
                  </a:lnTo>
                  <a:lnTo>
                    <a:pt x="140586" y="2617553"/>
                  </a:lnTo>
                  <a:lnTo>
                    <a:pt x="141644" y="2613845"/>
                  </a:lnTo>
                  <a:lnTo>
                    <a:pt x="142702" y="2609827"/>
                  </a:lnTo>
                  <a:lnTo>
                    <a:pt x="143760" y="2605897"/>
                  </a:lnTo>
                  <a:lnTo>
                    <a:pt x="144818" y="2601810"/>
                  </a:lnTo>
                  <a:lnTo>
                    <a:pt x="145876" y="2597481"/>
                  </a:lnTo>
                  <a:lnTo>
                    <a:pt x="146933" y="2592782"/>
                  </a:lnTo>
                  <a:lnTo>
                    <a:pt x="147991" y="2587744"/>
                  </a:lnTo>
                  <a:lnTo>
                    <a:pt x="149049" y="2582346"/>
                  </a:lnTo>
                  <a:lnTo>
                    <a:pt x="150107" y="2577084"/>
                  </a:lnTo>
                  <a:lnTo>
                    <a:pt x="151165" y="2571752"/>
                  </a:lnTo>
                  <a:lnTo>
                    <a:pt x="152223" y="2566526"/>
                  </a:lnTo>
                  <a:lnTo>
                    <a:pt x="153281" y="2561276"/>
                  </a:lnTo>
                  <a:lnTo>
                    <a:pt x="154338" y="2556153"/>
                  </a:lnTo>
                  <a:lnTo>
                    <a:pt x="155396" y="2551259"/>
                  </a:lnTo>
                  <a:lnTo>
                    <a:pt x="156454" y="2546770"/>
                  </a:lnTo>
                  <a:lnTo>
                    <a:pt x="157512" y="2542658"/>
                  </a:lnTo>
                  <a:lnTo>
                    <a:pt x="158570" y="2539057"/>
                  </a:lnTo>
                  <a:lnTo>
                    <a:pt x="159628" y="2535831"/>
                  </a:lnTo>
                  <a:lnTo>
                    <a:pt x="160685" y="2533432"/>
                  </a:lnTo>
                  <a:lnTo>
                    <a:pt x="161743" y="2531938"/>
                  </a:lnTo>
                  <a:lnTo>
                    <a:pt x="162801" y="2530966"/>
                  </a:lnTo>
                  <a:lnTo>
                    <a:pt x="163859" y="2530502"/>
                  </a:lnTo>
                  <a:lnTo>
                    <a:pt x="164917" y="2531024"/>
                  </a:lnTo>
                  <a:lnTo>
                    <a:pt x="165975" y="2532434"/>
                  </a:lnTo>
                  <a:lnTo>
                    <a:pt x="167032" y="2535377"/>
                  </a:lnTo>
                  <a:lnTo>
                    <a:pt x="168090" y="2539711"/>
                  </a:lnTo>
                  <a:lnTo>
                    <a:pt x="169148" y="2545021"/>
                  </a:lnTo>
                  <a:lnTo>
                    <a:pt x="170206" y="2551762"/>
                  </a:lnTo>
                  <a:lnTo>
                    <a:pt x="171264" y="2560206"/>
                  </a:lnTo>
                  <a:lnTo>
                    <a:pt x="172322" y="2569186"/>
                  </a:lnTo>
                  <a:lnTo>
                    <a:pt x="173379" y="2577993"/>
                  </a:lnTo>
                  <a:lnTo>
                    <a:pt x="174437" y="2586291"/>
                  </a:lnTo>
                  <a:lnTo>
                    <a:pt x="175495" y="2593975"/>
                  </a:lnTo>
                  <a:lnTo>
                    <a:pt x="176553" y="2600967"/>
                  </a:lnTo>
                  <a:lnTo>
                    <a:pt x="177611" y="2607269"/>
                  </a:lnTo>
                  <a:lnTo>
                    <a:pt x="178669" y="2613174"/>
                  </a:lnTo>
                  <a:lnTo>
                    <a:pt x="179727" y="2618723"/>
                  </a:lnTo>
                  <a:lnTo>
                    <a:pt x="180784" y="2623240"/>
                  </a:lnTo>
                  <a:lnTo>
                    <a:pt x="181842" y="2626481"/>
                  </a:lnTo>
                  <a:lnTo>
                    <a:pt x="182900" y="2627822"/>
                  </a:lnTo>
                  <a:lnTo>
                    <a:pt x="183958" y="2627317"/>
                  </a:lnTo>
                  <a:lnTo>
                    <a:pt x="185016" y="2625409"/>
                  </a:lnTo>
                  <a:lnTo>
                    <a:pt x="186074" y="2621727"/>
                  </a:lnTo>
                  <a:lnTo>
                    <a:pt x="187131" y="2616541"/>
                  </a:lnTo>
                  <a:lnTo>
                    <a:pt x="188189" y="2611159"/>
                  </a:lnTo>
                  <a:lnTo>
                    <a:pt x="189247" y="2606628"/>
                  </a:lnTo>
                  <a:lnTo>
                    <a:pt x="190305" y="2602942"/>
                  </a:lnTo>
                  <a:lnTo>
                    <a:pt x="191363" y="2600100"/>
                  </a:lnTo>
                  <a:lnTo>
                    <a:pt x="192421" y="2598029"/>
                  </a:lnTo>
                  <a:lnTo>
                    <a:pt x="193478" y="2596565"/>
                  </a:lnTo>
                  <a:lnTo>
                    <a:pt x="194536" y="2595823"/>
                  </a:lnTo>
                  <a:lnTo>
                    <a:pt x="195594" y="2595673"/>
                  </a:lnTo>
                  <a:lnTo>
                    <a:pt x="196652" y="2595950"/>
                  </a:lnTo>
                  <a:lnTo>
                    <a:pt x="197710" y="2596994"/>
                  </a:lnTo>
                  <a:lnTo>
                    <a:pt x="198768" y="2598694"/>
                  </a:lnTo>
                  <a:lnTo>
                    <a:pt x="199825" y="2601371"/>
                  </a:lnTo>
                  <a:lnTo>
                    <a:pt x="200883" y="2605267"/>
                  </a:lnTo>
                  <a:lnTo>
                    <a:pt x="201941" y="2610351"/>
                  </a:lnTo>
                  <a:lnTo>
                    <a:pt x="202999" y="2615980"/>
                  </a:lnTo>
                  <a:lnTo>
                    <a:pt x="204057" y="2622248"/>
                  </a:lnTo>
                  <a:lnTo>
                    <a:pt x="205115" y="2628802"/>
                  </a:lnTo>
                  <a:lnTo>
                    <a:pt x="206173" y="2635622"/>
                  </a:lnTo>
                  <a:lnTo>
                    <a:pt x="207230" y="2642387"/>
                  </a:lnTo>
                  <a:lnTo>
                    <a:pt x="208288" y="2648992"/>
                  </a:lnTo>
                  <a:lnTo>
                    <a:pt x="209346" y="2655319"/>
                  </a:lnTo>
                  <a:lnTo>
                    <a:pt x="210404" y="2661319"/>
                  </a:lnTo>
                  <a:lnTo>
                    <a:pt x="211462" y="2667062"/>
                  </a:lnTo>
                  <a:lnTo>
                    <a:pt x="212520" y="2672850"/>
                  </a:lnTo>
                  <a:lnTo>
                    <a:pt x="213577" y="2678387"/>
                  </a:lnTo>
                  <a:lnTo>
                    <a:pt x="214635" y="2683919"/>
                  </a:lnTo>
                  <a:lnTo>
                    <a:pt x="215693" y="2689303"/>
                  </a:lnTo>
                  <a:lnTo>
                    <a:pt x="216751" y="2694503"/>
                  </a:lnTo>
                  <a:lnTo>
                    <a:pt x="217809" y="2699394"/>
                  </a:lnTo>
                  <a:lnTo>
                    <a:pt x="218867" y="2704258"/>
                  </a:lnTo>
                  <a:lnTo>
                    <a:pt x="219924" y="2708702"/>
                  </a:lnTo>
                  <a:lnTo>
                    <a:pt x="220982" y="2712731"/>
                  </a:lnTo>
                  <a:lnTo>
                    <a:pt x="222040" y="2716992"/>
                  </a:lnTo>
                  <a:lnTo>
                    <a:pt x="223098" y="2721646"/>
                  </a:lnTo>
                  <a:lnTo>
                    <a:pt x="224156" y="2726015"/>
                  </a:lnTo>
                  <a:lnTo>
                    <a:pt x="225214" y="2730008"/>
                  </a:lnTo>
                  <a:lnTo>
                    <a:pt x="226271" y="2732505"/>
                  </a:lnTo>
                  <a:lnTo>
                    <a:pt x="227329" y="2732691"/>
                  </a:lnTo>
                  <a:lnTo>
                    <a:pt x="228387" y="2730245"/>
                  </a:lnTo>
                  <a:lnTo>
                    <a:pt x="229445" y="2724939"/>
                  </a:lnTo>
                  <a:lnTo>
                    <a:pt x="230503" y="2716794"/>
                  </a:lnTo>
                  <a:lnTo>
                    <a:pt x="231561" y="2706184"/>
                  </a:lnTo>
                  <a:lnTo>
                    <a:pt x="232619" y="2693052"/>
                  </a:lnTo>
                  <a:lnTo>
                    <a:pt x="233676" y="2678197"/>
                  </a:lnTo>
                  <a:lnTo>
                    <a:pt x="234734" y="2662776"/>
                  </a:lnTo>
                  <a:lnTo>
                    <a:pt x="235792" y="2647006"/>
                  </a:lnTo>
                  <a:lnTo>
                    <a:pt x="236850" y="2631263"/>
                  </a:lnTo>
                  <a:lnTo>
                    <a:pt x="237908" y="2615363"/>
                  </a:lnTo>
                  <a:lnTo>
                    <a:pt x="238966" y="2599280"/>
                  </a:lnTo>
                  <a:lnTo>
                    <a:pt x="240023" y="2583585"/>
                  </a:lnTo>
                  <a:lnTo>
                    <a:pt x="241081" y="2568507"/>
                  </a:lnTo>
                  <a:lnTo>
                    <a:pt x="242139" y="2554752"/>
                  </a:lnTo>
                  <a:lnTo>
                    <a:pt x="243197" y="2542730"/>
                  </a:lnTo>
                  <a:lnTo>
                    <a:pt x="244255" y="2532559"/>
                  </a:lnTo>
                  <a:lnTo>
                    <a:pt x="245313" y="2524359"/>
                  </a:lnTo>
                  <a:lnTo>
                    <a:pt x="246370" y="2518098"/>
                  </a:lnTo>
                  <a:lnTo>
                    <a:pt x="247428" y="2513503"/>
                  </a:lnTo>
                  <a:lnTo>
                    <a:pt x="248486" y="2510556"/>
                  </a:lnTo>
                  <a:lnTo>
                    <a:pt x="249544" y="2508484"/>
                  </a:lnTo>
                  <a:lnTo>
                    <a:pt x="250602" y="2506471"/>
                  </a:lnTo>
                  <a:lnTo>
                    <a:pt x="251660" y="2504999"/>
                  </a:lnTo>
                  <a:lnTo>
                    <a:pt x="252717" y="2503726"/>
                  </a:lnTo>
                  <a:lnTo>
                    <a:pt x="253775" y="2502415"/>
                  </a:lnTo>
                  <a:lnTo>
                    <a:pt x="254833" y="2500964"/>
                  </a:lnTo>
                  <a:lnTo>
                    <a:pt x="255891" y="2499142"/>
                  </a:lnTo>
                  <a:lnTo>
                    <a:pt x="256949" y="2496905"/>
                  </a:lnTo>
                  <a:lnTo>
                    <a:pt x="258007" y="2494355"/>
                  </a:lnTo>
                  <a:lnTo>
                    <a:pt x="259065" y="2491428"/>
                  </a:lnTo>
                  <a:lnTo>
                    <a:pt x="260122" y="2488138"/>
                  </a:lnTo>
                  <a:lnTo>
                    <a:pt x="261180" y="2484512"/>
                  </a:lnTo>
                  <a:lnTo>
                    <a:pt x="262238" y="2480802"/>
                  </a:lnTo>
                  <a:lnTo>
                    <a:pt x="263296" y="2477176"/>
                  </a:lnTo>
                  <a:lnTo>
                    <a:pt x="264354" y="2473575"/>
                  </a:lnTo>
                  <a:lnTo>
                    <a:pt x="265412" y="2470322"/>
                  </a:lnTo>
                  <a:lnTo>
                    <a:pt x="266469" y="2467399"/>
                  </a:lnTo>
                  <a:lnTo>
                    <a:pt x="267527" y="2464252"/>
                  </a:lnTo>
                  <a:lnTo>
                    <a:pt x="268585" y="2460939"/>
                  </a:lnTo>
                  <a:lnTo>
                    <a:pt x="269643" y="2457381"/>
                  </a:lnTo>
                  <a:lnTo>
                    <a:pt x="270701" y="2453795"/>
                  </a:lnTo>
                  <a:lnTo>
                    <a:pt x="271759" y="2450613"/>
                  </a:lnTo>
                  <a:lnTo>
                    <a:pt x="272816" y="2447912"/>
                  </a:lnTo>
                  <a:lnTo>
                    <a:pt x="273874" y="2445879"/>
                  </a:lnTo>
                  <a:lnTo>
                    <a:pt x="274932" y="2444561"/>
                  </a:lnTo>
                  <a:lnTo>
                    <a:pt x="275990" y="2444048"/>
                  </a:lnTo>
                  <a:lnTo>
                    <a:pt x="277048" y="2444611"/>
                  </a:lnTo>
                  <a:lnTo>
                    <a:pt x="278106" y="2446323"/>
                  </a:lnTo>
                  <a:lnTo>
                    <a:pt x="279163" y="2449466"/>
                  </a:lnTo>
                  <a:lnTo>
                    <a:pt x="280221" y="2454531"/>
                  </a:lnTo>
                  <a:lnTo>
                    <a:pt x="281279" y="2461532"/>
                  </a:lnTo>
                  <a:lnTo>
                    <a:pt x="282337" y="2470485"/>
                  </a:lnTo>
                  <a:lnTo>
                    <a:pt x="283395" y="2481533"/>
                  </a:lnTo>
                  <a:lnTo>
                    <a:pt x="284453" y="2494577"/>
                  </a:lnTo>
                  <a:lnTo>
                    <a:pt x="285511" y="2509952"/>
                  </a:lnTo>
                  <a:lnTo>
                    <a:pt x="286568" y="2527544"/>
                  </a:lnTo>
                  <a:lnTo>
                    <a:pt x="287626" y="2546461"/>
                  </a:lnTo>
                  <a:lnTo>
                    <a:pt x="288684" y="2566721"/>
                  </a:lnTo>
                  <a:lnTo>
                    <a:pt x="289742" y="2588081"/>
                  </a:lnTo>
                  <a:lnTo>
                    <a:pt x="290800" y="2610403"/>
                  </a:lnTo>
                  <a:lnTo>
                    <a:pt x="291858" y="2633682"/>
                  </a:lnTo>
                  <a:lnTo>
                    <a:pt x="292915" y="2657278"/>
                  </a:lnTo>
                  <a:lnTo>
                    <a:pt x="293973" y="2680173"/>
                  </a:lnTo>
                  <a:lnTo>
                    <a:pt x="295031" y="2701456"/>
                  </a:lnTo>
                  <a:lnTo>
                    <a:pt x="296089" y="2720116"/>
                  </a:lnTo>
                  <a:lnTo>
                    <a:pt x="297147" y="2735075"/>
                  </a:lnTo>
                  <a:lnTo>
                    <a:pt x="298205" y="2745956"/>
                  </a:lnTo>
                  <a:lnTo>
                    <a:pt x="299262" y="2751491"/>
                  </a:lnTo>
                  <a:lnTo>
                    <a:pt x="300320" y="2751217"/>
                  </a:lnTo>
                  <a:lnTo>
                    <a:pt x="301378" y="2745214"/>
                  </a:lnTo>
                  <a:lnTo>
                    <a:pt x="302436" y="2734697"/>
                  </a:lnTo>
                  <a:lnTo>
                    <a:pt x="303494" y="2720990"/>
                  </a:lnTo>
                  <a:lnTo>
                    <a:pt x="304552" y="2704557"/>
                  </a:lnTo>
                  <a:lnTo>
                    <a:pt x="305609" y="2685888"/>
                  </a:lnTo>
                  <a:lnTo>
                    <a:pt x="306667" y="2666041"/>
                  </a:lnTo>
                  <a:lnTo>
                    <a:pt x="307725" y="2645970"/>
                  </a:lnTo>
                  <a:lnTo>
                    <a:pt x="308783" y="2626553"/>
                  </a:lnTo>
                  <a:lnTo>
                    <a:pt x="309841" y="2608389"/>
                  </a:lnTo>
                  <a:lnTo>
                    <a:pt x="310899" y="2591480"/>
                  </a:lnTo>
                  <a:lnTo>
                    <a:pt x="311957" y="2576133"/>
                  </a:lnTo>
                  <a:lnTo>
                    <a:pt x="313014" y="2562839"/>
                  </a:lnTo>
                  <a:lnTo>
                    <a:pt x="314072" y="2551487"/>
                  </a:lnTo>
                  <a:lnTo>
                    <a:pt x="315130" y="2542252"/>
                  </a:lnTo>
                  <a:lnTo>
                    <a:pt x="316188" y="2535227"/>
                  </a:lnTo>
                  <a:lnTo>
                    <a:pt x="317246" y="2530009"/>
                  </a:lnTo>
                  <a:lnTo>
                    <a:pt x="318304" y="2525654"/>
                  </a:lnTo>
                  <a:lnTo>
                    <a:pt x="319361" y="2520930"/>
                  </a:lnTo>
                  <a:lnTo>
                    <a:pt x="320419" y="2515789"/>
                  </a:lnTo>
                  <a:lnTo>
                    <a:pt x="321477" y="2510826"/>
                  </a:lnTo>
                  <a:lnTo>
                    <a:pt x="322535" y="2505844"/>
                  </a:lnTo>
                  <a:lnTo>
                    <a:pt x="323593" y="2500082"/>
                  </a:lnTo>
                  <a:lnTo>
                    <a:pt x="324651" y="2493492"/>
                  </a:lnTo>
                  <a:lnTo>
                    <a:pt x="325708" y="2486441"/>
                  </a:lnTo>
                  <a:lnTo>
                    <a:pt x="326766" y="2479122"/>
                  </a:lnTo>
                  <a:lnTo>
                    <a:pt x="327824" y="2471310"/>
                  </a:lnTo>
                  <a:lnTo>
                    <a:pt x="328882" y="2462952"/>
                  </a:lnTo>
                  <a:lnTo>
                    <a:pt x="329940" y="2454178"/>
                  </a:lnTo>
                  <a:lnTo>
                    <a:pt x="330998" y="2445393"/>
                  </a:lnTo>
                  <a:lnTo>
                    <a:pt x="332055" y="2436837"/>
                  </a:lnTo>
                  <a:lnTo>
                    <a:pt x="333113" y="2428700"/>
                  </a:lnTo>
                  <a:lnTo>
                    <a:pt x="334171" y="2421437"/>
                  </a:lnTo>
                  <a:lnTo>
                    <a:pt x="335229" y="2416059"/>
                  </a:lnTo>
                  <a:lnTo>
                    <a:pt x="336287" y="2412408"/>
                  </a:lnTo>
                  <a:lnTo>
                    <a:pt x="337345" y="2410005"/>
                  </a:lnTo>
                  <a:lnTo>
                    <a:pt x="338403" y="2408574"/>
                  </a:lnTo>
                  <a:lnTo>
                    <a:pt x="339460" y="2408186"/>
                  </a:lnTo>
                  <a:lnTo>
                    <a:pt x="340518" y="2408500"/>
                  </a:lnTo>
                  <a:lnTo>
                    <a:pt x="341576" y="2409120"/>
                  </a:lnTo>
                  <a:lnTo>
                    <a:pt x="342634" y="2409824"/>
                  </a:lnTo>
                  <a:lnTo>
                    <a:pt x="343692" y="2410695"/>
                  </a:lnTo>
                  <a:lnTo>
                    <a:pt x="344750" y="2411707"/>
                  </a:lnTo>
                  <a:lnTo>
                    <a:pt x="345807" y="2412857"/>
                  </a:lnTo>
                  <a:lnTo>
                    <a:pt x="346865" y="2414338"/>
                  </a:lnTo>
                  <a:lnTo>
                    <a:pt x="347923" y="2416234"/>
                  </a:lnTo>
                  <a:lnTo>
                    <a:pt x="348981" y="2418660"/>
                  </a:lnTo>
                  <a:lnTo>
                    <a:pt x="350039" y="2421971"/>
                  </a:lnTo>
                  <a:lnTo>
                    <a:pt x="351097" y="2426216"/>
                  </a:lnTo>
                  <a:lnTo>
                    <a:pt x="352154" y="2432020"/>
                  </a:lnTo>
                  <a:lnTo>
                    <a:pt x="353212" y="2439692"/>
                  </a:lnTo>
                  <a:lnTo>
                    <a:pt x="354270" y="2449306"/>
                  </a:lnTo>
                  <a:lnTo>
                    <a:pt x="355328" y="2460794"/>
                  </a:lnTo>
                  <a:lnTo>
                    <a:pt x="356386" y="2474195"/>
                  </a:lnTo>
                  <a:lnTo>
                    <a:pt x="357444" y="2489138"/>
                  </a:lnTo>
                  <a:lnTo>
                    <a:pt x="358501" y="2505765"/>
                  </a:lnTo>
                  <a:lnTo>
                    <a:pt x="359559" y="2523723"/>
                  </a:lnTo>
                  <a:lnTo>
                    <a:pt x="360617" y="2542690"/>
                  </a:lnTo>
                  <a:lnTo>
                    <a:pt x="361675" y="2562421"/>
                  </a:lnTo>
                  <a:lnTo>
                    <a:pt x="362733" y="2582556"/>
                  </a:lnTo>
                  <a:lnTo>
                    <a:pt x="363791" y="2603015"/>
                  </a:lnTo>
                  <a:lnTo>
                    <a:pt x="364849" y="2623489"/>
                  </a:lnTo>
                  <a:lnTo>
                    <a:pt x="365906" y="2643279"/>
                  </a:lnTo>
                  <a:lnTo>
                    <a:pt x="366964" y="2662222"/>
                  </a:lnTo>
                  <a:lnTo>
                    <a:pt x="368022" y="2679511"/>
                  </a:lnTo>
                  <a:lnTo>
                    <a:pt x="369080" y="2694505"/>
                  </a:lnTo>
                  <a:lnTo>
                    <a:pt x="370138" y="2707544"/>
                  </a:lnTo>
                  <a:lnTo>
                    <a:pt x="371196" y="2719202"/>
                  </a:lnTo>
                  <a:lnTo>
                    <a:pt x="372253" y="2731162"/>
                  </a:lnTo>
                  <a:lnTo>
                    <a:pt x="373311" y="2743938"/>
                  </a:lnTo>
                  <a:lnTo>
                    <a:pt x="374369" y="2756766"/>
                  </a:lnTo>
                  <a:lnTo>
                    <a:pt x="375427" y="2770112"/>
                  </a:lnTo>
                  <a:lnTo>
                    <a:pt x="376485" y="2784847"/>
                  </a:lnTo>
                  <a:lnTo>
                    <a:pt x="377543" y="2800423"/>
                  </a:lnTo>
                  <a:lnTo>
                    <a:pt x="378600" y="2816350"/>
                  </a:lnTo>
                  <a:lnTo>
                    <a:pt x="379658" y="2832532"/>
                  </a:lnTo>
                  <a:lnTo>
                    <a:pt x="380716" y="2849073"/>
                  </a:lnTo>
                  <a:lnTo>
                    <a:pt x="381774" y="2866104"/>
                  </a:lnTo>
                  <a:lnTo>
                    <a:pt x="382832" y="2883561"/>
                  </a:lnTo>
                  <a:lnTo>
                    <a:pt x="383890" y="2901219"/>
                  </a:lnTo>
                  <a:lnTo>
                    <a:pt x="384947" y="2919011"/>
                  </a:lnTo>
                  <a:lnTo>
                    <a:pt x="386005" y="2936412"/>
                  </a:lnTo>
                  <a:lnTo>
                    <a:pt x="387063" y="2952715"/>
                  </a:lnTo>
                  <a:lnTo>
                    <a:pt x="388121" y="2965284"/>
                  </a:lnTo>
                  <a:lnTo>
                    <a:pt x="389179" y="2974141"/>
                  </a:lnTo>
                  <a:lnTo>
                    <a:pt x="390237" y="2980101"/>
                  </a:lnTo>
                  <a:lnTo>
                    <a:pt x="391295" y="2983210"/>
                  </a:lnTo>
                  <a:lnTo>
                    <a:pt x="392352" y="2983223"/>
                  </a:lnTo>
                  <a:lnTo>
                    <a:pt x="393410" y="2981620"/>
                  </a:lnTo>
                  <a:lnTo>
                    <a:pt x="394468" y="2979662"/>
                  </a:lnTo>
                  <a:lnTo>
                    <a:pt x="395526" y="2977544"/>
                  </a:lnTo>
                  <a:lnTo>
                    <a:pt x="396584" y="2975372"/>
                  </a:lnTo>
                  <a:lnTo>
                    <a:pt x="397642" y="2973121"/>
                  </a:lnTo>
                  <a:lnTo>
                    <a:pt x="398699" y="2970745"/>
                  </a:lnTo>
                  <a:lnTo>
                    <a:pt x="399757" y="2967998"/>
                  </a:lnTo>
                  <a:lnTo>
                    <a:pt x="400815" y="2964856"/>
                  </a:lnTo>
                  <a:lnTo>
                    <a:pt x="401873" y="2961066"/>
                  </a:lnTo>
                  <a:lnTo>
                    <a:pt x="402931" y="2956427"/>
                  </a:lnTo>
                  <a:lnTo>
                    <a:pt x="403989" y="2951078"/>
                  </a:lnTo>
                  <a:lnTo>
                    <a:pt x="405046" y="2944869"/>
                  </a:lnTo>
                  <a:lnTo>
                    <a:pt x="406104" y="2936706"/>
                  </a:lnTo>
                  <a:lnTo>
                    <a:pt x="407162" y="2926098"/>
                  </a:lnTo>
                  <a:lnTo>
                    <a:pt x="408220" y="2913410"/>
                  </a:lnTo>
                  <a:lnTo>
                    <a:pt x="409278" y="2898132"/>
                  </a:lnTo>
                  <a:lnTo>
                    <a:pt x="410336" y="2879553"/>
                  </a:lnTo>
                  <a:lnTo>
                    <a:pt x="411393" y="2858708"/>
                  </a:lnTo>
                  <a:lnTo>
                    <a:pt x="412451" y="2836237"/>
                  </a:lnTo>
                  <a:lnTo>
                    <a:pt x="413509" y="2813312"/>
                  </a:lnTo>
                  <a:lnTo>
                    <a:pt x="414567" y="2790755"/>
                  </a:lnTo>
                  <a:lnTo>
                    <a:pt x="415625" y="2768307"/>
                  </a:lnTo>
                  <a:lnTo>
                    <a:pt x="416683" y="2746325"/>
                  </a:lnTo>
                  <a:lnTo>
                    <a:pt x="417741" y="2725143"/>
                  </a:lnTo>
                  <a:lnTo>
                    <a:pt x="418798" y="2704624"/>
                  </a:lnTo>
                  <a:lnTo>
                    <a:pt x="419856" y="2684668"/>
                  </a:lnTo>
                  <a:lnTo>
                    <a:pt x="420914" y="2665402"/>
                  </a:lnTo>
                  <a:lnTo>
                    <a:pt x="421972" y="2647682"/>
                  </a:lnTo>
                  <a:lnTo>
                    <a:pt x="423030" y="2632212"/>
                  </a:lnTo>
                  <a:lnTo>
                    <a:pt x="424088" y="2618753"/>
                  </a:lnTo>
                  <a:lnTo>
                    <a:pt x="425145" y="2607591"/>
                  </a:lnTo>
                  <a:lnTo>
                    <a:pt x="426203" y="2599120"/>
                  </a:lnTo>
                  <a:lnTo>
                    <a:pt x="427261" y="2592673"/>
                  </a:lnTo>
                  <a:lnTo>
                    <a:pt x="428319" y="2587976"/>
                  </a:lnTo>
                  <a:lnTo>
                    <a:pt x="429377" y="2584356"/>
                  </a:lnTo>
                  <a:lnTo>
                    <a:pt x="430435" y="2581487"/>
                  </a:lnTo>
                  <a:lnTo>
                    <a:pt x="431492" y="2579578"/>
                  </a:lnTo>
                  <a:lnTo>
                    <a:pt x="432550" y="2578185"/>
                  </a:lnTo>
                  <a:lnTo>
                    <a:pt x="433608" y="2577140"/>
                  </a:lnTo>
                  <a:lnTo>
                    <a:pt x="434666" y="2576448"/>
                  </a:lnTo>
                  <a:lnTo>
                    <a:pt x="435724" y="2576243"/>
                  </a:lnTo>
                  <a:lnTo>
                    <a:pt x="436782" y="2576543"/>
                  </a:lnTo>
                  <a:lnTo>
                    <a:pt x="437839" y="2577285"/>
                  </a:lnTo>
                  <a:lnTo>
                    <a:pt x="438897" y="2578048"/>
                  </a:lnTo>
                  <a:lnTo>
                    <a:pt x="439955" y="2578810"/>
                  </a:lnTo>
                  <a:lnTo>
                    <a:pt x="441013" y="2579591"/>
                  </a:lnTo>
                  <a:lnTo>
                    <a:pt x="442071" y="2580339"/>
                  </a:lnTo>
                  <a:lnTo>
                    <a:pt x="443129" y="2581230"/>
                  </a:lnTo>
                  <a:lnTo>
                    <a:pt x="444187" y="2582238"/>
                  </a:lnTo>
                  <a:lnTo>
                    <a:pt x="445244" y="2583305"/>
                  </a:lnTo>
                  <a:lnTo>
                    <a:pt x="446302" y="2584254"/>
                  </a:lnTo>
                  <a:lnTo>
                    <a:pt x="447360" y="2585036"/>
                  </a:lnTo>
                  <a:lnTo>
                    <a:pt x="448418" y="2585803"/>
                  </a:lnTo>
                  <a:lnTo>
                    <a:pt x="449476" y="2586592"/>
                  </a:lnTo>
                  <a:lnTo>
                    <a:pt x="450534" y="2587549"/>
                  </a:lnTo>
                  <a:lnTo>
                    <a:pt x="451591" y="2588569"/>
                  </a:lnTo>
                  <a:lnTo>
                    <a:pt x="452649" y="2589810"/>
                  </a:lnTo>
                  <a:lnTo>
                    <a:pt x="453707" y="2591142"/>
                  </a:lnTo>
                  <a:lnTo>
                    <a:pt x="454765" y="2592472"/>
                  </a:lnTo>
                  <a:lnTo>
                    <a:pt x="455823" y="2593732"/>
                  </a:lnTo>
                  <a:lnTo>
                    <a:pt x="456881" y="2594855"/>
                  </a:lnTo>
                  <a:lnTo>
                    <a:pt x="457938" y="2595950"/>
                  </a:lnTo>
                  <a:lnTo>
                    <a:pt x="458996" y="2597654"/>
                  </a:lnTo>
                  <a:lnTo>
                    <a:pt x="460054" y="2600324"/>
                  </a:lnTo>
                  <a:lnTo>
                    <a:pt x="461112" y="2603779"/>
                  </a:lnTo>
                  <a:lnTo>
                    <a:pt x="462170" y="2608460"/>
                  </a:lnTo>
                  <a:lnTo>
                    <a:pt x="463228" y="2615017"/>
                  </a:lnTo>
                  <a:lnTo>
                    <a:pt x="464285" y="2623068"/>
                  </a:lnTo>
                  <a:lnTo>
                    <a:pt x="465343" y="2632674"/>
                  </a:lnTo>
                  <a:lnTo>
                    <a:pt x="466401" y="2643158"/>
                  </a:lnTo>
                  <a:lnTo>
                    <a:pt x="467459" y="2654106"/>
                  </a:lnTo>
                  <a:lnTo>
                    <a:pt x="468517" y="2665796"/>
                  </a:lnTo>
                  <a:lnTo>
                    <a:pt x="469575" y="2678193"/>
                  </a:lnTo>
                  <a:lnTo>
                    <a:pt x="470632" y="2691234"/>
                  </a:lnTo>
                  <a:lnTo>
                    <a:pt x="471690" y="2705191"/>
                  </a:lnTo>
                  <a:lnTo>
                    <a:pt x="472748" y="2720004"/>
                  </a:lnTo>
                  <a:lnTo>
                    <a:pt x="473806" y="2735294"/>
                  </a:lnTo>
                  <a:lnTo>
                    <a:pt x="474864" y="2749835"/>
                  </a:lnTo>
                  <a:lnTo>
                    <a:pt x="475922" y="2762508"/>
                  </a:lnTo>
                  <a:lnTo>
                    <a:pt x="476980" y="2773375"/>
                  </a:lnTo>
                  <a:lnTo>
                    <a:pt x="478037" y="2781214"/>
                  </a:lnTo>
                  <a:lnTo>
                    <a:pt x="479095" y="2785593"/>
                  </a:lnTo>
                  <a:lnTo>
                    <a:pt x="480153" y="2787007"/>
                  </a:lnTo>
                  <a:lnTo>
                    <a:pt x="481211" y="2785624"/>
                  </a:lnTo>
                  <a:lnTo>
                    <a:pt x="482269" y="2782571"/>
                  </a:lnTo>
                  <a:lnTo>
                    <a:pt x="483327" y="2776972"/>
                  </a:lnTo>
                  <a:lnTo>
                    <a:pt x="484384" y="2767779"/>
                  </a:lnTo>
                  <a:lnTo>
                    <a:pt x="485442" y="2755264"/>
                  </a:lnTo>
                  <a:lnTo>
                    <a:pt x="486500" y="2740361"/>
                  </a:lnTo>
                  <a:lnTo>
                    <a:pt x="487558" y="2723411"/>
                  </a:lnTo>
                  <a:lnTo>
                    <a:pt x="488616" y="2704631"/>
                  </a:lnTo>
                  <a:lnTo>
                    <a:pt x="489674" y="2685141"/>
                  </a:lnTo>
                  <a:lnTo>
                    <a:pt x="490731" y="2665631"/>
                  </a:lnTo>
                  <a:lnTo>
                    <a:pt x="491789" y="2647080"/>
                  </a:lnTo>
                  <a:lnTo>
                    <a:pt x="492847" y="2629630"/>
                  </a:lnTo>
                  <a:lnTo>
                    <a:pt x="493905" y="2613666"/>
                  </a:lnTo>
                  <a:lnTo>
                    <a:pt x="494963" y="2598868"/>
                  </a:lnTo>
                  <a:lnTo>
                    <a:pt x="496021" y="2585208"/>
                  </a:lnTo>
                  <a:lnTo>
                    <a:pt x="497078" y="2572463"/>
                  </a:lnTo>
                  <a:lnTo>
                    <a:pt x="498136" y="2560441"/>
                  </a:lnTo>
                  <a:lnTo>
                    <a:pt x="499194" y="2549697"/>
                  </a:lnTo>
                  <a:lnTo>
                    <a:pt x="500252" y="2540137"/>
                  </a:lnTo>
                  <a:lnTo>
                    <a:pt x="501310" y="2530739"/>
                  </a:lnTo>
                  <a:lnTo>
                    <a:pt x="502368" y="2520648"/>
                  </a:lnTo>
                  <a:lnTo>
                    <a:pt x="503426" y="2509305"/>
                  </a:lnTo>
                  <a:lnTo>
                    <a:pt x="504483" y="2497353"/>
                  </a:lnTo>
                  <a:lnTo>
                    <a:pt x="505541" y="2484799"/>
                  </a:lnTo>
                  <a:lnTo>
                    <a:pt x="506599" y="2472048"/>
                  </a:lnTo>
                  <a:lnTo>
                    <a:pt x="507657" y="2459538"/>
                  </a:lnTo>
                  <a:lnTo>
                    <a:pt x="508715" y="2447572"/>
                  </a:lnTo>
                  <a:lnTo>
                    <a:pt x="509773" y="2436242"/>
                  </a:lnTo>
                  <a:lnTo>
                    <a:pt x="510830" y="2425546"/>
                  </a:lnTo>
                  <a:lnTo>
                    <a:pt x="511888" y="2415439"/>
                  </a:lnTo>
                  <a:lnTo>
                    <a:pt x="512946" y="2405864"/>
                  </a:lnTo>
                  <a:lnTo>
                    <a:pt x="514004" y="2396847"/>
                  </a:lnTo>
                  <a:lnTo>
                    <a:pt x="515062" y="2388604"/>
                  </a:lnTo>
                  <a:lnTo>
                    <a:pt x="516120" y="2381387"/>
                  </a:lnTo>
                  <a:lnTo>
                    <a:pt x="517177" y="2375559"/>
                  </a:lnTo>
                  <a:lnTo>
                    <a:pt x="518235" y="2371108"/>
                  </a:lnTo>
                  <a:lnTo>
                    <a:pt x="519293" y="2368381"/>
                  </a:lnTo>
                  <a:lnTo>
                    <a:pt x="520351" y="2366374"/>
                  </a:lnTo>
                  <a:lnTo>
                    <a:pt x="521409" y="2364574"/>
                  </a:lnTo>
                  <a:lnTo>
                    <a:pt x="522467" y="2362890"/>
                  </a:lnTo>
                  <a:lnTo>
                    <a:pt x="523524" y="2360198"/>
                  </a:lnTo>
                  <a:lnTo>
                    <a:pt x="524582" y="2356384"/>
                  </a:lnTo>
                  <a:lnTo>
                    <a:pt x="525640" y="2352002"/>
                  </a:lnTo>
                  <a:lnTo>
                    <a:pt x="526698" y="2347065"/>
                  </a:lnTo>
                  <a:lnTo>
                    <a:pt x="527756" y="2341735"/>
                  </a:lnTo>
                  <a:lnTo>
                    <a:pt x="528814" y="2336070"/>
                  </a:lnTo>
                  <a:lnTo>
                    <a:pt x="529872" y="2330022"/>
                  </a:lnTo>
                  <a:lnTo>
                    <a:pt x="530929" y="2324140"/>
                  </a:lnTo>
                  <a:lnTo>
                    <a:pt x="531987" y="2318429"/>
                  </a:lnTo>
                  <a:lnTo>
                    <a:pt x="533045" y="2313325"/>
                  </a:lnTo>
                  <a:lnTo>
                    <a:pt x="534103" y="2309100"/>
                  </a:lnTo>
                  <a:lnTo>
                    <a:pt x="535161" y="2305657"/>
                  </a:lnTo>
                  <a:lnTo>
                    <a:pt x="536219" y="2304169"/>
                  </a:lnTo>
                  <a:lnTo>
                    <a:pt x="537276" y="2304991"/>
                  </a:lnTo>
                  <a:lnTo>
                    <a:pt x="538334" y="2307804"/>
                  </a:lnTo>
                  <a:lnTo>
                    <a:pt x="539392" y="2312864"/>
                  </a:lnTo>
                  <a:lnTo>
                    <a:pt x="540450" y="2319908"/>
                  </a:lnTo>
                  <a:lnTo>
                    <a:pt x="541508" y="2328335"/>
                  </a:lnTo>
                  <a:lnTo>
                    <a:pt x="542566" y="2337744"/>
                  </a:lnTo>
                  <a:lnTo>
                    <a:pt x="543623" y="2347814"/>
                  </a:lnTo>
                  <a:lnTo>
                    <a:pt x="544681" y="2358234"/>
                  </a:lnTo>
                  <a:lnTo>
                    <a:pt x="545739" y="2368760"/>
                  </a:lnTo>
                  <a:lnTo>
                    <a:pt x="546797" y="2378684"/>
                  </a:lnTo>
                  <a:lnTo>
                    <a:pt x="547855" y="2387991"/>
                  </a:lnTo>
                  <a:lnTo>
                    <a:pt x="548913" y="2396329"/>
                  </a:lnTo>
                  <a:lnTo>
                    <a:pt x="549970" y="2403150"/>
                  </a:lnTo>
                  <a:lnTo>
                    <a:pt x="551028" y="2408798"/>
                  </a:lnTo>
                  <a:lnTo>
                    <a:pt x="552086" y="2413024"/>
                  </a:lnTo>
                  <a:lnTo>
                    <a:pt x="553144" y="2415985"/>
                  </a:lnTo>
                  <a:lnTo>
                    <a:pt x="554202" y="2418637"/>
                  </a:lnTo>
                  <a:lnTo>
                    <a:pt x="555260" y="2421596"/>
                  </a:lnTo>
                  <a:lnTo>
                    <a:pt x="556318" y="2425220"/>
                  </a:lnTo>
                  <a:lnTo>
                    <a:pt x="557375" y="2429105"/>
                  </a:lnTo>
                  <a:lnTo>
                    <a:pt x="558433" y="2432568"/>
                  </a:lnTo>
                  <a:lnTo>
                    <a:pt x="559491" y="2434962"/>
                  </a:lnTo>
                  <a:lnTo>
                    <a:pt x="560549" y="2436099"/>
                  </a:lnTo>
                  <a:lnTo>
                    <a:pt x="561607" y="2436037"/>
                  </a:lnTo>
                  <a:lnTo>
                    <a:pt x="562665" y="2435235"/>
                  </a:lnTo>
                  <a:lnTo>
                    <a:pt x="563722" y="2434254"/>
                  </a:lnTo>
                  <a:lnTo>
                    <a:pt x="564780" y="2433574"/>
                  </a:lnTo>
                  <a:lnTo>
                    <a:pt x="565838" y="2434077"/>
                  </a:lnTo>
                  <a:lnTo>
                    <a:pt x="566896" y="2435539"/>
                  </a:lnTo>
                  <a:lnTo>
                    <a:pt x="567954" y="2437341"/>
                  </a:lnTo>
                  <a:lnTo>
                    <a:pt x="569012" y="2438941"/>
                  </a:lnTo>
                  <a:lnTo>
                    <a:pt x="570069" y="2439431"/>
                  </a:lnTo>
                  <a:lnTo>
                    <a:pt x="571127" y="2438294"/>
                  </a:lnTo>
                  <a:lnTo>
                    <a:pt x="572185" y="2434452"/>
                  </a:lnTo>
                  <a:lnTo>
                    <a:pt x="573243" y="2428853"/>
                  </a:lnTo>
                  <a:lnTo>
                    <a:pt x="574301" y="2422464"/>
                  </a:lnTo>
                  <a:lnTo>
                    <a:pt x="575359" y="2415575"/>
                  </a:lnTo>
                  <a:lnTo>
                    <a:pt x="576416" y="2409449"/>
                  </a:lnTo>
                  <a:lnTo>
                    <a:pt x="577474" y="2404105"/>
                  </a:lnTo>
                  <a:lnTo>
                    <a:pt x="578532" y="2399000"/>
                  </a:lnTo>
                  <a:lnTo>
                    <a:pt x="579590" y="2394227"/>
                  </a:lnTo>
                  <a:lnTo>
                    <a:pt x="580648" y="2389695"/>
                  </a:lnTo>
                  <a:lnTo>
                    <a:pt x="581706" y="2385154"/>
                  </a:lnTo>
                  <a:lnTo>
                    <a:pt x="582764" y="2380595"/>
                  </a:lnTo>
                  <a:lnTo>
                    <a:pt x="583821" y="2375827"/>
                  </a:lnTo>
                  <a:lnTo>
                    <a:pt x="584879" y="2370731"/>
                  </a:lnTo>
                  <a:lnTo>
                    <a:pt x="585937" y="2364790"/>
                  </a:lnTo>
                  <a:lnTo>
                    <a:pt x="586995" y="2357487"/>
                  </a:lnTo>
                  <a:lnTo>
                    <a:pt x="588053" y="2349748"/>
                  </a:lnTo>
                  <a:lnTo>
                    <a:pt x="589111" y="2341350"/>
                  </a:lnTo>
                  <a:lnTo>
                    <a:pt x="590168" y="2333085"/>
                  </a:lnTo>
                  <a:lnTo>
                    <a:pt x="591226" y="2325022"/>
                  </a:lnTo>
                  <a:lnTo>
                    <a:pt x="592284" y="2316428"/>
                  </a:lnTo>
                  <a:lnTo>
                    <a:pt x="593342" y="2307783"/>
                  </a:lnTo>
                  <a:lnTo>
                    <a:pt x="594400" y="2299756"/>
                  </a:lnTo>
                  <a:lnTo>
                    <a:pt x="595458" y="2291613"/>
                  </a:lnTo>
                  <a:lnTo>
                    <a:pt x="596515" y="2282937"/>
                  </a:lnTo>
                  <a:lnTo>
                    <a:pt x="597573" y="2273652"/>
                  </a:lnTo>
                  <a:lnTo>
                    <a:pt x="598631" y="2263720"/>
                  </a:lnTo>
                  <a:lnTo>
                    <a:pt x="599689" y="2253449"/>
                  </a:lnTo>
                  <a:lnTo>
                    <a:pt x="600747" y="2243252"/>
                  </a:lnTo>
                  <a:lnTo>
                    <a:pt x="601805" y="2233718"/>
                  </a:lnTo>
                  <a:lnTo>
                    <a:pt x="602862" y="2225938"/>
                  </a:lnTo>
                  <a:lnTo>
                    <a:pt x="603920" y="2219613"/>
                  </a:lnTo>
                  <a:lnTo>
                    <a:pt x="604978" y="2214423"/>
                  </a:lnTo>
                  <a:lnTo>
                    <a:pt x="606036" y="2209747"/>
                  </a:lnTo>
                  <a:lnTo>
                    <a:pt x="607094" y="2205910"/>
                  </a:lnTo>
                  <a:lnTo>
                    <a:pt x="608152" y="2202820"/>
                  </a:lnTo>
                  <a:lnTo>
                    <a:pt x="609210" y="2199524"/>
                  </a:lnTo>
                  <a:lnTo>
                    <a:pt x="610267" y="2195933"/>
                  </a:lnTo>
                  <a:lnTo>
                    <a:pt x="611325" y="2192932"/>
                  </a:lnTo>
                  <a:lnTo>
                    <a:pt x="612383" y="2190880"/>
                  </a:lnTo>
                  <a:lnTo>
                    <a:pt x="613441" y="2190057"/>
                  </a:lnTo>
                  <a:lnTo>
                    <a:pt x="614499" y="2190261"/>
                  </a:lnTo>
                  <a:lnTo>
                    <a:pt x="615557" y="2191377"/>
                  </a:lnTo>
                  <a:lnTo>
                    <a:pt x="616614" y="2193100"/>
                  </a:lnTo>
                  <a:lnTo>
                    <a:pt x="617672" y="2194904"/>
                  </a:lnTo>
                  <a:lnTo>
                    <a:pt x="618730" y="2195590"/>
                  </a:lnTo>
                  <a:lnTo>
                    <a:pt x="619788" y="2195386"/>
                  </a:lnTo>
                  <a:lnTo>
                    <a:pt x="620846" y="2193986"/>
                  </a:lnTo>
                  <a:lnTo>
                    <a:pt x="621904" y="2191649"/>
                  </a:lnTo>
                  <a:lnTo>
                    <a:pt x="622961" y="2188604"/>
                  </a:lnTo>
                  <a:lnTo>
                    <a:pt x="624019" y="2185304"/>
                  </a:lnTo>
                  <a:lnTo>
                    <a:pt x="625077" y="2183372"/>
                  </a:lnTo>
                  <a:lnTo>
                    <a:pt x="626135" y="2182810"/>
                  </a:lnTo>
                  <a:lnTo>
                    <a:pt x="627193" y="2183134"/>
                  </a:lnTo>
                  <a:lnTo>
                    <a:pt x="628251" y="2184382"/>
                  </a:lnTo>
                  <a:lnTo>
                    <a:pt x="629308" y="2186305"/>
                  </a:lnTo>
                  <a:lnTo>
                    <a:pt x="630366" y="2188905"/>
                  </a:lnTo>
                  <a:lnTo>
                    <a:pt x="631424" y="2191769"/>
                  </a:lnTo>
                  <a:lnTo>
                    <a:pt x="632482" y="2194559"/>
                  </a:lnTo>
                  <a:lnTo>
                    <a:pt x="633540" y="2197016"/>
                  </a:lnTo>
                  <a:lnTo>
                    <a:pt x="634598" y="2199850"/>
                  </a:lnTo>
                  <a:lnTo>
                    <a:pt x="635656" y="2203041"/>
                  </a:lnTo>
                  <a:lnTo>
                    <a:pt x="636713" y="2207137"/>
                  </a:lnTo>
                  <a:lnTo>
                    <a:pt x="637771" y="2212235"/>
                  </a:lnTo>
                  <a:lnTo>
                    <a:pt x="638829" y="2218518"/>
                  </a:lnTo>
                  <a:lnTo>
                    <a:pt x="639887" y="2226073"/>
                  </a:lnTo>
                  <a:lnTo>
                    <a:pt x="640945" y="2233834"/>
                  </a:lnTo>
                  <a:lnTo>
                    <a:pt x="642003" y="2241411"/>
                  </a:lnTo>
                  <a:lnTo>
                    <a:pt x="643060" y="2248157"/>
                  </a:lnTo>
                  <a:lnTo>
                    <a:pt x="644118" y="2254309"/>
                  </a:lnTo>
                  <a:lnTo>
                    <a:pt x="645176" y="2259816"/>
                  </a:lnTo>
                  <a:lnTo>
                    <a:pt x="646234" y="2264386"/>
                  </a:lnTo>
                  <a:lnTo>
                    <a:pt x="647292" y="2268120"/>
                  </a:lnTo>
                  <a:lnTo>
                    <a:pt x="648350" y="2271782"/>
                  </a:lnTo>
                  <a:lnTo>
                    <a:pt x="649407" y="2276348"/>
                  </a:lnTo>
                  <a:lnTo>
                    <a:pt x="650465" y="2281532"/>
                  </a:lnTo>
                  <a:lnTo>
                    <a:pt x="651523" y="2286728"/>
                  </a:lnTo>
                  <a:lnTo>
                    <a:pt x="652581" y="2292182"/>
                  </a:lnTo>
                  <a:lnTo>
                    <a:pt x="653639" y="2297701"/>
                  </a:lnTo>
                  <a:lnTo>
                    <a:pt x="654697" y="2303192"/>
                  </a:lnTo>
                  <a:lnTo>
                    <a:pt x="655754" y="2307994"/>
                  </a:lnTo>
                  <a:lnTo>
                    <a:pt x="656812" y="2311964"/>
                  </a:lnTo>
                  <a:lnTo>
                    <a:pt x="657870" y="2315314"/>
                  </a:lnTo>
                  <a:lnTo>
                    <a:pt x="658928" y="2318522"/>
                  </a:lnTo>
                  <a:lnTo>
                    <a:pt x="659986" y="2321106"/>
                  </a:lnTo>
                  <a:lnTo>
                    <a:pt x="661044" y="2323355"/>
                  </a:lnTo>
                  <a:lnTo>
                    <a:pt x="662102" y="2326632"/>
                  </a:lnTo>
                  <a:lnTo>
                    <a:pt x="663159" y="2331039"/>
                  </a:lnTo>
                  <a:lnTo>
                    <a:pt x="664217" y="2335952"/>
                  </a:lnTo>
                  <a:lnTo>
                    <a:pt x="665275" y="2340961"/>
                  </a:lnTo>
                  <a:lnTo>
                    <a:pt x="666333" y="2346158"/>
                  </a:lnTo>
                  <a:lnTo>
                    <a:pt x="667391" y="2352322"/>
                  </a:lnTo>
                  <a:lnTo>
                    <a:pt x="668449" y="2358959"/>
                  </a:lnTo>
                  <a:lnTo>
                    <a:pt x="669506" y="2365605"/>
                  </a:lnTo>
                  <a:lnTo>
                    <a:pt x="670564" y="2372001"/>
                  </a:lnTo>
                  <a:lnTo>
                    <a:pt x="671622" y="2379085"/>
                  </a:lnTo>
                  <a:lnTo>
                    <a:pt x="672680" y="2386860"/>
                  </a:lnTo>
                  <a:lnTo>
                    <a:pt x="673738" y="2395984"/>
                  </a:lnTo>
                  <a:lnTo>
                    <a:pt x="674796" y="2406352"/>
                  </a:lnTo>
                  <a:lnTo>
                    <a:pt x="675853" y="2418071"/>
                  </a:lnTo>
                  <a:lnTo>
                    <a:pt x="676911" y="2430879"/>
                  </a:lnTo>
                  <a:lnTo>
                    <a:pt x="677969" y="2443114"/>
                  </a:lnTo>
                  <a:lnTo>
                    <a:pt x="679027" y="2454870"/>
                  </a:lnTo>
                  <a:lnTo>
                    <a:pt x="680085" y="2466453"/>
                  </a:lnTo>
                  <a:lnTo>
                    <a:pt x="681143" y="2477698"/>
                  </a:lnTo>
                  <a:lnTo>
                    <a:pt x="682200" y="2488598"/>
                  </a:lnTo>
                  <a:lnTo>
                    <a:pt x="683258" y="2499069"/>
                  </a:lnTo>
                  <a:lnTo>
                    <a:pt x="684316" y="2509637"/>
                  </a:lnTo>
                  <a:lnTo>
                    <a:pt x="685374" y="2520956"/>
                  </a:lnTo>
                  <a:lnTo>
                    <a:pt x="686432" y="2533622"/>
                  </a:lnTo>
                  <a:lnTo>
                    <a:pt x="687490" y="2546668"/>
                  </a:lnTo>
                  <a:lnTo>
                    <a:pt x="688548" y="2560195"/>
                  </a:lnTo>
                  <a:lnTo>
                    <a:pt x="689605" y="2573024"/>
                  </a:lnTo>
                  <a:lnTo>
                    <a:pt x="690663" y="2584950"/>
                  </a:lnTo>
                  <a:lnTo>
                    <a:pt x="691721" y="2595740"/>
                  </a:lnTo>
                  <a:lnTo>
                    <a:pt x="692779" y="2605672"/>
                  </a:lnTo>
                  <a:lnTo>
                    <a:pt x="693837" y="2615431"/>
                  </a:lnTo>
                  <a:lnTo>
                    <a:pt x="694895" y="2625291"/>
                  </a:lnTo>
                  <a:lnTo>
                    <a:pt x="695952" y="2635126"/>
                  </a:lnTo>
                  <a:lnTo>
                    <a:pt x="697010" y="2645076"/>
                  </a:lnTo>
                  <a:lnTo>
                    <a:pt x="698068" y="2655711"/>
                  </a:lnTo>
                  <a:lnTo>
                    <a:pt x="699126" y="2667142"/>
                  </a:lnTo>
                  <a:lnTo>
                    <a:pt x="700184" y="2678898"/>
                  </a:lnTo>
                  <a:lnTo>
                    <a:pt x="701242" y="2690627"/>
                  </a:lnTo>
                  <a:lnTo>
                    <a:pt x="702299" y="2701113"/>
                  </a:lnTo>
                  <a:lnTo>
                    <a:pt x="703357" y="2711100"/>
                  </a:lnTo>
                  <a:lnTo>
                    <a:pt x="704415" y="2722245"/>
                  </a:lnTo>
                  <a:lnTo>
                    <a:pt x="705473" y="2734017"/>
                  </a:lnTo>
                  <a:lnTo>
                    <a:pt x="706531" y="2745939"/>
                  </a:lnTo>
                  <a:lnTo>
                    <a:pt x="707589" y="2757178"/>
                  </a:lnTo>
                  <a:lnTo>
                    <a:pt x="708646" y="2767629"/>
                  </a:lnTo>
                  <a:lnTo>
                    <a:pt x="709704" y="2777696"/>
                  </a:lnTo>
                  <a:lnTo>
                    <a:pt x="710762" y="2787260"/>
                  </a:lnTo>
                  <a:lnTo>
                    <a:pt x="711820" y="2796455"/>
                  </a:lnTo>
                  <a:lnTo>
                    <a:pt x="712878" y="2805171"/>
                  </a:lnTo>
                  <a:lnTo>
                    <a:pt x="713936" y="2813433"/>
                  </a:lnTo>
                  <a:lnTo>
                    <a:pt x="714994" y="2820932"/>
                  </a:lnTo>
                  <a:lnTo>
                    <a:pt x="716051" y="2827772"/>
                  </a:lnTo>
                  <a:lnTo>
                    <a:pt x="717109" y="2834322"/>
                  </a:lnTo>
                  <a:lnTo>
                    <a:pt x="718167" y="2841475"/>
                  </a:lnTo>
                  <a:lnTo>
                    <a:pt x="719225" y="2848187"/>
                  </a:lnTo>
                  <a:lnTo>
                    <a:pt x="720283" y="2852776"/>
                  </a:lnTo>
                  <a:lnTo>
                    <a:pt x="721341" y="2855780"/>
                  </a:lnTo>
                  <a:lnTo>
                    <a:pt x="722398" y="2858293"/>
                  </a:lnTo>
                  <a:lnTo>
                    <a:pt x="723456" y="2861654"/>
                  </a:lnTo>
                  <a:lnTo>
                    <a:pt x="724514" y="2865231"/>
                  </a:lnTo>
                  <a:lnTo>
                    <a:pt x="725572" y="2868679"/>
                  </a:lnTo>
                  <a:lnTo>
                    <a:pt x="726630" y="2872016"/>
                  </a:lnTo>
                  <a:lnTo>
                    <a:pt x="727688" y="2875612"/>
                  </a:lnTo>
                  <a:lnTo>
                    <a:pt x="728745" y="2879270"/>
                  </a:lnTo>
                  <a:lnTo>
                    <a:pt x="729803" y="2882496"/>
                  </a:lnTo>
                  <a:lnTo>
                    <a:pt x="730861" y="2884878"/>
                  </a:lnTo>
                  <a:lnTo>
                    <a:pt x="731919" y="2886268"/>
                  </a:lnTo>
                  <a:lnTo>
                    <a:pt x="732977" y="2886226"/>
                  </a:lnTo>
                  <a:lnTo>
                    <a:pt x="734035" y="2884361"/>
                  </a:lnTo>
                  <a:lnTo>
                    <a:pt x="735092" y="2881040"/>
                  </a:lnTo>
                  <a:lnTo>
                    <a:pt x="736150" y="2876231"/>
                  </a:lnTo>
                  <a:lnTo>
                    <a:pt x="737208" y="2870189"/>
                  </a:lnTo>
                  <a:lnTo>
                    <a:pt x="738266" y="2861998"/>
                  </a:lnTo>
                  <a:lnTo>
                    <a:pt x="739324" y="2850381"/>
                  </a:lnTo>
                  <a:lnTo>
                    <a:pt x="740382" y="2836361"/>
                  </a:lnTo>
                  <a:lnTo>
                    <a:pt x="741440" y="2819242"/>
                  </a:lnTo>
                  <a:lnTo>
                    <a:pt x="742497" y="2799427"/>
                  </a:lnTo>
                  <a:lnTo>
                    <a:pt x="743555" y="2776940"/>
                  </a:lnTo>
                  <a:lnTo>
                    <a:pt x="744613" y="2752302"/>
                  </a:lnTo>
                  <a:lnTo>
                    <a:pt x="745671" y="2724752"/>
                  </a:lnTo>
                  <a:lnTo>
                    <a:pt x="746729" y="2695825"/>
                  </a:lnTo>
                  <a:lnTo>
                    <a:pt x="747787" y="2665198"/>
                  </a:lnTo>
                  <a:lnTo>
                    <a:pt x="748844" y="2632129"/>
                  </a:lnTo>
                  <a:lnTo>
                    <a:pt x="749902" y="2595782"/>
                  </a:lnTo>
                  <a:lnTo>
                    <a:pt x="750960" y="2555044"/>
                  </a:lnTo>
                  <a:lnTo>
                    <a:pt x="752018" y="2510381"/>
                  </a:lnTo>
                  <a:lnTo>
                    <a:pt x="753076" y="2464792"/>
                  </a:lnTo>
                  <a:lnTo>
                    <a:pt x="754134" y="2419346"/>
                  </a:lnTo>
                  <a:lnTo>
                    <a:pt x="755191" y="2375660"/>
                  </a:lnTo>
                  <a:lnTo>
                    <a:pt x="756249" y="2334635"/>
                  </a:lnTo>
                  <a:lnTo>
                    <a:pt x="757307" y="2296677"/>
                  </a:lnTo>
                  <a:lnTo>
                    <a:pt x="758365" y="2261675"/>
                  </a:lnTo>
                  <a:lnTo>
                    <a:pt x="759423" y="2229042"/>
                  </a:lnTo>
                  <a:lnTo>
                    <a:pt x="760481" y="2198250"/>
                  </a:lnTo>
                  <a:lnTo>
                    <a:pt x="761538" y="2169830"/>
                  </a:lnTo>
                  <a:lnTo>
                    <a:pt x="762596" y="2143072"/>
                  </a:lnTo>
                  <a:lnTo>
                    <a:pt x="763654" y="2117643"/>
                  </a:lnTo>
                  <a:lnTo>
                    <a:pt x="764712" y="2093929"/>
                  </a:lnTo>
                  <a:lnTo>
                    <a:pt x="765770" y="2072573"/>
                  </a:lnTo>
                  <a:lnTo>
                    <a:pt x="766828" y="2054242"/>
                  </a:lnTo>
                  <a:lnTo>
                    <a:pt x="767886" y="2039228"/>
                  </a:lnTo>
                  <a:lnTo>
                    <a:pt x="768943" y="2026560"/>
                  </a:lnTo>
                  <a:lnTo>
                    <a:pt x="770001" y="2016094"/>
                  </a:lnTo>
                  <a:lnTo>
                    <a:pt x="771059" y="2007342"/>
                  </a:lnTo>
                  <a:lnTo>
                    <a:pt x="772117" y="1999555"/>
                  </a:lnTo>
                  <a:lnTo>
                    <a:pt x="773175" y="1992484"/>
                  </a:lnTo>
                  <a:lnTo>
                    <a:pt x="774233" y="1985948"/>
                  </a:lnTo>
                  <a:lnTo>
                    <a:pt x="775290" y="1980071"/>
                  </a:lnTo>
                  <a:lnTo>
                    <a:pt x="776348" y="1975037"/>
                  </a:lnTo>
                  <a:lnTo>
                    <a:pt x="777406" y="1970651"/>
                  </a:lnTo>
                  <a:lnTo>
                    <a:pt x="778464" y="1966956"/>
                  </a:lnTo>
                  <a:lnTo>
                    <a:pt x="779522" y="1964284"/>
                  </a:lnTo>
                  <a:lnTo>
                    <a:pt x="780580" y="1962581"/>
                  </a:lnTo>
                  <a:lnTo>
                    <a:pt x="781637" y="1961643"/>
                  </a:lnTo>
                  <a:lnTo>
                    <a:pt x="782695" y="1961352"/>
                  </a:lnTo>
                  <a:lnTo>
                    <a:pt x="783753" y="1961423"/>
                  </a:lnTo>
                  <a:lnTo>
                    <a:pt x="784811" y="1961658"/>
                  </a:lnTo>
                  <a:lnTo>
                    <a:pt x="785869" y="1962003"/>
                  </a:lnTo>
                  <a:lnTo>
                    <a:pt x="786927" y="1961808"/>
                  </a:lnTo>
                  <a:lnTo>
                    <a:pt x="787984" y="1960638"/>
                  </a:lnTo>
                  <a:lnTo>
                    <a:pt x="789042" y="1957898"/>
                  </a:lnTo>
                  <a:lnTo>
                    <a:pt x="790100" y="1953372"/>
                  </a:lnTo>
                  <a:lnTo>
                    <a:pt x="791158" y="1946515"/>
                  </a:lnTo>
                  <a:lnTo>
                    <a:pt x="792216" y="1936805"/>
                  </a:lnTo>
                  <a:lnTo>
                    <a:pt x="793274" y="1923504"/>
                  </a:lnTo>
                  <a:lnTo>
                    <a:pt x="794332" y="1907096"/>
                  </a:lnTo>
                  <a:lnTo>
                    <a:pt x="795389" y="1887984"/>
                  </a:lnTo>
                  <a:lnTo>
                    <a:pt x="796447" y="1867053"/>
                  </a:lnTo>
                  <a:lnTo>
                    <a:pt x="797505" y="1844737"/>
                  </a:lnTo>
                  <a:lnTo>
                    <a:pt x="798563" y="1821046"/>
                  </a:lnTo>
                  <a:lnTo>
                    <a:pt x="799621" y="1796606"/>
                  </a:lnTo>
                  <a:lnTo>
                    <a:pt x="800679" y="1772218"/>
                  </a:lnTo>
                  <a:lnTo>
                    <a:pt x="801736" y="1748016"/>
                  </a:lnTo>
                  <a:lnTo>
                    <a:pt x="802794" y="1724867"/>
                  </a:lnTo>
                  <a:lnTo>
                    <a:pt x="803852" y="1703479"/>
                  </a:lnTo>
                  <a:lnTo>
                    <a:pt x="804910" y="1684615"/>
                  </a:lnTo>
                  <a:lnTo>
                    <a:pt x="805968" y="1667423"/>
                  </a:lnTo>
                  <a:lnTo>
                    <a:pt x="807026" y="1652027"/>
                  </a:lnTo>
                  <a:lnTo>
                    <a:pt x="808083" y="1638135"/>
                  </a:lnTo>
                  <a:lnTo>
                    <a:pt x="809141" y="1625817"/>
                  </a:lnTo>
                  <a:lnTo>
                    <a:pt x="810199" y="1614775"/>
                  </a:lnTo>
                  <a:lnTo>
                    <a:pt x="811257" y="1604122"/>
                  </a:lnTo>
                  <a:lnTo>
                    <a:pt x="812315" y="1593153"/>
                  </a:lnTo>
                  <a:lnTo>
                    <a:pt x="813373" y="1582179"/>
                  </a:lnTo>
                  <a:lnTo>
                    <a:pt x="814430" y="1571601"/>
                  </a:lnTo>
                  <a:lnTo>
                    <a:pt x="815488" y="1561219"/>
                  </a:lnTo>
                  <a:lnTo>
                    <a:pt x="816546" y="1550852"/>
                  </a:lnTo>
                  <a:lnTo>
                    <a:pt x="817604" y="1540783"/>
                  </a:lnTo>
                  <a:lnTo>
                    <a:pt x="818662" y="1530812"/>
                  </a:lnTo>
                  <a:lnTo>
                    <a:pt x="819720" y="1520755"/>
                  </a:lnTo>
                  <a:lnTo>
                    <a:pt x="820778" y="1510176"/>
                  </a:lnTo>
                  <a:lnTo>
                    <a:pt x="821835" y="1499711"/>
                  </a:lnTo>
                  <a:lnTo>
                    <a:pt x="822893" y="1489482"/>
                  </a:lnTo>
                  <a:lnTo>
                    <a:pt x="823951" y="1479897"/>
                  </a:lnTo>
                  <a:lnTo>
                    <a:pt x="825009" y="1471142"/>
                  </a:lnTo>
                  <a:lnTo>
                    <a:pt x="826067" y="1463213"/>
                  </a:lnTo>
                  <a:lnTo>
                    <a:pt x="827125" y="1456661"/>
                  </a:lnTo>
                  <a:lnTo>
                    <a:pt x="828182" y="1451724"/>
                  </a:lnTo>
                  <a:lnTo>
                    <a:pt x="829240" y="1447929"/>
                  </a:lnTo>
                  <a:lnTo>
                    <a:pt x="830298" y="1444956"/>
                  </a:lnTo>
                  <a:lnTo>
                    <a:pt x="831356" y="1442571"/>
                  </a:lnTo>
                  <a:lnTo>
                    <a:pt x="832414" y="1440510"/>
                  </a:lnTo>
                  <a:lnTo>
                    <a:pt x="833472" y="1438496"/>
                  </a:lnTo>
                  <a:lnTo>
                    <a:pt x="834529" y="1436261"/>
                  </a:lnTo>
                  <a:lnTo>
                    <a:pt x="835587" y="1433216"/>
                  </a:lnTo>
                  <a:lnTo>
                    <a:pt x="836645" y="1429388"/>
                  </a:lnTo>
                  <a:lnTo>
                    <a:pt x="837703" y="1424588"/>
                  </a:lnTo>
                  <a:lnTo>
                    <a:pt x="838761" y="1418994"/>
                  </a:lnTo>
                  <a:lnTo>
                    <a:pt x="839819" y="1412995"/>
                  </a:lnTo>
                  <a:lnTo>
                    <a:pt x="840876" y="1406887"/>
                  </a:lnTo>
                  <a:lnTo>
                    <a:pt x="841934" y="1401233"/>
                  </a:lnTo>
                  <a:lnTo>
                    <a:pt x="842992" y="1396328"/>
                  </a:lnTo>
                  <a:lnTo>
                    <a:pt x="844050" y="1392541"/>
                  </a:lnTo>
                  <a:lnTo>
                    <a:pt x="845108" y="1390324"/>
                  </a:lnTo>
                  <a:lnTo>
                    <a:pt x="846166" y="1390039"/>
                  </a:lnTo>
                  <a:lnTo>
                    <a:pt x="847224" y="1391796"/>
                  </a:lnTo>
                  <a:lnTo>
                    <a:pt x="848281" y="1395552"/>
                  </a:lnTo>
                  <a:lnTo>
                    <a:pt x="849339" y="1400954"/>
                  </a:lnTo>
                  <a:lnTo>
                    <a:pt x="850397" y="1407884"/>
                  </a:lnTo>
                  <a:lnTo>
                    <a:pt x="851455" y="1416616"/>
                  </a:lnTo>
                  <a:lnTo>
                    <a:pt x="852513" y="1426666"/>
                  </a:lnTo>
                  <a:lnTo>
                    <a:pt x="853571" y="1437611"/>
                  </a:lnTo>
                  <a:lnTo>
                    <a:pt x="854628" y="1449398"/>
                  </a:lnTo>
                  <a:lnTo>
                    <a:pt x="855686" y="1461665"/>
                  </a:lnTo>
                  <a:lnTo>
                    <a:pt x="856744" y="1474431"/>
                  </a:lnTo>
                  <a:lnTo>
                    <a:pt x="857802" y="1487132"/>
                  </a:lnTo>
                  <a:lnTo>
                    <a:pt x="858860" y="1499962"/>
                  </a:lnTo>
                  <a:lnTo>
                    <a:pt x="859918" y="1512684"/>
                  </a:lnTo>
                  <a:lnTo>
                    <a:pt x="860975" y="1525118"/>
                  </a:lnTo>
                  <a:lnTo>
                    <a:pt x="862033" y="1536834"/>
                  </a:lnTo>
                  <a:lnTo>
                    <a:pt x="863091" y="1547766"/>
                  </a:lnTo>
                  <a:lnTo>
                    <a:pt x="864149" y="1558588"/>
                  </a:lnTo>
                  <a:lnTo>
                    <a:pt x="865207" y="1570180"/>
                  </a:lnTo>
                  <a:lnTo>
                    <a:pt x="866265" y="1582638"/>
                  </a:lnTo>
                  <a:lnTo>
                    <a:pt x="867322" y="1595813"/>
                  </a:lnTo>
                  <a:lnTo>
                    <a:pt x="868380" y="1610457"/>
                  </a:lnTo>
                  <a:lnTo>
                    <a:pt x="869438" y="1627463"/>
                  </a:lnTo>
                  <a:lnTo>
                    <a:pt x="870496" y="1646453"/>
                  </a:lnTo>
                  <a:lnTo>
                    <a:pt x="871554" y="1667266"/>
                  </a:lnTo>
                  <a:lnTo>
                    <a:pt x="872612" y="1689287"/>
                  </a:lnTo>
                  <a:lnTo>
                    <a:pt x="873670" y="1712467"/>
                  </a:lnTo>
                  <a:lnTo>
                    <a:pt x="874727" y="1735895"/>
                  </a:lnTo>
                  <a:lnTo>
                    <a:pt x="875785" y="1758996"/>
                  </a:lnTo>
                  <a:lnTo>
                    <a:pt x="876843" y="1781032"/>
                  </a:lnTo>
                  <a:lnTo>
                    <a:pt x="877901" y="1801702"/>
                  </a:lnTo>
                  <a:lnTo>
                    <a:pt x="878959" y="1820595"/>
                  </a:lnTo>
                  <a:lnTo>
                    <a:pt x="880017" y="1836338"/>
                  </a:lnTo>
                  <a:lnTo>
                    <a:pt x="881074" y="1847247"/>
                  </a:lnTo>
                  <a:lnTo>
                    <a:pt x="882132" y="1852686"/>
                  </a:lnTo>
                  <a:lnTo>
                    <a:pt x="883190" y="1853102"/>
                  </a:lnTo>
                  <a:lnTo>
                    <a:pt x="884248" y="1849015"/>
                  </a:lnTo>
                  <a:lnTo>
                    <a:pt x="885306" y="1840738"/>
                  </a:lnTo>
                  <a:lnTo>
                    <a:pt x="886364" y="1829053"/>
                  </a:lnTo>
                  <a:lnTo>
                    <a:pt x="887421" y="1815185"/>
                  </a:lnTo>
                  <a:lnTo>
                    <a:pt x="888479" y="1801062"/>
                  </a:lnTo>
                  <a:lnTo>
                    <a:pt x="889537" y="1787631"/>
                  </a:lnTo>
                  <a:lnTo>
                    <a:pt x="890595" y="1775800"/>
                  </a:lnTo>
                  <a:lnTo>
                    <a:pt x="891653" y="1765426"/>
                  </a:lnTo>
                  <a:lnTo>
                    <a:pt x="892711" y="1756396"/>
                  </a:lnTo>
                  <a:lnTo>
                    <a:pt x="893768" y="1748767"/>
                  </a:lnTo>
                  <a:lnTo>
                    <a:pt x="894826" y="1742263"/>
                  </a:lnTo>
                  <a:lnTo>
                    <a:pt x="895884" y="1736641"/>
                  </a:lnTo>
                  <a:lnTo>
                    <a:pt x="896942" y="1732354"/>
                  </a:lnTo>
                  <a:lnTo>
                    <a:pt x="898000" y="1730008"/>
                  </a:lnTo>
                  <a:lnTo>
                    <a:pt x="899058" y="1729614"/>
                  </a:lnTo>
                  <a:lnTo>
                    <a:pt x="900116" y="1730787"/>
                  </a:lnTo>
                  <a:lnTo>
                    <a:pt x="901173" y="1733553"/>
                  </a:lnTo>
                  <a:lnTo>
                    <a:pt x="902231" y="1737950"/>
                  </a:lnTo>
                  <a:lnTo>
                    <a:pt x="903289" y="1743657"/>
                  </a:lnTo>
                  <a:lnTo>
                    <a:pt x="904347" y="1749523"/>
                  </a:lnTo>
                  <a:lnTo>
                    <a:pt x="905405" y="1754849"/>
                  </a:lnTo>
                  <a:lnTo>
                    <a:pt x="906463" y="1758840"/>
                  </a:lnTo>
                  <a:lnTo>
                    <a:pt x="907520" y="1761663"/>
                  </a:lnTo>
                  <a:lnTo>
                    <a:pt x="908578" y="1762979"/>
                  </a:lnTo>
                  <a:lnTo>
                    <a:pt x="909636" y="1761910"/>
                  </a:lnTo>
                  <a:lnTo>
                    <a:pt x="910694" y="1759047"/>
                  </a:lnTo>
                  <a:lnTo>
                    <a:pt x="911752" y="1754453"/>
                  </a:lnTo>
                  <a:lnTo>
                    <a:pt x="912810" y="1747644"/>
                  </a:lnTo>
                  <a:lnTo>
                    <a:pt x="913867" y="1738766"/>
                  </a:lnTo>
                  <a:lnTo>
                    <a:pt x="914925" y="1727892"/>
                  </a:lnTo>
                  <a:lnTo>
                    <a:pt x="915983" y="1715080"/>
                  </a:lnTo>
                  <a:lnTo>
                    <a:pt x="917041" y="1700643"/>
                  </a:lnTo>
                  <a:lnTo>
                    <a:pt x="918099" y="1684036"/>
                  </a:lnTo>
                  <a:lnTo>
                    <a:pt x="919157" y="1664565"/>
                  </a:lnTo>
                  <a:lnTo>
                    <a:pt x="920214" y="1642766"/>
                  </a:lnTo>
                  <a:lnTo>
                    <a:pt x="921272" y="1618957"/>
                  </a:lnTo>
                  <a:lnTo>
                    <a:pt x="922330" y="1593416"/>
                  </a:lnTo>
                  <a:lnTo>
                    <a:pt x="923388" y="1566223"/>
                  </a:lnTo>
                  <a:lnTo>
                    <a:pt x="924446" y="1537773"/>
                  </a:lnTo>
                  <a:lnTo>
                    <a:pt x="925504" y="1509172"/>
                  </a:lnTo>
                  <a:lnTo>
                    <a:pt x="926562" y="1480880"/>
                  </a:lnTo>
                  <a:lnTo>
                    <a:pt x="927619" y="1453086"/>
                  </a:lnTo>
                  <a:lnTo>
                    <a:pt x="928677" y="1426041"/>
                  </a:lnTo>
                  <a:lnTo>
                    <a:pt x="929735" y="1399559"/>
                  </a:lnTo>
                  <a:lnTo>
                    <a:pt x="930793" y="1374035"/>
                  </a:lnTo>
                  <a:lnTo>
                    <a:pt x="931851" y="1350045"/>
                  </a:lnTo>
                  <a:lnTo>
                    <a:pt x="932909" y="1327469"/>
                  </a:lnTo>
                  <a:lnTo>
                    <a:pt x="933966" y="1306742"/>
                  </a:lnTo>
                  <a:lnTo>
                    <a:pt x="935024" y="1288686"/>
                  </a:lnTo>
                  <a:lnTo>
                    <a:pt x="936082" y="1272885"/>
                  </a:lnTo>
                  <a:lnTo>
                    <a:pt x="937140" y="1259143"/>
                  </a:lnTo>
                  <a:lnTo>
                    <a:pt x="938198" y="1247123"/>
                  </a:lnTo>
                  <a:lnTo>
                    <a:pt x="939256" y="1236504"/>
                  </a:lnTo>
                  <a:lnTo>
                    <a:pt x="940313" y="1226929"/>
                  </a:lnTo>
                  <a:lnTo>
                    <a:pt x="941371" y="1218076"/>
                  </a:lnTo>
                  <a:lnTo>
                    <a:pt x="942429" y="1209090"/>
                  </a:lnTo>
                  <a:lnTo>
                    <a:pt x="943487" y="1200036"/>
                  </a:lnTo>
                  <a:lnTo>
                    <a:pt x="944545" y="1191065"/>
                  </a:lnTo>
                  <a:lnTo>
                    <a:pt x="945603" y="1182404"/>
                  </a:lnTo>
                  <a:lnTo>
                    <a:pt x="946660" y="1173957"/>
                  </a:lnTo>
                  <a:lnTo>
                    <a:pt x="947718" y="1165409"/>
                  </a:lnTo>
                  <a:lnTo>
                    <a:pt x="948776" y="1156574"/>
                  </a:lnTo>
                  <a:lnTo>
                    <a:pt x="949834" y="1147545"/>
                  </a:lnTo>
                  <a:lnTo>
                    <a:pt x="950892" y="1137982"/>
                  </a:lnTo>
                  <a:lnTo>
                    <a:pt x="951950" y="1128133"/>
                  </a:lnTo>
                  <a:lnTo>
                    <a:pt x="953008" y="1118016"/>
                  </a:lnTo>
                  <a:lnTo>
                    <a:pt x="954065" y="1107632"/>
                  </a:lnTo>
                  <a:lnTo>
                    <a:pt x="955123" y="1097130"/>
                  </a:lnTo>
                  <a:lnTo>
                    <a:pt x="956181" y="1086973"/>
                  </a:lnTo>
                  <a:lnTo>
                    <a:pt x="957239" y="1077365"/>
                  </a:lnTo>
                  <a:lnTo>
                    <a:pt x="958297" y="1068790"/>
                  </a:lnTo>
                  <a:lnTo>
                    <a:pt x="959355" y="1061329"/>
                  </a:lnTo>
                  <a:lnTo>
                    <a:pt x="960412" y="1054961"/>
                  </a:lnTo>
                  <a:lnTo>
                    <a:pt x="961470" y="1049649"/>
                  </a:lnTo>
                  <a:lnTo>
                    <a:pt x="962528" y="1045378"/>
                  </a:lnTo>
                  <a:lnTo>
                    <a:pt x="963586" y="1041824"/>
                  </a:lnTo>
                  <a:lnTo>
                    <a:pt x="964644" y="1038957"/>
                  </a:lnTo>
                  <a:lnTo>
                    <a:pt x="965702" y="1036597"/>
                  </a:lnTo>
                  <a:lnTo>
                    <a:pt x="966759" y="1034574"/>
                  </a:lnTo>
                  <a:lnTo>
                    <a:pt x="967817" y="1032901"/>
                  </a:lnTo>
                  <a:lnTo>
                    <a:pt x="968875" y="1031543"/>
                  </a:lnTo>
                  <a:lnTo>
                    <a:pt x="969933" y="1030564"/>
                  </a:lnTo>
                  <a:lnTo>
                    <a:pt x="970991" y="1030222"/>
                  </a:lnTo>
                  <a:lnTo>
                    <a:pt x="972049" y="1030903"/>
                  </a:lnTo>
                  <a:lnTo>
                    <a:pt x="973106" y="1032483"/>
                  </a:lnTo>
                  <a:lnTo>
                    <a:pt x="974164" y="1034993"/>
                  </a:lnTo>
                  <a:lnTo>
                    <a:pt x="975222" y="1038219"/>
                  </a:lnTo>
                  <a:lnTo>
                    <a:pt x="976280" y="1042207"/>
                  </a:lnTo>
                  <a:lnTo>
                    <a:pt x="977338" y="1046980"/>
                  </a:lnTo>
                  <a:lnTo>
                    <a:pt x="978396" y="1052237"/>
                  </a:lnTo>
                  <a:lnTo>
                    <a:pt x="979454" y="1058100"/>
                  </a:lnTo>
                  <a:lnTo>
                    <a:pt x="980511" y="1064739"/>
                  </a:lnTo>
                  <a:lnTo>
                    <a:pt x="981569" y="1072084"/>
                  </a:lnTo>
                  <a:lnTo>
                    <a:pt x="982627" y="1080285"/>
                  </a:lnTo>
                  <a:lnTo>
                    <a:pt x="983685" y="1088801"/>
                  </a:lnTo>
                  <a:lnTo>
                    <a:pt x="984743" y="1097377"/>
                  </a:lnTo>
                  <a:lnTo>
                    <a:pt x="985801" y="1106232"/>
                  </a:lnTo>
                  <a:lnTo>
                    <a:pt x="986858" y="1115008"/>
                  </a:lnTo>
                  <a:lnTo>
                    <a:pt x="987916" y="1122882"/>
                  </a:lnTo>
                  <a:lnTo>
                    <a:pt x="988974" y="1129960"/>
                  </a:lnTo>
                  <a:lnTo>
                    <a:pt x="990032" y="1136137"/>
                  </a:lnTo>
                  <a:lnTo>
                    <a:pt x="991090" y="1141695"/>
                  </a:lnTo>
                  <a:lnTo>
                    <a:pt x="992148" y="1146683"/>
                  </a:lnTo>
                  <a:lnTo>
                    <a:pt x="993205" y="1151010"/>
                  </a:lnTo>
                  <a:lnTo>
                    <a:pt x="994263" y="1154690"/>
                  </a:lnTo>
                  <a:lnTo>
                    <a:pt x="995321" y="1158096"/>
                  </a:lnTo>
                  <a:lnTo>
                    <a:pt x="996379" y="1161133"/>
                  </a:lnTo>
                  <a:lnTo>
                    <a:pt x="997437" y="1163595"/>
                  </a:lnTo>
                  <a:lnTo>
                    <a:pt x="998495" y="1165471"/>
                  </a:lnTo>
                  <a:lnTo>
                    <a:pt x="999552" y="1167019"/>
                  </a:lnTo>
                  <a:lnTo>
                    <a:pt x="1000610" y="1168398"/>
                  </a:lnTo>
                  <a:lnTo>
                    <a:pt x="1001668" y="1169690"/>
                  </a:lnTo>
                  <a:lnTo>
                    <a:pt x="1002726" y="1170927"/>
                  </a:lnTo>
                  <a:lnTo>
                    <a:pt x="1003784" y="1171946"/>
                  </a:lnTo>
                  <a:lnTo>
                    <a:pt x="1004842" y="1172171"/>
                  </a:lnTo>
                  <a:lnTo>
                    <a:pt x="1005900" y="1171520"/>
                  </a:lnTo>
                  <a:lnTo>
                    <a:pt x="1006957" y="1169629"/>
                  </a:lnTo>
                  <a:lnTo>
                    <a:pt x="1008015" y="1166554"/>
                  </a:lnTo>
                  <a:lnTo>
                    <a:pt x="1009073" y="1162192"/>
                  </a:lnTo>
                  <a:lnTo>
                    <a:pt x="1010131" y="1156537"/>
                  </a:lnTo>
                  <a:lnTo>
                    <a:pt x="1011189" y="1149419"/>
                  </a:lnTo>
                  <a:lnTo>
                    <a:pt x="1012247" y="1140866"/>
                  </a:lnTo>
                  <a:lnTo>
                    <a:pt x="1013304" y="1130878"/>
                  </a:lnTo>
                  <a:lnTo>
                    <a:pt x="1014362" y="1119080"/>
                  </a:lnTo>
                  <a:lnTo>
                    <a:pt x="1015420" y="1105579"/>
                  </a:lnTo>
                  <a:lnTo>
                    <a:pt x="1016478" y="1090846"/>
                  </a:lnTo>
                  <a:lnTo>
                    <a:pt x="1017536" y="1075195"/>
                  </a:lnTo>
                  <a:lnTo>
                    <a:pt x="1018594" y="1059246"/>
                  </a:lnTo>
                  <a:lnTo>
                    <a:pt x="1019651" y="1043503"/>
                  </a:lnTo>
                  <a:lnTo>
                    <a:pt x="1020709" y="1028299"/>
                  </a:lnTo>
                  <a:lnTo>
                    <a:pt x="1021767" y="1014130"/>
                  </a:lnTo>
                  <a:lnTo>
                    <a:pt x="1022825" y="1001390"/>
                  </a:lnTo>
                  <a:lnTo>
                    <a:pt x="1023883" y="989886"/>
                  </a:lnTo>
                  <a:lnTo>
                    <a:pt x="1024941" y="979233"/>
                  </a:lnTo>
                  <a:lnTo>
                    <a:pt x="1025998" y="969326"/>
                  </a:lnTo>
                  <a:lnTo>
                    <a:pt x="1027056" y="959787"/>
                  </a:lnTo>
                  <a:lnTo>
                    <a:pt x="1028114" y="950602"/>
                  </a:lnTo>
                  <a:lnTo>
                    <a:pt x="1029172" y="941710"/>
                  </a:lnTo>
                  <a:lnTo>
                    <a:pt x="1030230" y="933102"/>
                  </a:lnTo>
                  <a:lnTo>
                    <a:pt x="1031288" y="924990"/>
                  </a:lnTo>
                  <a:lnTo>
                    <a:pt x="1032346" y="917104"/>
                  </a:lnTo>
                  <a:lnTo>
                    <a:pt x="1033403" y="909031"/>
                  </a:lnTo>
                  <a:lnTo>
                    <a:pt x="1034461" y="900573"/>
                  </a:lnTo>
                  <a:lnTo>
                    <a:pt x="1035519" y="891803"/>
                  </a:lnTo>
                  <a:lnTo>
                    <a:pt x="1036577" y="883046"/>
                  </a:lnTo>
                  <a:lnTo>
                    <a:pt x="1037635" y="874054"/>
                  </a:lnTo>
                  <a:lnTo>
                    <a:pt x="1038693" y="864437"/>
                  </a:lnTo>
                  <a:lnTo>
                    <a:pt x="1039750" y="854445"/>
                  </a:lnTo>
                  <a:lnTo>
                    <a:pt x="1040808" y="844586"/>
                  </a:lnTo>
                  <a:lnTo>
                    <a:pt x="1041866" y="835193"/>
                  </a:lnTo>
                  <a:lnTo>
                    <a:pt x="1042924" y="826604"/>
                  </a:lnTo>
                  <a:lnTo>
                    <a:pt x="1043982" y="818920"/>
                  </a:lnTo>
                  <a:lnTo>
                    <a:pt x="1045040" y="812423"/>
                  </a:lnTo>
                  <a:lnTo>
                    <a:pt x="1046097" y="807460"/>
                  </a:lnTo>
                  <a:lnTo>
                    <a:pt x="1047155" y="803953"/>
                  </a:lnTo>
                  <a:lnTo>
                    <a:pt x="1048213" y="801966"/>
                  </a:lnTo>
                  <a:lnTo>
                    <a:pt x="1049271" y="801470"/>
                  </a:lnTo>
                  <a:lnTo>
                    <a:pt x="1050329" y="802447"/>
                  </a:lnTo>
                  <a:lnTo>
                    <a:pt x="1051387" y="804412"/>
                  </a:lnTo>
                  <a:lnTo>
                    <a:pt x="1052444" y="806791"/>
                  </a:lnTo>
                  <a:lnTo>
                    <a:pt x="1053502" y="809337"/>
                  </a:lnTo>
                  <a:lnTo>
                    <a:pt x="1054560" y="811896"/>
                  </a:lnTo>
                  <a:lnTo>
                    <a:pt x="1055618" y="814038"/>
                  </a:lnTo>
                  <a:lnTo>
                    <a:pt x="1056676" y="815616"/>
                  </a:lnTo>
                  <a:lnTo>
                    <a:pt x="1057734" y="816566"/>
                  </a:lnTo>
                  <a:lnTo>
                    <a:pt x="1058792" y="816994"/>
                  </a:lnTo>
                  <a:lnTo>
                    <a:pt x="1059849" y="817174"/>
                  </a:lnTo>
                  <a:lnTo>
                    <a:pt x="1060907" y="817108"/>
                  </a:lnTo>
                  <a:lnTo>
                    <a:pt x="1061965" y="816720"/>
                  </a:lnTo>
                  <a:lnTo>
                    <a:pt x="1063023" y="816133"/>
                  </a:lnTo>
                  <a:lnTo>
                    <a:pt x="1064081" y="815453"/>
                  </a:lnTo>
                  <a:lnTo>
                    <a:pt x="1065139" y="814994"/>
                  </a:lnTo>
                  <a:lnTo>
                    <a:pt x="1066196" y="814819"/>
                  </a:lnTo>
                  <a:lnTo>
                    <a:pt x="1067254" y="815516"/>
                  </a:lnTo>
                  <a:lnTo>
                    <a:pt x="1068312" y="817462"/>
                  </a:lnTo>
                  <a:lnTo>
                    <a:pt x="1069370" y="820577"/>
                  </a:lnTo>
                  <a:lnTo>
                    <a:pt x="1070428" y="824972"/>
                  </a:lnTo>
                  <a:lnTo>
                    <a:pt x="1071486" y="830618"/>
                  </a:lnTo>
                  <a:lnTo>
                    <a:pt x="1072543" y="837331"/>
                  </a:lnTo>
                  <a:lnTo>
                    <a:pt x="1073601" y="844824"/>
                  </a:lnTo>
                  <a:lnTo>
                    <a:pt x="1074659" y="852374"/>
                  </a:lnTo>
                  <a:lnTo>
                    <a:pt x="1075717" y="859360"/>
                  </a:lnTo>
                  <a:lnTo>
                    <a:pt x="1076775" y="865849"/>
                  </a:lnTo>
                  <a:lnTo>
                    <a:pt x="1077833" y="871836"/>
                  </a:lnTo>
                  <a:lnTo>
                    <a:pt x="1078890" y="877160"/>
                  </a:lnTo>
                  <a:lnTo>
                    <a:pt x="1079948" y="881773"/>
                  </a:lnTo>
                  <a:lnTo>
                    <a:pt x="1081006" y="885420"/>
                  </a:lnTo>
                  <a:lnTo>
                    <a:pt x="1082064" y="888324"/>
                  </a:lnTo>
                  <a:lnTo>
                    <a:pt x="1083122" y="890509"/>
                  </a:lnTo>
                  <a:lnTo>
                    <a:pt x="1084180" y="891682"/>
                  </a:lnTo>
                  <a:lnTo>
                    <a:pt x="1085238" y="892160"/>
                  </a:lnTo>
                  <a:lnTo>
                    <a:pt x="1086295" y="892335"/>
                  </a:lnTo>
                  <a:lnTo>
                    <a:pt x="1087353" y="892541"/>
                  </a:lnTo>
                  <a:lnTo>
                    <a:pt x="1088411" y="893005"/>
                  </a:lnTo>
                  <a:lnTo>
                    <a:pt x="1089469" y="893787"/>
                  </a:lnTo>
                  <a:lnTo>
                    <a:pt x="1090527" y="895371"/>
                  </a:lnTo>
                  <a:lnTo>
                    <a:pt x="1091585" y="897988"/>
                  </a:lnTo>
                  <a:lnTo>
                    <a:pt x="1092642" y="901264"/>
                  </a:lnTo>
                  <a:lnTo>
                    <a:pt x="1093700" y="904846"/>
                  </a:lnTo>
                  <a:lnTo>
                    <a:pt x="1094758" y="908413"/>
                  </a:lnTo>
                  <a:lnTo>
                    <a:pt x="1095816" y="911726"/>
                  </a:lnTo>
                  <a:lnTo>
                    <a:pt x="1096874" y="914874"/>
                  </a:lnTo>
                  <a:lnTo>
                    <a:pt x="1097932" y="917503"/>
                  </a:lnTo>
                  <a:lnTo>
                    <a:pt x="1098989" y="919399"/>
                  </a:lnTo>
                  <a:lnTo>
                    <a:pt x="1100047" y="920858"/>
                  </a:lnTo>
                  <a:lnTo>
                    <a:pt x="1101105" y="921851"/>
                  </a:lnTo>
                  <a:lnTo>
                    <a:pt x="1102163" y="922267"/>
                  </a:lnTo>
                  <a:lnTo>
                    <a:pt x="1103221" y="922105"/>
                  </a:lnTo>
                  <a:lnTo>
                    <a:pt x="1104279" y="921611"/>
                  </a:lnTo>
                  <a:lnTo>
                    <a:pt x="1105336" y="921266"/>
                  </a:lnTo>
                  <a:lnTo>
                    <a:pt x="1106394" y="921268"/>
                  </a:lnTo>
                  <a:lnTo>
                    <a:pt x="1107452" y="921871"/>
                  </a:lnTo>
                  <a:lnTo>
                    <a:pt x="1108510" y="923432"/>
                  </a:lnTo>
                  <a:lnTo>
                    <a:pt x="1109568" y="926223"/>
                  </a:lnTo>
                  <a:lnTo>
                    <a:pt x="1110626" y="930589"/>
                  </a:lnTo>
                  <a:lnTo>
                    <a:pt x="1111684" y="936492"/>
                  </a:lnTo>
                  <a:lnTo>
                    <a:pt x="1112741" y="943715"/>
                  </a:lnTo>
                  <a:lnTo>
                    <a:pt x="1113799" y="952171"/>
                  </a:lnTo>
                  <a:lnTo>
                    <a:pt x="1114857" y="961621"/>
                  </a:lnTo>
                  <a:lnTo>
                    <a:pt x="1115915" y="971919"/>
                  </a:lnTo>
                  <a:lnTo>
                    <a:pt x="1116973" y="982959"/>
                  </a:lnTo>
                  <a:lnTo>
                    <a:pt x="1118031" y="994499"/>
                  </a:lnTo>
                  <a:lnTo>
                    <a:pt x="1119088" y="1006377"/>
                  </a:lnTo>
                  <a:lnTo>
                    <a:pt x="1120146" y="1018176"/>
                  </a:lnTo>
                  <a:lnTo>
                    <a:pt x="1121204" y="1029296"/>
                  </a:lnTo>
                  <a:lnTo>
                    <a:pt x="1122262" y="1039551"/>
                  </a:lnTo>
                  <a:lnTo>
                    <a:pt x="1123320" y="1048584"/>
                  </a:lnTo>
                  <a:lnTo>
                    <a:pt x="1124378" y="1056215"/>
                  </a:lnTo>
                  <a:lnTo>
                    <a:pt x="1125435" y="1062420"/>
                  </a:lnTo>
                  <a:lnTo>
                    <a:pt x="1126493" y="1067281"/>
                  </a:lnTo>
                  <a:lnTo>
                    <a:pt x="1127551" y="1071056"/>
                  </a:lnTo>
                  <a:lnTo>
                    <a:pt x="1128609" y="1073494"/>
                  </a:lnTo>
                  <a:lnTo>
                    <a:pt x="1129667" y="1074409"/>
                  </a:lnTo>
                  <a:lnTo>
                    <a:pt x="1130725" y="1073602"/>
                  </a:lnTo>
                  <a:lnTo>
                    <a:pt x="1131782" y="1070798"/>
                  </a:lnTo>
                  <a:lnTo>
                    <a:pt x="1132840" y="1066117"/>
                  </a:lnTo>
                  <a:lnTo>
                    <a:pt x="1133898" y="1060032"/>
                  </a:lnTo>
                  <a:lnTo>
                    <a:pt x="1134956" y="1052510"/>
                  </a:lnTo>
                  <a:lnTo>
                    <a:pt x="1136014" y="1044043"/>
                  </a:lnTo>
                  <a:lnTo>
                    <a:pt x="1137072" y="1034969"/>
                  </a:lnTo>
                  <a:lnTo>
                    <a:pt x="1138130" y="1025317"/>
                  </a:lnTo>
                  <a:lnTo>
                    <a:pt x="1139187" y="1015394"/>
                  </a:lnTo>
                  <a:lnTo>
                    <a:pt x="1140245" y="1005369"/>
                  </a:lnTo>
                  <a:lnTo>
                    <a:pt x="1141303" y="995060"/>
                  </a:lnTo>
                  <a:lnTo>
                    <a:pt x="1142361" y="984440"/>
                  </a:lnTo>
                  <a:lnTo>
                    <a:pt x="1143419" y="973566"/>
                  </a:lnTo>
                  <a:lnTo>
                    <a:pt x="1144477" y="962950"/>
                  </a:lnTo>
                  <a:lnTo>
                    <a:pt x="1145534" y="953142"/>
                  </a:lnTo>
                  <a:lnTo>
                    <a:pt x="1146592" y="944385"/>
                  </a:lnTo>
                  <a:lnTo>
                    <a:pt x="1147650" y="937070"/>
                  </a:lnTo>
                  <a:lnTo>
                    <a:pt x="1148708" y="931220"/>
                  </a:lnTo>
                  <a:lnTo>
                    <a:pt x="1149766" y="926138"/>
                  </a:lnTo>
                  <a:lnTo>
                    <a:pt x="1150824" y="921873"/>
                  </a:lnTo>
                  <a:lnTo>
                    <a:pt x="1151881" y="918032"/>
                  </a:lnTo>
                  <a:lnTo>
                    <a:pt x="1152939" y="914481"/>
                  </a:lnTo>
                  <a:lnTo>
                    <a:pt x="1153997" y="911305"/>
                  </a:lnTo>
                  <a:lnTo>
                    <a:pt x="1155055" y="907967"/>
                  </a:lnTo>
                  <a:lnTo>
                    <a:pt x="1156113" y="904136"/>
                  </a:lnTo>
                  <a:lnTo>
                    <a:pt x="1157171" y="899941"/>
                  </a:lnTo>
                  <a:lnTo>
                    <a:pt x="1158228" y="895424"/>
                  </a:lnTo>
                  <a:lnTo>
                    <a:pt x="1159286" y="890579"/>
                  </a:lnTo>
                  <a:lnTo>
                    <a:pt x="1160344" y="885401"/>
                  </a:lnTo>
                  <a:lnTo>
                    <a:pt x="1161402" y="879666"/>
                  </a:lnTo>
                  <a:lnTo>
                    <a:pt x="1162460" y="873635"/>
                  </a:lnTo>
                  <a:lnTo>
                    <a:pt x="1163518" y="867032"/>
                  </a:lnTo>
                  <a:lnTo>
                    <a:pt x="1164576" y="859572"/>
                  </a:lnTo>
                  <a:lnTo>
                    <a:pt x="1165633" y="851528"/>
                  </a:lnTo>
                  <a:lnTo>
                    <a:pt x="1166691" y="843011"/>
                  </a:lnTo>
                  <a:lnTo>
                    <a:pt x="1167749" y="834068"/>
                  </a:lnTo>
                  <a:lnTo>
                    <a:pt x="1168807" y="824904"/>
                  </a:lnTo>
                  <a:lnTo>
                    <a:pt x="1169865" y="815246"/>
                  </a:lnTo>
                  <a:lnTo>
                    <a:pt x="1170923" y="805355"/>
                  </a:lnTo>
                  <a:lnTo>
                    <a:pt x="1171980" y="795656"/>
                  </a:lnTo>
                  <a:lnTo>
                    <a:pt x="1173038" y="786476"/>
                  </a:lnTo>
                  <a:lnTo>
                    <a:pt x="1174096" y="777853"/>
                  </a:lnTo>
                  <a:lnTo>
                    <a:pt x="1175154" y="770034"/>
                  </a:lnTo>
                  <a:lnTo>
                    <a:pt x="1176212" y="762902"/>
                  </a:lnTo>
                  <a:lnTo>
                    <a:pt x="1177270" y="756515"/>
                  </a:lnTo>
                  <a:lnTo>
                    <a:pt x="1178327" y="750925"/>
                  </a:lnTo>
                  <a:lnTo>
                    <a:pt x="1179385" y="746282"/>
                  </a:lnTo>
                  <a:lnTo>
                    <a:pt x="1180443" y="742947"/>
                  </a:lnTo>
                  <a:lnTo>
                    <a:pt x="1181501" y="741243"/>
                  </a:lnTo>
                  <a:lnTo>
                    <a:pt x="1182559" y="741151"/>
                  </a:lnTo>
                  <a:lnTo>
                    <a:pt x="1183617" y="742986"/>
                  </a:lnTo>
                  <a:lnTo>
                    <a:pt x="1184674" y="746927"/>
                  </a:lnTo>
                  <a:lnTo>
                    <a:pt x="1185732" y="753164"/>
                  </a:lnTo>
                  <a:lnTo>
                    <a:pt x="1186790" y="761605"/>
                  </a:lnTo>
                  <a:lnTo>
                    <a:pt x="1187848" y="771865"/>
                  </a:lnTo>
                  <a:lnTo>
                    <a:pt x="1188906" y="783270"/>
                  </a:lnTo>
                  <a:lnTo>
                    <a:pt x="1189964" y="795778"/>
                  </a:lnTo>
                  <a:lnTo>
                    <a:pt x="1191022" y="808891"/>
                  </a:lnTo>
                  <a:lnTo>
                    <a:pt x="1192079" y="822308"/>
                  </a:lnTo>
                  <a:lnTo>
                    <a:pt x="1193137" y="835785"/>
                  </a:lnTo>
                  <a:lnTo>
                    <a:pt x="1194195" y="849156"/>
                  </a:lnTo>
                  <a:lnTo>
                    <a:pt x="1195253" y="862579"/>
                  </a:lnTo>
                  <a:lnTo>
                    <a:pt x="1196311" y="875957"/>
                  </a:lnTo>
                  <a:lnTo>
                    <a:pt x="1197369" y="889022"/>
                  </a:lnTo>
                  <a:lnTo>
                    <a:pt x="1198426" y="901544"/>
                  </a:lnTo>
                  <a:lnTo>
                    <a:pt x="1199484" y="913293"/>
                  </a:lnTo>
                  <a:lnTo>
                    <a:pt x="1200542" y="923682"/>
                  </a:lnTo>
                  <a:lnTo>
                    <a:pt x="1201600" y="932568"/>
                  </a:lnTo>
                  <a:lnTo>
                    <a:pt x="1202658" y="940361"/>
                  </a:lnTo>
                  <a:lnTo>
                    <a:pt x="1203716" y="947118"/>
                  </a:lnTo>
                  <a:lnTo>
                    <a:pt x="1204773" y="953286"/>
                  </a:lnTo>
                  <a:lnTo>
                    <a:pt x="1205831" y="958801"/>
                  </a:lnTo>
                  <a:lnTo>
                    <a:pt x="1206889" y="963799"/>
                  </a:lnTo>
                  <a:lnTo>
                    <a:pt x="1207947" y="969172"/>
                  </a:lnTo>
                  <a:lnTo>
                    <a:pt x="1209005" y="975212"/>
                  </a:lnTo>
                  <a:lnTo>
                    <a:pt x="1210063" y="981833"/>
                  </a:lnTo>
                  <a:lnTo>
                    <a:pt x="1211120" y="988703"/>
                  </a:lnTo>
                  <a:lnTo>
                    <a:pt x="1212178" y="995778"/>
                  </a:lnTo>
                  <a:lnTo>
                    <a:pt x="1213236" y="1002921"/>
                  </a:lnTo>
                  <a:lnTo>
                    <a:pt x="1214294" y="1010319"/>
                  </a:lnTo>
                  <a:lnTo>
                    <a:pt x="1215352" y="1017765"/>
                  </a:lnTo>
                  <a:lnTo>
                    <a:pt x="1216410" y="1025737"/>
                  </a:lnTo>
                  <a:lnTo>
                    <a:pt x="1217468" y="1034715"/>
                  </a:lnTo>
                  <a:lnTo>
                    <a:pt x="1218525" y="1044732"/>
                  </a:lnTo>
                  <a:lnTo>
                    <a:pt x="1219583" y="1055978"/>
                  </a:lnTo>
                  <a:lnTo>
                    <a:pt x="1220641" y="1068881"/>
                  </a:lnTo>
                  <a:lnTo>
                    <a:pt x="1221699" y="1083420"/>
                  </a:lnTo>
                  <a:lnTo>
                    <a:pt x="1222757" y="1100149"/>
                  </a:lnTo>
                  <a:lnTo>
                    <a:pt x="1223815" y="1118644"/>
                  </a:lnTo>
                  <a:lnTo>
                    <a:pt x="1224872" y="1138549"/>
                  </a:lnTo>
                  <a:lnTo>
                    <a:pt x="1225930" y="1159469"/>
                  </a:lnTo>
                  <a:lnTo>
                    <a:pt x="1226988" y="1181508"/>
                  </a:lnTo>
                  <a:lnTo>
                    <a:pt x="1228046" y="1203948"/>
                  </a:lnTo>
                  <a:lnTo>
                    <a:pt x="1229104" y="1226672"/>
                  </a:lnTo>
                  <a:lnTo>
                    <a:pt x="1230162" y="1248950"/>
                  </a:lnTo>
                  <a:lnTo>
                    <a:pt x="1231219" y="1270140"/>
                  </a:lnTo>
                  <a:lnTo>
                    <a:pt x="1232277" y="1289195"/>
                  </a:lnTo>
                  <a:lnTo>
                    <a:pt x="1233335" y="1304767"/>
                  </a:lnTo>
                  <a:lnTo>
                    <a:pt x="1234393" y="1316354"/>
                  </a:lnTo>
                  <a:lnTo>
                    <a:pt x="1235451" y="1323679"/>
                  </a:lnTo>
                  <a:lnTo>
                    <a:pt x="1236509" y="1326402"/>
                  </a:lnTo>
                  <a:lnTo>
                    <a:pt x="1237566" y="1325294"/>
                  </a:lnTo>
                  <a:lnTo>
                    <a:pt x="1238624" y="1320691"/>
                  </a:lnTo>
                  <a:lnTo>
                    <a:pt x="1239682" y="1313215"/>
                  </a:lnTo>
                  <a:lnTo>
                    <a:pt x="1240740" y="1304150"/>
                  </a:lnTo>
                  <a:lnTo>
                    <a:pt x="1241798" y="1294631"/>
                  </a:lnTo>
                  <a:lnTo>
                    <a:pt x="1242856" y="1284884"/>
                  </a:lnTo>
                  <a:lnTo>
                    <a:pt x="1243914" y="1275954"/>
                  </a:lnTo>
                  <a:lnTo>
                    <a:pt x="1244971" y="1268114"/>
                  </a:lnTo>
                  <a:lnTo>
                    <a:pt x="1246029" y="1261718"/>
                  </a:lnTo>
                  <a:lnTo>
                    <a:pt x="1247087" y="1257125"/>
                  </a:lnTo>
                  <a:lnTo>
                    <a:pt x="1248145" y="1254419"/>
                  </a:lnTo>
                  <a:lnTo>
                    <a:pt x="1249203" y="1253705"/>
                  </a:lnTo>
                  <a:lnTo>
                    <a:pt x="1250261" y="1254692"/>
                  </a:lnTo>
                  <a:lnTo>
                    <a:pt x="1251318" y="1257590"/>
                  </a:lnTo>
                  <a:lnTo>
                    <a:pt x="1252376" y="1262359"/>
                  </a:lnTo>
                  <a:lnTo>
                    <a:pt x="1253434" y="1268617"/>
                  </a:lnTo>
                  <a:lnTo>
                    <a:pt x="1254492" y="1275789"/>
                  </a:lnTo>
                  <a:lnTo>
                    <a:pt x="1255550" y="1283332"/>
                  </a:lnTo>
                  <a:lnTo>
                    <a:pt x="1256608" y="1290585"/>
                  </a:lnTo>
                  <a:lnTo>
                    <a:pt x="1257665" y="1297092"/>
                  </a:lnTo>
                  <a:lnTo>
                    <a:pt x="1258723" y="1302946"/>
                  </a:lnTo>
                  <a:lnTo>
                    <a:pt x="1259781" y="1307883"/>
                  </a:lnTo>
                  <a:lnTo>
                    <a:pt x="1260839" y="1311741"/>
                  </a:lnTo>
                  <a:lnTo>
                    <a:pt x="1261897" y="1314599"/>
                  </a:lnTo>
                  <a:lnTo>
                    <a:pt x="1262955" y="1316404"/>
                  </a:lnTo>
                  <a:lnTo>
                    <a:pt x="1264012" y="1317432"/>
                  </a:lnTo>
                  <a:lnTo>
                    <a:pt x="1265070" y="1317938"/>
                  </a:lnTo>
                  <a:lnTo>
                    <a:pt x="1266128" y="1318085"/>
                  </a:lnTo>
                  <a:lnTo>
                    <a:pt x="1267186" y="1317659"/>
                  </a:lnTo>
                  <a:lnTo>
                    <a:pt x="1268244" y="1316719"/>
                  </a:lnTo>
                  <a:lnTo>
                    <a:pt x="1269302" y="1315330"/>
                  </a:lnTo>
                  <a:lnTo>
                    <a:pt x="1270360" y="1313722"/>
                  </a:lnTo>
                  <a:lnTo>
                    <a:pt x="1271417" y="1311726"/>
                  </a:lnTo>
                  <a:lnTo>
                    <a:pt x="1272475" y="1309229"/>
                  </a:lnTo>
                  <a:lnTo>
                    <a:pt x="1273533" y="1306072"/>
                  </a:lnTo>
                  <a:lnTo>
                    <a:pt x="1274591" y="1301983"/>
                  </a:lnTo>
                  <a:lnTo>
                    <a:pt x="1275649" y="1296596"/>
                  </a:lnTo>
                  <a:lnTo>
                    <a:pt x="1276707" y="1289533"/>
                  </a:lnTo>
                  <a:lnTo>
                    <a:pt x="1277764" y="1281164"/>
                  </a:lnTo>
                  <a:lnTo>
                    <a:pt x="1278822" y="1271748"/>
                  </a:lnTo>
                  <a:lnTo>
                    <a:pt x="1279880" y="1261515"/>
                  </a:lnTo>
                  <a:lnTo>
                    <a:pt x="1280938" y="1250907"/>
                  </a:lnTo>
                  <a:lnTo>
                    <a:pt x="1281996" y="1240150"/>
                  </a:lnTo>
                  <a:lnTo>
                    <a:pt x="1283054" y="1230230"/>
                  </a:lnTo>
                  <a:lnTo>
                    <a:pt x="1284111" y="1221801"/>
                  </a:lnTo>
                  <a:lnTo>
                    <a:pt x="1285169" y="1215027"/>
                  </a:lnTo>
                  <a:lnTo>
                    <a:pt x="1286227" y="1210129"/>
                  </a:lnTo>
                  <a:lnTo>
                    <a:pt x="1287285" y="1207273"/>
                  </a:lnTo>
                  <a:lnTo>
                    <a:pt x="1288343" y="1206634"/>
                  </a:lnTo>
                  <a:lnTo>
                    <a:pt x="1289401" y="1208195"/>
                  </a:lnTo>
                  <a:lnTo>
                    <a:pt x="1290458" y="1211526"/>
                  </a:lnTo>
                  <a:lnTo>
                    <a:pt x="1291516" y="1216589"/>
                  </a:lnTo>
                  <a:lnTo>
                    <a:pt x="1292574" y="1223737"/>
                  </a:lnTo>
                  <a:lnTo>
                    <a:pt x="1293632" y="1232860"/>
                  </a:lnTo>
                  <a:lnTo>
                    <a:pt x="1294690" y="1244101"/>
                  </a:lnTo>
                  <a:lnTo>
                    <a:pt x="1295748" y="1257423"/>
                  </a:lnTo>
                  <a:lnTo>
                    <a:pt x="1296806" y="1272821"/>
                  </a:lnTo>
                  <a:lnTo>
                    <a:pt x="1297863" y="1290317"/>
                  </a:lnTo>
                  <a:lnTo>
                    <a:pt x="1298921" y="1309339"/>
                  </a:lnTo>
                  <a:lnTo>
                    <a:pt x="1299979" y="1329034"/>
                  </a:lnTo>
                  <a:lnTo>
                    <a:pt x="1301037" y="1348608"/>
                  </a:lnTo>
                  <a:lnTo>
                    <a:pt x="1302095" y="1367358"/>
                  </a:lnTo>
                  <a:lnTo>
                    <a:pt x="1303153" y="1385048"/>
                  </a:lnTo>
                  <a:lnTo>
                    <a:pt x="1304210" y="1401158"/>
                  </a:lnTo>
                  <a:lnTo>
                    <a:pt x="1305268" y="1415657"/>
                  </a:lnTo>
                  <a:lnTo>
                    <a:pt x="1306326" y="1429234"/>
                  </a:lnTo>
                  <a:lnTo>
                    <a:pt x="1307384" y="1442323"/>
                  </a:lnTo>
                  <a:lnTo>
                    <a:pt x="1308442" y="1455279"/>
                  </a:lnTo>
                  <a:lnTo>
                    <a:pt x="1309500" y="1468672"/>
                  </a:lnTo>
                  <a:lnTo>
                    <a:pt x="1310557" y="1482669"/>
                  </a:lnTo>
                  <a:lnTo>
                    <a:pt x="1311615" y="1496986"/>
                  </a:lnTo>
                  <a:lnTo>
                    <a:pt x="1312673" y="1511362"/>
                  </a:lnTo>
                  <a:lnTo>
                    <a:pt x="1313731" y="1525320"/>
                  </a:lnTo>
                  <a:lnTo>
                    <a:pt x="1314789" y="1538996"/>
                  </a:lnTo>
                  <a:lnTo>
                    <a:pt x="1315847" y="1552804"/>
                  </a:lnTo>
                  <a:lnTo>
                    <a:pt x="1316904" y="1567206"/>
                  </a:lnTo>
                  <a:lnTo>
                    <a:pt x="1317962" y="1582378"/>
                  </a:lnTo>
                  <a:lnTo>
                    <a:pt x="1319020" y="1598452"/>
                  </a:lnTo>
                  <a:lnTo>
                    <a:pt x="1320078" y="1615893"/>
                  </a:lnTo>
                  <a:lnTo>
                    <a:pt x="1321136" y="1634566"/>
                  </a:lnTo>
                  <a:lnTo>
                    <a:pt x="1322194" y="1653903"/>
                  </a:lnTo>
                  <a:lnTo>
                    <a:pt x="1323252" y="1673481"/>
                  </a:lnTo>
                  <a:lnTo>
                    <a:pt x="1324309" y="1693310"/>
                  </a:lnTo>
                  <a:lnTo>
                    <a:pt x="1325367" y="1713012"/>
                  </a:lnTo>
                  <a:lnTo>
                    <a:pt x="1326425" y="1732484"/>
                  </a:lnTo>
                  <a:lnTo>
                    <a:pt x="1327483" y="1752494"/>
                  </a:lnTo>
                  <a:lnTo>
                    <a:pt x="1328541" y="1774030"/>
                  </a:lnTo>
                  <a:lnTo>
                    <a:pt x="1329599" y="1799062"/>
                  </a:lnTo>
                  <a:lnTo>
                    <a:pt x="1330656" y="1827233"/>
                  </a:lnTo>
                  <a:lnTo>
                    <a:pt x="1331714" y="1858518"/>
                  </a:lnTo>
                  <a:lnTo>
                    <a:pt x="1332772" y="1893189"/>
                  </a:lnTo>
                  <a:lnTo>
                    <a:pt x="1333830" y="1931694"/>
                  </a:lnTo>
                  <a:lnTo>
                    <a:pt x="1334888" y="1974520"/>
                  </a:lnTo>
                  <a:lnTo>
                    <a:pt x="1335946" y="2019956"/>
                  </a:lnTo>
                  <a:lnTo>
                    <a:pt x="1337003" y="2065631"/>
                  </a:lnTo>
                  <a:lnTo>
                    <a:pt x="1338061" y="2111408"/>
                  </a:lnTo>
                  <a:lnTo>
                    <a:pt x="1339119" y="2156455"/>
                  </a:lnTo>
                  <a:lnTo>
                    <a:pt x="1340177" y="2197962"/>
                  </a:lnTo>
                  <a:lnTo>
                    <a:pt x="1341235" y="2232878"/>
                  </a:lnTo>
                  <a:lnTo>
                    <a:pt x="1342293" y="2258666"/>
                  </a:lnTo>
                  <a:lnTo>
                    <a:pt x="1343350" y="2272017"/>
                  </a:lnTo>
                  <a:lnTo>
                    <a:pt x="1344408" y="2270446"/>
                  </a:lnTo>
                  <a:lnTo>
                    <a:pt x="1345466" y="2248610"/>
                  </a:lnTo>
                  <a:lnTo>
                    <a:pt x="1346524" y="2208508"/>
                  </a:lnTo>
                  <a:lnTo>
                    <a:pt x="1347582" y="2153477"/>
                  </a:lnTo>
                  <a:lnTo>
                    <a:pt x="1348640" y="2088515"/>
                  </a:lnTo>
                  <a:lnTo>
                    <a:pt x="1349698" y="2017374"/>
                  </a:lnTo>
                  <a:lnTo>
                    <a:pt x="1350755" y="1944104"/>
                  </a:lnTo>
                  <a:lnTo>
                    <a:pt x="1351813" y="1872208"/>
                  </a:lnTo>
                  <a:lnTo>
                    <a:pt x="1352871" y="1805137"/>
                  </a:lnTo>
                  <a:lnTo>
                    <a:pt x="1353929" y="1743899"/>
                  </a:lnTo>
                  <a:lnTo>
                    <a:pt x="1354987" y="1688118"/>
                  </a:lnTo>
                  <a:lnTo>
                    <a:pt x="1356045" y="1637414"/>
                  </a:lnTo>
                  <a:lnTo>
                    <a:pt x="1357102" y="1590734"/>
                  </a:lnTo>
                  <a:lnTo>
                    <a:pt x="1358160" y="1547124"/>
                  </a:lnTo>
                  <a:lnTo>
                    <a:pt x="1359218" y="1506170"/>
                  </a:lnTo>
                  <a:lnTo>
                    <a:pt x="1360276" y="1466655"/>
                  </a:lnTo>
                  <a:lnTo>
                    <a:pt x="1361334" y="1428226"/>
                  </a:lnTo>
                  <a:lnTo>
                    <a:pt x="1362392" y="1390403"/>
                  </a:lnTo>
                  <a:lnTo>
                    <a:pt x="1363449" y="1352522"/>
                  </a:lnTo>
                  <a:lnTo>
                    <a:pt x="1364507" y="1314625"/>
                  </a:lnTo>
                  <a:lnTo>
                    <a:pt x="1365565" y="1276731"/>
                  </a:lnTo>
                  <a:lnTo>
                    <a:pt x="1366623" y="1238559"/>
                  </a:lnTo>
                  <a:lnTo>
                    <a:pt x="1367681" y="1200847"/>
                  </a:lnTo>
                  <a:lnTo>
                    <a:pt x="1368739" y="1163671"/>
                  </a:lnTo>
                  <a:lnTo>
                    <a:pt x="1369796" y="1126258"/>
                  </a:lnTo>
                  <a:lnTo>
                    <a:pt x="1370854" y="1089013"/>
                  </a:lnTo>
                  <a:lnTo>
                    <a:pt x="1371912" y="1052341"/>
                  </a:lnTo>
                  <a:lnTo>
                    <a:pt x="1372970" y="1016734"/>
                  </a:lnTo>
                  <a:lnTo>
                    <a:pt x="1374028" y="982807"/>
                  </a:lnTo>
                  <a:lnTo>
                    <a:pt x="1375086" y="950814"/>
                  </a:lnTo>
                  <a:lnTo>
                    <a:pt x="1376144" y="921072"/>
                  </a:lnTo>
                  <a:lnTo>
                    <a:pt x="1377201" y="894024"/>
                  </a:lnTo>
                  <a:lnTo>
                    <a:pt x="1378259" y="869659"/>
                  </a:lnTo>
                  <a:lnTo>
                    <a:pt x="1379317" y="847794"/>
                  </a:lnTo>
                  <a:lnTo>
                    <a:pt x="1380375" y="828041"/>
                  </a:lnTo>
                  <a:lnTo>
                    <a:pt x="1381433" y="810160"/>
                  </a:lnTo>
                  <a:lnTo>
                    <a:pt x="1382491" y="793981"/>
                  </a:lnTo>
                  <a:lnTo>
                    <a:pt x="1383548" y="779057"/>
                  </a:lnTo>
                  <a:lnTo>
                    <a:pt x="1384606" y="765145"/>
                  </a:lnTo>
                  <a:lnTo>
                    <a:pt x="1385664" y="752527"/>
                  </a:lnTo>
                  <a:lnTo>
                    <a:pt x="1386722" y="741129"/>
                  </a:lnTo>
                  <a:lnTo>
                    <a:pt x="1387780" y="730854"/>
                  </a:lnTo>
                  <a:lnTo>
                    <a:pt x="1388838" y="721650"/>
                  </a:lnTo>
                  <a:lnTo>
                    <a:pt x="1389895" y="713208"/>
                  </a:lnTo>
                  <a:lnTo>
                    <a:pt x="1390953" y="705273"/>
                  </a:lnTo>
                  <a:lnTo>
                    <a:pt x="1392011" y="697740"/>
                  </a:lnTo>
                  <a:lnTo>
                    <a:pt x="1393069" y="690239"/>
                  </a:lnTo>
                  <a:lnTo>
                    <a:pt x="1394127" y="682661"/>
                  </a:lnTo>
                  <a:lnTo>
                    <a:pt x="1395185" y="674952"/>
                  </a:lnTo>
                  <a:lnTo>
                    <a:pt x="1396242" y="667121"/>
                  </a:lnTo>
                  <a:lnTo>
                    <a:pt x="1397300" y="659029"/>
                  </a:lnTo>
                  <a:lnTo>
                    <a:pt x="1398358" y="651014"/>
                  </a:lnTo>
                  <a:lnTo>
                    <a:pt x="1399416" y="643165"/>
                  </a:lnTo>
                  <a:lnTo>
                    <a:pt x="1400474" y="635446"/>
                  </a:lnTo>
                  <a:lnTo>
                    <a:pt x="1401532" y="627786"/>
                  </a:lnTo>
                  <a:lnTo>
                    <a:pt x="1402590" y="620335"/>
                  </a:lnTo>
                  <a:lnTo>
                    <a:pt x="1403647" y="612915"/>
                  </a:lnTo>
                  <a:lnTo>
                    <a:pt x="1404705" y="605424"/>
                  </a:lnTo>
                  <a:lnTo>
                    <a:pt x="1405763" y="597769"/>
                  </a:lnTo>
                  <a:lnTo>
                    <a:pt x="1406821" y="589777"/>
                  </a:lnTo>
                  <a:lnTo>
                    <a:pt x="1407879" y="581337"/>
                  </a:lnTo>
                  <a:lnTo>
                    <a:pt x="1408937" y="572547"/>
                  </a:lnTo>
                  <a:lnTo>
                    <a:pt x="1409994" y="563674"/>
                  </a:lnTo>
                  <a:lnTo>
                    <a:pt x="1411052" y="554904"/>
                  </a:lnTo>
                  <a:lnTo>
                    <a:pt x="1412110" y="546380"/>
                  </a:lnTo>
                  <a:lnTo>
                    <a:pt x="1413168" y="538492"/>
                  </a:lnTo>
                  <a:lnTo>
                    <a:pt x="1414226" y="531178"/>
                  </a:lnTo>
                  <a:lnTo>
                    <a:pt x="1415284" y="524528"/>
                  </a:lnTo>
                  <a:lnTo>
                    <a:pt x="1416341" y="518825"/>
                  </a:lnTo>
                  <a:lnTo>
                    <a:pt x="1417399" y="514162"/>
                  </a:lnTo>
                  <a:lnTo>
                    <a:pt x="1418457" y="510467"/>
                  </a:lnTo>
                  <a:lnTo>
                    <a:pt x="1419515" y="508086"/>
                  </a:lnTo>
                  <a:lnTo>
                    <a:pt x="1420573" y="506969"/>
                  </a:lnTo>
                  <a:lnTo>
                    <a:pt x="1421631" y="507092"/>
                  </a:lnTo>
                  <a:lnTo>
                    <a:pt x="1422688" y="508889"/>
                  </a:lnTo>
                  <a:lnTo>
                    <a:pt x="1423746" y="512415"/>
                  </a:lnTo>
                  <a:lnTo>
                    <a:pt x="1424804" y="517639"/>
                  </a:lnTo>
                  <a:lnTo>
                    <a:pt x="1425862" y="524363"/>
                  </a:lnTo>
                  <a:lnTo>
                    <a:pt x="1426920" y="532398"/>
                  </a:lnTo>
                  <a:lnTo>
                    <a:pt x="1427978" y="541559"/>
                  </a:lnTo>
                  <a:lnTo>
                    <a:pt x="1429036" y="551570"/>
                  </a:lnTo>
                  <a:lnTo>
                    <a:pt x="1430093" y="562077"/>
                  </a:lnTo>
                  <a:lnTo>
                    <a:pt x="1431151" y="572880"/>
                  </a:lnTo>
                  <a:lnTo>
                    <a:pt x="1432209" y="583821"/>
                  </a:lnTo>
                  <a:lnTo>
                    <a:pt x="1433267" y="594765"/>
                  </a:lnTo>
                  <a:lnTo>
                    <a:pt x="1434325" y="605593"/>
                  </a:lnTo>
                  <a:lnTo>
                    <a:pt x="1435383" y="616043"/>
                  </a:lnTo>
                  <a:lnTo>
                    <a:pt x="1436440" y="626193"/>
                  </a:lnTo>
                  <a:lnTo>
                    <a:pt x="1437498" y="636153"/>
                  </a:lnTo>
                  <a:lnTo>
                    <a:pt x="1438556" y="645538"/>
                  </a:lnTo>
                  <a:lnTo>
                    <a:pt x="1439614" y="654316"/>
                  </a:lnTo>
                  <a:lnTo>
                    <a:pt x="1440672" y="662539"/>
                  </a:lnTo>
                  <a:lnTo>
                    <a:pt x="1441730" y="670232"/>
                  </a:lnTo>
                  <a:lnTo>
                    <a:pt x="1442787" y="677746"/>
                  </a:lnTo>
                  <a:lnTo>
                    <a:pt x="1443845" y="685349"/>
                  </a:lnTo>
                  <a:lnTo>
                    <a:pt x="1444903" y="693243"/>
                  </a:lnTo>
                  <a:lnTo>
                    <a:pt x="1445961" y="701902"/>
                  </a:lnTo>
                  <a:lnTo>
                    <a:pt x="1447019" y="711576"/>
                  </a:lnTo>
                  <a:lnTo>
                    <a:pt x="1448077" y="722405"/>
                  </a:lnTo>
                  <a:lnTo>
                    <a:pt x="1449134" y="734595"/>
                  </a:lnTo>
                  <a:lnTo>
                    <a:pt x="1450192" y="748343"/>
                  </a:lnTo>
                  <a:lnTo>
                    <a:pt x="1451250" y="763514"/>
                  </a:lnTo>
                  <a:lnTo>
                    <a:pt x="1452308" y="780038"/>
                  </a:lnTo>
                  <a:lnTo>
                    <a:pt x="1453366" y="798007"/>
                  </a:lnTo>
                  <a:lnTo>
                    <a:pt x="1454424" y="817395"/>
                  </a:lnTo>
                  <a:lnTo>
                    <a:pt x="1455482" y="837979"/>
                  </a:lnTo>
                  <a:lnTo>
                    <a:pt x="1456539" y="859850"/>
                  </a:lnTo>
                  <a:lnTo>
                    <a:pt x="1457597" y="883143"/>
                  </a:lnTo>
                  <a:lnTo>
                    <a:pt x="1458655" y="907760"/>
                  </a:lnTo>
                  <a:lnTo>
                    <a:pt x="1459713" y="933833"/>
                  </a:lnTo>
                  <a:lnTo>
                    <a:pt x="1460771" y="961584"/>
                  </a:lnTo>
                  <a:lnTo>
                    <a:pt x="1461829" y="991000"/>
                  </a:lnTo>
                  <a:lnTo>
                    <a:pt x="1462886" y="1021909"/>
                  </a:lnTo>
                  <a:lnTo>
                    <a:pt x="1463944" y="1054248"/>
                  </a:lnTo>
                  <a:lnTo>
                    <a:pt x="1465002" y="1087626"/>
                  </a:lnTo>
                  <a:lnTo>
                    <a:pt x="1466060" y="1121290"/>
                  </a:lnTo>
                  <a:lnTo>
                    <a:pt x="1467118" y="1155081"/>
                  </a:lnTo>
                  <a:lnTo>
                    <a:pt x="1468176" y="1188277"/>
                  </a:lnTo>
                  <a:lnTo>
                    <a:pt x="1469233" y="1218993"/>
                  </a:lnTo>
                  <a:lnTo>
                    <a:pt x="1470291" y="1245869"/>
                  </a:lnTo>
                  <a:lnTo>
                    <a:pt x="1471349" y="1268080"/>
                  </a:lnTo>
                  <a:lnTo>
                    <a:pt x="1472407" y="1284111"/>
                  </a:lnTo>
                  <a:lnTo>
                    <a:pt x="1473465" y="1293107"/>
                  </a:lnTo>
                  <a:lnTo>
                    <a:pt x="1474523" y="1295145"/>
                  </a:lnTo>
                  <a:lnTo>
                    <a:pt x="1475580" y="1290302"/>
                  </a:lnTo>
                  <a:lnTo>
                    <a:pt x="1476638" y="1278853"/>
                  </a:lnTo>
                  <a:lnTo>
                    <a:pt x="1477696" y="1260943"/>
                  </a:lnTo>
                  <a:lnTo>
                    <a:pt x="1478754" y="1237111"/>
                  </a:lnTo>
                  <a:lnTo>
                    <a:pt x="1479812" y="1208227"/>
                  </a:lnTo>
                  <a:lnTo>
                    <a:pt x="1480870" y="1175649"/>
                  </a:lnTo>
                  <a:lnTo>
                    <a:pt x="1481928" y="1140733"/>
                  </a:lnTo>
                  <a:lnTo>
                    <a:pt x="1482985" y="1104790"/>
                  </a:lnTo>
                  <a:lnTo>
                    <a:pt x="1484043" y="1068923"/>
                  </a:lnTo>
                  <a:lnTo>
                    <a:pt x="1485101" y="1034676"/>
                  </a:lnTo>
                  <a:lnTo>
                    <a:pt x="1486159" y="1002921"/>
                  </a:lnTo>
                  <a:lnTo>
                    <a:pt x="1487217" y="973567"/>
                  </a:lnTo>
                  <a:lnTo>
                    <a:pt x="1488275" y="946258"/>
                  </a:lnTo>
                  <a:lnTo>
                    <a:pt x="1489332" y="920316"/>
                  </a:lnTo>
                  <a:lnTo>
                    <a:pt x="1490390" y="894706"/>
                  </a:lnTo>
                  <a:lnTo>
                    <a:pt x="1491448" y="868414"/>
                  </a:lnTo>
                  <a:lnTo>
                    <a:pt x="1492506" y="840960"/>
                  </a:lnTo>
                  <a:lnTo>
                    <a:pt x="1493564" y="812008"/>
                  </a:lnTo>
                  <a:lnTo>
                    <a:pt x="1494622" y="782210"/>
                  </a:lnTo>
                  <a:lnTo>
                    <a:pt x="1495679" y="751735"/>
                  </a:lnTo>
                  <a:lnTo>
                    <a:pt x="1496737" y="720921"/>
                  </a:lnTo>
                  <a:lnTo>
                    <a:pt x="1497795" y="690458"/>
                  </a:lnTo>
                  <a:lnTo>
                    <a:pt x="1498853" y="660697"/>
                  </a:lnTo>
                  <a:lnTo>
                    <a:pt x="1499911" y="631786"/>
                  </a:lnTo>
                  <a:lnTo>
                    <a:pt x="1500969" y="603915"/>
                  </a:lnTo>
                  <a:lnTo>
                    <a:pt x="1502026" y="577216"/>
                  </a:lnTo>
                  <a:lnTo>
                    <a:pt x="1503084" y="551836"/>
                  </a:lnTo>
                  <a:lnTo>
                    <a:pt x="1504142" y="528092"/>
                  </a:lnTo>
                  <a:lnTo>
                    <a:pt x="1505200" y="506102"/>
                  </a:lnTo>
                  <a:lnTo>
                    <a:pt x="1506258" y="485980"/>
                  </a:lnTo>
                  <a:lnTo>
                    <a:pt x="1507316" y="467873"/>
                  </a:lnTo>
                  <a:lnTo>
                    <a:pt x="1508374" y="451862"/>
                  </a:lnTo>
                  <a:lnTo>
                    <a:pt x="1509431" y="437950"/>
                  </a:lnTo>
                  <a:lnTo>
                    <a:pt x="1510489" y="425966"/>
                  </a:lnTo>
                  <a:lnTo>
                    <a:pt x="1511547" y="415806"/>
                  </a:lnTo>
                  <a:lnTo>
                    <a:pt x="1512605" y="407349"/>
                  </a:lnTo>
                  <a:lnTo>
                    <a:pt x="1513663" y="400240"/>
                  </a:lnTo>
                  <a:lnTo>
                    <a:pt x="1514721" y="394267"/>
                  </a:lnTo>
                  <a:lnTo>
                    <a:pt x="1515778" y="389268"/>
                  </a:lnTo>
                  <a:lnTo>
                    <a:pt x="1516836" y="384999"/>
                  </a:lnTo>
                  <a:lnTo>
                    <a:pt x="1517894" y="381318"/>
                  </a:lnTo>
                  <a:lnTo>
                    <a:pt x="1518952" y="378318"/>
                  </a:lnTo>
                  <a:lnTo>
                    <a:pt x="1520010" y="376026"/>
                  </a:lnTo>
                  <a:lnTo>
                    <a:pt x="1521068" y="374625"/>
                  </a:lnTo>
                  <a:lnTo>
                    <a:pt x="1522125" y="374459"/>
                  </a:lnTo>
                  <a:lnTo>
                    <a:pt x="1523183" y="375741"/>
                  </a:lnTo>
                  <a:lnTo>
                    <a:pt x="1524241" y="378464"/>
                  </a:lnTo>
                  <a:lnTo>
                    <a:pt x="1525299" y="382700"/>
                  </a:lnTo>
                  <a:lnTo>
                    <a:pt x="1526357" y="388110"/>
                  </a:lnTo>
                  <a:lnTo>
                    <a:pt x="1527415" y="394312"/>
                  </a:lnTo>
                  <a:lnTo>
                    <a:pt x="1528472" y="400535"/>
                  </a:lnTo>
                  <a:lnTo>
                    <a:pt x="1529530" y="406251"/>
                  </a:lnTo>
                  <a:lnTo>
                    <a:pt x="1530588" y="411100"/>
                  </a:lnTo>
                  <a:lnTo>
                    <a:pt x="1531646" y="414860"/>
                  </a:lnTo>
                  <a:lnTo>
                    <a:pt x="1532704" y="417241"/>
                  </a:lnTo>
                  <a:lnTo>
                    <a:pt x="1533762" y="418210"/>
                  </a:lnTo>
                  <a:lnTo>
                    <a:pt x="1534820" y="417558"/>
                  </a:lnTo>
                  <a:lnTo>
                    <a:pt x="1535877" y="415244"/>
                  </a:lnTo>
                  <a:lnTo>
                    <a:pt x="1536935" y="411317"/>
                  </a:lnTo>
                  <a:lnTo>
                    <a:pt x="1537993" y="405523"/>
                  </a:lnTo>
                  <a:lnTo>
                    <a:pt x="1539051" y="398008"/>
                  </a:lnTo>
                  <a:lnTo>
                    <a:pt x="1540109" y="389111"/>
                  </a:lnTo>
                  <a:lnTo>
                    <a:pt x="1541167" y="379149"/>
                  </a:lnTo>
                  <a:lnTo>
                    <a:pt x="1542224" y="368510"/>
                  </a:lnTo>
                  <a:lnTo>
                    <a:pt x="1543282" y="357939"/>
                  </a:lnTo>
                  <a:lnTo>
                    <a:pt x="1544340" y="348397"/>
                  </a:lnTo>
                  <a:lnTo>
                    <a:pt x="1545398" y="340481"/>
                  </a:lnTo>
                  <a:lnTo>
                    <a:pt x="1546456" y="334494"/>
                  </a:lnTo>
                  <a:lnTo>
                    <a:pt x="1547514" y="330410"/>
                  </a:lnTo>
                  <a:lnTo>
                    <a:pt x="1548571" y="328412"/>
                  </a:lnTo>
                  <a:lnTo>
                    <a:pt x="1549629" y="328466"/>
                  </a:lnTo>
                  <a:lnTo>
                    <a:pt x="1550687" y="330409"/>
                  </a:lnTo>
                  <a:lnTo>
                    <a:pt x="1551745" y="333982"/>
                  </a:lnTo>
                  <a:lnTo>
                    <a:pt x="1552803" y="338990"/>
                  </a:lnTo>
                  <a:lnTo>
                    <a:pt x="1553861" y="345296"/>
                  </a:lnTo>
                  <a:lnTo>
                    <a:pt x="1554918" y="352569"/>
                  </a:lnTo>
                  <a:lnTo>
                    <a:pt x="1555976" y="360525"/>
                  </a:lnTo>
                  <a:lnTo>
                    <a:pt x="1557034" y="368817"/>
                  </a:lnTo>
                  <a:lnTo>
                    <a:pt x="1558092" y="377306"/>
                  </a:lnTo>
                  <a:lnTo>
                    <a:pt x="1559150" y="385449"/>
                  </a:lnTo>
                  <a:lnTo>
                    <a:pt x="1560208" y="392861"/>
                  </a:lnTo>
                  <a:lnTo>
                    <a:pt x="1561266" y="398971"/>
                  </a:lnTo>
                  <a:lnTo>
                    <a:pt x="1562323" y="403563"/>
                  </a:lnTo>
                  <a:lnTo>
                    <a:pt x="1563381" y="406580"/>
                  </a:lnTo>
                  <a:lnTo>
                    <a:pt x="1564439" y="408009"/>
                  </a:lnTo>
                  <a:lnTo>
                    <a:pt x="1565497" y="407756"/>
                  </a:lnTo>
                  <a:lnTo>
                    <a:pt x="1566555" y="406135"/>
                  </a:lnTo>
                  <a:lnTo>
                    <a:pt x="1567613" y="403345"/>
                  </a:lnTo>
                  <a:lnTo>
                    <a:pt x="1568670" y="399549"/>
                  </a:lnTo>
                  <a:lnTo>
                    <a:pt x="1569728" y="395088"/>
                  </a:lnTo>
                  <a:lnTo>
                    <a:pt x="1570786" y="390205"/>
                  </a:lnTo>
                  <a:lnTo>
                    <a:pt x="1571844" y="384968"/>
                  </a:lnTo>
                  <a:lnTo>
                    <a:pt x="1572902" y="379547"/>
                  </a:lnTo>
                  <a:lnTo>
                    <a:pt x="1573960" y="373781"/>
                  </a:lnTo>
                  <a:lnTo>
                    <a:pt x="1575017" y="367693"/>
                  </a:lnTo>
                  <a:lnTo>
                    <a:pt x="1576075" y="361247"/>
                  </a:lnTo>
                  <a:lnTo>
                    <a:pt x="1577133" y="354650"/>
                  </a:lnTo>
                  <a:lnTo>
                    <a:pt x="1578191" y="347879"/>
                  </a:lnTo>
                  <a:lnTo>
                    <a:pt x="1579249" y="341263"/>
                  </a:lnTo>
                  <a:lnTo>
                    <a:pt x="1580307" y="334944"/>
                  </a:lnTo>
                  <a:lnTo>
                    <a:pt x="1581364" y="329530"/>
                  </a:lnTo>
                  <a:lnTo>
                    <a:pt x="1582422" y="325298"/>
                  </a:lnTo>
                  <a:lnTo>
                    <a:pt x="1583480" y="322391"/>
                  </a:lnTo>
                  <a:lnTo>
                    <a:pt x="1584538" y="320879"/>
                  </a:lnTo>
                  <a:lnTo>
                    <a:pt x="1585596" y="320676"/>
                  </a:lnTo>
                  <a:lnTo>
                    <a:pt x="1586654" y="321583"/>
                  </a:lnTo>
                  <a:lnTo>
                    <a:pt x="1587712" y="323579"/>
                  </a:lnTo>
                  <a:lnTo>
                    <a:pt x="1588769" y="326393"/>
                  </a:lnTo>
                  <a:lnTo>
                    <a:pt x="1589827" y="330016"/>
                  </a:lnTo>
                  <a:lnTo>
                    <a:pt x="1590885" y="334380"/>
                  </a:lnTo>
                  <a:lnTo>
                    <a:pt x="1591943" y="339270"/>
                  </a:lnTo>
                  <a:lnTo>
                    <a:pt x="1593001" y="344498"/>
                  </a:lnTo>
                  <a:lnTo>
                    <a:pt x="1594059" y="350023"/>
                  </a:lnTo>
                  <a:lnTo>
                    <a:pt x="1595116" y="355631"/>
                  </a:lnTo>
                  <a:lnTo>
                    <a:pt x="1596174" y="361014"/>
                  </a:lnTo>
                  <a:lnTo>
                    <a:pt x="1597232" y="365550"/>
                  </a:lnTo>
                  <a:lnTo>
                    <a:pt x="1598290" y="368880"/>
                  </a:lnTo>
                  <a:lnTo>
                    <a:pt x="1599348" y="370974"/>
                  </a:lnTo>
                  <a:lnTo>
                    <a:pt x="1600406" y="371622"/>
                  </a:lnTo>
                  <a:lnTo>
                    <a:pt x="1601463" y="370734"/>
                  </a:lnTo>
                  <a:lnTo>
                    <a:pt x="1602521" y="368240"/>
                  </a:lnTo>
                  <a:lnTo>
                    <a:pt x="1603579" y="364021"/>
                  </a:lnTo>
                  <a:lnTo>
                    <a:pt x="1604637" y="358300"/>
                  </a:lnTo>
                  <a:lnTo>
                    <a:pt x="1605695" y="351303"/>
                  </a:lnTo>
                  <a:lnTo>
                    <a:pt x="1606753" y="343110"/>
                  </a:lnTo>
                  <a:lnTo>
                    <a:pt x="1607810" y="334037"/>
                  </a:lnTo>
                  <a:lnTo>
                    <a:pt x="1608868" y="324466"/>
                  </a:lnTo>
                  <a:lnTo>
                    <a:pt x="1609926" y="314676"/>
                  </a:lnTo>
                  <a:lnTo>
                    <a:pt x="1610984" y="304892"/>
                  </a:lnTo>
                  <a:lnTo>
                    <a:pt x="1612042" y="295510"/>
                  </a:lnTo>
                  <a:lnTo>
                    <a:pt x="1613100" y="286618"/>
                  </a:lnTo>
                  <a:lnTo>
                    <a:pt x="1614158" y="278361"/>
                  </a:lnTo>
                  <a:lnTo>
                    <a:pt x="1615215" y="270731"/>
                  </a:lnTo>
                  <a:lnTo>
                    <a:pt x="1616273" y="263797"/>
                  </a:lnTo>
                  <a:lnTo>
                    <a:pt x="1617331" y="257579"/>
                  </a:lnTo>
                  <a:lnTo>
                    <a:pt x="1618389" y="252267"/>
                  </a:lnTo>
                  <a:lnTo>
                    <a:pt x="1619447" y="247908"/>
                  </a:lnTo>
                  <a:lnTo>
                    <a:pt x="1620505" y="244474"/>
                  </a:lnTo>
                  <a:lnTo>
                    <a:pt x="1621562" y="241965"/>
                  </a:lnTo>
                  <a:lnTo>
                    <a:pt x="1622620" y="240398"/>
                  </a:lnTo>
                  <a:lnTo>
                    <a:pt x="1623678" y="239678"/>
                  </a:lnTo>
                  <a:lnTo>
                    <a:pt x="1624736" y="239611"/>
                  </a:lnTo>
                  <a:lnTo>
                    <a:pt x="1625794" y="239978"/>
                  </a:lnTo>
                  <a:lnTo>
                    <a:pt x="1626852" y="240698"/>
                  </a:lnTo>
                  <a:lnTo>
                    <a:pt x="1627909" y="241573"/>
                  </a:lnTo>
                  <a:lnTo>
                    <a:pt x="1628967" y="242548"/>
                  </a:lnTo>
                  <a:lnTo>
                    <a:pt x="1630025" y="243552"/>
                  </a:lnTo>
                  <a:lnTo>
                    <a:pt x="1631083" y="244508"/>
                  </a:lnTo>
                  <a:lnTo>
                    <a:pt x="1632141" y="245250"/>
                  </a:lnTo>
                  <a:lnTo>
                    <a:pt x="1633199" y="245720"/>
                  </a:lnTo>
                  <a:lnTo>
                    <a:pt x="1634256" y="245827"/>
                  </a:lnTo>
                  <a:lnTo>
                    <a:pt x="1635314" y="245621"/>
                  </a:lnTo>
                  <a:lnTo>
                    <a:pt x="1636372" y="245190"/>
                  </a:lnTo>
                  <a:lnTo>
                    <a:pt x="1637430" y="244511"/>
                  </a:lnTo>
                  <a:lnTo>
                    <a:pt x="1638488" y="243657"/>
                  </a:lnTo>
                  <a:lnTo>
                    <a:pt x="1639546" y="242714"/>
                  </a:lnTo>
                  <a:lnTo>
                    <a:pt x="1640603" y="241853"/>
                  </a:lnTo>
                  <a:lnTo>
                    <a:pt x="1641661" y="241181"/>
                  </a:lnTo>
                  <a:lnTo>
                    <a:pt x="1642719" y="240657"/>
                  </a:lnTo>
                  <a:lnTo>
                    <a:pt x="1643777" y="240424"/>
                  </a:lnTo>
                  <a:lnTo>
                    <a:pt x="1644835" y="240488"/>
                  </a:lnTo>
                  <a:lnTo>
                    <a:pt x="1645893" y="240913"/>
                  </a:lnTo>
                  <a:lnTo>
                    <a:pt x="1646951" y="241718"/>
                  </a:lnTo>
                  <a:lnTo>
                    <a:pt x="1648008" y="243291"/>
                  </a:lnTo>
                  <a:lnTo>
                    <a:pt x="1649066" y="245792"/>
                  </a:lnTo>
                  <a:lnTo>
                    <a:pt x="1650124" y="249167"/>
                  </a:lnTo>
                  <a:lnTo>
                    <a:pt x="1651182" y="253211"/>
                  </a:lnTo>
                  <a:lnTo>
                    <a:pt x="1652240" y="257812"/>
                  </a:lnTo>
                  <a:lnTo>
                    <a:pt x="1653298" y="262995"/>
                  </a:lnTo>
                  <a:lnTo>
                    <a:pt x="1654355" y="268605"/>
                  </a:lnTo>
                  <a:lnTo>
                    <a:pt x="1655413" y="274565"/>
                  </a:lnTo>
                  <a:lnTo>
                    <a:pt x="1656471" y="280600"/>
                  </a:lnTo>
                  <a:lnTo>
                    <a:pt x="1657529" y="286440"/>
                  </a:lnTo>
                  <a:lnTo>
                    <a:pt x="1658587" y="292002"/>
                  </a:lnTo>
                  <a:lnTo>
                    <a:pt x="1659645" y="297154"/>
                  </a:lnTo>
                  <a:lnTo>
                    <a:pt x="1660702" y="301885"/>
                  </a:lnTo>
                  <a:lnTo>
                    <a:pt x="1661760" y="306153"/>
                  </a:lnTo>
                  <a:lnTo>
                    <a:pt x="1662818" y="309982"/>
                  </a:lnTo>
                  <a:lnTo>
                    <a:pt x="1663876" y="313128"/>
                  </a:lnTo>
                  <a:lnTo>
                    <a:pt x="1664934" y="315584"/>
                  </a:lnTo>
                  <a:lnTo>
                    <a:pt x="1665992" y="317567"/>
                  </a:lnTo>
                  <a:lnTo>
                    <a:pt x="1667049" y="319427"/>
                  </a:lnTo>
                  <a:lnTo>
                    <a:pt x="1668107" y="321266"/>
                  </a:lnTo>
                  <a:lnTo>
                    <a:pt x="1669165" y="323023"/>
                  </a:lnTo>
                  <a:lnTo>
                    <a:pt x="1670223" y="324733"/>
                  </a:lnTo>
                  <a:lnTo>
                    <a:pt x="1671281" y="326365"/>
                  </a:lnTo>
                  <a:lnTo>
                    <a:pt x="1672339" y="328126"/>
                  </a:lnTo>
                  <a:lnTo>
                    <a:pt x="1673397" y="330319"/>
                  </a:lnTo>
                  <a:lnTo>
                    <a:pt x="1674454" y="332960"/>
                  </a:lnTo>
                  <a:lnTo>
                    <a:pt x="1675512" y="336012"/>
                  </a:lnTo>
                  <a:lnTo>
                    <a:pt x="1676570" y="339495"/>
                  </a:lnTo>
                  <a:lnTo>
                    <a:pt x="1677628" y="343373"/>
                  </a:lnTo>
                  <a:lnTo>
                    <a:pt x="1678686" y="347567"/>
                  </a:lnTo>
                  <a:lnTo>
                    <a:pt x="1679744" y="352092"/>
                  </a:lnTo>
                  <a:lnTo>
                    <a:pt x="1680801" y="356917"/>
                  </a:lnTo>
                  <a:lnTo>
                    <a:pt x="1681859" y="361975"/>
                  </a:lnTo>
                  <a:lnTo>
                    <a:pt x="1682917" y="367146"/>
                  </a:lnTo>
                  <a:lnTo>
                    <a:pt x="1683975" y="372374"/>
                  </a:lnTo>
                  <a:lnTo>
                    <a:pt x="1685033" y="377698"/>
                  </a:lnTo>
                  <a:lnTo>
                    <a:pt x="1686091" y="383405"/>
                  </a:lnTo>
                  <a:lnTo>
                    <a:pt x="1687148" y="389598"/>
                  </a:lnTo>
                  <a:lnTo>
                    <a:pt x="1688206" y="396247"/>
                  </a:lnTo>
                  <a:lnTo>
                    <a:pt x="1689264" y="403250"/>
                  </a:lnTo>
                  <a:lnTo>
                    <a:pt x="1690322" y="410582"/>
                  </a:lnTo>
                  <a:lnTo>
                    <a:pt x="1691380" y="418401"/>
                  </a:lnTo>
                  <a:lnTo>
                    <a:pt x="1692438" y="426803"/>
                  </a:lnTo>
                  <a:lnTo>
                    <a:pt x="1693495" y="435610"/>
                  </a:lnTo>
                  <a:lnTo>
                    <a:pt x="1694553" y="444819"/>
                  </a:lnTo>
                  <a:lnTo>
                    <a:pt x="1695611" y="454274"/>
                  </a:lnTo>
                  <a:lnTo>
                    <a:pt x="1696669" y="463737"/>
                  </a:lnTo>
                  <a:lnTo>
                    <a:pt x="1697727" y="473187"/>
                  </a:lnTo>
                  <a:lnTo>
                    <a:pt x="1698785" y="482356"/>
                  </a:lnTo>
                  <a:lnTo>
                    <a:pt x="1699843" y="491156"/>
                  </a:lnTo>
                  <a:lnTo>
                    <a:pt x="1700900" y="499315"/>
                  </a:lnTo>
                  <a:lnTo>
                    <a:pt x="1701958" y="506572"/>
                  </a:lnTo>
                  <a:lnTo>
                    <a:pt x="1703016" y="512831"/>
                  </a:lnTo>
                  <a:lnTo>
                    <a:pt x="1704074" y="517882"/>
                  </a:lnTo>
                  <a:lnTo>
                    <a:pt x="1705132" y="521425"/>
                  </a:lnTo>
                  <a:lnTo>
                    <a:pt x="1706190" y="523542"/>
                  </a:lnTo>
                  <a:lnTo>
                    <a:pt x="1707247" y="524072"/>
                  </a:lnTo>
                  <a:lnTo>
                    <a:pt x="1708305" y="522812"/>
                  </a:lnTo>
                  <a:lnTo>
                    <a:pt x="1709363" y="519780"/>
                  </a:lnTo>
                  <a:lnTo>
                    <a:pt x="1710421" y="515177"/>
                  </a:lnTo>
                  <a:lnTo>
                    <a:pt x="1711479" y="509235"/>
                  </a:lnTo>
                  <a:lnTo>
                    <a:pt x="1712537" y="502539"/>
                  </a:lnTo>
                  <a:lnTo>
                    <a:pt x="1713594" y="495070"/>
                  </a:lnTo>
                  <a:lnTo>
                    <a:pt x="1714652" y="486996"/>
                  </a:lnTo>
                  <a:lnTo>
                    <a:pt x="1715710" y="478325"/>
                  </a:lnTo>
                  <a:lnTo>
                    <a:pt x="1716768" y="469510"/>
                  </a:lnTo>
                  <a:lnTo>
                    <a:pt x="1717826" y="460687"/>
                  </a:lnTo>
                  <a:lnTo>
                    <a:pt x="1718884" y="451714"/>
                  </a:lnTo>
                  <a:lnTo>
                    <a:pt x="1719941" y="442329"/>
                  </a:lnTo>
                  <a:lnTo>
                    <a:pt x="1720999" y="432483"/>
                  </a:lnTo>
                  <a:lnTo>
                    <a:pt x="1722057" y="422130"/>
                  </a:lnTo>
                  <a:lnTo>
                    <a:pt x="1723115" y="411222"/>
                  </a:lnTo>
                  <a:lnTo>
                    <a:pt x="1724173" y="399492"/>
                  </a:lnTo>
                  <a:lnTo>
                    <a:pt x="1725231" y="386892"/>
                  </a:lnTo>
                  <a:lnTo>
                    <a:pt x="1726289" y="372996"/>
                  </a:lnTo>
                  <a:lnTo>
                    <a:pt x="1727346" y="357676"/>
                  </a:lnTo>
                  <a:lnTo>
                    <a:pt x="1728404" y="340714"/>
                  </a:lnTo>
                  <a:lnTo>
                    <a:pt x="1729462" y="322178"/>
                  </a:lnTo>
                  <a:lnTo>
                    <a:pt x="1730520" y="302414"/>
                  </a:lnTo>
                  <a:lnTo>
                    <a:pt x="1731578" y="281806"/>
                  </a:lnTo>
                  <a:lnTo>
                    <a:pt x="1732636" y="260384"/>
                  </a:lnTo>
                  <a:lnTo>
                    <a:pt x="1733693" y="238454"/>
                  </a:lnTo>
                  <a:lnTo>
                    <a:pt x="1734751" y="216555"/>
                  </a:lnTo>
                  <a:lnTo>
                    <a:pt x="1735809" y="195328"/>
                  </a:lnTo>
                  <a:lnTo>
                    <a:pt x="1736867" y="175153"/>
                  </a:lnTo>
                  <a:lnTo>
                    <a:pt x="1737925" y="156270"/>
                  </a:lnTo>
                  <a:lnTo>
                    <a:pt x="1738983" y="138822"/>
                  </a:lnTo>
                  <a:lnTo>
                    <a:pt x="1740040" y="123050"/>
                  </a:lnTo>
                  <a:lnTo>
                    <a:pt x="1741098" y="108982"/>
                  </a:lnTo>
                  <a:lnTo>
                    <a:pt x="1742156" y="96778"/>
                  </a:lnTo>
                  <a:lnTo>
                    <a:pt x="1743214" y="86487"/>
                  </a:lnTo>
                  <a:lnTo>
                    <a:pt x="1744272" y="78041"/>
                  </a:lnTo>
                  <a:lnTo>
                    <a:pt x="1745330" y="71379"/>
                  </a:lnTo>
                  <a:lnTo>
                    <a:pt x="1746387" y="66342"/>
                  </a:lnTo>
                  <a:lnTo>
                    <a:pt x="1747445" y="62785"/>
                  </a:lnTo>
                  <a:lnTo>
                    <a:pt x="1748503" y="60602"/>
                  </a:lnTo>
                  <a:lnTo>
                    <a:pt x="1749561" y="59583"/>
                  </a:lnTo>
                  <a:lnTo>
                    <a:pt x="1750619" y="59332"/>
                  </a:lnTo>
                  <a:lnTo>
                    <a:pt x="1751677" y="59608"/>
                  </a:lnTo>
                  <a:lnTo>
                    <a:pt x="1752735" y="60171"/>
                  </a:lnTo>
                  <a:lnTo>
                    <a:pt x="1753792" y="60765"/>
                  </a:lnTo>
                  <a:lnTo>
                    <a:pt x="1754850" y="61031"/>
                  </a:lnTo>
                  <a:lnTo>
                    <a:pt x="1755908" y="60862"/>
                  </a:lnTo>
                  <a:lnTo>
                    <a:pt x="1756966" y="60300"/>
                  </a:lnTo>
                  <a:lnTo>
                    <a:pt x="1758024" y="59512"/>
                  </a:lnTo>
                  <a:lnTo>
                    <a:pt x="1759082" y="58422"/>
                  </a:lnTo>
                  <a:lnTo>
                    <a:pt x="1760139" y="57137"/>
                  </a:lnTo>
                  <a:lnTo>
                    <a:pt x="1761197" y="55860"/>
                  </a:lnTo>
                  <a:lnTo>
                    <a:pt x="1762255" y="54969"/>
                  </a:lnTo>
                  <a:lnTo>
                    <a:pt x="1763313" y="54681"/>
                  </a:lnTo>
                  <a:lnTo>
                    <a:pt x="1764371" y="55127"/>
                  </a:lnTo>
                  <a:lnTo>
                    <a:pt x="1765429" y="56200"/>
                  </a:lnTo>
                  <a:lnTo>
                    <a:pt x="1766486" y="58139"/>
                  </a:lnTo>
                  <a:lnTo>
                    <a:pt x="1767544" y="60908"/>
                  </a:lnTo>
                  <a:lnTo>
                    <a:pt x="1768602" y="64556"/>
                  </a:lnTo>
                  <a:lnTo>
                    <a:pt x="1769660" y="68864"/>
                  </a:lnTo>
                  <a:lnTo>
                    <a:pt x="1770718" y="73886"/>
                  </a:lnTo>
                  <a:lnTo>
                    <a:pt x="1771776" y="79698"/>
                  </a:lnTo>
                  <a:lnTo>
                    <a:pt x="1772833" y="86442"/>
                  </a:lnTo>
                  <a:lnTo>
                    <a:pt x="1773891" y="93927"/>
                  </a:lnTo>
                  <a:lnTo>
                    <a:pt x="1774949" y="102235"/>
                  </a:lnTo>
                  <a:lnTo>
                    <a:pt x="1776007" y="111244"/>
                  </a:lnTo>
                  <a:lnTo>
                    <a:pt x="1777065" y="121009"/>
                  </a:lnTo>
                  <a:lnTo>
                    <a:pt x="1778123" y="131312"/>
                  </a:lnTo>
                  <a:lnTo>
                    <a:pt x="1779181" y="142032"/>
                  </a:lnTo>
                  <a:lnTo>
                    <a:pt x="1780238" y="153114"/>
                  </a:lnTo>
                  <a:lnTo>
                    <a:pt x="1781296" y="164768"/>
                  </a:lnTo>
                  <a:lnTo>
                    <a:pt x="1782354" y="176979"/>
                  </a:lnTo>
                  <a:lnTo>
                    <a:pt x="1783412" y="189750"/>
                  </a:lnTo>
                  <a:lnTo>
                    <a:pt x="1784470" y="203151"/>
                  </a:lnTo>
                  <a:lnTo>
                    <a:pt x="1785528" y="217609"/>
                  </a:lnTo>
                  <a:lnTo>
                    <a:pt x="1786585" y="233338"/>
                  </a:lnTo>
                  <a:lnTo>
                    <a:pt x="1787643" y="250103"/>
                  </a:lnTo>
                  <a:lnTo>
                    <a:pt x="1788701" y="267440"/>
                  </a:lnTo>
                  <a:lnTo>
                    <a:pt x="1789759" y="285291"/>
                  </a:lnTo>
                  <a:lnTo>
                    <a:pt x="1790817" y="303463"/>
                  </a:lnTo>
                  <a:lnTo>
                    <a:pt x="1791875" y="321726"/>
                  </a:lnTo>
                  <a:lnTo>
                    <a:pt x="1792932" y="339500"/>
                  </a:lnTo>
                  <a:lnTo>
                    <a:pt x="1793990" y="356286"/>
                  </a:lnTo>
                  <a:lnTo>
                    <a:pt x="1795048" y="371741"/>
                  </a:lnTo>
                  <a:lnTo>
                    <a:pt x="1796106" y="385613"/>
                  </a:lnTo>
                  <a:lnTo>
                    <a:pt x="1797164" y="397561"/>
                  </a:lnTo>
                  <a:lnTo>
                    <a:pt x="1798222" y="407297"/>
                  </a:lnTo>
                  <a:lnTo>
                    <a:pt x="1799279" y="414878"/>
                  </a:lnTo>
                  <a:lnTo>
                    <a:pt x="1800337" y="420278"/>
                  </a:lnTo>
                  <a:lnTo>
                    <a:pt x="1801395" y="423670"/>
                  </a:lnTo>
                  <a:lnTo>
                    <a:pt x="1802453" y="425242"/>
                  </a:lnTo>
                  <a:lnTo>
                    <a:pt x="1803511" y="425625"/>
                  </a:lnTo>
                  <a:lnTo>
                    <a:pt x="1804569" y="425395"/>
                  </a:lnTo>
                  <a:lnTo>
                    <a:pt x="1805627" y="424981"/>
                  </a:lnTo>
                  <a:lnTo>
                    <a:pt x="1806684" y="424749"/>
                  </a:lnTo>
                  <a:lnTo>
                    <a:pt x="1807742" y="425431"/>
                  </a:lnTo>
                  <a:lnTo>
                    <a:pt x="1808800" y="427582"/>
                  </a:lnTo>
                  <a:lnTo>
                    <a:pt x="1809858" y="431669"/>
                  </a:lnTo>
                  <a:lnTo>
                    <a:pt x="1810916" y="437809"/>
                  </a:lnTo>
                  <a:lnTo>
                    <a:pt x="1811974" y="446191"/>
                  </a:lnTo>
                  <a:lnTo>
                    <a:pt x="1813031" y="456922"/>
                  </a:lnTo>
                  <a:lnTo>
                    <a:pt x="1814089" y="469882"/>
                  </a:lnTo>
                  <a:lnTo>
                    <a:pt x="1815147" y="484610"/>
                  </a:lnTo>
                  <a:lnTo>
                    <a:pt x="1816205" y="500571"/>
                  </a:lnTo>
                  <a:lnTo>
                    <a:pt x="1817263" y="517302"/>
                  </a:lnTo>
                  <a:lnTo>
                    <a:pt x="1818321" y="534653"/>
                  </a:lnTo>
                  <a:lnTo>
                    <a:pt x="1819378" y="552064"/>
                  </a:lnTo>
                  <a:lnTo>
                    <a:pt x="1820436" y="569327"/>
                  </a:lnTo>
                  <a:lnTo>
                    <a:pt x="1821494" y="586217"/>
                  </a:lnTo>
                  <a:lnTo>
                    <a:pt x="1822552" y="602810"/>
                  </a:lnTo>
                  <a:lnTo>
                    <a:pt x="1823610" y="618566"/>
                  </a:lnTo>
                  <a:lnTo>
                    <a:pt x="1824668" y="633137"/>
                  </a:lnTo>
                  <a:lnTo>
                    <a:pt x="1825725" y="646183"/>
                  </a:lnTo>
                  <a:lnTo>
                    <a:pt x="1826783" y="658125"/>
                  </a:lnTo>
                  <a:lnTo>
                    <a:pt x="1827841" y="668914"/>
                  </a:lnTo>
                  <a:lnTo>
                    <a:pt x="1828899" y="679013"/>
                  </a:lnTo>
                  <a:lnTo>
                    <a:pt x="1829957" y="688745"/>
                  </a:lnTo>
                  <a:lnTo>
                    <a:pt x="1831015" y="698472"/>
                  </a:lnTo>
                  <a:lnTo>
                    <a:pt x="1832073" y="708895"/>
                  </a:lnTo>
                  <a:lnTo>
                    <a:pt x="1833130" y="720051"/>
                  </a:lnTo>
                  <a:lnTo>
                    <a:pt x="1834188" y="731598"/>
                  </a:lnTo>
                  <a:lnTo>
                    <a:pt x="1835246" y="743591"/>
                  </a:lnTo>
                  <a:lnTo>
                    <a:pt x="1836304" y="755496"/>
                  </a:lnTo>
                  <a:lnTo>
                    <a:pt x="1837362" y="766501"/>
                  </a:lnTo>
                  <a:lnTo>
                    <a:pt x="1838420" y="775649"/>
                  </a:lnTo>
                  <a:lnTo>
                    <a:pt x="1839477" y="782575"/>
                  </a:lnTo>
                  <a:lnTo>
                    <a:pt x="1840535" y="786944"/>
                  </a:lnTo>
                  <a:lnTo>
                    <a:pt x="1841593" y="788217"/>
                  </a:lnTo>
                  <a:lnTo>
                    <a:pt x="1842651" y="785404"/>
                  </a:lnTo>
                  <a:lnTo>
                    <a:pt x="1843709" y="778568"/>
                  </a:lnTo>
                  <a:lnTo>
                    <a:pt x="1844767" y="767966"/>
                  </a:lnTo>
                  <a:lnTo>
                    <a:pt x="1845824" y="754242"/>
                  </a:lnTo>
                  <a:lnTo>
                    <a:pt x="1846882" y="738141"/>
                  </a:lnTo>
                  <a:lnTo>
                    <a:pt x="1847940" y="720372"/>
                  </a:lnTo>
                  <a:lnTo>
                    <a:pt x="1848998" y="701942"/>
                  </a:lnTo>
                  <a:lnTo>
                    <a:pt x="1850056" y="683705"/>
                  </a:lnTo>
                  <a:lnTo>
                    <a:pt x="1851114" y="665995"/>
                  </a:lnTo>
                  <a:lnTo>
                    <a:pt x="1852171" y="649107"/>
                  </a:lnTo>
                  <a:lnTo>
                    <a:pt x="1853229" y="633395"/>
                  </a:lnTo>
                  <a:lnTo>
                    <a:pt x="1854287" y="619037"/>
                  </a:lnTo>
                  <a:lnTo>
                    <a:pt x="1855345" y="605853"/>
                  </a:lnTo>
                  <a:lnTo>
                    <a:pt x="1856403" y="593772"/>
                  </a:lnTo>
                  <a:lnTo>
                    <a:pt x="1857461" y="582968"/>
                  </a:lnTo>
                  <a:lnTo>
                    <a:pt x="1858519" y="573534"/>
                  </a:lnTo>
                  <a:lnTo>
                    <a:pt x="1859576" y="565402"/>
                  </a:lnTo>
                  <a:lnTo>
                    <a:pt x="1860634" y="558255"/>
                  </a:lnTo>
                  <a:lnTo>
                    <a:pt x="1861692" y="551862"/>
                  </a:lnTo>
                  <a:lnTo>
                    <a:pt x="1862750" y="546259"/>
                  </a:lnTo>
                  <a:lnTo>
                    <a:pt x="1863808" y="541071"/>
                  </a:lnTo>
                  <a:lnTo>
                    <a:pt x="1864866" y="535808"/>
                  </a:lnTo>
                  <a:lnTo>
                    <a:pt x="1865923" y="530255"/>
                  </a:lnTo>
                  <a:lnTo>
                    <a:pt x="1866981" y="524522"/>
                  </a:lnTo>
                  <a:lnTo>
                    <a:pt x="1868039" y="518751"/>
                  </a:lnTo>
                  <a:lnTo>
                    <a:pt x="1869097" y="513121"/>
                  </a:lnTo>
                  <a:lnTo>
                    <a:pt x="1870155" y="507612"/>
                  </a:lnTo>
                  <a:lnTo>
                    <a:pt x="1871213" y="502428"/>
                  </a:lnTo>
                  <a:lnTo>
                    <a:pt x="1872270" y="497701"/>
                  </a:lnTo>
                  <a:lnTo>
                    <a:pt x="1873328" y="493464"/>
                  </a:lnTo>
                  <a:lnTo>
                    <a:pt x="1874386" y="489714"/>
                  </a:lnTo>
                  <a:lnTo>
                    <a:pt x="1875444" y="486353"/>
                  </a:lnTo>
                  <a:lnTo>
                    <a:pt x="1876502" y="483313"/>
                  </a:lnTo>
                  <a:lnTo>
                    <a:pt x="1877560" y="480323"/>
                  </a:lnTo>
                  <a:lnTo>
                    <a:pt x="1878617" y="476990"/>
                  </a:lnTo>
                  <a:lnTo>
                    <a:pt x="1879675" y="473056"/>
                  </a:lnTo>
                  <a:lnTo>
                    <a:pt x="1880733" y="468298"/>
                  </a:lnTo>
                  <a:lnTo>
                    <a:pt x="1881791" y="462491"/>
                  </a:lnTo>
                  <a:lnTo>
                    <a:pt x="1882849" y="455539"/>
                  </a:lnTo>
                  <a:lnTo>
                    <a:pt x="1883907" y="447560"/>
                  </a:lnTo>
                  <a:lnTo>
                    <a:pt x="1884965" y="438745"/>
                  </a:lnTo>
                  <a:lnTo>
                    <a:pt x="1886022" y="429491"/>
                  </a:lnTo>
                  <a:lnTo>
                    <a:pt x="1887080" y="420273"/>
                  </a:lnTo>
                  <a:lnTo>
                    <a:pt x="1888138" y="411458"/>
                  </a:lnTo>
                  <a:lnTo>
                    <a:pt x="1889196" y="403357"/>
                  </a:lnTo>
                  <a:lnTo>
                    <a:pt x="1890254" y="396237"/>
                  </a:lnTo>
                  <a:lnTo>
                    <a:pt x="1891312" y="390299"/>
                  </a:lnTo>
                  <a:lnTo>
                    <a:pt x="1892369" y="385458"/>
                  </a:lnTo>
                  <a:lnTo>
                    <a:pt x="1893427" y="381870"/>
                  </a:lnTo>
                  <a:lnTo>
                    <a:pt x="1894485" y="379865"/>
                  </a:lnTo>
                  <a:lnTo>
                    <a:pt x="1895543" y="379742"/>
                  </a:lnTo>
                  <a:lnTo>
                    <a:pt x="1896601" y="381493"/>
                  </a:lnTo>
                  <a:lnTo>
                    <a:pt x="1897659" y="384986"/>
                  </a:lnTo>
                  <a:lnTo>
                    <a:pt x="1898716" y="390005"/>
                  </a:lnTo>
                  <a:lnTo>
                    <a:pt x="1899774" y="396445"/>
                  </a:lnTo>
                  <a:lnTo>
                    <a:pt x="1900832" y="404069"/>
                  </a:lnTo>
                  <a:lnTo>
                    <a:pt x="1901890" y="412431"/>
                  </a:lnTo>
                  <a:lnTo>
                    <a:pt x="1902948" y="421018"/>
                  </a:lnTo>
                  <a:lnTo>
                    <a:pt x="1904006" y="429585"/>
                  </a:lnTo>
                  <a:lnTo>
                    <a:pt x="1905063" y="437923"/>
                  </a:lnTo>
                  <a:lnTo>
                    <a:pt x="1906121" y="445863"/>
                  </a:lnTo>
                  <a:lnTo>
                    <a:pt x="1907179" y="453118"/>
                  </a:lnTo>
                  <a:lnTo>
                    <a:pt x="1908237" y="459751"/>
                  </a:lnTo>
                  <a:lnTo>
                    <a:pt x="1909295" y="465635"/>
                  </a:lnTo>
                  <a:lnTo>
                    <a:pt x="1910353" y="470386"/>
                  </a:lnTo>
                  <a:lnTo>
                    <a:pt x="1911411" y="473876"/>
                  </a:lnTo>
                  <a:lnTo>
                    <a:pt x="1912468" y="476192"/>
                  </a:lnTo>
                  <a:lnTo>
                    <a:pt x="1913526" y="477450"/>
                  </a:lnTo>
                  <a:lnTo>
                    <a:pt x="1914584" y="477802"/>
                  </a:lnTo>
                  <a:lnTo>
                    <a:pt x="1915642" y="477349"/>
                  </a:lnTo>
                  <a:lnTo>
                    <a:pt x="1916700" y="476294"/>
                  </a:lnTo>
                  <a:lnTo>
                    <a:pt x="1917758" y="475049"/>
                  </a:lnTo>
                  <a:lnTo>
                    <a:pt x="1918815" y="473684"/>
                  </a:lnTo>
                  <a:lnTo>
                    <a:pt x="1919873" y="472064"/>
                  </a:lnTo>
                  <a:lnTo>
                    <a:pt x="1920931" y="470124"/>
                  </a:lnTo>
                  <a:lnTo>
                    <a:pt x="1921989" y="467850"/>
                  </a:lnTo>
                  <a:lnTo>
                    <a:pt x="1923047" y="465299"/>
                  </a:lnTo>
                  <a:lnTo>
                    <a:pt x="1924105" y="462422"/>
                  </a:lnTo>
                  <a:lnTo>
                    <a:pt x="1925162" y="459344"/>
                  </a:lnTo>
                  <a:lnTo>
                    <a:pt x="1926220" y="456297"/>
                  </a:lnTo>
                  <a:lnTo>
                    <a:pt x="1927278" y="453307"/>
                  </a:lnTo>
                  <a:lnTo>
                    <a:pt x="1928336" y="450494"/>
                  </a:lnTo>
                  <a:lnTo>
                    <a:pt x="1929394" y="448192"/>
                  </a:lnTo>
                  <a:lnTo>
                    <a:pt x="1930452" y="446717"/>
                  </a:lnTo>
                  <a:lnTo>
                    <a:pt x="1931509" y="446102"/>
                  </a:lnTo>
                  <a:lnTo>
                    <a:pt x="1932567" y="446253"/>
                  </a:lnTo>
                  <a:lnTo>
                    <a:pt x="1933625" y="447119"/>
                  </a:lnTo>
                  <a:lnTo>
                    <a:pt x="1934683" y="448698"/>
                  </a:lnTo>
                  <a:lnTo>
                    <a:pt x="1935741" y="450870"/>
                  </a:lnTo>
                  <a:lnTo>
                    <a:pt x="1936799" y="453536"/>
                  </a:lnTo>
                  <a:lnTo>
                    <a:pt x="1937857" y="456613"/>
                  </a:lnTo>
                  <a:lnTo>
                    <a:pt x="1938914" y="460234"/>
                  </a:lnTo>
                  <a:lnTo>
                    <a:pt x="1939972" y="464439"/>
                  </a:lnTo>
                  <a:lnTo>
                    <a:pt x="1941030" y="469157"/>
                  </a:lnTo>
                  <a:lnTo>
                    <a:pt x="1942088" y="474447"/>
                  </a:lnTo>
                  <a:lnTo>
                    <a:pt x="1943146" y="480350"/>
                  </a:lnTo>
                  <a:lnTo>
                    <a:pt x="1944204" y="486868"/>
                  </a:lnTo>
                  <a:lnTo>
                    <a:pt x="1945261" y="493695"/>
                  </a:lnTo>
                  <a:lnTo>
                    <a:pt x="1946319" y="500264"/>
                  </a:lnTo>
                  <a:lnTo>
                    <a:pt x="1947377" y="506023"/>
                  </a:lnTo>
                  <a:lnTo>
                    <a:pt x="1948435" y="510655"/>
                  </a:lnTo>
                  <a:lnTo>
                    <a:pt x="1949493" y="513841"/>
                  </a:lnTo>
                  <a:lnTo>
                    <a:pt x="1950551" y="515445"/>
                  </a:lnTo>
                  <a:lnTo>
                    <a:pt x="1951608" y="515472"/>
                  </a:lnTo>
                  <a:lnTo>
                    <a:pt x="1952666" y="514061"/>
                  </a:lnTo>
                  <a:lnTo>
                    <a:pt x="1953724" y="511473"/>
                  </a:lnTo>
                  <a:lnTo>
                    <a:pt x="1954782" y="508104"/>
                  </a:lnTo>
                  <a:lnTo>
                    <a:pt x="1955840" y="504320"/>
                  </a:lnTo>
                  <a:lnTo>
                    <a:pt x="1956898" y="500427"/>
                  </a:lnTo>
                  <a:lnTo>
                    <a:pt x="1957955" y="496505"/>
                  </a:lnTo>
                  <a:lnTo>
                    <a:pt x="1959013" y="492627"/>
                  </a:lnTo>
                  <a:lnTo>
                    <a:pt x="1960071" y="488818"/>
                  </a:lnTo>
                  <a:lnTo>
                    <a:pt x="1961129" y="485263"/>
                  </a:lnTo>
                  <a:lnTo>
                    <a:pt x="1962187" y="482383"/>
                  </a:lnTo>
                  <a:lnTo>
                    <a:pt x="1963245" y="480663"/>
                  </a:lnTo>
                  <a:lnTo>
                    <a:pt x="1964303" y="480290"/>
                  </a:lnTo>
                  <a:lnTo>
                    <a:pt x="1965360" y="481477"/>
                  </a:lnTo>
                  <a:lnTo>
                    <a:pt x="1966418" y="484499"/>
                  </a:lnTo>
                  <a:lnTo>
                    <a:pt x="1967476" y="489571"/>
                  </a:lnTo>
                  <a:lnTo>
                    <a:pt x="1968534" y="496534"/>
                  </a:lnTo>
                  <a:lnTo>
                    <a:pt x="1969592" y="505148"/>
                  </a:lnTo>
                  <a:lnTo>
                    <a:pt x="1970650" y="514905"/>
                  </a:lnTo>
                  <a:lnTo>
                    <a:pt x="1971707" y="525590"/>
                  </a:lnTo>
                  <a:lnTo>
                    <a:pt x="1972765" y="537068"/>
                  </a:lnTo>
                  <a:lnTo>
                    <a:pt x="1973823" y="549289"/>
                  </a:lnTo>
                  <a:lnTo>
                    <a:pt x="1974881" y="562259"/>
                  </a:lnTo>
                  <a:lnTo>
                    <a:pt x="1975939" y="576050"/>
                  </a:lnTo>
                  <a:lnTo>
                    <a:pt x="1976997" y="590584"/>
                  </a:lnTo>
                  <a:lnTo>
                    <a:pt x="1978054" y="605610"/>
                  </a:lnTo>
                  <a:lnTo>
                    <a:pt x="1979112" y="620736"/>
                  </a:lnTo>
                  <a:lnTo>
                    <a:pt x="1980170" y="635713"/>
                  </a:lnTo>
                  <a:lnTo>
                    <a:pt x="1981228" y="650255"/>
                  </a:lnTo>
                  <a:lnTo>
                    <a:pt x="1982286" y="663775"/>
                  </a:lnTo>
                  <a:lnTo>
                    <a:pt x="1983344" y="676081"/>
                  </a:lnTo>
                  <a:lnTo>
                    <a:pt x="1984401" y="687448"/>
                  </a:lnTo>
                  <a:lnTo>
                    <a:pt x="1985459" y="698090"/>
                  </a:lnTo>
                  <a:lnTo>
                    <a:pt x="1986517" y="708269"/>
                  </a:lnTo>
                  <a:lnTo>
                    <a:pt x="1987575" y="718116"/>
                  </a:lnTo>
                  <a:lnTo>
                    <a:pt x="1988633" y="727713"/>
                  </a:lnTo>
                  <a:lnTo>
                    <a:pt x="1989691" y="736884"/>
                  </a:lnTo>
                  <a:lnTo>
                    <a:pt x="1990749" y="745236"/>
                  </a:lnTo>
                  <a:lnTo>
                    <a:pt x="1991806" y="752206"/>
                  </a:lnTo>
                  <a:lnTo>
                    <a:pt x="1992864" y="757269"/>
                  </a:lnTo>
                  <a:lnTo>
                    <a:pt x="1993922" y="760006"/>
                  </a:lnTo>
                  <a:lnTo>
                    <a:pt x="1994980" y="760513"/>
                  </a:lnTo>
                  <a:lnTo>
                    <a:pt x="1996038" y="759094"/>
                  </a:lnTo>
                  <a:lnTo>
                    <a:pt x="1997096" y="756073"/>
                  </a:lnTo>
                  <a:lnTo>
                    <a:pt x="1998153" y="752009"/>
                  </a:lnTo>
                  <a:lnTo>
                    <a:pt x="1999211" y="747120"/>
                  </a:lnTo>
                  <a:lnTo>
                    <a:pt x="2000269" y="741817"/>
                  </a:lnTo>
                  <a:lnTo>
                    <a:pt x="2001327" y="736574"/>
                  </a:lnTo>
                  <a:lnTo>
                    <a:pt x="2002385" y="731539"/>
                  </a:lnTo>
                  <a:lnTo>
                    <a:pt x="2003443" y="726184"/>
                  </a:lnTo>
                  <a:lnTo>
                    <a:pt x="2004500" y="720269"/>
                  </a:lnTo>
                  <a:lnTo>
                    <a:pt x="2005558" y="714012"/>
                  </a:lnTo>
                  <a:lnTo>
                    <a:pt x="2006616" y="707461"/>
                  </a:lnTo>
                  <a:lnTo>
                    <a:pt x="2007674" y="700560"/>
                  </a:lnTo>
                  <a:lnTo>
                    <a:pt x="2008732" y="693330"/>
                  </a:lnTo>
                  <a:lnTo>
                    <a:pt x="2009790" y="685756"/>
                  </a:lnTo>
                  <a:lnTo>
                    <a:pt x="2010847" y="678092"/>
                  </a:lnTo>
                  <a:lnTo>
                    <a:pt x="2011905" y="670467"/>
                  </a:lnTo>
                  <a:lnTo>
                    <a:pt x="2012963" y="662799"/>
                  </a:lnTo>
                  <a:lnTo>
                    <a:pt x="2014021" y="655181"/>
                  </a:lnTo>
                  <a:lnTo>
                    <a:pt x="2015079" y="647469"/>
                  </a:lnTo>
                  <a:lnTo>
                    <a:pt x="2016137" y="639317"/>
                  </a:lnTo>
                  <a:lnTo>
                    <a:pt x="2017195" y="630543"/>
                  </a:lnTo>
                  <a:lnTo>
                    <a:pt x="2018252" y="620812"/>
                  </a:lnTo>
                  <a:lnTo>
                    <a:pt x="2019310" y="610081"/>
                  </a:lnTo>
                  <a:lnTo>
                    <a:pt x="2020368" y="598440"/>
                  </a:lnTo>
                  <a:lnTo>
                    <a:pt x="2021426" y="585648"/>
                  </a:lnTo>
                  <a:lnTo>
                    <a:pt x="2022484" y="572022"/>
                  </a:lnTo>
                  <a:lnTo>
                    <a:pt x="2023542" y="558093"/>
                  </a:lnTo>
                  <a:lnTo>
                    <a:pt x="2024599" y="544295"/>
                  </a:lnTo>
                  <a:lnTo>
                    <a:pt x="2025657" y="531176"/>
                  </a:lnTo>
                  <a:lnTo>
                    <a:pt x="2026715" y="518911"/>
                  </a:lnTo>
                  <a:lnTo>
                    <a:pt x="2027773" y="507423"/>
                  </a:lnTo>
                  <a:lnTo>
                    <a:pt x="2028831" y="496797"/>
                  </a:lnTo>
                  <a:lnTo>
                    <a:pt x="2029889" y="487050"/>
                  </a:lnTo>
                  <a:lnTo>
                    <a:pt x="2030946" y="478229"/>
                  </a:lnTo>
                  <a:lnTo>
                    <a:pt x="2032004" y="470321"/>
                  </a:lnTo>
                  <a:lnTo>
                    <a:pt x="2033062" y="463177"/>
                  </a:lnTo>
                  <a:lnTo>
                    <a:pt x="2034120" y="456948"/>
                  </a:lnTo>
                  <a:lnTo>
                    <a:pt x="2035178" y="451965"/>
                  </a:lnTo>
                  <a:lnTo>
                    <a:pt x="2036236" y="448185"/>
                  </a:lnTo>
                  <a:lnTo>
                    <a:pt x="2037293" y="445690"/>
                  </a:lnTo>
                  <a:lnTo>
                    <a:pt x="2038351" y="444398"/>
                  </a:lnTo>
                  <a:lnTo>
                    <a:pt x="2039409" y="444210"/>
                  </a:lnTo>
                  <a:lnTo>
                    <a:pt x="2040467" y="445100"/>
                  </a:lnTo>
                  <a:lnTo>
                    <a:pt x="2041525" y="446891"/>
                  </a:lnTo>
                  <a:lnTo>
                    <a:pt x="2042583" y="449237"/>
                  </a:lnTo>
                  <a:lnTo>
                    <a:pt x="2043641" y="452133"/>
                  </a:lnTo>
                  <a:lnTo>
                    <a:pt x="2044698" y="455485"/>
                  </a:lnTo>
                  <a:lnTo>
                    <a:pt x="2045756" y="459098"/>
                  </a:lnTo>
                  <a:lnTo>
                    <a:pt x="2046814" y="463054"/>
                  </a:lnTo>
                  <a:lnTo>
                    <a:pt x="2047872" y="467019"/>
                  </a:lnTo>
                  <a:lnTo>
                    <a:pt x="2048930" y="470726"/>
                  </a:lnTo>
                  <a:lnTo>
                    <a:pt x="2049988" y="473962"/>
                  </a:lnTo>
                  <a:lnTo>
                    <a:pt x="2051045" y="476535"/>
                  </a:lnTo>
                  <a:lnTo>
                    <a:pt x="2052103" y="478733"/>
                  </a:lnTo>
                  <a:lnTo>
                    <a:pt x="2053161" y="480825"/>
                  </a:lnTo>
                  <a:lnTo>
                    <a:pt x="2054219" y="482714"/>
                  </a:lnTo>
                  <a:lnTo>
                    <a:pt x="2055277" y="484586"/>
                  </a:lnTo>
                  <a:lnTo>
                    <a:pt x="2056335" y="486895"/>
                  </a:lnTo>
                  <a:lnTo>
                    <a:pt x="2057392" y="489936"/>
                  </a:lnTo>
                  <a:lnTo>
                    <a:pt x="2058450" y="493863"/>
                  </a:lnTo>
                  <a:lnTo>
                    <a:pt x="2059508" y="498407"/>
                  </a:lnTo>
                  <a:lnTo>
                    <a:pt x="2060566" y="503281"/>
                  </a:lnTo>
                  <a:lnTo>
                    <a:pt x="2061624" y="508616"/>
                  </a:lnTo>
                  <a:lnTo>
                    <a:pt x="2062682" y="514289"/>
                  </a:lnTo>
                  <a:lnTo>
                    <a:pt x="2063739" y="520387"/>
                  </a:lnTo>
                  <a:lnTo>
                    <a:pt x="2064797" y="526917"/>
                  </a:lnTo>
                  <a:lnTo>
                    <a:pt x="2065855" y="534045"/>
                  </a:lnTo>
                  <a:lnTo>
                    <a:pt x="2066913" y="541818"/>
                  </a:lnTo>
                  <a:lnTo>
                    <a:pt x="2067971" y="550188"/>
                  </a:lnTo>
                  <a:lnTo>
                    <a:pt x="2069029" y="558969"/>
                  </a:lnTo>
                  <a:lnTo>
                    <a:pt x="2070087" y="568139"/>
                  </a:lnTo>
                  <a:lnTo>
                    <a:pt x="2071144" y="577681"/>
                  </a:lnTo>
                  <a:lnTo>
                    <a:pt x="2072202" y="587299"/>
                  </a:lnTo>
                  <a:lnTo>
                    <a:pt x="2073260" y="596631"/>
                  </a:lnTo>
                  <a:lnTo>
                    <a:pt x="2074318" y="605716"/>
                  </a:lnTo>
                  <a:lnTo>
                    <a:pt x="2075376" y="614560"/>
                  </a:lnTo>
                  <a:lnTo>
                    <a:pt x="2076434" y="623316"/>
                  </a:lnTo>
                  <a:lnTo>
                    <a:pt x="2077491" y="631947"/>
                  </a:lnTo>
                  <a:lnTo>
                    <a:pt x="2078549" y="640327"/>
                  </a:lnTo>
                  <a:lnTo>
                    <a:pt x="2079607" y="648446"/>
                  </a:lnTo>
                  <a:lnTo>
                    <a:pt x="2080665" y="656604"/>
                  </a:lnTo>
                  <a:lnTo>
                    <a:pt x="2081723" y="664684"/>
                  </a:lnTo>
                  <a:lnTo>
                    <a:pt x="2082781" y="672658"/>
                  </a:lnTo>
                  <a:lnTo>
                    <a:pt x="2083838" y="680270"/>
                  </a:lnTo>
                  <a:lnTo>
                    <a:pt x="2084896" y="687352"/>
                  </a:lnTo>
                  <a:lnTo>
                    <a:pt x="2085954" y="694046"/>
                  </a:lnTo>
                  <a:lnTo>
                    <a:pt x="2087012" y="700151"/>
                  </a:lnTo>
                  <a:lnTo>
                    <a:pt x="2088070" y="705342"/>
                  </a:lnTo>
                  <a:lnTo>
                    <a:pt x="2089128" y="709617"/>
                  </a:lnTo>
                  <a:lnTo>
                    <a:pt x="2090185" y="712875"/>
                  </a:lnTo>
                  <a:lnTo>
                    <a:pt x="2091243" y="715507"/>
                  </a:lnTo>
                  <a:lnTo>
                    <a:pt x="2092301" y="717775"/>
                  </a:lnTo>
                  <a:lnTo>
                    <a:pt x="2093359" y="719672"/>
                  </a:lnTo>
                  <a:lnTo>
                    <a:pt x="2094417" y="721428"/>
                  </a:lnTo>
                  <a:lnTo>
                    <a:pt x="2095475" y="723552"/>
                  </a:lnTo>
                  <a:lnTo>
                    <a:pt x="2096533" y="726110"/>
                  </a:lnTo>
                  <a:lnTo>
                    <a:pt x="2097590" y="729365"/>
                  </a:lnTo>
                  <a:lnTo>
                    <a:pt x="2098648" y="733600"/>
                  </a:lnTo>
                  <a:lnTo>
                    <a:pt x="2099706" y="738858"/>
                  </a:lnTo>
                  <a:lnTo>
                    <a:pt x="2100764" y="745547"/>
                  </a:lnTo>
                  <a:lnTo>
                    <a:pt x="2101822" y="753891"/>
                  </a:lnTo>
                  <a:lnTo>
                    <a:pt x="2102880" y="764102"/>
                  </a:lnTo>
                  <a:lnTo>
                    <a:pt x="2103937" y="776483"/>
                  </a:lnTo>
                  <a:lnTo>
                    <a:pt x="2104995" y="791075"/>
                  </a:lnTo>
                  <a:lnTo>
                    <a:pt x="2106053" y="807741"/>
                  </a:lnTo>
                  <a:lnTo>
                    <a:pt x="2107111" y="826448"/>
                  </a:lnTo>
                  <a:lnTo>
                    <a:pt x="2108169" y="847180"/>
                  </a:lnTo>
                  <a:lnTo>
                    <a:pt x="2109227" y="869968"/>
                  </a:lnTo>
                  <a:lnTo>
                    <a:pt x="2110284" y="894935"/>
                  </a:lnTo>
                  <a:lnTo>
                    <a:pt x="2111342" y="921760"/>
                  </a:lnTo>
                  <a:lnTo>
                    <a:pt x="2112400" y="950545"/>
                  </a:lnTo>
                  <a:lnTo>
                    <a:pt x="2113458" y="981545"/>
                  </a:lnTo>
                  <a:lnTo>
                    <a:pt x="2114516" y="1014503"/>
                  </a:lnTo>
                  <a:lnTo>
                    <a:pt x="2115574" y="1049582"/>
                  </a:lnTo>
                  <a:lnTo>
                    <a:pt x="2116631" y="1086256"/>
                  </a:lnTo>
                  <a:lnTo>
                    <a:pt x="2117689" y="1124060"/>
                  </a:lnTo>
                  <a:lnTo>
                    <a:pt x="2118747" y="1162468"/>
                  </a:lnTo>
                  <a:lnTo>
                    <a:pt x="2119805" y="1200810"/>
                  </a:lnTo>
                  <a:lnTo>
                    <a:pt x="2120863" y="1238534"/>
                  </a:lnTo>
                  <a:lnTo>
                    <a:pt x="2121921" y="1275866"/>
                  </a:lnTo>
                  <a:lnTo>
                    <a:pt x="2122979" y="1312455"/>
                  </a:lnTo>
                  <a:lnTo>
                    <a:pt x="2124036" y="1347686"/>
                  </a:lnTo>
                  <a:lnTo>
                    <a:pt x="2125094" y="1381154"/>
                  </a:lnTo>
                  <a:lnTo>
                    <a:pt x="2126152" y="1411705"/>
                  </a:lnTo>
                  <a:lnTo>
                    <a:pt x="2127210" y="1438586"/>
                  </a:lnTo>
                  <a:lnTo>
                    <a:pt x="2128268" y="1460247"/>
                  </a:lnTo>
                  <a:lnTo>
                    <a:pt x="2129326" y="1474940"/>
                  </a:lnTo>
                  <a:lnTo>
                    <a:pt x="2130383" y="1481950"/>
                  </a:lnTo>
                  <a:lnTo>
                    <a:pt x="2131441" y="1480481"/>
                  </a:lnTo>
                  <a:lnTo>
                    <a:pt x="2132499" y="1470589"/>
                  </a:lnTo>
                  <a:lnTo>
                    <a:pt x="2133557" y="1452303"/>
                  </a:lnTo>
                  <a:lnTo>
                    <a:pt x="2134615" y="1425898"/>
                  </a:lnTo>
                  <a:lnTo>
                    <a:pt x="2135673" y="1391521"/>
                  </a:lnTo>
                  <a:lnTo>
                    <a:pt x="2136730" y="1350464"/>
                  </a:lnTo>
                  <a:lnTo>
                    <a:pt x="2137788" y="1304309"/>
                  </a:lnTo>
                  <a:lnTo>
                    <a:pt x="2138846" y="1254114"/>
                  </a:lnTo>
                  <a:lnTo>
                    <a:pt x="2139904" y="1201253"/>
                  </a:lnTo>
                  <a:lnTo>
                    <a:pt x="2140962" y="1146175"/>
                  </a:lnTo>
                  <a:lnTo>
                    <a:pt x="2142020" y="1090114"/>
                  </a:lnTo>
                  <a:lnTo>
                    <a:pt x="2143077" y="1035229"/>
                  </a:lnTo>
                  <a:lnTo>
                    <a:pt x="2144135" y="982694"/>
                  </a:lnTo>
                  <a:lnTo>
                    <a:pt x="2145193" y="932815"/>
                  </a:lnTo>
                  <a:lnTo>
                    <a:pt x="2146251" y="885949"/>
                  </a:lnTo>
                  <a:lnTo>
                    <a:pt x="2147309" y="842345"/>
                  </a:lnTo>
                  <a:lnTo>
                    <a:pt x="2148367" y="802104"/>
                  </a:lnTo>
                  <a:lnTo>
                    <a:pt x="2149425" y="765189"/>
                  </a:lnTo>
                  <a:lnTo>
                    <a:pt x="2150482" y="731661"/>
                  </a:lnTo>
                  <a:lnTo>
                    <a:pt x="2151540" y="701512"/>
                  </a:lnTo>
                  <a:lnTo>
                    <a:pt x="2152598" y="674524"/>
                  </a:lnTo>
                  <a:lnTo>
                    <a:pt x="2153656" y="650277"/>
                  </a:lnTo>
                  <a:lnTo>
                    <a:pt x="2154714" y="628505"/>
                  </a:lnTo>
                  <a:lnTo>
                    <a:pt x="2155772" y="608853"/>
                  </a:lnTo>
                  <a:lnTo>
                    <a:pt x="2156829" y="591300"/>
                  </a:lnTo>
                  <a:lnTo>
                    <a:pt x="2157887" y="575505"/>
                  </a:lnTo>
                  <a:lnTo>
                    <a:pt x="2158945" y="560442"/>
                  </a:lnTo>
                  <a:lnTo>
                    <a:pt x="2160003" y="545467"/>
                  </a:lnTo>
                  <a:lnTo>
                    <a:pt x="2161061" y="530237"/>
                  </a:lnTo>
                  <a:lnTo>
                    <a:pt x="2162119" y="514561"/>
                  </a:lnTo>
                  <a:lnTo>
                    <a:pt x="2163176" y="498375"/>
                  </a:lnTo>
                  <a:lnTo>
                    <a:pt x="2164234" y="481647"/>
                  </a:lnTo>
                  <a:lnTo>
                    <a:pt x="2165292" y="464447"/>
                  </a:lnTo>
                  <a:lnTo>
                    <a:pt x="2166350" y="446980"/>
                  </a:lnTo>
                  <a:lnTo>
                    <a:pt x="2167408" y="429493"/>
                  </a:lnTo>
                  <a:lnTo>
                    <a:pt x="2168466" y="412236"/>
                  </a:lnTo>
                  <a:lnTo>
                    <a:pt x="2169523" y="395313"/>
                  </a:lnTo>
                  <a:lnTo>
                    <a:pt x="2170581" y="378849"/>
                  </a:lnTo>
                  <a:lnTo>
                    <a:pt x="2171639" y="363058"/>
                  </a:lnTo>
                  <a:lnTo>
                    <a:pt x="2172697" y="348165"/>
                  </a:lnTo>
                  <a:lnTo>
                    <a:pt x="2173755" y="334393"/>
                  </a:lnTo>
                  <a:lnTo>
                    <a:pt x="2174813" y="322002"/>
                  </a:lnTo>
                  <a:lnTo>
                    <a:pt x="2175871" y="311235"/>
                  </a:lnTo>
                  <a:lnTo>
                    <a:pt x="2176928" y="302290"/>
                  </a:lnTo>
                  <a:lnTo>
                    <a:pt x="2177986" y="295188"/>
                  </a:lnTo>
                  <a:lnTo>
                    <a:pt x="2179044" y="289898"/>
                  </a:lnTo>
                  <a:lnTo>
                    <a:pt x="2180102" y="286290"/>
                  </a:lnTo>
                  <a:lnTo>
                    <a:pt x="2181160" y="284258"/>
                  </a:lnTo>
                  <a:lnTo>
                    <a:pt x="2182218" y="283383"/>
                  </a:lnTo>
                  <a:lnTo>
                    <a:pt x="2183275" y="283311"/>
                  </a:lnTo>
                  <a:lnTo>
                    <a:pt x="2184333" y="283612"/>
                  </a:lnTo>
                  <a:lnTo>
                    <a:pt x="2185391" y="284011"/>
                  </a:lnTo>
                  <a:lnTo>
                    <a:pt x="2186449" y="284334"/>
                  </a:lnTo>
                  <a:lnTo>
                    <a:pt x="2187507" y="284700"/>
                  </a:lnTo>
                  <a:lnTo>
                    <a:pt x="2188565" y="285229"/>
                  </a:lnTo>
                  <a:lnTo>
                    <a:pt x="2189622" y="286072"/>
                  </a:lnTo>
                  <a:lnTo>
                    <a:pt x="2190680" y="287287"/>
                  </a:lnTo>
                  <a:lnTo>
                    <a:pt x="2191738" y="288965"/>
                  </a:lnTo>
                  <a:lnTo>
                    <a:pt x="2192796" y="291133"/>
                  </a:lnTo>
                  <a:lnTo>
                    <a:pt x="2193854" y="293965"/>
                  </a:lnTo>
                  <a:lnTo>
                    <a:pt x="2194912" y="297323"/>
                  </a:lnTo>
                  <a:lnTo>
                    <a:pt x="2195969" y="300880"/>
                  </a:lnTo>
                  <a:lnTo>
                    <a:pt x="2197027" y="304404"/>
                  </a:lnTo>
                  <a:lnTo>
                    <a:pt x="2198085" y="307824"/>
                  </a:lnTo>
                  <a:lnTo>
                    <a:pt x="2199143" y="311105"/>
                  </a:lnTo>
                  <a:lnTo>
                    <a:pt x="2200201" y="314440"/>
                  </a:lnTo>
                  <a:lnTo>
                    <a:pt x="2201259" y="317939"/>
                  </a:lnTo>
                  <a:lnTo>
                    <a:pt x="2202317" y="321901"/>
                  </a:lnTo>
                  <a:lnTo>
                    <a:pt x="2203374" y="326074"/>
                  </a:lnTo>
                  <a:lnTo>
                    <a:pt x="2204432" y="330136"/>
                  </a:lnTo>
                  <a:lnTo>
                    <a:pt x="2205490" y="333856"/>
                  </a:lnTo>
                  <a:lnTo>
                    <a:pt x="2206548" y="337100"/>
                  </a:lnTo>
                  <a:lnTo>
                    <a:pt x="2207606" y="339804"/>
                  </a:lnTo>
                  <a:lnTo>
                    <a:pt x="2208664" y="342033"/>
                  </a:lnTo>
                  <a:lnTo>
                    <a:pt x="2209721" y="343644"/>
                  </a:lnTo>
                  <a:lnTo>
                    <a:pt x="2210779" y="344866"/>
                  </a:lnTo>
                  <a:lnTo>
                    <a:pt x="2211837" y="346435"/>
                  </a:lnTo>
                  <a:lnTo>
                    <a:pt x="2212895" y="348945"/>
                  </a:lnTo>
                  <a:lnTo>
                    <a:pt x="2213953" y="352942"/>
                  </a:lnTo>
                  <a:lnTo>
                    <a:pt x="2215011" y="358711"/>
                  </a:lnTo>
                  <a:lnTo>
                    <a:pt x="2216068" y="366282"/>
                  </a:lnTo>
                  <a:lnTo>
                    <a:pt x="2217126" y="375696"/>
                  </a:lnTo>
                  <a:lnTo>
                    <a:pt x="2218184" y="386767"/>
                  </a:lnTo>
                  <a:lnTo>
                    <a:pt x="2219242" y="399397"/>
                  </a:lnTo>
                  <a:lnTo>
                    <a:pt x="2220300" y="413466"/>
                  </a:lnTo>
                  <a:lnTo>
                    <a:pt x="2221358" y="428681"/>
                  </a:lnTo>
                  <a:lnTo>
                    <a:pt x="2222415" y="444925"/>
                  </a:lnTo>
                  <a:lnTo>
                    <a:pt x="2223473" y="461920"/>
                  </a:lnTo>
                  <a:lnTo>
                    <a:pt x="2224531" y="479139"/>
                  </a:lnTo>
                  <a:lnTo>
                    <a:pt x="2225589" y="495937"/>
                  </a:lnTo>
                  <a:lnTo>
                    <a:pt x="2226647" y="511511"/>
                  </a:lnTo>
                  <a:lnTo>
                    <a:pt x="2227705" y="525044"/>
                  </a:lnTo>
                  <a:lnTo>
                    <a:pt x="2228763" y="536153"/>
                  </a:lnTo>
                  <a:lnTo>
                    <a:pt x="2229820" y="544292"/>
                  </a:lnTo>
                  <a:lnTo>
                    <a:pt x="2230878" y="549322"/>
                  </a:lnTo>
                  <a:lnTo>
                    <a:pt x="2231936" y="551397"/>
                  </a:lnTo>
                  <a:lnTo>
                    <a:pt x="2232994" y="550908"/>
                  </a:lnTo>
                  <a:lnTo>
                    <a:pt x="2234052" y="548374"/>
                  </a:lnTo>
                  <a:lnTo>
                    <a:pt x="2235110" y="544638"/>
                  </a:lnTo>
                  <a:lnTo>
                    <a:pt x="2236167" y="540219"/>
                  </a:lnTo>
                  <a:lnTo>
                    <a:pt x="2237225" y="535836"/>
                  </a:lnTo>
                  <a:lnTo>
                    <a:pt x="2238283" y="532076"/>
                  </a:lnTo>
                  <a:lnTo>
                    <a:pt x="2239341" y="529255"/>
                  </a:lnTo>
                  <a:lnTo>
                    <a:pt x="2240399" y="527319"/>
                  </a:lnTo>
                  <a:lnTo>
                    <a:pt x="2241457" y="526374"/>
                  </a:lnTo>
                  <a:lnTo>
                    <a:pt x="2242514" y="526405"/>
                  </a:lnTo>
                  <a:lnTo>
                    <a:pt x="2243572" y="527067"/>
                  </a:lnTo>
                  <a:lnTo>
                    <a:pt x="2244630" y="527686"/>
                  </a:lnTo>
                  <a:lnTo>
                    <a:pt x="2245688" y="528156"/>
                  </a:lnTo>
                  <a:lnTo>
                    <a:pt x="2246746" y="528314"/>
                  </a:lnTo>
                  <a:lnTo>
                    <a:pt x="2247804" y="528386"/>
                  </a:lnTo>
                  <a:lnTo>
                    <a:pt x="2248861" y="528446"/>
                  </a:lnTo>
                  <a:lnTo>
                    <a:pt x="2249919" y="528430"/>
                  </a:lnTo>
                  <a:lnTo>
                    <a:pt x="2250977" y="528710"/>
                  </a:lnTo>
                  <a:lnTo>
                    <a:pt x="2252035" y="529495"/>
                  </a:lnTo>
                  <a:lnTo>
                    <a:pt x="2253093" y="530481"/>
                  </a:lnTo>
                  <a:lnTo>
                    <a:pt x="2254151" y="531301"/>
                  </a:lnTo>
                  <a:lnTo>
                    <a:pt x="2255209" y="531571"/>
                  </a:lnTo>
                  <a:lnTo>
                    <a:pt x="2256266" y="531547"/>
                  </a:lnTo>
                  <a:lnTo>
                    <a:pt x="2257324" y="531631"/>
                  </a:lnTo>
                  <a:lnTo>
                    <a:pt x="2258382" y="532224"/>
                  </a:lnTo>
                  <a:lnTo>
                    <a:pt x="2259440" y="533854"/>
                  </a:lnTo>
                  <a:lnTo>
                    <a:pt x="2260498" y="536916"/>
                  </a:lnTo>
                  <a:lnTo>
                    <a:pt x="2261556" y="541509"/>
                  </a:lnTo>
                  <a:lnTo>
                    <a:pt x="2262613" y="547709"/>
                  </a:lnTo>
                  <a:lnTo>
                    <a:pt x="2263671" y="555115"/>
                  </a:lnTo>
                  <a:lnTo>
                    <a:pt x="2264729" y="563183"/>
                  </a:lnTo>
                  <a:lnTo>
                    <a:pt x="2265787" y="571418"/>
                  </a:lnTo>
                  <a:lnTo>
                    <a:pt x="2266845" y="578723"/>
                  </a:lnTo>
                  <a:lnTo>
                    <a:pt x="2267903" y="584511"/>
                  </a:lnTo>
                  <a:lnTo>
                    <a:pt x="2268960" y="588540"/>
                  </a:lnTo>
                  <a:lnTo>
                    <a:pt x="2270018" y="590894"/>
                  </a:lnTo>
                  <a:lnTo>
                    <a:pt x="2271076" y="591864"/>
                  </a:lnTo>
                  <a:lnTo>
                    <a:pt x="2272134" y="591659"/>
                  </a:lnTo>
                  <a:lnTo>
                    <a:pt x="2273192" y="590346"/>
                  </a:lnTo>
                  <a:lnTo>
                    <a:pt x="2274250" y="588284"/>
                  </a:lnTo>
                  <a:lnTo>
                    <a:pt x="2275307" y="585657"/>
                  </a:lnTo>
                  <a:lnTo>
                    <a:pt x="2276365" y="582829"/>
                  </a:lnTo>
                  <a:lnTo>
                    <a:pt x="2277423" y="580104"/>
                  </a:lnTo>
                  <a:lnTo>
                    <a:pt x="2278481" y="577950"/>
                  </a:lnTo>
                  <a:lnTo>
                    <a:pt x="2279539" y="576694"/>
                  </a:lnTo>
                  <a:lnTo>
                    <a:pt x="2280597" y="576506"/>
                  </a:lnTo>
                  <a:lnTo>
                    <a:pt x="2281655" y="577122"/>
                  </a:lnTo>
                  <a:lnTo>
                    <a:pt x="2282712" y="578562"/>
                  </a:lnTo>
                  <a:lnTo>
                    <a:pt x="2283770" y="580789"/>
                  </a:lnTo>
                  <a:lnTo>
                    <a:pt x="2284828" y="583968"/>
                  </a:lnTo>
                  <a:lnTo>
                    <a:pt x="2285886" y="588025"/>
                  </a:lnTo>
                  <a:lnTo>
                    <a:pt x="2286944" y="592849"/>
                  </a:lnTo>
                  <a:lnTo>
                    <a:pt x="2288002" y="598391"/>
                  </a:lnTo>
                  <a:lnTo>
                    <a:pt x="2289059" y="604670"/>
                  </a:lnTo>
                  <a:lnTo>
                    <a:pt x="2290117" y="611594"/>
                  </a:lnTo>
                  <a:lnTo>
                    <a:pt x="2291175" y="618836"/>
                  </a:lnTo>
                  <a:lnTo>
                    <a:pt x="2292233" y="626113"/>
                  </a:lnTo>
                  <a:lnTo>
                    <a:pt x="2293291" y="633184"/>
                  </a:lnTo>
                  <a:lnTo>
                    <a:pt x="2294349" y="639803"/>
                  </a:lnTo>
                  <a:lnTo>
                    <a:pt x="2295406" y="645940"/>
                  </a:lnTo>
                  <a:lnTo>
                    <a:pt x="2296464" y="652001"/>
                  </a:lnTo>
                  <a:lnTo>
                    <a:pt x="2297522" y="658963"/>
                  </a:lnTo>
                  <a:lnTo>
                    <a:pt x="2298580" y="667046"/>
                  </a:lnTo>
                  <a:lnTo>
                    <a:pt x="2299638" y="676570"/>
                  </a:lnTo>
                  <a:lnTo>
                    <a:pt x="2300696" y="687535"/>
                  </a:lnTo>
                  <a:lnTo>
                    <a:pt x="2301753" y="699685"/>
                  </a:lnTo>
                  <a:lnTo>
                    <a:pt x="2302811" y="712876"/>
                  </a:lnTo>
                  <a:lnTo>
                    <a:pt x="2303869" y="726388"/>
                  </a:lnTo>
                  <a:lnTo>
                    <a:pt x="2304927" y="739729"/>
                  </a:lnTo>
                  <a:lnTo>
                    <a:pt x="2305985" y="752726"/>
                  </a:lnTo>
                  <a:lnTo>
                    <a:pt x="2307043" y="765503"/>
                  </a:lnTo>
                  <a:lnTo>
                    <a:pt x="2308101" y="777926"/>
                  </a:lnTo>
                  <a:lnTo>
                    <a:pt x="2309158" y="789880"/>
                  </a:lnTo>
                  <a:lnTo>
                    <a:pt x="2310216" y="801002"/>
                  </a:lnTo>
                  <a:lnTo>
                    <a:pt x="2311274" y="810946"/>
                  </a:lnTo>
                  <a:lnTo>
                    <a:pt x="2312332" y="819214"/>
                  </a:lnTo>
                  <a:lnTo>
                    <a:pt x="2313390" y="824927"/>
                  </a:lnTo>
                  <a:lnTo>
                    <a:pt x="2314448" y="827859"/>
                  </a:lnTo>
                  <a:lnTo>
                    <a:pt x="2315505" y="827888"/>
                  </a:lnTo>
                  <a:lnTo>
                    <a:pt x="2316563" y="825392"/>
                  </a:lnTo>
                  <a:lnTo>
                    <a:pt x="2317621" y="821153"/>
                  </a:lnTo>
                  <a:lnTo>
                    <a:pt x="2318679" y="815833"/>
                  </a:lnTo>
                  <a:lnTo>
                    <a:pt x="2319737" y="810405"/>
                  </a:lnTo>
                  <a:lnTo>
                    <a:pt x="2320795" y="805515"/>
                  </a:lnTo>
                  <a:lnTo>
                    <a:pt x="2321852" y="801365"/>
                  </a:lnTo>
                  <a:lnTo>
                    <a:pt x="2322910" y="797932"/>
                  </a:lnTo>
                  <a:lnTo>
                    <a:pt x="2323968" y="795322"/>
                  </a:lnTo>
                  <a:lnTo>
                    <a:pt x="2325026" y="793416"/>
                  </a:lnTo>
                  <a:lnTo>
                    <a:pt x="2326084" y="792003"/>
                  </a:lnTo>
                  <a:lnTo>
                    <a:pt x="2327142" y="790808"/>
                  </a:lnTo>
                  <a:lnTo>
                    <a:pt x="2328199" y="789747"/>
                  </a:lnTo>
                  <a:lnTo>
                    <a:pt x="2329257" y="788871"/>
                  </a:lnTo>
                  <a:lnTo>
                    <a:pt x="2330315" y="788300"/>
                  </a:lnTo>
                  <a:lnTo>
                    <a:pt x="2331373" y="787930"/>
                  </a:lnTo>
                  <a:lnTo>
                    <a:pt x="2332431" y="787599"/>
                  </a:lnTo>
                  <a:lnTo>
                    <a:pt x="2333489" y="787377"/>
                  </a:lnTo>
                  <a:lnTo>
                    <a:pt x="2334547" y="787314"/>
                  </a:lnTo>
                  <a:lnTo>
                    <a:pt x="2335604" y="787400"/>
                  </a:lnTo>
                  <a:lnTo>
                    <a:pt x="2336662" y="787621"/>
                  </a:lnTo>
                  <a:lnTo>
                    <a:pt x="2337720" y="787711"/>
                  </a:lnTo>
                  <a:lnTo>
                    <a:pt x="2338778" y="787453"/>
                  </a:lnTo>
                  <a:lnTo>
                    <a:pt x="2339836" y="786860"/>
                  </a:lnTo>
                  <a:lnTo>
                    <a:pt x="2340894" y="785916"/>
                  </a:lnTo>
                  <a:lnTo>
                    <a:pt x="2341951" y="784971"/>
                  </a:lnTo>
                  <a:lnTo>
                    <a:pt x="2343009" y="784216"/>
                  </a:lnTo>
                  <a:lnTo>
                    <a:pt x="2344067" y="783930"/>
                  </a:lnTo>
                  <a:lnTo>
                    <a:pt x="2345125" y="784449"/>
                  </a:lnTo>
                  <a:lnTo>
                    <a:pt x="2346183" y="786126"/>
                  </a:lnTo>
                  <a:lnTo>
                    <a:pt x="2347241" y="789244"/>
                  </a:lnTo>
                  <a:lnTo>
                    <a:pt x="2348298" y="793915"/>
                  </a:lnTo>
                  <a:lnTo>
                    <a:pt x="2349356" y="799779"/>
                  </a:lnTo>
                  <a:lnTo>
                    <a:pt x="2350414" y="806440"/>
                  </a:lnTo>
                  <a:lnTo>
                    <a:pt x="2351472" y="813767"/>
                  </a:lnTo>
                  <a:lnTo>
                    <a:pt x="2352530" y="821456"/>
                  </a:lnTo>
                  <a:lnTo>
                    <a:pt x="2353588" y="829241"/>
                  </a:lnTo>
                  <a:lnTo>
                    <a:pt x="2354645" y="837278"/>
                  </a:lnTo>
                  <a:lnTo>
                    <a:pt x="2355703" y="845378"/>
                  </a:lnTo>
                  <a:lnTo>
                    <a:pt x="2356761" y="853864"/>
                  </a:lnTo>
                  <a:lnTo>
                    <a:pt x="2357819" y="862778"/>
                  </a:lnTo>
                  <a:lnTo>
                    <a:pt x="2358877" y="872020"/>
                  </a:lnTo>
                  <a:lnTo>
                    <a:pt x="2359935" y="881467"/>
                  </a:lnTo>
                  <a:lnTo>
                    <a:pt x="2360993" y="891039"/>
                  </a:lnTo>
                  <a:lnTo>
                    <a:pt x="2362050" y="900541"/>
                  </a:lnTo>
                  <a:lnTo>
                    <a:pt x="2363108" y="909960"/>
                  </a:lnTo>
                  <a:lnTo>
                    <a:pt x="2364166" y="919158"/>
                  </a:lnTo>
                  <a:lnTo>
                    <a:pt x="2365224" y="928048"/>
                  </a:lnTo>
                  <a:lnTo>
                    <a:pt x="2366282" y="936776"/>
                  </a:lnTo>
                  <a:lnTo>
                    <a:pt x="2367340" y="945168"/>
                  </a:lnTo>
                  <a:lnTo>
                    <a:pt x="2368397" y="953279"/>
                  </a:lnTo>
                  <a:lnTo>
                    <a:pt x="2369455" y="961168"/>
                  </a:lnTo>
                  <a:lnTo>
                    <a:pt x="2370513" y="968416"/>
                  </a:lnTo>
                  <a:lnTo>
                    <a:pt x="2371571" y="974865"/>
                  </a:lnTo>
                  <a:lnTo>
                    <a:pt x="2372629" y="980343"/>
                  </a:lnTo>
                  <a:lnTo>
                    <a:pt x="2373687" y="984769"/>
                  </a:lnTo>
                  <a:lnTo>
                    <a:pt x="2374744" y="988782"/>
                  </a:lnTo>
                  <a:lnTo>
                    <a:pt x="2375802" y="992066"/>
                  </a:lnTo>
                  <a:lnTo>
                    <a:pt x="2376860" y="994033"/>
                  </a:lnTo>
                  <a:lnTo>
                    <a:pt x="2377918" y="994407"/>
                  </a:lnTo>
                  <a:lnTo>
                    <a:pt x="2378976" y="993075"/>
                  </a:lnTo>
                  <a:lnTo>
                    <a:pt x="2380034" y="990013"/>
                  </a:lnTo>
                  <a:lnTo>
                    <a:pt x="2381091" y="985227"/>
                  </a:lnTo>
                  <a:lnTo>
                    <a:pt x="2382149" y="978618"/>
                  </a:lnTo>
                  <a:lnTo>
                    <a:pt x="2383207" y="970565"/>
                  </a:lnTo>
                  <a:lnTo>
                    <a:pt x="2384265" y="961545"/>
                  </a:lnTo>
                  <a:lnTo>
                    <a:pt x="2385323" y="952317"/>
                  </a:lnTo>
                  <a:lnTo>
                    <a:pt x="2386381" y="943215"/>
                  </a:lnTo>
                  <a:lnTo>
                    <a:pt x="2387439" y="934573"/>
                  </a:lnTo>
                  <a:lnTo>
                    <a:pt x="2388496" y="926844"/>
                  </a:lnTo>
                  <a:lnTo>
                    <a:pt x="2389554" y="920096"/>
                  </a:lnTo>
                  <a:lnTo>
                    <a:pt x="2390612" y="913874"/>
                  </a:lnTo>
                  <a:lnTo>
                    <a:pt x="2391670" y="908656"/>
                  </a:lnTo>
                  <a:lnTo>
                    <a:pt x="2392728" y="904577"/>
                  </a:lnTo>
                  <a:lnTo>
                    <a:pt x="2393786" y="901781"/>
                  </a:lnTo>
                  <a:lnTo>
                    <a:pt x="2394843" y="900186"/>
                  </a:lnTo>
                  <a:lnTo>
                    <a:pt x="2395901" y="899683"/>
                  </a:lnTo>
                  <a:lnTo>
                    <a:pt x="2396959" y="900081"/>
                  </a:lnTo>
                  <a:lnTo>
                    <a:pt x="2398017" y="901323"/>
                  </a:lnTo>
                  <a:lnTo>
                    <a:pt x="2399075" y="902755"/>
                  </a:lnTo>
                  <a:lnTo>
                    <a:pt x="2400133" y="903562"/>
                  </a:lnTo>
                  <a:lnTo>
                    <a:pt x="2401190" y="902896"/>
                  </a:lnTo>
                  <a:lnTo>
                    <a:pt x="2402248" y="900616"/>
                  </a:lnTo>
                  <a:lnTo>
                    <a:pt x="2403306" y="896730"/>
                  </a:lnTo>
                  <a:lnTo>
                    <a:pt x="2404364" y="890328"/>
                  </a:lnTo>
                  <a:lnTo>
                    <a:pt x="2405422" y="880867"/>
                  </a:lnTo>
                  <a:lnTo>
                    <a:pt x="2406480" y="868548"/>
                  </a:lnTo>
                  <a:lnTo>
                    <a:pt x="2407537" y="853416"/>
                  </a:lnTo>
                  <a:lnTo>
                    <a:pt x="2408595" y="836094"/>
                  </a:lnTo>
                  <a:lnTo>
                    <a:pt x="2409653" y="816310"/>
                  </a:lnTo>
                  <a:lnTo>
                    <a:pt x="2410711" y="794059"/>
                  </a:lnTo>
                  <a:lnTo>
                    <a:pt x="2411769" y="769954"/>
                  </a:lnTo>
                  <a:lnTo>
                    <a:pt x="2412827" y="744591"/>
                  </a:lnTo>
                  <a:lnTo>
                    <a:pt x="2413885" y="718177"/>
                  </a:lnTo>
                  <a:lnTo>
                    <a:pt x="2414942" y="691020"/>
                  </a:lnTo>
                  <a:lnTo>
                    <a:pt x="2416000" y="663401"/>
                  </a:lnTo>
                  <a:lnTo>
                    <a:pt x="2417058" y="635910"/>
                  </a:lnTo>
                  <a:lnTo>
                    <a:pt x="2418116" y="608760"/>
                  </a:lnTo>
                  <a:lnTo>
                    <a:pt x="2419174" y="581853"/>
                  </a:lnTo>
                  <a:lnTo>
                    <a:pt x="2420232" y="555604"/>
                  </a:lnTo>
                  <a:lnTo>
                    <a:pt x="2421289" y="530409"/>
                  </a:lnTo>
                  <a:lnTo>
                    <a:pt x="2422347" y="506579"/>
                  </a:lnTo>
                  <a:lnTo>
                    <a:pt x="2423405" y="483940"/>
                  </a:lnTo>
                  <a:lnTo>
                    <a:pt x="2424463" y="462039"/>
                  </a:lnTo>
                  <a:lnTo>
                    <a:pt x="2425521" y="441210"/>
                  </a:lnTo>
                  <a:lnTo>
                    <a:pt x="2426579" y="421606"/>
                  </a:lnTo>
                  <a:lnTo>
                    <a:pt x="2427636" y="402664"/>
                  </a:lnTo>
                  <a:lnTo>
                    <a:pt x="2428694" y="384148"/>
                  </a:lnTo>
                  <a:lnTo>
                    <a:pt x="2429752" y="366034"/>
                  </a:lnTo>
                  <a:lnTo>
                    <a:pt x="2430810" y="348661"/>
                  </a:lnTo>
                  <a:lnTo>
                    <a:pt x="2431868" y="332434"/>
                  </a:lnTo>
                  <a:lnTo>
                    <a:pt x="2432926" y="317126"/>
                  </a:lnTo>
                  <a:lnTo>
                    <a:pt x="2433983" y="302661"/>
                  </a:lnTo>
                  <a:lnTo>
                    <a:pt x="2435041" y="289224"/>
                  </a:lnTo>
                  <a:lnTo>
                    <a:pt x="2436099" y="276828"/>
                  </a:lnTo>
                  <a:lnTo>
                    <a:pt x="2437157" y="265339"/>
                  </a:lnTo>
                  <a:lnTo>
                    <a:pt x="2438215" y="254393"/>
                  </a:lnTo>
                  <a:lnTo>
                    <a:pt x="2439273" y="243897"/>
                  </a:lnTo>
                  <a:lnTo>
                    <a:pt x="2440331" y="233908"/>
                  </a:lnTo>
                  <a:lnTo>
                    <a:pt x="2441388" y="224233"/>
                  </a:lnTo>
                  <a:lnTo>
                    <a:pt x="2442446" y="214744"/>
                  </a:lnTo>
                  <a:lnTo>
                    <a:pt x="2443504" y="205572"/>
                  </a:lnTo>
                  <a:lnTo>
                    <a:pt x="2444562" y="196751"/>
                  </a:lnTo>
                  <a:lnTo>
                    <a:pt x="2445620" y="188231"/>
                  </a:lnTo>
                  <a:lnTo>
                    <a:pt x="2446678" y="179861"/>
                  </a:lnTo>
                  <a:lnTo>
                    <a:pt x="2447735" y="171517"/>
                  </a:lnTo>
                  <a:lnTo>
                    <a:pt x="2448793" y="163341"/>
                  </a:lnTo>
                  <a:lnTo>
                    <a:pt x="2449851" y="155494"/>
                  </a:lnTo>
                  <a:lnTo>
                    <a:pt x="2450909" y="148035"/>
                  </a:lnTo>
                  <a:lnTo>
                    <a:pt x="2451967" y="141109"/>
                  </a:lnTo>
                  <a:lnTo>
                    <a:pt x="2453025" y="134887"/>
                  </a:lnTo>
                  <a:lnTo>
                    <a:pt x="2454082" y="129570"/>
                  </a:lnTo>
                  <a:lnTo>
                    <a:pt x="2455140" y="125227"/>
                  </a:lnTo>
                  <a:lnTo>
                    <a:pt x="2456198" y="121848"/>
                  </a:lnTo>
                  <a:lnTo>
                    <a:pt x="2457256" y="119587"/>
                  </a:lnTo>
                  <a:lnTo>
                    <a:pt x="2458314" y="118534"/>
                  </a:lnTo>
                  <a:lnTo>
                    <a:pt x="2459372" y="118639"/>
                  </a:lnTo>
                  <a:lnTo>
                    <a:pt x="2460429" y="119861"/>
                  </a:lnTo>
                  <a:lnTo>
                    <a:pt x="2461487" y="122247"/>
                  </a:lnTo>
                  <a:lnTo>
                    <a:pt x="2462545" y="125871"/>
                  </a:lnTo>
                  <a:lnTo>
                    <a:pt x="2463603" y="130690"/>
                  </a:lnTo>
                  <a:lnTo>
                    <a:pt x="2464661" y="136534"/>
                  </a:lnTo>
                  <a:lnTo>
                    <a:pt x="2465719" y="143184"/>
                  </a:lnTo>
                  <a:lnTo>
                    <a:pt x="2466777" y="150563"/>
                  </a:lnTo>
                  <a:lnTo>
                    <a:pt x="2467834" y="158471"/>
                  </a:lnTo>
                  <a:lnTo>
                    <a:pt x="2468892" y="166662"/>
                  </a:lnTo>
                  <a:lnTo>
                    <a:pt x="2469950" y="174796"/>
                  </a:lnTo>
                  <a:lnTo>
                    <a:pt x="2471008" y="182757"/>
                  </a:lnTo>
                  <a:lnTo>
                    <a:pt x="2472066" y="190646"/>
                  </a:lnTo>
                  <a:lnTo>
                    <a:pt x="2473124" y="198250"/>
                  </a:lnTo>
                  <a:lnTo>
                    <a:pt x="2474181" y="205295"/>
                  </a:lnTo>
                  <a:lnTo>
                    <a:pt x="2475239" y="211633"/>
                  </a:lnTo>
                  <a:lnTo>
                    <a:pt x="2476297" y="217517"/>
                  </a:lnTo>
                  <a:lnTo>
                    <a:pt x="2477355" y="223231"/>
                  </a:lnTo>
                  <a:lnTo>
                    <a:pt x="2478413" y="228673"/>
                  </a:lnTo>
                  <a:lnTo>
                    <a:pt x="2479471" y="233730"/>
                  </a:lnTo>
                  <a:lnTo>
                    <a:pt x="2480528" y="238760"/>
                  </a:lnTo>
                  <a:lnTo>
                    <a:pt x="2481586" y="244183"/>
                  </a:lnTo>
                  <a:lnTo>
                    <a:pt x="2482644" y="250191"/>
                  </a:lnTo>
                  <a:lnTo>
                    <a:pt x="2483702" y="256567"/>
                  </a:lnTo>
                  <a:lnTo>
                    <a:pt x="2484760" y="263022"/>
                  </a:lnTo>
                  <a:lnTo>
                    <a:pt x="2485818" y="269688"/>
                  </a:lnTo>
                  <a:lnTo>
                    <a:pt x="2486875" y="276430"/>
                  </a:lnTo>
                  <a:lnTo>
                    <a:pt x="2487933" y="282801"/>
                  </a:lnTo>
                  <a:lnTo>
                    <a:pt x="2488991" y="288498"/>
                  </a:lnTo>
                  <a:lnTo>
                    <a:pt x="2490049" y="293297"/>
                  </a:lnTo>
                  <a:lnTo>
                    <a:pt x="2491107" y="297290"/>
                  </a:lnTo>
                  <a:lnTo>
                    <a:pt x="2492165" y="300235"/>
                  </a:lnTo>
                  <a:lnTo>
                    <a:pt x="2493223" y="301916"/>
                  </a:lnTo>
                  <a:lnTo>
                    <a:pt x="2494280" y="302443"/>
                  </a:lnTo>
                  <a:lnTo>
                    <a:pt x="2495338" y="302002"/>
                  </a:lnTo>
                  <a:lnTo>
                    <a:pt x="2496396" y="300397"/>
                  </a:lnTo>
                  <a:lnTo>
                    <a:pt x="2497454" y="297426"/>
                  </a:lnTo>
                  <a:lnTo>
                    <a:pt x="2498512" y="293202"/>
                  </a:lnTo>
                  <a:lnTo>
                    <a:pt x="2499570" y="287964"/>
                  </a:lnTo>
                  <a:lnTo>
                    <a:pt x="2500627" y="282079"/>
                  </a:lnTo>
                  <a:lnTo>
                    <a:pt x="2501685" y="275673"/>
                  </a:lnTo>
                  <a:lnTo>
                    <a:pt x="2502743" y="268951"/>
                  </a:lnTo>
                  <a:lnTo>
                    <a:pt x="2503801" y="262158"/>
                  </a:lnTo>
                  <a:lnTo>
                    <a:pt x="2504859" y="255533"/>
                  </a:lnTo>
                  <a:lnTo>
                    <a:pt x="2505917" y="249190"/>
                  </a:lnTo>
                  <a:lnTo>
                    <a:pt x="2506974" y="243105"/>
                  </a:lnTo>
                  <a:lnTo>
                    <a:pt x="2508032" y="237212"/>
                  </a:lnTo>
                  <a:lnTo>
                    <a:pt x="2509090" y="231263"/>
                  </a:lnTo>
                  <a:lnTo>
                    <a:pt x="2510148" y="225001"/>
                  </a:lnTo>
                  <a:lnTo>
                    <a:pt x="2511206" y="218285"/>
                  </a:lnTo>
                  <a:lnTo>
                    <a:pt x="2512264" y="211209"/>
                  </a:lnTo>
                  <a:lnTo>
                    <a:pt x="2513321" y="203744"/>
                  </a:lnTo>
                  <a:lnTo>
                    <a:pt x="2514379" y="195506"/>
                  </a:lnTo>
                  <a:lnTo>
                    <a:pt x="2515437" y="186552"/>
                  </a:lnTo>
                  <a:lnTo>
                    <a:pt x="2516495" y="176860"/>
                  </a:lnTo>
                  <a:lnTo>
                    <a:pt x="2517553" y="166391"/>
                  </a:lnTo>
                  <a:lnTo>
                    <a:pt x="2518611" y="155301"/>
                  </a:lnTo>
                  <a:lnTo>
                    <a:pt x="2519669" y="143781"/>
                  </a:lnTo>
                  <a:lnTo>
                    <a:pt x="2520726" y="132051"/>
                  </a:lnTo>
                  <a:lnTo>
                    <a:pt x="2521784" y="120634"/>
                  </a:lnTo>
                  <a:lnTo>
                    <a:pt x="2522842" y="109941"/>
                  </a:lnTo>
                  <a:lnTo>
                    <a:pt x="2523900" y="100099"/>
                  </a:lnTo>
                  <a:lnTo>
                    <a:pt x="2524958" y="91285"/>
                  </a:lnTo>
                  <a:lnTo>
                    <a:pt x="2526016" y="83604"/>
                  </a:lnTo>
                  <a:lnTo>
                    <a:pt x="2527073" y="77075"/>
                  </a:lnTo>
                  <a:lnTo>
                    <a:pt x="2528131" y="71634"/>
                  </a:lnTo>
                  <a:lnTo>
                    <a:pt x="2529189" y="67204"/>
                  </a:lnTo>
                  <a:lnTo>
                    <a:pt x="2530247" y="63710"/>
                  </a:lnTo>
                  <a:lnTo>
                    <a:pt x="2531305" y="60943"/>
                  </a:lnTo>
                  <a:lnTo>
                    <a:pt x="2532363" y="58896"/>
                  </a:lnTo>
                  <a:lnTo>
                    <a:pt x="2533420" y="57476"/>
                  </a:lnTo>
                  <a:lnTo>
                    <a:pt x="2534478" y="56386"/>
                  </a:lnTo>
                  <a:lnTo>
                    <a:pt x="2535536" y="55318"/>
                  </a:lnTo>
                  <a:lnTo>
                    <a:pt x="2536594" y="54003"/>
                  </a:lnTo>
                  <a:lnTo>
                    <a:pt x="2537652" y="52084"/>
                  </a:lnTo>
                  <a:lnTo>
                    <a:pt x="2538710" y="49498"/>
                  </a:lnTo>
                  <a:lnTo>
                    <a:pt x="2539767" y="46386"/>
                  </a:lnTo>
                  <a:lnTo>
                    <a:pt x="2540825" y="43006"/>
                  </a:lnTo>
                  <a:lnTo>
                    <a:pt x="2541883" y="39609"/>
                  </a:lnTo>
                  <a:lnTo>
                    <a:pt x="2542941" y="36538"/>
                  </a:lnTo>
                  <a:lnTo>
                    <a:pt x="2543999" y="33959"/>
                  </a:lnTo>
                  <a:lnTo>
                    <a:pt x="2545057" y="32042"/>
                  </a:lnTo>
                  <a:lnTo>
                    <a:pt x="2546115" y="30916"/>
                  </a:lnTo>
                  <a:lnTo>
                    <a:pt x="2547172" y="30623"/>
                  </a:lnTo>
                  <a:lnTo>
                    <a:pt x="2548230" y="31028"/>
                  </a:lnTo>
                  <a:lnTo>
                    <a:pt x="2549288" y="32209"/>
                  </a:lnTo>
                  <a:lnTo>
                    <a:pt x="2550346" y="34270"/>
                  </a:lnTo>
                  <a:lnTo>
                    <a:pt x="2551404" y="37269"/>
                  </a:lnTo>
                  <a:lnTo>
                    <a:pt x="2552462" y="41215"/>
                  </a:lnTo>
                  <a:lnTo>
                    <a:pt x="2553519" y="45929"/>
                  </a:lnTo>
                  <a:lnTo>
                    <a:pt x="2554577" y="51052"/>
                  </a:lnTo>
                  <a:lnTo>
                    <a:pt x="2555635" y="56267"/>
                  </a:lnTo>
                  <a:lnTo>
                    <a:pt x="2556693" y="61223"/>
                  </a:lnTo>
                  <a:lnTo>
                    <a:pt x="2557751" y="65662"/>
                  </a:lnTo>
                  <a:lnTo>
                    <a:pt x="2558809" y="69375"/>
                  </a:lnTo>
                  <a:lnTo>
                    <a:pt x="2559866" y="72282"/>
                  </a:lnTo>
                  <a:lnTo>
                    <a:pt x="2560924" y="74503"/>
                  </a:lnTo>
                  <a:lnTo>
                    <a:pt x="2561982" y="76244"/>
                  </a:lnTo>
                  <a:lnTo>
                    <a:pt x="2563040" y="77844"/>
                  </a:lnTo>
                  <a:lnTo>
                    <a:pt x="2564098" y="79662"/>
                  </a:lnTo>
                  <a:lnTo>
                    <a:pt x="2565156" y="81719"/>
                  </a:lnTo>
                  <a:lnTo>
                    <a:pt x="2566213" y="84046"/>
                  </a:lnTo>
                  <a:lnTo>
                    <a:pt x="2567271" y="86939"/>
                  </a:lnTo>
                  <a:lnTo>
                    <a:pt x="2568329" y="90427"/>
                  </a:lnTo>
                  <a:lnTo>
                    <a:pt x="2569387" y="94827"/>
                  </a:lnTo>
                  <a:lnTo>
                    <a:pt x="2570445" y="100362"/>
                  </a:lnTo>
                  <a:lnTo>
                    <a:pt x="2571503" y="106947"/>
                  </a:lnTo>
                  <a:lnTo>
                    <a:pt x="2572561" y="114471"/>
                  </a:lnTo>
                  <a:lnTo>
                    <a:pt x="2573618" y="122819"/>
                  </a:lnTo>
                  <a:lnTo>
                    <a:pt x="2574676" y="131507"/>
                  </a:lnTo>
                  <a:lnTo>
                    <a:pt x="2575734" y="140095"/>
                  </a:lnTo>
                  <a:lnTo>
                    <a:pt x="2576792" y="148144"/>
                  </a:lnTo>
                  <a:lnTo>
                    <a:pt x="2577850" y="155343"/>
                  </a:lnTo>
                  <a:lnTo>
                    <a:pt x="2578908" y="161478"/>
                  </a:lnTo>
                  <a:lnTo>
                    <a:pt x="2579965" y="166349"/>
                  </a:lnTo>
                  <a:lnTo>
                    <a:pt x="2581023" y="170028"/>
                  </a:lnTo>
                  <a:lnTo>
                    <a:pt x="2582081" y="172368"/>
                  </a:lnTo>
                  <a:lnTo>
                    <a:pt x="2583139" y="173299"/>
                  </a:lnTo>
                  <a:lnTo>
                    <a:pt x="2584197" y="172993"/>
                  </a:lnTo>
                  <a:lnTo>
                    <a:pt x="2585255" y="171345"/>
                  </a:lnTo>
                  <a:lnTo>
                    <a:pt x="2586312" y="168322"/>
                  </a:lnTo>
                  <a:lnTo>
                    <a:pt x="2587370" y="164343"/>
                  </a:lnTo>
                  <a:lnTo>
                    <a:pt x="2588428" y="159682"/>
                  </a:lnTo>
                  <a:lnTo>
                    <a:pt x="2589486" y="154878"/>
                  </a:lnTo>
                  <a:lnTo>
                    <a:pt x="2590544" y="150431"/>
                  </a:lnTo>
                  <a:lnTo>
                    <a:pt x="2591602" y="146461"/>
                  </a:lnTo>
                  <a:lnTo>
                    <a:pt x="2592659" y="143165"/>
                  </a:lnTo>
                  <a:lnTo>
                    <a:pt x="2593717" y="140571"/>
                  </a:lnTo>
                  <a:lnTo>
                    <a:pt x="2594775" y="138579"/>
                  </a:lnTo>
                  <a:lnTo>
                    <a:pt x="2595833" y="137126"/>
                  </a:lnTo>
                  <a:lnTo>
                    <a:pt x="2596891" y="136040"/>
                  </a:lnTo>
                  <a:lnTo>
                    <a:pt x="2597949" y="135483"/>
                  </a:lnTo>
                  <a:lnTo>
                    <a:pt x="2599007" y="135492"/>
                  </a:lnTo>
                  <a:lnTo>
                    <a:pt x="2600064" y="136083"/>
                  </a:lnTo>
                  <a:lnTo>
                    <a:pt x="2601122" y="137439"/>
                  </a:lnTo>
                  <a:lnTo>
                    <a:pt x="2602180" y="139680"/>
                  </a:lnTo>
                  <a:lnTo>
                    <a:pt x="2603238" y="142676"/>
                  </a:lnTo>
                  <a:lnTo>
                    <a:pt x="2604296" y="146378"/>
                  </a:lnTo>
                  <a:lnTo>
                    <a:pt x="2605354" y="150510"/>
                  </a:lnTo>
                  <a:lnTo>
                    <a:pt x="2606411" y="155134"/>
                  </a:lnTo>
                  <a:lnTo>
                    <a:pt x="2607469" y="160505"/>
                  </a:lnTo>
                  <a:lnTo>
                    <a:pt x="2608527" y="166582"/>
                  </a:lnTo>
                  <a:lnTo>
                    <a:pt x="2609585" y="173326"/>
                  </a:lnTo>
                  <a:lnTo>
                    <a:pt x="2610643" y="180729"/>
                  </a:lnTo>
                  <a:lnTo>
                    <a:pt x="2611701" y="188746"/>
                  </a:lnTo>
                  <a:lnTo>
                    <a:pt x="2612758" y="197391"/>
                  </a:lnTo>
                  <a:lnTo>
                    <a:pt x="2613816" y="206492"/>
                  </a:lnTo>
                  <a:lnTo>
                    <a:pt x="2614874" y="215823"/>
                  </a:lnTo>
                  <a:lnTo>
                    <a:pt x="2615932" y="225263"/>
                  </a:lnTo>
                  <a:lnTo>
                    <a:pt x="2616990" y="234650"/>
                  </a:lnTo>
                  <a:lnTo>
                    <a:pt x="2618048" y="243879"/>
                  </a:lnTo>
                  <a:lnTo>
                    <a:pt x="2619105" y="252856"/>
                  </a:lnTo>
                  <a:lnTo>
                    <a:pt x="2620163" y="261508"/>
                  </a:lnTo>
                  <a:lnTo>
                    <a:pt x="2621221" y="269682"/>
                  </a:lnTo>
                  <a:lnTo>
                    <a:pt x="2622279" y="276821"/>
                  </a:lnTo>
                  <a:lnTo>
                    <a:pt x="2623337" y="282566"/>
                  </a:lnTo>
                  <a:lnTo>
                    <a:pt x="2624395" y="286789"/>
                  </a:lnTo>
                  <a:lnTo>
                    <a:pt x="2625453" y="289499"/>
                  </a:lnTo>
                  <a:lnTo>
                    <a:pt x="2626510" y="291079"/>
                  </a:lnTo>
                  <a:lnTo>
                    <a:pt x="2627568" y="291954"/>
                  </a:lnTo>
                  <a:lnTo>
                    <a:pt x="2628626" y="292468"/>
                  </a:lnTo>
                  <a:lnTo>
                    <a:pt x="2629684" y="293265"/>
                  </a:lnTo>
                  <a:lnTo>
                    <a:pt x="2630742" y="294767"/>
                  </a:lnTo>
                  <a:lnTo>
                    <a:pt x="2631800" y="297177"/>
                  </a:lnTo>
                  <a:lnTo>
                    <a:pt x="2632857" y="300718"/>
                  </a:lnTo>
                  <a:lnTo>
                    <a:pt x="2633915" y="305303"/>
                  </a:lnTo>
                  <a:lnTo>
                    <a:pt x="2634973" y="311154"/>
                  </a:lnTo>
                  <a:lnTo>
                    <a:pt x="2636031" y="318396"/>
                  </a:lnTo>
                  <a:lnTo>
                    <a:pt x="2637089" y="327113"/>
                  </a:lnTo>
                  <a:lnTo>
                    <a:pt x="2638147" y="337566"/>
                  </a:lnTo>
                  <a:lnTo>
                    <a:pt x="2639204" y="349968"/>
                  </a:lnTo>
                  <a:lnTo>
                    <a:pt x="2640262" y="364197"/>
                  </a:lnTo>
                  <a:lnTo>
                    <a:pt x="2641320" y="380229"/>
                  </a:lnTo>
                  <a:lnTo>
                    <a:pt x="2642378" y="397391"/>
                  </a:lnTo>
                  <a:lnTo>
                    <a:pt x="2643436" y="415010"/>
                  </a:lnTo>
                  <a:lnTo>
                    <a:pt x="2644494" y="432799"/>
                  </a:lnTo>
                  <a:lnTo>
                    <a:pt x="2645551" y="450050"/>
                  </a:lnTo>
                  <a:lnTo>
                    <a:pt x="2646609" y="466000"/>
                  </a:lnTo>
                  <a:lnTo>
                    <a:pt x="2647667" y="480212"/>
                  </a:lnTo>
                  <a:lnTo>
                    <a:pt x="2648725" y="492026"/>
                  </a:lnTo>
                  <a:lnTo>
                    <a:pt x="2649783" y="501737"/>
                  </a:lnTo>
                  <a:lnTo>
                    <a:pt x="2650841" y="508988"/>
                  </a:lnTo>
                  <a:lnTo>
                    <a:pt x="2651899" y="513381"/>
                  </a:lnTo>
                  <a:lnTo>
                    <a:pt x="2652956" y="514773"/>
                  </a:lnTo>
                  <a:lnTo>
                    <a:pt x="2654014" y="513332"/>
                  </a:lnTo>
                  <a:lnTo>
                    <a:pt x="2655072" y="509220"/>
                  </a:lnTo>
                  <a:lnTo>
                    <a:pt x="2656130" y="502922"/>
                  </a:lnTo>
                  <a:lnTo>
                    <a:pt x="2657188" y="494613"/>
                  </a:lnTo>
                  <a:lnTo>
                    <a:pt x="2658246" y="484880"/>
                  </a:lnTo>
                  <a:lnTo>
                    <a:pt x="2659303" y="474124"/>
                  </a:lnTo>
                  <a:lnTo>
                    <a:pt x="2660361" y="462404"/>
                  </a:lnTo>
                  <a:lnTo>
                    <a:pt x="2661419" y="450049"/>
                  </a:lnTo>
                  <a:lnTo>
                    <a:pt x="2662477" y="437683"/>
                  </a:lnTo>
                  <a:lnTo>
                    <a:pt x="2663535" y="425529"/>
                  </a:lnTo>
                  <a:lnTo>
                    <a:pt x="2664593" y="413759"/>
                  </a:lnTo>
                  <a:lnTo>
                    <a:pt x="2665650" y="401980"/>
                  </a:lnTo>
                  <a:lnTo>
                    <a:pt x="2666708" y="390272"/>
                  </a:lnTo>
                  <a:lnTo>
                    <a:pt x="2667766" y="379109"/>
                  </a:lnTo>
                  <a:lnTo>
                    <a:pt x="2668824" y="368526"/>
                  </a:lnTo>
                  <a:lnTo>
                    <a:pt x="2669882" y="358260"/>
                  </a:lnTo>
                  <a:lnTo>
                    <a:pt x="2670940" y="348222"/>
                  </a:lnTo>
                  <a:lnTo>
                    <a:pt x="2671997" y="338441"/>
                  </a:lnTo>
                  <a:lnTo>
                    <a:pt x="2673055" y="328851"/>
                  </a:lnTo>
                  <a:lnTo>
                    <a:pt x="2674113" y="319504"/>
                  </a:lnTo>
                  <a:lnTo>
                    <a:pt x="2675171" y="310732"/>
                  </a:lnTo>
                  <a:lnTo>
                    <a:pt x="2676229" y="302881"/>
                  </a:lnTo>
                  <a:lnTo>
                    <a:pt x="2677287" y="296103"/>
                  </a:lnTo>
                  <a:lnTo>
                    <a:pt x="2678345" y="290267"/>
                  </a:lnTo>
                  <a:lnTo>
                    <a:pt x="2679402" y="285073"/>
                  </a:lnTo>
                  <a:lnTo>
                    <a:pt x="2680460" y="280556"/>
                  </a:lnTo>
                  <a:lnTo>
                    <a:pt x="2681518" y="276757"/>
                  </a:lnTo>
                  <a:lnTo>
                    <a:pt x="2682576" y="273328"/>
                  </a:lnTo>
                  <a:lnTo>
                    <a:pt x="2683634" y="269573"/>
                  </a:lnTo>
                  <a:lnTo>
                    <a:pt x="2684692" y="265292"/>
                  </a:lnTo>
                  <a:lnTo>
                    <a:pt x="2685749" y="260556"/>
                  </a:lnTo>
                  <a:lnTo>
                    <a:pt x="2686807" y="255473"/>
                  </a:lnTo>
                  <a:lnTo>
                    <a:pt x="2687865" y="250049"/>
                  </a:lnTo>
                  <a:lnTo>
                    <a:pt x="2688923" y="244364"/>
                  </a:lnTo>
                  <a:lnTo>
                    <a:pt x="2689981" y="238515"/>
                  </a:lnTo>
                  <a:lnTo>
                    <a:pt x="2691039" y="232564"/>
                  </a:lnTo>
                  <a:lnTo>
                    <a:pt x="2692096" y="226538"/>
                  </a:lnTo>
                  <a:lnTo>
                    <a:pt x="2693154" y="220376"/>
                  </a:lnTo>
                  <a:lnTo>
                    <a:pt x="2694212" y="214287"/>
                  </a:lnTo>
                  <a:lnTo>
                    <a:pt x="2695270" y="208548"/>
                  </a:lnTo>
                  <a:lnTo>
                    <a:pt x="2696328" y="203470"/>
                  </a:lnTo>
                  <a:lnTo>
                    <a:pt x="2697386" y="199114"/>
                  </a:lnTo>
                  <a:lnTo>
                    <a:pt x="2698443" y="195700"/>
                  </a:lnTo>
                  <a:lnTo>
                    <a:pt x="2699501" y="193605"/>
                  </a:lnTo>
                  <a:lnTo>
                    <a:pt x="2700559" y="192960"/>
                  </a:lnTo>
                  <a:lnTo>
                    <a:pt x="2701617" y="193837"/>
                  </a:lnTo>
                  <a:lnTo>
                    <a:pt x="2702675" y="195965"/>
                  </a:lnTo>
                  <a:lnTo>
                    <a:pt x="2703733" y="199273"/>
                  </a:lnTo>
                  <a:lnTo>
                    <a:pt x="2704791" y="203847"/>
                  </a:lnTo>
                  <a:lnTo>
                    <a:pt x="2705848" y="209558"/>
                  </a:lnTo>
                  <a:lnTo>
                    <a:pt x="2706906" y="216008"/>
                  </a:lnTo>
                  <a:lnTo>
                    <a:pt x="2707964" y="222763"/>
                  </a:lnTo>
                  <a:lnTo>
                    <a:pt x="2709022" y="229513"/>
                  </a:lnTo>
                  <a:lnTo>
                    <a:pt x="2710080" y="236071"/>
                  </a:lnTo>
                  <a:lnTo>
                    <a:pt x="2711138" y="242280"/>
                  </a:lnTo>
                  <a:lnTo>
                    <a:pt x="2712195" y="247734"/>
                  </a:lnTo>
                  <a:lnTo>
                    <a:pt x="2713253" y="252429"/>
                  </a:lnTo>
                  <a:lnTo>
                    <a:pt x="2714311" y="256449"/>
                  </a:lnTo>
                  <a:lnTo>
                    <a:pt x="2715369" y="259579"/>
                  </a:lnTo>
                  <a:lnTo>
                    <a:pt x="2716427" y="261869"/>
                  </a:lnTo>
                  <a:lnTo>
                    <a:pt x="2717485" y="263323"/>
                  </a:lnTo>
                  <a:lnTo>
                    <a:pt x="2718542" y="264232"/>
                  </a:lnTo>
                  <a:lnTo>
                    <a:pt x="2719600" y="264748"/>
                  </a:lnTo>
                  <a:lnTo>
                    <a:pt x="2720658" y="264792"/>
                  </a:lnTo>
                  <a:lnTo>
                    <a:pt x="2721716" y="264401"/>
                  </a:lnTo>
                  <a:lnTo>
                    <a:pt x="2722774" y="263933"/>
                  </a:lnTo>
                  <a:lnTo>
                    <a:pt x="2723832" y="263759"/>
                  </a:lnTo>
                  <a:lnTo>
                    <a:pt x="2724889" y="264211"/>
                  </a:lnTo>
                  <a:lnTo>
                    <a:pt x="2725947" y="265323"/>
                  </a:lnTo>
                  <a:lnTo>
                    <a:pt x="2727005" y="267252"/>
                  </a:lnTo>
                  <a:lnTo>
                    <a:pt x="2728063" y="270039"/>
                  </a:lnTo>
                  <a:lnTo>
                    <a:pt x="2729121" y="273469"/>
                  </a:lnTo>
                  <a:lnTo>
                    <a:pt x="2730179" y="277383"/>
                  </a:lnTo>
                  <a:lnTo>
                    <a:pt x="2731237" y="281952"/>
                  </a:lnTo>
                  <a:lnTo>
                    <a:pt x="2732294" y="287038"/>
                  </a:lnTo>
                  <a:lnTo>
                    <a:pt x="2733352" y="292566"/>
                  </a:lnTo>
                  <a:lnTo>
                    <a:pt x="2734410" y="298425"/>
                  </a:lnTo>
                  <a:lnTo>
                    <a:pt x="2735468" y="304383"/>
                  </a:lnTo>
                  <a:lnTo>
                    <a:pt x="2736526" y="310814"/>
                  </a:lnTo>
                  <a:lnTo>
                    <a:pt x="2737584" y="317864"/>
                  </a:lnTo>
                  <a:lnTo>
                    <a:pt x="2738641" y="325434"/>
                  </a:lnTo>
                  <a:lnTo>
                    <a:pt x="2739699" y="333184"/>
                  </a:lnTo>
                  <a:lnTo>
                    <a:pt x="2740757" y="340925"/>
                  </a:lnTo>
                  <a:lnTo>
                    <a:pt x="2741815" y="348485"/>
                  </a:lnTo>
                  <a:lnTo>
                    <a:pt x="2742873" y="355631"/>
                  </a:lnTo>
                  <a:lnTo>
                    <a:pt x="2743931" y="362205"/>
                  </a:lnTo>
                  <a:lnTo>
                    <a:pt x="2744988" y="368222"/>
                  </a:lnTo>
                  <a:lnTo>
                    <a:pt x="2746046" y="373643"/>
                  </a:lnTo>
                  <a:lnTo>
                    <a:pt x="2747104" y="378392"/>
                  </a:lnTo>
                  <a:lnTo>
                    <a:pt x="2748162" y="382596"/>
                  </a:lnTo>
                  <a:lnTo>
                    <a:pt x="2749220" y="386322"/>
                  </a:lnTo>
                  <a:lnTo>
                    <a:pt x="2750278" y="389687"/>
                  </a:lnTo>
                  <a:lnTo>
                    <a:pt x="2751335" y="392746"/>
                  </a:lnTo>
                  <a:lnTo>
                    <a:pt x="2752393" y="395087"/>
                  </a:lnTo>
                  <a:lnTo>
                    <a:pt x="2753451" y="396549"/>
                  </a:lnTo>
                  <a:lnTo>
                    <a:pt x="2754509" y="396978"/>
                  </a:lnTo>
                  <a:lnTo>
                    <a:pt x="2755567" y="396574"/>
                  </a:lnTo>
                  <a:lnTo>
                    <a:pt x="2756625" y="395072"/>
                  </a:lnTo>
                  <a:lnTo>
                    <a:pt x="2757683" y="392308"/>
                  </a:lnTo>
                  <a:lnTo>
                    <a:pt x="2758740" y="388403"/>
                  </a:lnTo>
                  <a:lnTo>
                    <a:pt x="2759798" y="383489"/>
                  </a:lnTo>
                  <a:lnTo>
                    <a:pt x="2760856" y="377811"/>
                  </a:lnTo>
                  <a:lnTo>
                    <a:pt x="2761914" y="371728"/>
                  </a:lnTo>
                  <a:lnTo>
                    <a:pt x="2762972" y="365211"/>
                  </a:lnTo>
                  <a:lnTo>
                    <a:pt x="2764030" y="358449"/>
                  </a:lnTo>
                  <a:lnTo>
                    <a:pt x="2765087" y="351497"/>
                  </a:lnTo>
                  <a:lnTo>
                    <a:pt x="2766145" y="344353"/>
                  </a:lnTo>
                  <a:lnTo>
                    <a:pt x="2767203" y="336959"/>
                  </a:lnTo>
                  <a:lnTo>
                    <a:pt x="2768261" y="329435"/>
                  </a:lnTo>
                  <a:lnTo>
                    <a:pt x="2769319" y="321644"/>
                  </a:lnTo>
                  <a:lnTo>
                    <a:pt x="2770377" y="313742"/>
                  </a:lnTo>
                  <a:lnTo>
                    <a:pt x="2771434" y="305806"/>
                  </a:lnTo>
                  <a:lnTo>
                    <a:pt x="2772492" y="297803"/>
                  </a:lnTo>
                  <a:lnTo>
                    <a:pt x="2773550" y="289668"/>
                  </a:lnTo>
                  <a:lnTo>
                    <a:pt x="2774608" y="281485"/>
                  </a:lnTo>
                  <a:lnTo>
                    <a:pt x="2775666" y="273346"/>
                  </a:lnTo>
                  <a:lnTo>
                    <a:pt x="2776724" y="265131"/>
                  </a:lnTo>
                  <a:lnTo>
                    <a:pt x="2777781" y="256690"/>
                  </a:lnTo>
                  <a:lnTo>
                    <a:pt x="2778839" y="247921"/>
                  </a:lnTo>
                  <a:lnTo>
                    <a:pt x="2779897" y="238843"/>
                  </a:lnTo>
                  <a:lnTo>
                    <a:pt x="2780955" y="229589"/>
                  </a:lnTo>
                  <a:lnTo>
                    <a:pt x="2782013" y="220280"/>
                  </a:lnTo>
                  <a:lnTo>
                    <a:pt x="2783071" y="211079"/>
                  </a:lnTo>
                  <a:lnTo>
                    <a:pt x="2784128" y="201952"/>
                  </a:lnTo>
                  <a:lnTo>
                    <a:pt x="2785186" y="193179"/>
                  </a:lnTo>
                  <a:lnTo>
                    <a:pt x="2786244" y="184815"/>
                  </a:lnTo>
                  <a:lnTo>
                    <a:pt x="2787302" y="176847"/>
                  </a:lnTo>
                  <a:lnTo>
                    <a:pt x="2788360" y="169723"/>
                  </a:lnTo>
                  <a:lnTo>
                    <a:pt x="2789418" y="163565"/>
                  </a:lnTo>
                  <a:lnTo>
                    <a:pt x="2790476" y="158312"/>
                  </a:lnTo>
                  <a:lnTo>
                    <a:pt x="2791533" y="153850"/>
                  </a:lnTo>
                  <a:lnTo>
                    <a:pt x="2792591" y="150212"/>
                  </a:lnTo>
                  <a:lnTo>
                    <a:pt x="2793649" y="147396"/>
                  </a:lnTo>
                  <a:lnTo>
                    <a:pt x="2794707" y="145622"/>
                  </a:lnTo>
                  <a:lnTo>
                    <a:pt x="2795765" y="144685"/>
                  </a:lnTo>
                  <a:lnTo>
                    <a:pt x="2796823" y="144434"/>
                  </a:lnTo>
                  <a:lnTo>
                    <a:pt x="2797880" y="144693"/>
                  </a:lnTo>
                  <a:lnTo>
                    <a:pt x="2798938" y="145477"/>
                  </a:lnTo>
                  <a:lnTo>
                    <a:pt x="2799996" y="146760"/>
                  </a:lnTo>
                  <a:lnTo>
                    <a:pt x="2801054" y="148332"/>
                  </a:lnTo>
                  <a:lnTo>
                    <a:pt x="2802112" y="149977"/>
                  </a:lnTo>
                  <a:lnTo>
                    <a:pt x="2803170" y="151612"/>
                  </a:lnTo>
                  <a:lnTo>
                    <a:pt x="2804227" y="153014"/>
                  </a:lnTo>
                  <a:lnTo>
                    <a:pt x="2805285" y="154297"/>
                  </a:lnTo>
                  <a:lnTo>
                    <a:pt x="2806343" y="155491"/>
                  </a:lnTo>
                  <a:lnTo>
                    <a:pt x="2807401" y="156702"/>
                  </a:lnTo>
                  <a:lnTo>
                    <a:pt x="2808459" y="157866"/>
                  </a:lnTo>
                  <a:lnTo>
                    <a:pt x="2809517" y="159157"/>
                  </a:lnTo>
                  <a:lnTo>
                    <a:pt x="2810574" y="160648"/>
                  </a:lnTo>
                  <a:lnTo>
                    <a:pt x="2811632" y="162479"/>
                  </a:lnTo>
                  <a:lnTo>
                    <a:pt x="2812690" y="164846"/>
                  </a:lnTo>
                  <a:lnTo>
                    <a:pt x="2813748" y="167877"/>
                  </a:lnTo>
                  <a:lnTo>
                    <a:pt x="2814806" y="171540"/>
                  </a:lnTo>
                  <a:lnTo>
                    <a:pt x="2815864" y="175990"/>
                  </a:lnTo>
                  <a:lnTo>
                    <a:pt x="2816922" y="181318"/>
                  </a:lnTo>
                  <a:lnTo>
                    <a:pt x="2817979" y="187700"/>
                  </a:lnTo>
                  <a:lnTo>
                    <a:pt x="2819037" y="195152"/>
                  </a:lnTo>
                  <a:lnTo>
                    <a:pt x="2820095" y="203746"/>
                  </a:lnTo>
                  <a:lnTo>
                    <a:pt x="2821153" y="213457"/>
                  </a:lnTo>
                  <a:lnTo>
                    <a:pt x="2822211" y="224395"/>
                  </a:lnTo>
                  <a:lnTo>
                    <a:pt x="2823269" y="236587"/>
                  </a:lnTo>
                  <a:lnTo>
                    <a:pt x="2824326" y="250146"/>
                  </a:lnTo>
                  <a:lnTo>
                    <a:pt x="2825384" y="265083"/>
                  </a:lnTo>
                  <a:lnTo>
                    <a:pt x="2826442" y="281492"/>
                  </a:lnTo>
                  <a:lnTo>
                    <a:pt x="2827500" y="299333"/>
                  </a:lnTo>
                  <a:lnTo>
                    <a:pt x="2828558" y="318350"/>
                  </a:lnTo>
                  <a:lnTo>
                    <a:pt x="2829616" y="338501"/>
                  </a:lnTo>
                  <a:lnTo>
                    <a:pt x="2830673" y="359706"/>
                  </a:lnTo>
                  <a:lnTo>
                    <a:pt x="2831731" y="382074"/>
                  </a:lnTo>
                  <a:lnTo>
                    <a:pt x="2832789" y="405423"/>
                  </a:lnTo>
                  <a:lnTo>
                    <a:pt x="2833847" y="429573"/>
                  </a:lnTo>
                  <a:lnTo>
                    <a:pt x="2834905" y="454475"/>
                  </a:lnTo>
                  <a:lnTo>
                    <a:pt x="2835963" y="480086"/>
                  </a:lnTo>
                  <a:lnTo>
                    <a:pt x="2837020" y="506330"/>
                  </a:lnTo>
                  <a:lnTo>
                    <a:pt x="2838078" y="532934"/>
                  </a:lnTo>
                  <a:lnTo>
                    <a:pt x="2839136" y="559332"/>
                  </a:lnTo>
                  <a:lnTo>
                    <a:pt x="2840194" y="585135"/>
                  </a:lnTo>
                  <a:lnTo>
                    <a:pt x="2841252" y="609628"/>
                  </a:lnTo>
                  <a:lnTo>
                    <a:pt x="2842310" y="632183"/>
                  </a:lnTo>
                  <a:lnTo>
                    <a:pt x="2843368" y="652539"/>
                  </a:lnTo>
                  <a:lnTo>
                    <a:pt x="2844425" y="670834"/>
                  </a:lnTo>
                  <a:lnTo>
                    <a:pt x="2845483" y="687035"/>
                  </a:lnTo>
                  <a:lnTo>
                    <a:pt x="2846541" y="701160"/>
                  </a:lnTo>
                  <a:lnTo>
                    <a:pt x="2847599" y="712706"/>
                  </a:lnTo>
                  <a:lnTo>
                    <a:pt x="2848657" y="722278"/>
                  </a:lnTo>
                  <a:lnTo>
                    <a:pt x="2849715" y="730148"/>
                  </a:lnTo>
                  <a:lnTo>
                    <a:pt x="2850772" y="736513"/>
                  </a:lnTo>
                  <a:lnTo>
                    <a:pt x="2851830" y="741372"/>
                  </a:lnTo>
                  <a:lnTo>
                    <a:pt x="2852888" y="744916"/>
                  </a:lnTo>
                  <a:lnTo>
                    <a:pt x="2853946" y="747533"/>
                  </a:lnTo>
                  <a:lnTo>
                    <a:pt x="2855004" y="750322"/>
                  </a:lnTo>
                  <a:lnTo>
                    <a:pt x="2856062" y="753814"/>
                  </a:lnTo>
                  <a:lnTo>
                    <a:pt x="2857119" y="758678"/>
                  </a:lnTo>
                  <a:lnTo>
                    <a:pt x="2858177" y="765159"/>
                  </a:lnTo>
                  <a:lnTo>
                    <a:pt x="2859235" y="773586"/>
                  </a:lnTo>
                  <a:lnTo>
                    <a:pt x="2860293" y="783931"/>
                  </a:lnTo>
                  <a:lnTo>
                    <a:pt x="2861351" y="796344"/>
                  </a:lnTo>
                  <a:lnTo>
                    <a:pt x="2862409" y="810780"/>
                  </a:lnTo>
                  <a:lnTo>
                    <a:pt x="2863466" y="827139"/>
                  </a:lnTo>
                  <a:lnTo>
                    <a:pt x="2864524" y="845080"/>
                  </a:lnTo>
                  <a:lnTo>
                    <a:pt x="2865582" y="864396"/>
                  </a:lnTo>
                  <a:lnTo>
                    <a:pt x="2866640" y="885092"/>
                  </a:lnTo>
                  <a:lnTo>
                    <a:pt x="2867698" y="907088"/>
                  </a:lnTo>
                  <a:lnTo>
                    <a:pt x="2868756" y="930200"/>
                  </a:lnTo>
                  <a:lnTo>
                    <a:pt x="2869814" y="953987"/>
                  </a:lnTo>
                  <a:lnTo>
                    <a:pt x="2870871" y="977919"/>
                  </a:lnTo>
                  <a:lnTo>
                    <a:pt x="2871929" y="1001735"/>
                  </a:lnTo>
                  <a:lnTo>
                    <a:pt x="2872987" y="1024949"/>
                  </a:lnTo>
                  <a:lnTo>
                    <a:pt x="2874045" y="1047311"/>
                  </a:lnTo>
                  <a:lnTo>
                    <a:pt x="2875103" y="1068278"/>
                  </a:lnTo>
                  <a:lnTo>
                    <a:pt x="2876161" y="1087395"/>
                  </a:lnTo>
                  <a:lnTo>
                    <a:pt x="2877218" y="1104181"/>
                  </a:lnTo>
                  <a:lnTo>
                    <a:pt x="2878276" y="1118549"/>
                  </a:lnTo>
                  <a:lnTo>
                    <a:pt x="2879334" y="1130328"/>
                  </a:lnTo>
                  <a:lnTo>
                    <a:pt x="2880392" y="1139382"/>
                  </a:lnTo>
                  <a:lnTo>
                    <a:pt x="2881450" y="1145676"/>
                  </a:lnTo>
                  <a:lnTo>
                    <a:pt x="2882508" y="1148960"/>
                  </a:lnTo>
                  <a:lnTo>
                    <a:pt x="2883565" y="1149502"/>
                  </a:lnTo>
                  <a:lnTo>
                    <a:pt x="2884623" y="1147455"/>
                  </a:lnTo>
                  <a:lnTo>
                    <a:pt x="2885681" y="1143281"/>
                  </a:lnTo>
                  <a:lnTo>
                    <a:pt x="2886739" y="1137524"/>
                  </a:lnTo>
                  <a:lnTo>
                    <a:pt x="2887797" y="1130684"/>
                  </a:lnTo>
                  <a:lnTo>
                    <a:pt x="2888855" y="1123301"/>
                  </a:lnTo>
                  <a:lnTo>
                    <a:pt x="2889912" y="1116115"/>
                  </a:lnTo>
                  <a:lnTo>
                    <a:pt x="2890970" y="1109430"/>
                  </a:lnTo>
                  <a:lnTo>
                    <a:pt x="2892028" y="1103843"/>
                  </a:lnTo>
                  <a:lnTo>
                    <a:pt x="2893086" y="1099814"/>
                  </a:lnTo>
                  <a:lnTo>
                    <a:pt x="2894144" y="1097480"/>
                  </a:lnTo>
                  <a:lnTo>
                    <a:pt x="2895202" y="1096889"/>
                  </a:lnTo>
                  <a:lnTo>
                    <a:pt x="2896260" y="1098218"/>
                  </a:lnTo>
                  <a:lnTo>
                    <a:pt x="2897317" y="1101404"/>
                  </a:lnTo>
                  <a:lnTo>
                    <a:pt x="2898375" y="1106731"/>
                  </a:lnTo>
                  <a:lnTo>
                    <a:pt x="2899433" y="1114092"/>
                  </a:lnTo>
                  <a:lnTo>
                    <a:pt x="2900491" y="1123600"/>
                  </a:lnTo>
                  <a:lnTo>
                    <a:pt x="2901549" y="1135342"/>
                  </a:lnTo>
                  <a:lnTo>
                    <a:pt x="2902607" y="1149173"/>
                  </a:lnTo>
                  <a:lnTo>
                    <a:pt x="2903664" y="1164965"/>
                  </a:lnTo>
                  <a:lnTo>
                    <a:pt x="2904722" y="1182358"/>
                  </a:lnTo>
                  <a:lnTo>
                    <a:pt x="2905780" y="1200817"/>
                  </a:lnTo>
                  <a:lnTo>
                    <a:pt x="2906838" y="1219990"/>
                  </a:lnTo>
                  <a:lnTo>
                    <a:pt x="2907896" y="1238141"/>
                  </a:lnTo>
                  <a:lnTo>
                    <a:pt x="2908954" y="1253266"/>
                  </a:lnTo>
                  <a:lnTo>
                    <a:pt x="2910011" y="1264009"/>
                  </a:lnTo>
                  <a:lnTo>
                    <a:pt x="2911069" y="1269860"/>
                  </a:lnTo>
                  <a:lnTo>
                    <a:pt x="2912127" y="1270176"/>
                  </a:lnTo>
                  <a:lnTo>
                    <a:pt x="2913185" y="1265000"/>
                  </a:lnTo>
                  <a:lnTo>
                    <a:pt x="2914243" y="1253745"/>
                  </a:lnTo>
                  <a:lnTo>
                    <a:pt x="2915301" y="1236716"/>
                  </a:lnTo>
                  <a:lnTo>
                    <a:pt x="2916358" y="1215105"/>
                  </a:lnTo>
                  <a:lnTo>
                    <a:pt x="2917416" y="1189521"/>
                  </a:lnTo>
                  <a:lnTo>
                    <a:pt x="2918474" y="1160427"/>
                  </a:lnTo>
                  <a:lnTo>
                    <a:pt x="2919532" y="1127426"/>
                  </a:lnTo>
                  <a:lnTo>
                    <a:pt x="2920590" y="1090170"/>
                  </a:lnTo>
                  <a:lnTo>
                    <a:pt x="2921648" y="1049709"/>
                  </a:lnTo>
                  <a:lnTo>
                    <a:pt x="2922706" y="1008006"/>
                  </a:lnTo>
                  <a:lnTo>
                    <a:pt x="2923763" y="966239"/>
                  </a:lnTo>
                  <a:lnTo>
                    <a:pt x="2924821" y="924918"/>
                  </a:lnTo>
                  <a:lnTo>
                    <a:pt x="2925879" y="884298"/>
                  </a:lnTo>
                  <a:lnTo>
                    <a:pt x="2926937" y="845073"/>
                  </a:lnTo>
                  <a:lnTo>
                    <a:pt x="2927995" y="808271"/>
                  </a:lnTo>
                  <a:lnTo>
                    <a:pt x="2929053" y="774057"/>
                  </a:lnTo>
                  <a:lnTo>
                    <a:pt x="2930110" y="742317"/>
                  </a:lnTo>
                  <a:lnTo>
                    <a:pt x="2931168" y="713022"/>
                  </a:lnTo>
                  <a:lnTo>
                    <a:pt x="2932226" y="685940"/>
                  </a:lnTo>
                  <a:lnTo>
                    <a:pt x="2933284" y="661025"/>
                  </a:lnTo>
                  <a:lnTo>
                    <a:pt x="2934342" y="638050"/>
                  </a:lnTo>
                  <a:lnTo>
                    <a:pt x="2935400" y="617239"/>
                  </a:lnTo>
                  <a:lnTo>
                    <a:pt x="2936457" y="598738"/>
                  </a:lnTo>
                  <a:lnTo>
                    <a:pt x="2937515" y="582250"/>
                  </a:lnTo>
                  <a:lnTo>
                    <a:pt x="2938573" y="567047"/>
                  </a:lnTo>
                  <a:lnTo>
                    <a:pt x="2939631" y="552872"/>
                  </a:lnTo>
                  <a:lnTo>
                    <a:pt x="2940689" y="539517"/>
                  </a:lnTo>
                  <a:lnTo>
                    <a:pt x="2941747" y="527056"/>
                  </a:lnTo>
                  <a:lnTo>
                    <a:pt x="2942804" y="515121"/>
                  </a:lnTo>
                  <a:lnTo>
                    <a:pt x="2943862" y="503102"/>
                  </a:lnTo>
                  <a:lnTo>
                    <a:pt x="2944920" y="490870"/>
                  </a:lnTo>
                  <a:lnTo>
                    <a:pt x="2945978" y="478506"/>
                  </a:lnTo>
                  <a:lnTo>
                    <a:pt x="2947036" y="466032"/>
                  </a:lnTo>
                  <a:lnTo>
                    <a:pt x="2948094" y="453474"/>
                  </a:lnTo>
                  <a:lnTo>
                    <a:pt x="2949152" y="440812"/>
                  </a:lnTo>
                  <a:lnTo>
                    <a:pt x="2950209" y="428020"/>
                  </a:lnTo>
                  <a:lnTo>
                    <a:pt x="2951267" y="415059"/>
                  </a:lnTo>
                  <a:lnTo>
                    <a:pt x="2952325" y="401906"/>
                  </a:lnTo>
                  <a:lnTo>
                    <a:pt x="2953383" y="388547"/>
                  </a:lnTo>
                  <a:lnTo>
                    <a:pt x="2954441" y="374911"/>
                  </a:lnTo>
                  <a:lnTo>
                    <a:pt x="2955499" y="361010"/>
                  </a:lnTo>
                  <a:lnTo>
                    <a:pt x="2956556" y="347108"/>
                  </a:lnTo>
                  <a:lnTo>
                    <a:pt x="2957614" y="333235"/>
                  </a:lnTo>
                  <a:lnTo>
                    <a:pt x="2958672" y="319488"/>
                  </a:lnTo>
                  <a:lnTo>
                    <a:pt x="2959730" y="306122"/>
                  </a:lnTo>
                  <a:lnTo>
                    <a:pt x="2960788" y="293274"/>
                  </a:lnTo>
                  <a:lnTo>
                    <a:pt x="2961846" y="281232"/>
                  </a:lnTo>
                  <a:lnTo>
                    <a:pt x="2962903" y="270190"/>
                  </a:lnTo>
                  <a:lnTo>
                    <a:pt x="2963961" y="260057"/>
                  </a:lnTo>
                  <a:lnTo>
                    <a:pt x="2965019" y="250574"/>
                  </a:lnTo>
                  <a:lnTo>
                    <a:pt x="2966077" y="241692"/>
                  </a:lnTo>
                  <a:lnTo>
                    <a:pt x="2967135" y="233459"/>
                  </a:lnTo>
                  <a:lnTo>
                    <a:pt x="2968193" y="225993"/>
                  </a:lnTo>
                  <a:lnTo>
                    <a:pt x="2969250" y="219164"/>
                  </a:lnTo>
                  <a:lnTo>
                    <a:pt x="2970308" y="212942"/>
                  </a:lnTo>
                  <a:lnTo>
                    <a:pt x="2971366" y="207393"/>
                  </a:lnTo>
                  <a:lnTo>
                    <a:pt x="2972424" y="202825"/>
                  </a:lnTo>
                  <a:lnTo>
                    <a:pt x="2973482" y="199574"/>
                  </a:lnTo>
                  <a:lnTo>
                    <a:pt x="2974540" y="197600"/>
                  </a:lnTo>
                  <a:lnTo>
                    <a:pt x="2975598" y="196659"/>
                  </a:lnTo>
                  <a:lnTo>
                    <a:pt x="2976655" y="196745"/>
                  </a:lnTo>
                  <a:lnTo>
                    <a:pt x="2977713" y="197855"/>
                  </a:lnTo>
                  <a:lnTo>
                    <a:pt x="2978771" y="199918"/>
                  </a:lnTo>
                  <a:lnTo>
                    <a:pt x="2979829" y="202773"/>
                  </a:lnTo>
                  <a:lnTo>
                    <a:pt x="2980887" y="206275"/>
                  </a:lnTo>
                  <a:lnTo>
                    <a:pt x="2981945" y="210373"/>
                  </a:lnTo>
                  <a:lnTo>
                    <a:pt x="2983002" y="215083"/>
                  </a:lnTo>
                  <a:lnTo>
                    <a:pt x="2984060" y="220334"/>
                  </a:lnTo>
                  <a:lnTo>
                    <a:pt x="2985118" y="226202"/>
                  </a:lnTo>
                  <a:lnTo>
                    <a:pt x="2986176" y="232730"/>
                  </a:lnTo>
                  <a:lnTo>
                    <a:pt x="2987234" y="239967"/>
                  </a:lnTo>
                  <a:lnTo>
                    <a:pt x="2988292" y="247636"/>
                  </a:lnTo>
                  <a:lnTo>
                    <a:pt x="2989349" y="255435"/>
                  </a:lnTo>
                  <a:lnTo>
                    <a:pt x="2990407" y="263321"/>
                  </a:lnTo>
                  <a:lnTo>
                    <a:pt x="2991465" y="271113"/>
                  </a:lnTo>
                  <a:lnTo>
                    <a:pt x="2992523" y="278471"/>
                  </a:lnTo>
                  <a:lnTo>
                    <a:pt x="2993581" y="285051"/>
                  </a:lnTo>
                  <a:lnTo>
                    <a:pt x="2994639" y="290491"/>
                  </a:lnTo>
                  <a:lnTo>
                    <a:pt x="2995696" y="294836"/>
                  </a:lnTo>
                  <a:lnTo>
                    <a:pt x="2996754" y="298374"/>
                  </a:lnTo>
                  <a:lnTo>
                    <a:pt x="2997812" y="301162"/>
                  </a:lnTo>
                  <a:lnTo>
                    <a:pt x="2998870" y="303068"/>
                  </a:lnTo>
                  <a:lnTo>
                    <a:pt x="2999928" y="304120"/>
                  </a:lnTo>
                  <a:lnTo>
                    <a:pt x="3000986" y="304464"/>
                  </a:lnTo>
                  <a:lnTo>
                    <a:pt x="3002044" y="304324"/>
                  </a:lnTo>
                  <a:lnTo>
                    <a:pt x="3003101" y="303589"/>
                  </a:lnTo>
                  <a:lnTo>
                    <a:pt x="3004159" y="302083"/>
                  </a:lnTo>
                  <a:lnTo>
                    <a:pt x="3005217" y="299835"/>
                  </a:lnTo>
                  <a:lnTo>
                    <a:pt x="3006275" y="297055"/>
                  </a:lnTo>
                  <a:lnTo>
                    <a:pt x="3007333" y="294289"/>
                  </a:lnTo>
                  <a:lnTo>
                    <a:pt x="3008391" y="291768"/>
                  </a:lnTo>
                  <a:lnTo>
                    <a:pt x="3009448" y="289490"/>
                  </a:lnTo>
                  <a:lnTo>
                    <a:pt x="3010506" y="287753"/>
                  </a:lnTo>
                  <a:lnTo>
                    <a:pt x="3011564" y="286629"/>
                  </a:lnTo>
                  <a:lnTo>
                    <a:pt x="3012622" y="285998"/>
                  </a:lnTo>
                  <a:lnTo>
                    <a:pt x="3013680" y="286042"/>
                  </a:lnTo>
                  <a:lnTo>
                    <a:pt x="3014738" y="286825"/>
                  </a:lnTo>
                  <a:lnTo>
                    <a:pt x="3015795" y="288294"/>
                  </a:lnTo>
                  <a:lnTo>
                    <a:pt x="3016853" y="290507"/>
                  </a:lnTo>
                  <a:lnTo>
                    <a:pt x="3017911" y="293523"/>
                  </a:lnTo>
                  <a:lnTo>
                    <a:pt x="3018969" y="297598"/>
                  </a:lnTo>
                  <a:lnTo>
                    <a:pt x="3020027" y="303020"/>
                  </a:lnTo>
                  <a:lnTo>
                    <a:pt x="3021085" y="309710"/>
                  </a:lnTo>
                  <a:lnTo>
                    <a:pt x="3022142" y="317465"/>
                  </a:lnTo>
                  <a:lnTo>
                    <a:pt x="3023200" y="326077"/>
                  </a:lnTo>
                  <a:lnTo>
                    <a:pt x="3024258" y="335411"/>
                  </a:lnTo>
                  <a:lnTo>
                    <a:pt x="3025316" y="345428"/>
                  </a:lnTo>
                  <a:lnTo>
                    <a:pt x="3026374" y="355874"/>
                  </a:lnTo>
                  <a:lnTo>
                    <a:pt x="3027432" y="366723"/>
                  </a:lnTo>
                  <a:lnTo>
                    <a:pt x="3028490" y="377911"/>
                  </a:lnTo>
                  <a:lnTo>
                    <a:pt x="3029547" y="389177"/>
                  </a:lnTo>
                  <a:lnTo>
                    <a:pt x="3030605" y="400421"/>
                  </a:lnTo>
                  <a:lnTo>
                    <a:pt x="3031663" y="411729"/>
                  </a:lnTo>
                  <a:lnTo>
                    <a:pt x="3032721" y="422938"/>
                  </a:lnTo>
                  <a:lnTo>
                    <a:pt x="3033779" y="433746"/>
                  </a:lnTo>
                  <a:lnTo>
                    <a:pt x="3034837" y="443905"/>
                  </a:lnTo>
                  <a:lnTo>
                    <a:pt x="3035894" y="453210"/>
                  </a:lnTo>
                  <a:lnTo>
                    <a:pt x="3036952" y="461679"/>
                  </a:lnTo>
                  <a:lnTo>
                    <a:pt x="3038010" y="469313"/>
                  </a:lnTo>
                  <a:lnTo>
                    <a:pt x="3039068" y="475958"/>
                  </a:lnTo>
                  <a:lnTo>
                    <a:pt x="3040126" y="481744"/>
                  </a:lnTo>
                  <a:lnTo>
                    <a:pt x="3041184" y="486819"/>
                  </a:lnTo>
                  <a:lnTo>
                    <a:pt x="3042241" y="491389"/>
                  </a:lnTo>
                  <a:lnTo>
                    <a:pt x="3043299" y="495636"/>
                  </a:lnTo>
                  <a:lnTo>
                    <a:pt x="3044357" y="500228"/>
                  </a:lnTo>
                  <a:lnTo>
                    <a:pt x="3045415" y="505621"/>
                  </a:lnTo>
                  <a:lnTo>
                    <a:pt x="3046473" y="512317"/>
                  </a:lnTo>
                  <a:lnTo>
                    <a:pt x="3047531" y="520536"/>
                  </a:lnTo>
                  <a:lnTo>
                    <a:pt x="3048588" y="530362"/>
                  </a:lnTo>
                  <a:lnTo>
                    <a:pt x="3049646" y="541959"/>
                  </a:lnTo>
                  <a:lnTo>
                    <a:pt x="3050704" y="555443"/>
                  </a:lnTo>
                  <a:lnTo>
                    <a:pt x="3051762" y="571027"/>
                  </a:lnTo>
                  <a:lnTo>
                    <a:pt x="3052820" y="588881"/>
                  </a:lnTo>
                  <a:lnTo>
                    <a:pt x="3053878" y="609010"/>
                  </a:lnTo>
                  <a:lnTo>
                    <a:pt x="3054936" y="631268"/>
                  </a:lnTo>
                  <a:lnTo>
                    <a:pt x="3055993" y="656007"/>
                  </a:lnTo>
                  <a:lnTo>
                    <a:pt x="3057051" y="683750"/>
                  </a:lnTo>
                  <a:lnTo>
                    <a:pt x="3058109" y="714772"/>
                  </a:lnTo>
                  <a:lnTo>
                    <a:pt x="3059167" y="748908"/>
                  </a:lnTo>
                  <a:lnTo>
                    <a:pt x="3060225" y="785382"/>
                  </a:lnTo>
                  <a:lnTo>
                    <a:pt x="3061283" y="823990"/>
                  </a:lnTo>
                  <a:lnTo>
                    <a:pt x="3062340" y="864566"/>
                  </a:lnTo>
                  <a:lnTo>
                    <a:pt x="3063398" y="906808"/>
                  </a:lnTo>
                  <a:lnTo>
                    <a:pt x="3064456" y="950765"/>
                  </a:lnTo>
                  <a:lnTo>
                    <a:pt x="3065514" y="996499"/>
                  </a:lnTo>
                  <a:lnTo>
                    <a:pt x="3066572" y="1043589"/>
                  </a:lnTo>
                  <a:lnTo>
                    <a:pt x="3067630" y="1091520"/>
                  </a:lnTo>
                  <a:lnTo>
                    <a:pt x="3068687" y="1139734"/>
                  </a:lnTo>
                  <a:lnTo>
                    <a:pt x="3069745" y="1187477"/>
                  </a:lnTo>
                  <a:lnTo>
                    <a:pt x="3070803" y="1234447"/>
                  </a:lnTo>
                  <a:lnTo>
                    <a:pt x="3071861" y="1278642"/>
                  </a:lnTo>
                  <a:lnTo>
                    <a:pt x="3072919" y="1317088"/>
                  </a:lnTo>
                  <a:lnTo>
                    <a:pt x="3073977" y="1347984"/>
                  </a:lnTo>
                  <a:lnTo>
                    <a:pt x="3075034" y="1371436"/>
                  </a:lnTo>
                  <a:lnTo>
                    <a:pt x="3076092" y="1387916"/>
                  </a:lnTo>
                  <a:lnTo>
                    <a:pt x="3077150" y="1398009"/>
                  </a:lnTo>
                  <a:lnTo>
                    <a:pt x="3078208" y="1401386"/>
                  </a:lnTo>
                  <a:lnTo>
                    <a:pt x="3079266" y="1399020"/>
                  </a:lnTo>
                  <a:lnTo>
                    <a:pt x="3080324" y="1391467"/>
                  </a:lnTo>
                  <a:lnTo>
                    <a:pt x="3081382" y="1379395"/>
                  </a:lnTo>
                  <a:lnTo>
                    <a:pt x="3082439" y="1363530"/>
                  </a:lnTo>
                  <a:lnTo>
                    <a:pt x="3083497" y="1344614"/>
                  </a:lnTo>
                  <a:lnTo>
                    <a:pt x="3084555" y="1322584"/>
                  </a:lnTo>
                  <a:lnTo>
                    <a:pt x="3085613" y="1298250"/>
                  </a:lnTo>
                  <a:lnTo>
                    <a:pt x="3086671" y="1272137"/>
                  </a:lnTo>
                  <a:lnTo>
                    <a:pt x="3087729" y="1244763"/>
                  </a:lnTo>
                  <a:lnTo>
                    <a:pt x="3088786" y="1217225"/>
                  </a:lnTo>
                  <a:lnTo>
                    <a:pt x="3089844" y="1190356"/>
                  </a:lnTo>
                  <a:lnTo>
                    <a:pt x="3090902" y="1163977"/>
                  </a:lnTo>
                  <a:lnTo>
                    <a:pt x="3091960" y="1138238"/>
                  </a:lnTo>
                  <a:lnTo>
                    <a:pt x="3093018" y="1112361"/>
                  </a:lnTo>
                  <a:lnTo>
                    <a:pt x="3094076" y="1085958"/>
                  </a:lnTo>
                  <a:lnTo>
                    <a:pt x="3095133" y="1058174"/>
                  </a:lnTo>
                  <a:lnTo>
                    <a:pt x="3096191" y="1028626"/>
                  </a:lnTo>
                  <a:lnTo>
                    <a:pt x="3097249" y="996599"/>
                  </a:lnTo>
                  <a:lnTo>
                    <a:pt x="3098307" y="962392"/>
                  </a:lnTo>
                  <a:lnTo>
                    <a:pt x="3099365" y="926186"/>
                  </a:lnTo>
                  <a:lnTo>
                    <a:pt x="3100423" y="889376"/>
                  </a:lnTo>
                  <a:lnTo>
                    <a:pt x="3101480" y="853125"/>
                  </a:lnTo>
                  <a:lnTo>
                    <a:pt x="3102538" y="818324"/>
                  </a:lnTo>
                  <a:lnTo>
                    <a:pt x="3103596" y="784982"/>
                  </a:lnTo>
                  <a:lnTo>
                    <a:pt x="3104654" y="753202"/>
                  </a:lnTo>
                  <a:lnTo>
                    <a:pt x="3105712" y="722458"/>
                  </a:lnTo>
                  <a:lnTo>
                    <a:pt x="3106770" y="692532"/>
                  </a:lnTo>
                  <a:lnTo>
                    <a:pt x="3107828" y="663293"/>
                  </a:lnTo>
                  <a:lnTo>
                    <a:pt x="3108885" y="634281"/>
                  </a:lnTo>
                  <a:lnTo>
                    <a:pt x="3109943" y="605661"/>
                  </a:lnTo>
                  <a:lnTo>
                    <a:pt x="3111001" y="577663"/>
                  </a:lnTo>
                  <a:lnTo>
                    <a:pt x="3112059" y="550368"/>
                  </a:lnTo>
                  <a:lnTo>
                    <a:pt x="3113117" y="524247"/>
                  </a:lnTo>
                  <a:lnTo>
                    <a:pt x="3114175" y="499586"/>
                  </a:lnTo>
                  <a:lnTo>
                    <a:pt x="3115232" y="476625"/>
                  </a:lnTo>
                  <a:lnTo>
                    <a:pt x="3116290" y="455171"/>
                  </a:lnTo>
                  <a:lnTo>
                    <a:pt x="3117348" y="434880"/>
                  </a:lnTo>
                  <a:lnTo>
                    <a:pt x="3118406" y="415372"/>
                  </a:lnTo>
                  <a:lnTo>
                    <a:pt x="3119464" y="396801"/>
                  </a:lnTo>
                  <a:lnTo>
                    <a:pt x="3120522" y="379041"/>
                  </a:lnTo>
                  <a:lnTo>
                    <a:pt x="3121579" y="362070"/>
                  </a:lnTo>
                  <a:lnTo>
                    <a:pt x="3122637" y="345718"/>
                  </a:lnTo>
                  <a:lnTo>
                    <a:pt x="3123695" y="329675"/>
                  </a:lnTo>
                  <a:lnTo>
                    <a:pt x="3124753" y="314075"/>
                  </a:lnTo>
                  <a:lnTo>
                    <a:pt x="3125811" y="298988"/>
                  </a:lnTo>
                  <a:lnTo>
                    <a:pt x="3126869" y="284419"/>
                  </a:lnTo>
                  <a:lnTo>
                    <a:pt x="3127926" y="270494"/>
                  </a:lnTo>
                  <a:lnTo>
                    <a:pt x="3128984" y="257367"/>
                  </a:lnTo>
                  <a:lnTo>
                    <a:pt x="3130042" y="244936"/>
                  </a:lnTo>
                  <a:lnTo>
                    <a:pt x="3131100" y="233185"/>
                  </a:lnTo>
                  <a:lnTo>
                    <a:pt x="3132158" y="221957"/>
                  </a:lnTo>
                  <a:lnTo>
                    <a:pt x="3133216" y="211068"/>
                  </a:lnTo>
                  <a:lnTo>
                    <a:pt x="3134274" y="200613"/>
                  </a:lnTo>
                  <a:lnTo>
                    <a:pt x="3135331" y="190510"/>
                  </a:lnTo>
                  <a:lnTo>
                    <a:pt x="3136389" y="180671"/>
                  </a:lnTo>
                  <a:lnTo>
                    <a:pt x="3137447" y="171130"/>
                  </a:lnTo>
                  <a:lnTo>
                    <a:pt x="3138505" y="162022"/>
                  </a:lnTo>
                  <a:lnTo>
                    <a:pt x="3139563" y="153684"/>
                  </a:lnTo>
                  <a:lnTo>
                    <a:pt x="3140621" y="146344"/>
                  </a:lnTo>
                  <a:lnTo>
                    <a:pt x="3141678" y="139730"/>
                  </a:lnTo>
                  <a:lnTo>
                    <a:pt x="3142736" y="133640"/>
                  </a:lnTo>
                  <a:lnTo>
                    <a:pt x="3143794" y="127907"/>
                  </a:lnTo>
                  <a:lnTo>
                    <a:pt x="3144852" y="122328"/>
                  </a:lnTo>
                  <a:lnTo>
                    <a:pt x="3145910" y="116968"/>
                  </a:lnTo>
                  <a:lnTo>
                    <a:pt x="3146968" y="111809"/>
                  </a:lnTo>
                  <a:lnTo>
                    <a:pt x="3148025" y="107014"/>
                  </a:lnTo>
                  <a:lnTo>
                    <a:pt x="3149083" y="102919"/>
                  </a:lnTo>
                  <a:lnTo>
                    <a:pt x="3150141" y="99644"/>
                  </a:lnTo>
                  <a:lnTo>
                    <a:pt x="3151199" y="97271"/>
                  </a:lnTo>
                  <a:lnTo>
                    <a:pt x="3152257" y="95934"/>
                  </a:lnTo>
                  <a:lnTo>
                    <a:pt x="3153315" y="95485"/>
                  </a:lnTo>
                  <a:lnTo>
                    <a:pt x="3154372" y="95664"/>
                  </a:lnTo>
                  <a:lnTo>
                    <a:pt x="3155430" y="96149"/>
                  </a:lnTo>
                  <a:lnTo>
                    <a:pt x="3156488" y="96725"/>
                  </a:lnTo>
                  <a:lnTo>
                    <a:pt x="3157546" y="97489"/>
                  </a:lnTo>
                  <a:lnTo>
                    <a:pt x="3158604" y="98577"/>
                  </a:lnTo>
                  <a:lnTo>
                    <a:pt x="3159662" y="100024"/>
                  </a:lnTo>
                  <a:lnTo>
                    <a:pt x="3160720" y="101801"/>
                  </a:lnTo>
                  <a:lnTo>
                    <a:pt x="3161777" y="103865"/>
                  </a:lnTo>
                  <a:lnTo>
                    <a:pt x="3162835" y="106063"/>
                  </a:lnTo>
                  <a:lnTo>
                    <a:pt x="3163893" y="108383"/>
                  </a:lnTo>
                  <a:lnTo>
                    <a:pt x="3164951" y="110763"/>
                  </a:lnTo>
                  <a:lnTo>
                    <a:pt x="3166009" y="113138"/>
                  </a:lnTo>
                  <a:lnTo>
                    <a:pt x="3167067" y="115470"/>
                  </a:lnTo>
                  <a:lnTo>
                    <a:pt x="3168124" y="117612"/>
                  </a:lnTo>
                  <a:lnTo>
                    <a:pt x="3169182" y="119742"/>
                  </a:lnTo>
                  <a:lnTo>
                    <a:pt x="3170240" y="122153"/>
                  </a:lnTo>
                  <a:lnTo>
                    <a:pt x="3171298" y="125055"/>
                  </a:lnTo>
                  <a:lnTo>
                    <a:pt x="3172356" y="128458"/>
                  </a:lnTo>
                  <a:lnTo>
                    <a:pt x="3173414" y="132421"/>
                  </a:lnTo>
                  <a:lnTo>
                    <a:pt x="3174471" y="137036"/>
                  </a:lnTo>
                  <a:lnTo>
                    <a:pt x="3175529" y="142532"/>
                  </a:lnTo>
                  <a:lnTo>
                    <a:pt x="3176587" y="149291"/>
                  </a:lnTo>
                  <a:lnTo>
                    <a:pt x="3177645" y="157463"/>
                  </a:lnTo>
                  <a:lnTo>
                    <a:pt x="3178703" y="167207"/>
                  </a:lnTo>
                  <a:lnTo>
                    <a:pt x="3179761" y="178518"/>
                  </a:lnTo>
                  <a:lnTo>
                    <a:pt x="3180818" y="191164"/>
                  </a:lnTo>
                  <a:lnTo>
                    <a:pt x="3181876" y="204800"/>
                  </a:lnTo>
                  <a:lnTo>
                    <a:pt x="3182934" y="219137"/>
                  </a:lnTo>
                  <a:lnTo>
                    <a:pt x="3183992" y="233955"/>
                  </a:lnTo>
                  <a:lnTo>
                    <a:pt x="3185050" y="249062"/>
                  </a:lnTo>
                  <a:lnTo>
                    <a:pt x="3186108" y="264404"/>
                  </a:lnTo>
                  <a:lnTo>
                    <a:pt x="3187166" y="279814"/>
                  </a:lnTo>
                  <a:lnTo>
                    <a:pt x="3188223" y="295505"/>
                  </a:lnTo>
                  <a:lnTo>
                    <a:pt x="3189281" y="311574"/>
                  </a:lnTo>
                  <a:lnTo>
                    <a:pt x="3190339" y="328110"/>
                  </a:lnTo>
                  <a:lnTo>
                    <a:pt x="3191397" y="345011"/>
                  </a:lnTo>
                  <a:lnTo>
                    <a:pt x="3192455" y="361792"/>
                  </a:lnTo>
                  <a:lnTo>
                    <a:pt x="3193513" y="378002"/>
                  </a:lnTo>
                  <a:lnTo>
                    <a:pt x="3194570" y="393587"/>
                  </a:lnTo>
                  <a:lnTo>
                    <a:pt x="3195628" y="408250"/>
                  </a:lnTo>
                  <a:lnTo>
                    <a:pt x="3196686" y="421794"/>
                  </a:lnTo>
                  <a:lnTo>
                    <a:pt x="3197744" y="434142"/>
                  </a:lnTo>
                  <a:lnTo>
                    <a:pt x="3198802" y="445058"/>
                  </a:lnTo>
                  <a:lnTo>
                    <a:pt x="3199860" y="454701"/>
                  </a:lnTo>
                  <a:lnTo>
                    <a:pt x="3200917" y="463055"/>
                  </a:lnTo>
                  <a:lnTo>
                    <a:pt x="3201975" y="469930"/>
                  </a:lnTo>
                  <a:lnTo>
                    <a:pt x="3203033" y="475762"/>
                  </a:lnTo>
                  <a:lnTo>
                    <a:pt x="3204091" y="480594"/>
                  </a:lnTo>
                  <a:lnTo>
                    <a:pt x="3205149" y="484337"/>
                  </a:lnTo>
                  <a:lnTo>
                    <a:pt x="3206207" y="486808"/>
                  </a:lnTo>
                  <a:lnTo>
                    <a:pt x="3207264" y="488067"/>
                  </a:lnTo>
                  <a:lnTo>
                    <a:pt x="3208322" y="488098"/>
                  </a:lnTo>
                  <a:lnTo>
                    <a:pt x="3209380" y="487003"/>
                  </a:lnTo>
                  <a:lnTo>
                    <a:pt x="3210438" y="484259"/>
                  </a:lnTo>
                  <a:lnTo>
                    <a:pt x="3211496" y="479826"/>
                  </a:lnTo>
                  <a:lnTo>
                    <a:pt x="3212554" y="474176"/>
                  </a:lnTo>
                  <a:lnTo>
                    <a:pt x="3213612" y="467920"/>
                  </a:lnTo>
                  <a:lnTo>
                    <a:pt x="3214669" y="461879"/>
                  </a:lnTo>
                  <a:lnTo>
                    <a:pt x="3215727" y="456238"/>
                  </a:lnTo>
                  <a:lnTo>
                    <a:pt x="3216785" y="451304"/>
                  </a:lnTo>
                  <a:lnTo>
                    <a:pt x="3217843" y="447417"/>
                  </a:lnTo>
                  <a:lnTo>
                    <a:pt x="3218901" y="444128"/>
                  </a:lnTo>
                  <a:lnTo>
                    <a:pt x="3219959" y="440860"/>
                  </a:lnTo>
                  <a:lnTo>
                    <a:pt x="3221016" y="437512"/>
                  </a:lnTo>
                  <a:lnTo>
                    <a:pt x="3222074" y="433741"/>
                  </a:lnTo>
                  <a:lnTo>
                    <a:pt x="3223132" y="429284"/>
                  </a:lnTo>
                  <a:lnTo>
                    <a:pt x="3224190" y="424276"/>
                  </a:lnTo>
                  <a:lnTo>
                    <a:pt x="3225248" y="418851"/>
                  </a:lnTo>
                  <a:lnTo>
                    <a:pt x="3226306" y="413328"/>
                  </a:lnTo>
                  <a:lnTo>
                    <a:pt x="3227363" y="407859"/>
                  </a:lnTo>
                  <a:lnTo>
                    <a:pt x="3228421" y="402286"/>
                  </a:lnTo>
                  <a:lnTo>
                    <a:pt x="3229479" y="396550"/>
                  </a:lnTo>
                  <a:lnTo>
                    <a:pt x="3230537" y="390453"/>
                  </a:lnTo>
                  <a:lnTo>
                    <a:pt x="3231595" y="383990"/>
                  </a:lnTo>
                  <a:lnTo>
                    <a:pt x="3232653" y="376997"/>
                  </a:lnTo>
                  <a:lnTo>
                    <a:pt x="3233710" y="369188"/>
                  </a:lnTo>
                  <a:lnTo>
                    <a:pt x="3234768" y="360883"/>
                  </a:lnTo>
                  <a:lnTo>
                    <a:pt x="3235826" y="352582"/>
                  </a:lnTo>
                  <a:lnTo>
                    <a:pt x="3236884" y="344365"/>
                  </a:lnTo>
                  <a:lnTo>
                    <a:pt x="3237942" y="336572"/>
                  </a:lnTo>
                  <a:lnTo>
                    <a:pt x="3239000" y="329336"/>
                  </a:lnTo>
                  <a:lnTo>
                    <a:pt x="3240058" y="322666"/>
                  </a:lnTo>
                  <a:lnTo>
                    <a:pt x="3241115" y="316372"/>
                  </a:lnTo>
                  <a:lnTo>
                    <a:pt x="3242173" y="310520"/>
                  </a:lnTo>
                  <a:lnTo>
                    <a:pt x="3243231" y="304908"/>
                  </a:lnTo>
                  <a:lnTo>
                    <a:pt x="3244289" y="299543"/>
                  </a:lnTo>
                  <a:lnTo>
                    <a:pt x="3245347" y="294315"/>
                  </a:lnTo>
                  <a:lnTo>
                    <a:pt x="3246405" y="289055"/>
                  </a:lnTo>
                  <a:lnTo>
                    <a:pt x="3247462" y="283789"/>
                  </a:lnTo>
                  <a:lnTo>
                    <a:pt x="3248520" y="278615"/>
                  </a:lnTo>
                  <a:lnTo>
                    <a:pt x="3249578" y="273836"/>
                  </a:lnTo>
                  <a:lnTo>
                    <a:pt x="3250636" y="269671"/>
                  </a:lnTo>
                  <a:lnTo>
                    <a:pt x="3251694" y="266288"/>
                  </a:lnTo>
                  <a:lnTo>
                    <a:pt x="3252752" y="263588"/>
                  </a:lnTo>
                  <a:lnTo>
                    <a:pt x="3253809" y="261549"/>
                  </a:lnTo>
                  <a:lnTo>
                    <a:pt x="3254867" y="260137"/>
                  </a:lnTo>
                  <a:lnTo>
                    <a:pt x="3255925" y="259132"/>
                  </a:lnTo>
                  <a:lnTo>
                    <a:pt x="3256983" y="258323"/>
                  </a:lnTo>
                  <a:lnTo>
                    <a:pt x="3258041" y="257640"/>
                  </a:lnTo>
                  <a:lnTo>
                    <a:pt x="3259099" y="257283"/>
                  </a:lnTo>
                  <a:lnTo>
                    <a:pt x="3260156" y="257300"/>
                  </a:lnTo>
                  <a:lnTo>
                    <a:pt x="3261214" y="257871"/>
                  </a:lnTo>
                  <a:lnTo>
                    <a:pt x="3262272" y="259349"/>
                  </a:lnTo>
                  <a:lnTo>
                    <a:pt x="3263330" y="262052"/>
                  </a:lnTo>
                  <a:lnTo>
                    <a:pt x="3264388" y="266231"/>
                  </a:lnTo>
                  <a:lnTo>
                    <a:pt x="3265446" y="271637"/>
                  </a:lnTo>
                  <a:lnTo>
                    <a:pt x="3266504" y="277808"/>
                  </a:lnTo>
                  <a:lnTo>
                    <a:pt x="3267561" y="284442"/>
                  </a:lnTo>
                  <a:lnTo>
                    <a:pt x="3268619" y="291751"/>
                  </a:lnTo>
                  <a:lnTo>
                    <a:pt x="3269677" y="299382"/>
                  </a:lnTo>
                  <a:lnTo>
                    <a:pt x="3270735" y="306924"/>
                  </a:lnTo>
                  <a:lnTo>
                    <a:pt x="3271793" y="314601"/>
                  </a:lnTo>
                  <a:lnTo>
                    <a:pt x="3272851" y="322976"/>
                  </a:lnTo>
                  <a:lnTo>
                    <a:pt x="3273908" y="332180"/>
                  </a:lnTo>
                  <a:lnTo>
                    <a:pt x="3274966" y="342249"/>
                  </a:lnTo>
                  <a:lnTo>
                    <a:pt x="3276024" y="353126"/>
                  </a:lnTo>
                  <a:lnTo>
                    <a:pt x="3277082" y="364676"/>
                  </a:lnTo>
                  <a:lnTo>
                    <a:pt x="3278140" y="376661"/>
                  </a:lnTo>
                  <a:lnTo>
                    <a:pt x="3279198" y="388746"/>
                  </a:lnTo>
                  <a:lnTo>
                    <a:pt x="3280255" y="400518"/>
                  </a:lnTo>
                  <a:lnTo>
                    <a:pt x="3281313" y="412071"/>
                  </a:lnTo>
                  <a:lnTo>
                    <a:pt x="3282371" y="423496"/>
                  </a:lnTo>
                  <a:lnTo>
                    <a:pt x="3283429" y="434670"/>
                  </a:lnTo>
                  <a:lnTo>
                    <a:pt x="3284487" y="445399"/>
                  </a:lnTo>
                  <a:lnTo>
                    <a:pt x="3285545" y="456077"/>
                  </a:lnTo>
                  <a:lnTo>
                    <a:pt x="3286602" y="467403"/>
                  </a:lnTo>
                  <a:lnTo>
                    <a:pt x="3287660" y="479312"/>
                  </a:lnTo>
                  <a:lnTo>
                    <a:pt x="3288718" y="491508"/>
                  </a:lnTo>
                  <a:lnTo>
                    <a:pt x="3289776" y="504029"/>
                  </a:lnTo>
                  <a:lnTo>
                    <a:pt x="3290834" y="516791"/>
                  </a:lnTo>
                  <a:lnTo>
                    <a:pt x="3291892" y="529847"/>
                  </a:lnTo>
                  <a:lnTo>
                    <a:pt x="3292950" y="543039"/>
                  </a:lnTo>
                  <a:lnTo>
                    <a:pt x="3294007" y="556349"/>
                  </a:lnTo>
                  <a:lnTo>
                    <a:pt x="3295065" y="569586"/>
                  </a:lnTo>
                  <a:lnTo>
                    <a:pt x="3296123" y="582966"/>
                  </a:lnTo>
                  <a:lnTo>
                    <a:pt x="3297181" y="596403"/>
                  </a:lnTo>
                  <a:lnTo>
                    <a:pt x="3298239" y="610050"/>
                  </a:lnTo>
                  <a:lnTo>
                    <a:pt x="3299297" y="624314"/>
                  </a:lnTo>
                  <a:lnTo>
                    <a:pt x="3300354" y="639439"/>
                  </a:lnTo>
                  <a:lnTo>
                    <a:pt x="3301412" y="655544"/>
                  </a:lnTo>
                  <a:lnTo>
                    <a:pt x="3302470" y="672243"/>
                  </a:lnTo>
                  <a:lnTo>
                    <a:pt x="3303528" y="689212"/>
                  </a:lnTo>
                  <a:lnTo>
                    <a:pt x="3304586" y="706072"/>
                  </a:lnTo>
                  <a:lnTo>
                    <a:pt x="3305644" y="722738"/>
                  </a:lnTo>
                  <a:lnTo>
                    <a:pt x="3306701" y="738923"/>
                  </a:lnTo>
                  <a:lnTo>
                    <a:pt x="3307759" y="754060"/>
                  </a:lnTo>
                  <a:lnTo>
                    <a:pt x="3308817" y="768413"/>
                  </a:lnTo>
                  <a:lnTo>
                    <a:pt x="3309875" y="782496"/>
                  </a:lnTo>
                  <a:lnTo>
                    <a:pt x="3310933" y="796587"/>
                  </a:lnTo>
                  <a:lnTo>
                    <a:pt x="3311991" y="810276"/>
                  </a:lnTo>
                  <a:lnTo>
                    <a:pt x="3313048" y="822935"/>
                  </a:lnTo>
                  <a:lnTo>
                    <a:pt x="3314106" y="834248"/>
                  </a:lnTo>
                  <a:lnTo>
                    <a:pt x="3315164" y="843985"/>
                  </a:lnTo>
                  <a:lnTo>
                    <a:pt x="3316222" y="851487"/>
                  </a:lnTo>
                  <a:lnTo>
                    <a:pt x="3317280" y="855956"/>
                  </a:lnTo>
                  <a:lnTo>
                    <a:pt x="3318338" y="857652"/>
                  </a:lnTo>
                  <a:lnTo>
                    <a:pt x="3319396" y="857228"/>
                  </a:lnTo>
                  <a:lnTo>
                    <a:pt x="3320453" y="855485"/>
                  </a:lnTo>
                  <a:lnTo>
                    <a:pt x="3321511" y="852108"/>
                  </a:lnTo>
                  <a:lnTo>
                    <a:pt x="3322569" y="847360"/>
                  </a:lnTo>
                  <a:lnTo>
                    <a:pt x="3323627" y="841954"/>
                  </a:lnTo>
                  <a:lnTo>
                    <a:pt x="3324685" y="835341"/>
                  </a:lnTo>
                  <a:lnTo>
                    <a:pt x="3325743" y="826263"/>
                  </a:lnTo>
                  <a:lnTo>
                    <a:pt x="3326800" y="814499"/>
                  </a:lnTo>
                  <a:lnTo>
                    <a:pt x="3327858" y="800306"/>
                  </a:lnTo>
                  <a:lnTo>
                    <a:pt x="3328916" y="784551"/>
                  </a:lnTo>
                  <a:lnTo>
                    <a:pt x="3329974" y="767466"/>
                  </a:lnTo>
                  <a:lnTo>
                    <a:pt x="3331032" y="748859"/>
                  </a:lnTo>
                  <a:lnTo>
                    <a:pt x="3332090" y="729171"/>
                  </a:lnTo>
                  <a:lnTo>
                    <a:pt x="3333147" y="709362"/>
                  </a:lnTo>
                  <a:lnTo>
                    <a:pt x="3334205" y="689414"/>
                  </a:lnTo>
                  <a:lnTo>
                    <a:pt x="3335263" y="669173"/>
                  </a:lnTo>
                  <a:lnTo>
                    <a:pt x="3336321" y="648540"/>
                  </a:lnTo>
                  <a:lnTo>
                    <a:pt x="3337379" y="627861"/>
                  </a:lnTo>
                  <a:lnTo>
                    <a:pt x="3338437" y="607495"/>
                  </a:lnTo>
                  <a:lnTo>
                    <a:pt x="3339494" y="587566"/>
                  </a:lnTo>
                  <a:lnTo>
                    <a:pt x="3340552" y="568439"/>
                  </a:lnTo>
                  <a:lnTo>
                    <a:pt x="3341610" y="550640"/>
                  </a:lnTo>
                  <a:lnTo>
                    <a:pt x="3342668" y="534297"/>
                  </a:lnTo>
                  <a:lnTo>
                    <a:pt x="3343726" y="519480"/>
                  </a:lnTo>
                  <a:lnTo>
                    <a:pt x="3344784" y="506132"/>
                  </a:lnTo>
                  <a:lnTo>
                    <a:pt x="3345842" y="494094"/>
                  </a:lnTo>
                  <a:lnTo>
                    <a:pt x="3346899" y="483254"/>
                  </a:lnTo>
                  <a:lnTo>
                    <a:pt x="3347957" y="473422"/>
                  </a:lnTo>
                  <a:lnTo>
                    <a:pt x="3349015" y="464290"/>
                  </a:lnTo>
                  <a:lnTo>
                    <a:pt x="3350073" y="455818"/>
                  </a:lnTo>
                  <a:lnTo>
                    <a:pt x="3351131" y="448074"/>
                  </a:lnTo>
                  <a:lnTo>
                    <a:pt x="3352189" y="440850"/>
                  </a:lnTo>
                  <a:lnTo>
                    <a:pt x="3353246" y="433972"/>
                  </a:lnTo>
                  <a:lnTo>
                    <a:pt x="3354304" y="427235"/>
                  </a:lnTo>
                  <a:lnTo>
                    <a:pt x="3355362" y="420843"/>
                  </a:lnTo>
                  <a:lnTo>
                    <a:pt x="3356420" y="414749"/>
                  </a:lnTo>
                  <a:lnTo>
                    <a:pt x="3357478" y="408818"/>
                  </a:lnTo>
                  <a:lnTo>
                    <a:pt x="3358536" y="402983"/>
                  </a:lnTo>
                  <a:lnTo>
                    <a:pt x="3359593" y="397363"/>
                  </a:lnTo>
                  <a:lnTo>
                    <a:pt x="3360651" y="392071"/>
                  </a:lnTo>
                  <a:lnTo>
                    <a:pt x="3361709" y="387236"/>
                  </a:lnTo>
                  <a:lnTo>
                    <a:pt x="3362767" y="382684"/>
                  </a:lnTo>
                  <a:lnTo>
                    <a:pt x="3363825" y="378542"/>
                  </a:lnTo>
                  <a:lnTo>
                    <a:pt x="3364883" y="374914"/>
                  </a:lnTo>
                  <a:lnTo>
                    <a:pt x="3365940" y="372004"/>
                  </a:lnTo>
                  <a:lnTo>
                    <a:pt x="3366998" y="369675"/>
                  </a:lnTo>
                  <a:lnTo>
                    <a:pt x="3368056" y="367914"/>
                  </a:lnTo>
                  <a:lnTo>
                    <a:pt x="3369114" y="366745"/>
                  </a:lnTo>
                  <a:lnTo>
                    <a:pt x="3370172" y="366195"/>
                  </a:lnTo>
                  <a:lnTo>
                    <a:pt x="3371230" y="365924"/>
                  </a:lnTo>
                  <a:lnTo>
                    <a:pt x="3372288" y="365830"/>
                  </a:lnTo>
                  <a:lnTo>
                    <a:pt x="3373345" y="365844"/>
                  </a:lnTo>
                  <a:lnTo>
                    <a:pt x="3374403" y="366099"/>
                  </a:lnTo>
                  <a:lnTo>
                    <a:pt x="3375461" y="366404"/>
                  </a:lnTo>
                  <a:lnTo>
                    <a:pt x="3376519" y="366628"/>
                  </a:lnTo>
                  <a:lnTo>
                    <a:pt x="3377577" y="366849"/>
                  </a:lnTo>
                  <a:lnTo>
                    <a:pt x="3378635" y="367391"/>
                  </a:lnTo>
                  <a:lnTo>
                    <a:pt x="3379692" y="368192"/>
                  </a:lnTo>
                  <a:lnTo>
                    <a:pt x="3380750" y="369191"/>
                  </a:lnTo>
                  <a:lnTo>
                    <a:pt x="3381808" y="369937"/>
                  </a:lnTo>
                  <a:lnTo>
                    <a:pt x="3382866" y="370360"/>
                  </a:lnTo>
                  <a:lnTo>
                    <a:pt x="3383924" y="370618"/>
                  </a:lnTo>
                  <a:lnTo>
                    <a:pt x="3384982" y="370554"/>
                  </a:lnTo>
                  <a:lnTo>
                    <a:pt x="3386039" y="369955"/>
                  </a:lnTo>
                  <a:lnTo>
                    <a:pt x="3387097" y="368743"/>
                  </a:lnTo>
                  <a:lnTo>
                    <a:pt x="3388155" y="366770"/>
                  </a:lnTo>
                  <a:lnTo>
                    <a:pt x="3389213" y="364143"/>
                  </a:lnTo>
                  <a:lnTo>
                    <a:pt x="3390271" y="360756"/>
                  </a:lnTo>
                  <a:lnTo>
                    <a:pt x="3391329" y="356559"/>
                  </a:lnTo>
                  <a:lnTo>
                    <a:pt x="3392386" y="351487"/>
                  </a:lnTo>
                  <a:lnTo>
                    <a:pt x="3393444" y="345450"/>
                  </a:lnTo>
                  <a:lnTo>
                    <a:pt x="3394502" y="338460"/>
                  </a:lnTo>
                  <a:lnTo>
                    <a:pt x="3395560" y="330573"/>
                  </a:lnTo>
                  <a:lnTo>
                    <a:pt x="3396618" y="321782"/>
                  </a:lnTo>
                  <a:lnTo>
                    <a:pt x="3397676" y="312287"/>
                  </a:lnTo>
                  <a:lnTo>
                    <a:pt x="3398734" y="302399"/>
                  </a:lnTo>
                  <a:lnTo>
                    <a:pt x="3399791" y="292150"/>
                  </a:lnTo>
                  <a:lnTo>
                    <a:pt x="3400849" y="281846"/>
                  </a:lnTo>
                  <a:lnTo>
                    <a:pt x="3401907" y="271711"/>
                  </a:lnTo>
                  <a:lnTo>
                    <a:pt x="3402965" y="261905"/>
                  </a:lnTo>
                  <a:lnTo>
                    <a:pt x="3404023" y="252453"/>
                  </a:lnTo>
                  <a:lnTo>
                    <a:pt x="3405081" y="243414"/>
                  </a:lnTo>
                  <a:lnTo>
                    <a:pt x="3406138" y="234713"/>
                  </a:lnTo>
                  <a:lnTo>
                    <a:pt x="3407196" y="226435"/>
                  </a:lnTo>
                  <a:lnTo>
                    <a:pt x="3408254" y="218554"/>
                  </a:lnTo>
                  <a:lnTo>
                    <a:pt x="3409312" y="211206"/>
                  </a:lnTo>
                  <a:lnTo>
                    <a:pt x="3410370" y="204387"/>
                  </a:lnTo>
                  <a:lnTo>
                    <a:pt x="3411428" y="198100"/>
                  </a:lnTo>
                  <a:lnTo>
                    <a:pt x="3412485" y="192218"/>
                  </a:lnTo>
                  <a:lnTo>
                    <a:pt x="3413543" y="186710"/>
                  </a:lnTo>
                  <a:lnTo>
                    <a:pt x="3414601" y="181305"/>
                  </a:lnTo>
                  <a:lnTo>
                    <a:pt x="3415659" y="176113"/>
                  </a:lnTo>
                  <a:lnTo>
                    <a:pt x="3416717" y="170839"/>
                  </a:lnTo>
                  <a:lnTo>
                    <a:pt x="3417775" y="165497"/>
                  </a:lnTo>
                  <a:lnTo>
                    <a:pt x="3418832" y="160082"/>
                  </a:lnTo>
                  <a:lnTo>
                    <a:pt x="3419890" y="154909"/>
                  </a:lnTo>
                  <a:lnTo>
                    <a:pt x="3420948" y="149997"/>
                  </a:lnTo>
                  <a:lnTo>
                    <a:pt x="3422006" y="145348"/>
                  </a:lnTo>
                  <a:lnTo>
                    <a:pt x="3423064" y="140923"/>
                  </a:lnTo>
                  <a:lnTo>
                    <a:pt x="3424122" y="136690"/>
                  </a:lnTo>
                  <a:lnTo>
                    <a:pt x="3425180" y="132495"/>
                  </a:lnTo>
                  <a:lnTo>
                    <a:pt x="3426237" y="128128"/>
                  </a:lnTo>
                  <a:lnTo>
                    <a:pt x="3427295" y="123429"/>
                  </a:lnTo>
                  <a:lnTo>
                    <a:pt x="3428353" y="118402"/>
                  </a:lnTo>
                  <a:lnTo>
                    <a:pt x="3429411" y="113153"/>
                  </a:lnTo>
                  <a:lnTo>
                    <a:pt x="3430469" y="107811"/>
                  </a:lnTo>
                  <a:lnTo>
                    <a:pt x="3431527" y="102351"/>
                  </a:lnTo>
                  <a:lnTo>
                    <a:pt x="3432584" y="97010"/>
                  </a:lnTo>
                  <a:lnTo>
                    <a:pt x="3433642" y="91732"/>
                  </a:lnTo>
                  <a:lnTo>
                    <a:pt x="3434700" y="86631"/>
                  </a:lnTo>
                  <a:lnTo>
                    <a:pt x="3435758" y="81713"/>
                  </a:lnTo>
                  <a:lnTo>
                    <a:pt x="3436816" y="76938"/>
                  </a:lnTo>
                  <a:lnTo>
                    <a:pt x="3437874" y="72452"/>
                  </a:lnTo>
                  <a:lnTo>
                    <a:pt x="3438931" y="68248"/>
                  </a:lnTo>
                  <a:lnTo>
                    <a:pt x="3439989" y="64437"/>
                  </a:lnTo>
                  <a:lnTo>
                    <a:pt x="3441047" y="61168"/>
                  </a:lnTo>
                  <a:lnTo>
                    <a:pt x="3442105" y="58549"/>
                  </a:lnTo>
                  <a:lnTo>
                    <a:pt x="3443163" y="56698"/>
                  </a:lnTo>
                  <a:lnTo>
                    <a:pt x="3444221" y="55662"/>
                  </a:lnTo>
                  <a:lnTo>
                    <a:pt x="3445278" y="55443"/>
                  </a:lnTo>
                  <a:lnTo>
                    <a:pt x="3446336" y="56017"/>
                  </a:lnTo>
                  <a:lnTo>
                    <a:pt x="3447394" y="57301"/>
                  </a:lnTo>
                  <a:lnTo>
                    <a:pt x="3448452" y="59289"/>
                  </a:lnTo>
                  <a:lnTo>
                    <a:pt x="3449510" y="61992"/>
                  </a:lnTo>
                  <a:lnTo>
                    <a:pt x="3450568" y="65264"/>
                  </a:lnTo>
                  <a:lnTo>
                    <a:pt x="3451626" y="68963"/>
                  </a:lnTo>
                  <a:lnTo>
                    <a:pt x="3452683" y="73137"/>
                  </a:lnTo>
                  <a:lnTo>
                    <a:pt x="3453741" y="77670"/>
                  </a:lnTo>
                  <a:lnTo>
                    <a:pt x="3454799" y="82520"/>
                  </a:lnTo>
                  <a:lnTo>
                    <a:pt x="3455857" y="87582"/>
                  </a:lnTo>
                  <a:lnTo>
                    <a:pt x="3456915" y="92786"/>
                  </a:lnTo>
                  <a:lnTo>
                    <a:pt x="3457973" y="98159"/>
                  </a:lnTo>
                  <a:lnTo>
                    <a:pt x="3459030" y="103740"/>
                  </a:lnTo>
                  <a:lnTo>
                    <a:pt x="3460088" y="109596"/>
                  </a:lnTo>
                  <a:lnTo>
                    <a:pt x="3461146" y="115622"/>
                  </a:lnTo>
                  <a:lnTo>
                    <a:pt x="3462204" y="121797"/>
                  </a:lnTo>
                  <a:lnTo>
                    <a:pt x="3463262" y="128195"/>
                  </a:lnTo>
                  <a:lnTo>
                    <a:pt x="3464320" y="134831"/>
                  </a:lnTo>
                  <a:lnTo>
                    <a:pt x="3465377" y="141868"/>
                  </a:lnTo>
                  <a:lnTo>
                    <a:pt x="3466435" y="149435"/>
                  </a:lnTo>
                  <a:lnTo>
                    <a:pt x="3467493" y="157567"/>
                  </a:lnTo>
                  <a:lnTo>
                    <a:pt x="3468551" y="166083"/>
                  </a:lnTo>
                  <a:lnTo>
                    <a:pt x="3469609" y="175106"/>
                  </a:lnTo>
                  <a:lnTo>
                    <a:pt x="3470667" y="184608"/>
                  </a:lnTo>
                  <a:lnTo>
                    <a:pt x="3471724" y="194625"/>
                  </a:lnTo>
                  <a:lnTo>
                    <a:pt x="3472782" y="204963"/>
                  </a:lnTo>
                  <a:lnTo>
                    <a:pt x="3473840" y="215560"/>
                  </a:lnTo>
                  <a:lnTo>
                    <a:pt x="3474898" y="226474"/>
                  </a:lnTo>
                  <a:lnTo>
                    <a:pt x="3475956" y="237845"/>
                  </a:lnTo>
                  <a:lnTo>
                    <a:pt x="3477014" y="249834"/>
                  </a:lnTo>
                  <a:lnTo>
                    <a:pt x="3478072" y="262507"/>
                  </a:lnTo>
                  <a:lnTo>
                    <a:pt x="3479129" y="275773"/>
                  </a:lnTo>
                  <a:lnTo>
                    <a:pt x="3480187" y="289540"/>
                  </a:lnTo>
                  <a:lnTo>
                    <a:pt x="3481245" y="303668"/>
                  </a:lnTo>
                  <a:lnTo>
                    <a:pt x="3482303" y="317903"/>
                  </a:lnTo>
                  <a:lnTo>
                    <a:pt x="3483361" y="331827"/>
                  </a:lnTo>
                  <a:lnTo>
                    <a:pt x="3484419" y="345447"/>
                  </a:lnTo>
                  <a:lnTo>
                    <a:pt x="3485476" y="358731"/>
                  </a:lnTo>
                  <a:lnTo>
                    <a:pt x="3486534" y="371922"/>
                  </a:lnTo>
                  <a:lnTo>
                    <a:pt x="3487592" y="385141"/>
                  </a:lnTo>
                  <a:lnTo>
                    <a:pt x="3488650" y="398714"/>
                  </a:lnTo>
                  <a:lnTo>
                    <a:pt x="3489708" y="412869"/>
                  </a:lnTo>
                  <a:lnTo>
                    <a:pt x="3490766" y="427608"/>
                  </a:lnTo>
                  <a:lnTo>
                    <a:pt x="3491823" y="442840"/>
                  </a:lnTo>
                  <a:lnTo>
                    <a:pt x="3492881" y="458515"/>
                  </a:lnTo>
                  <a:lnTo>
                    <a:pt x="3493939" y="474726"/>
                  </a:lnTo>
                  <a:lnTo>
                    <a:pt x="3494997" y="491617"/>
                  </a:lnTo>
                  <a:lnTo>
                    <a:pt x="3496055" y="509125"/>
                  </a:lnTo>
                  <a:lnTo>
                    <a:pt x="3497113" y="527143"/>
                  </a:lnTo>
                  <a:lnTo>
                    <a:pt x="3498170" y="545567"/>
                  </a:lnTo>
                  <a:lnTo>
                    <a:pt x="3499228" y="564648"/>
                  </a:lnTo>
                  <a:lnTo>
                    <a:pt x="3500286" y="584291"/>
                  </a:lnTo>
                  <a:lnTo>
                    <a:pt x="3501344" y="603994"/>
                  </a:lnTo>
                  <a:lnTo>
                    <a:pt x="3502402" y="623385"/>
                  </a:lnTo>
                  <a:lnTo>
                    <a:pt x="3503460" y="642285"/>
                  </a:lnTo>
                  <a:lnTo>
                    <a:pt x="3504518" y="660466"/>
                  </a:lnTo>
                  <a:lnTo>
                    <a:pt x="3505575" y="677664"/>
                  </a:lnTo>
                  <a:lnTo>
                    <a:pt x="3506633" y="693697"/>
                  </a:lnTo>
                  <a:lnTo>
                    <a:pt x="3507691" y="708452"/>
                  </a:lnTo>
                  <a:lnTo>
                    <a:pt x="3508749" y="721903"/>
                  </a:lnTo>
                  <a:lnTo>
                    <a:pt x="3509807" y="733960"/>
                  </a:lnTo>
                  <a:lnTo>
                    <a:pt x="3510865" y="744577"/>
                  </a:lnTo>
                  <a:lnTo>
                    <a:pt x="3511922" y="754037"/>
                  </a:lnTo>
                  <a:lnTo>
                    <a:pt x="3512980" y="762161"/>
                  </a:lnTo>
                  <a:lnTo>
                    <a:pt x="3514038" y="769187"/>
                  </a:lnTo>
                  <a:lnTo>
                    <a:pt x="3515096" y="775137"/>
                  </a:lnTo>
                  <a:lnTo>
                    <a:pt x="3516154" y="779898"/>
                  </a:lnTo>
                  <a:lnTo>
                    <a:pt x="3517212" y="783349"/>
                  </a:lnTo>
                  <a:lnTo>
                    <a:pt x="3518269" y="784752"/>
                  </a:lnTo>
                  <a:lnTo>
                    <a:pt x="3519327" y="783847"/>
                  </a:lnTo>
                  <a:lnTo>
                    <a:pt x="3520385" y="780218"/>
                  </a:lnTo>
                  <a:lnTo>
                    <a:pt x="3521443" y="773912"/>
                  </a:lnTo>
                  <a:lnTo>
                    <a:pt x="3522501" y="764895"/>
                  </a:lnTo>
                  <a:lnTo>
                    <a:pt x="3523559" y="753078"/>
                  </a:lnTo>
                  <a:lnTo>
                    <a:pt x="3524616" y="738373"/>
                  </a:lnTo>
                  <a:lnTo>
                    <a:pt x="3525674" y="720822"/>
                  </a:lnTo>
                  <a:lnTo>
                    <a:pt x="3526732" y="700646"/>
                  </a:lnTo>
                  <a:lnTo>
                    <a:pt x="3527790" y="678287"/>
                  </a:lnTo>
                  <a:lnTo>
                    <a:pt x="3528848" y="654203"/>
                  </a:lnTo>
                  <a:lnTo>
                    <a:pt x="3529906" y="629175"/>
                  </a:lnTo>
                  <a:lnTo>
                    <a:pt x="3530964" y="603949"/>
                  </a:lnTo>
                  <a:lnTo>
                    <a:pt x="3532021" y="579380"/>
                  </a:lnTo>
                  <a:lnTo>
                    <a:pt x="3533079" y="556006"/>
                  </a:lnTo>
                  <a:lnTo>
                    <a:pt x="3534137" y="534629"/>
                  </a:lnTo>
                  <a:lnTo>
                    <a:pt x="3535195" y="515413"/>
                  </a:lnTo>
                  <a:lnTo>
                    <a:pt x="3536253" y="498753"/>
                  </a:lnTo>
                  <a:lnTo>
                    <a:pt x="3537311" y="484576"/>
                  </a:lnTo>
                  <a:lnTo>
                    <a:pt x="3538368" y="472459"/>
                  </a:lnTo>
                  <a:lnTo>
                    <a:pt x="3539426" y="462209"/>
                  </a:lnTo>
                  <a:lnTo>
                    <a:pt x="3540484" y="453696"/>
                  </a:lnTo>
                  <a:lnTo>
                    <a:pt x="3541542" y="446469"/>
                  </a:lnTo>
                  <a:lnTo>
                    <a:pt x="3542600" y="440193"/>
                  </a:lnTo>
                  <a:lnTo>
                    <a:pt x="3543658" y="434357"/>
                  </a:lnTo>
                  <a:lnTo>
                    <a:pt x="3544715" y="428730"/>
                  </a:lnTo>
                  <a:lnTo>
                    <a:pt x="3545773" y="422918"/>
                  </a:lnTo>
                  <a:lnTo>
                    <a:pt x="3546831" y="416578"/>
                  </a:lnTo>
                  <a:lnTo>
                    <a:pt x="3547889" y="409456"/>
                  </a:lnTo>
                  <a:lnTo>
                    <a:pt x="3548947" y="401574"/>
                  </a:lnTo>
                  <a:lnTo>
                    <a:pt x="3550005" y="392838"/>
                  </a:lnTo>
                  <a:lnTo>
                    <a:pt x="3551062" y="383415"/>
                  </a:lnTo>
                  <a:lnTo>
                    <a:pt x="3552120" y="373363"/>
                  </a:lnTo>
                  <a:lnTo>
                    <a:pt x="3553178" y="362717"/>
                  </a:lnTo>
                  <a:lnTo>
                    <a:pt x="3554236" y="351980"/>
                  </a:lnTo>
                  <a:lnTo>
                    <a:pt x="3555294" y="341406"/>
                  </a:lnTo>
                  <a:lnTo>
                    <a:pt x="3556352" y="331139"/>
                  </a:lnTo>
                  <a:lnTo>
                    <a:pt x="3557410" y="321430"/>
                  </a:lnTo>
                  <a:lnTo>
                    <a:pt x="3558467" y="312423"/>
                  </a:lnTo>
                  <a:lnTo>
                    <a:pt x="3559525" y="304218"/>
                  </a:lnTo>
                  <a:lnTo>
                    <a:pt x="3560583" y="296903"/>
                  </a:lnTo>
                  <a:lnTo>
                    <a:pt x="3561641" y="290389"/>
                  </a:lnTo>
                  <a:lnTo>
                    <a:pt x="3562699" y="284496"/>
                  </a:lnTo>
                  <a:lnTo>
                    <a:pt x="3563757" y="279057"/>
                  </a:lnTo>
                  <a:lnTo>
                    <a:pt x="3564814" y="273857"/>
                  </a:lnTo>
                  <a:lnTo>
                    <a:pt x="3565872" y="268824"/>
                  </a:lnTo>
                  <a:lnTo>
                    <a:pt x="3566930" y="263543"/>
                  </a:lnTo>
                  <a:lnTo>
                    <a:pt x="3567988" y="257806"/>
                  </a:lnTo>
                  <a:lnTo>
                    <a:pt x="3569046" y="251758"/>
                  </a:lnTo>
                  <a:lnTo>
                    <a:pt x="3570104" y="245535"/>
                  </a:lnTo>
                  <a:lnTo>
                    <a:pt x="3571161" y="239191"/>
                  </a:lnTo>
                  <a:lnTo>
                    <a:pt x="3572219" y="232675"/>
                  </a:lnTo>
                  <a:lnTo>
                    <a:pt x="3573277" y="226289"/>
                  </a:lnTo>
                  <a:lnTo>
                    <a:pt x="3574335" y="220274"/>
                  </a:lnTo>
                  <a:lnTo>
                    <a:pt x="3575393" y="214880"/>
                  </a:lnTo>
                  <a:lnTo>
                    <a:pt x="3576451" y="210244"/>
                  </a:lnTo>
                  <a:lnTo>
                    <a:pt x="3577508" y="206311"/>
                  </a:lnTo>
                  <a:lnTo>
                    <a:pt x="3578566" y="203212"/>
                  </a:lnTo>
                  <a:lnTo>
                    <a:pt x="3579624" y="201090"/>
                  </a:lnTo>
                  <a:lnTo>
                    <a:pt x="3580682" y="199930"/>
                  </a:lnTo>
                  <a:lnTo>
                    <a:pt x="3581740" y="199648"/>
                  </a:lnTo>
                  <a:lnTo>
                    <a:pt x="3582798" y="200107"/>
                  </a:lnTo>
                  <a:lnTo>
                    <a:pt x="3583856" y="201135"/>
                  </a:lnTo>
                  <a:lnTo>
                    <a:pt x="3584913" y="202618"/>
                  </a:lnTo>
                  <a:lnTo>
                    <a:pt x="3585971" y="204495"/>
                  </a:lnTo>
                  <a:lnTo>
                    <a:pt x="3587029" y="206739"/>
                  </a:lnTo>
                  <a:lnTo>
                    <a:pt x="3588087" y="209205"/>
                  </a:lnTo>
                  <a:lnTo>
                    <a:pt x="3589145" y="211674"/>
                  </a:lnTo>
                  <a:lnTo>
                    <a:pt x="3590203" y="213949"/>
                  </a:lnTo>
                  <a:lnTo>
                    <a:pt x="3591260" y="215915"/>
                  </a:lnTo>
                  <a:lnTo>
                    <a:pt x="3592318" y="217448"/>
                  </a:lnTo>
                  <a:lnTo>
                    <a:pt x="3593376" y="218575"/>
                  </a:lnTo>
                  <a:lnTo>
                    <a:pt x="3594434" y="219268"/>
                  </a:lnTo>
                  <a:lnTo>
                    <a:pt x="3595492" y="219411"/>
                  </a:lnTo>
                  <a:lnTo>
                    <a:pt x="3596550" y="219153"/>
                  </a:lnTo>
                  <a:lnTo>
                    <a:pt x="3597607" y="218657"/>
                  </a:lnTo>
                  <a:lnTo>
                    <a:pt x="3598665" y="218342"/>
                  </a:lnTo>
                  <a:lnTo>
                    <a:pt x="3599723" y="218374"/>
                  </a:lnTo>
                  <a:lnTo>
                    <a:pt x="3600781" y="218674"/>
                  </a:lnTo>
                  <a:lnTo>
                    <a:pt x="3601839" y="218955"/>
                  </a:lnTo>
                  <a:lnTo>
                    <a:pt x="3602897" y="219080"/>
                  </a:lnTo>
                  <a:lnTo>
                    <a:pt x="3603954" y="219203"/>
                  </a:lnTo>
                  <a:lnTo>
                    <a:pt x="3605012" y="219318"/>
                  </a:lnTo>
                  <a:lnTo>
                    <a:pt x="3606070" y="219337"/>
                  </a:lnTo>
                  <a:lnTo>
                    <a:pt x="3607128" y="219022"/>
                  </a:lnTo>
                  <a:lnTo>
                    <a:pt x="3608186" y="218246"/>
                  </a:lnTo>
                  <a:lnTo>
                    <a:pt x="3609244" y="217154"/>
                  </a:lnTo>
                  <a:lnTo>
                    <a:pt x="3610302" y="215783"/>
                  </a:lnTo>
                  <a:lnTo>
                    <a:pt x="3611359" y="213988"/>
                  </a:lnTo>
                  <a:lnTo>
                    <a:pt x="3612417" y="211487"/>
                  </a:lnTo>
                  <a:lnTo>
                    <a:pt x="3613475" y="208246"/>
                  </a:lnTo>
                  <a:lnTo>
                    <a:pt x="3614533" y="204348"/>
                  </a:lnTo>
                  <a:lnTo>
                    <a:pt x="3615591" y="199855"/>
                  </a:lnTo>
                  <a:lnTo>
                    <a:pt x="3616649" y="194739"/>
                  </a:lnTo>
                  <a:lnTo>
                    <a:pt x="3617706" y="188982"/>
                  </a:lnTo>
                  <a:lnTo>
                    <a:pt x="3618764" y="182606"/>
                  </a:lnTo>
                  <a:lnTo>
                    <a:pt x="3619822" y="176081"/>
                  </a:lnTo>
                  <a:lnTo>
                    <a:pt x="3620880" y="169402"/>
                  </a:lnTo>
                  <a:lnTo>
                    <a:pt x="3621938" y="162518"/>
                  </a:lnTo>
                  <a:lnTo>
                    <a:pt x="3622996" y="155437"/>
                  </a:lnTo>
                  <a:lnTo>
                    <a:pt x="3624053" y="148430"/>
                  </a:lnTo>
                  <a:lnTo>
                    <a:pt x="3625111" y="141584"/>
                  </a:lnTo>
                  <a:lnTo>
                    <a:pt x="3626169" y="134966"/>
                  </a:lnTo>
                  <a:lnTo>
                    <a:pt x="3627227" y="128654"/>
                  </a:lnTo>
                  <a:lnTo>
                    <a:pt x="3628285" y="122700"/>
                  </a:lnTo>
                  <a:lnTo>
                    <a:pt x="3629343" y="116976"/>
                  </a:lnTo>
                  <a:lnTo>
                    <a:pt x="3630400" y="111599"/>
                  </a:lnTo>
                  <a:lnTo>
                    <a:pt x="3631458" y="106615"/>
                  </a:lnTo>
                  <a:lnTo>
                    <a:pt x="3632516" y="102043"/>
                  </a:lnTo>
                  <a:lnTo>
                    <a:pt x="3633574" y="97946"/>
                  </a:lnTo>
                  <a:lnTo>
                    <a:pt x="3634632" y="94361"/>
                  </a:lnTo>
                  <a:lnTo>
                    <a:pt x="3635690" y="91157"/>
                  </a:lnTo>
                  <a:lnTo>
                    <a:pt x="3636748" y="88561"/>
                  </a:lnTo>
                  <a:lnTo>
                    <a:pt x="3637805" y="86718"/>
                  </a:lnTo>
                  <a:lnTo>
                    <a:pt x="3638863" y="85675"/>
                  </a:lnTo>
                  <a:lnTo>
                    <a:pt x="3639921" y="85232"/>
                  </a:lnTo>
                  <a:lnTo>
                    <a:pt x="3640979" y="85388"/>
                  </a:lnTo>
                  <a:lnTo>
                    <a:pt x="3642037" y="86141"/>
                  </a:lnTo>
                  <a:lnTo>
                    <a:pt x="3643095" y="87547"/>
                  </a:lnTo>
                  <a:lnTo>
                    <a:pt x="3644152" y="89701"/>
                  </a:lnTo>
                  <a:lnTo>
                    <a:pt x="3645210" y="92657"/>
                  </a:lnTo>
                  <a:lnTo>
                    <a:pt x="3646268" y="96229"/>
                  </a:lnTo>
                  <a:lnTo>
                    <a:pt x="3647326" y="100379"/>
                  </a:lnTo>
                  <a:lnTo>
                    <a:pt x="3648384" y="105137"/>
                  </a:lnTo>
                  <a:lnTo>
                    <a:pt x="3649442" y="110564"/>
                  </a:lnTo>
                  <a:lnTo>
                    <a:pt x="3650499" y="116552"/>
                  </a:lnTo>
                  <a:lnTo>
                    <a:pt x="3651557" y="122681"/>
                  </a:lnTo>
                  <a:lnTo>
                    <a:pt x="3652615" y="128682"/>
                  </a:lnTo>
                  <a:lnTo>
                    <a:pt x="3653673" y="134481"/>
                  </a:lnTo>
                  <a:lnTo>
                    <a:pt x="3654731" y="140184"/>
                  </a:lnTo>
                  <a:lnTo>
                    <a:pt x="3655789" y="145902"/>
                  </a:lnTo>
                  <a:lnTo>
                    <a:pt x="3656846" y="151515"/>
                  </a:lnTo>
                  <a:lnTo>
                    <a:pt x="3657904" y="156890"/>
                  </a:lnTo>
                  <a:lnTo>
                    <a:pt x="3658962" y="162144"/>
                  </a:lnTo>
                  <a:lnTo>
                    <a:pt x="3660020" y="167330"/>
                  </a:lnTo>
                  <a:lnTo>
                    <a:pt x="3661078" y="172530"/>
                  </a:lnTo>
                  <a:lnTo>
                    <a:pt x="3662136" y="177584"/>
                  </a:lnTo>
                  <a:lnTo>
                    <a:pt x="3663194" y="182489"/>
                  </a:lnTo>
                  <a:lnTo>
                    <a:pt x="3664251" y="187443"/>
                  </a:lnTo>
                  <a:lnTo>
                    <a:pt x="3665309" y="192676"/>
                  </a:lnTo>
                  <a:lnTo>
                    <a:pt x="3666367" y="198304"/>
                  </a:lnTo>
                  <a:lnTo>
                    <a:pt x="3667425" y="204510"/>
                  </a:lnTo>
                  <a:lnTo>
                    <a:pt x="3668483" y="211491"/>
                  </a:lnTo>
                  <a:lnTo>
                    <a:pt x="3669541" y="219472"/>
                  </a:lnTo>
                  <a:lnTo>
                    <a:pt x="3670598" y="228651"/>
                  </a:lnTo>
                  <a:lnTo>
                    <a:pt x="3671656" y="239097"/>
                  </a:lnTo>
                  <a:lnTo>
                    <a:pt x="3672714" y="250677"/>
                  </a:lnTo>
                  <a:lnTo>
                    <a:pt x="3673772" y="263689"/>
                  </a:lnTo>
                  <a:lnTo>
                    <a:pt x="3674830" y="278234"/>
                  </a:lnTo>
                  <a:lnTo>
                    <a:pt x="3675888" y="294458"/>
                  </a:lnTo>
                  <a:lnTo>
                    <a:pt x="3676945" y="312305"/>
                  </a:lnTo>
                  <a:lnTo>
                    <a:pt x="3678003" y="331783"/>
                  </a:lnTo>
                  <a:lnTo>
                    <a:pt x="3679061" y="352787"/>
                  </a:lnTo>
                  <a:lnTo>
                    <a:pt x="3680119" y="375125"/>
                  </a:lnTo>
                  <a:lnTo>
                    <a:pt x="3681177" y="398562"/>
                  </a:lnTo>
                  <a:lnTo>
                    <a:pt x="3682235" y="423190"/>
                  </a:lnTo>
                  <a:lnTo>
                    <a:pt x="3683292" y="448921"/>
                  </a:lnTo>
                  <a:lnTo>
                    <a:pt x="3684350" y="475617"/>
                  </a:lnTo>
                  <a:lnTo>
                    <a:pt x="3685408" y="503056"/>
                  </a:lnTo>
                  <a:lnTo>
                    <a:pt x="3686466" y="530988"/>
                  </a:lnTo>
                  <a:lnTo>
                    <a:pt x="3687524" y="559226"/>
                  </a:lnTo>
                  <a:lnTo>
                    <a:pt x="3688582" y="587774"/>
                  </a:lnTo>
                  <a:lnTo>
                    <a:pt x="3689640" y="616017"/>
                  </a:lnTo>
                  <a:lnTo>
                    <a:pt x="3690697" y="643214"/>
                  </a:lnTo>
                  <a:lnTo>
                    <a:pt x="3691755" y="668864"/>
                  </a:lnTo>
                  <a:lnTo>
                    <a:pt x="3692813" y="692760"/>
                  </a:lnTo>
                  <a:lnTo>
                    <a:pt x="3693871" y="715030"/>
                  </a:lnTo>
                  <a:lnTo>
                    <a:pt x="3694929" y="735725"/>
                  </a:lnTo>
                  <a:lnTo>
                    <a:pt x="3695987" y="754731"/>
                  </a:lnTo>
                  <a:lnTo>
                    <a:pt x="3697044" y="771725"/>
                  </a:lnTo>
                  <a:lnTo>
                    <a:pt x="3698102" y="786560"/>
                  </a:lnTo>
                  <a:lnTo>
                    <a:pt x="3699160" y="799565"/>
                  </a:lnTo>
                  <a:lnTo>
                    <a:pt x="3700218" y="810885"/>
                  </a:lnTo>
                  <a:lnTo>
                    <a:pt x="3701276" y="820789"/>
                  </a:lnTo>
                  <a:lnTo>
                    <a:pt x="3702334" y="829167"/>
                  </a:lnTo>
                  <a:lnTo>
                    <a:pt x="3703391" y="836255"/>
                  </a:lnTo>
                  <a:lnTo>
                    <a:pt x="3704449" y="842784"/>
                  </a:lnTo>
                  <a:lnTo>
                    <a:pt x="3705507" y="849370"/>
                  </a:lnTo>
                  <a:lnTo>
                    <a:pt x="3706565" y="856265"/>
                  </a:lnTo>
                  <a:lnTo>
                    <a:pt x="3707623" y="863254"/>
                  </a:lnTo>
                  <a:lnTo>
                    <a:pt x="3708681" y="869688"/>
                  </a:lnTo>
                  <a:lnTo>
                    <a:pt x="3709738" y="875245"/>
                  </a:lnTo>
                  <a:lnTo>
                    <a:pt x="3710796" y="879609"/>
                  </a:lnTo>
                  <a:lnTo>
                    <a:pt x="3711854" y="882587"/>
                  </a:lnTo>
                  <a:lnTo>
                    <a:pt x="3712912" y="884350"/>
                  </a:lnTo>
                  <a:lnTo>
                    <a:pt x="3713970" y="884852"/>
                  </a:lnTo>
                  <a:lnTo>
                    <a:pt x="3715028" y="884160"/>
                  </a:lnTo>
                  <a:lnTo>
                    <a:pt x="3716086" y="882290"/>
                  </a:lnTo>
                  <a:lnTo>
                    <a:pt x="3717143" y="878923"/>
                  </a:lnTo>
                  <a:lnTo>
                    <a:pt x="3718201" y="874292"/>
                  </a:lnTo>
                  <a:lnTo>
                    <a:pt x="3719259" y="868586"/>
                  </a:lnTo>
                  <a:lnTo>
                    <a:pt x="3720317" y="861525"/>
                  </a:lnTo>
                  <a:lnTo>
                    <a:pt x="3721375" y="853020"/>
                  </a:lnTo>
                  <a:lnTo>
                    <a:pt x="3722433" y="843347"/>
                  </a:lnTo>
                  <a:lnTo>
                    <a:pt x="3723490" y="833047"/>
                  </a:lnTo>
                  <a:lnTo>
                    <a:pt x="3724548" y="822985"/>
                  </a:lnTo>
                  <a:lnTo>
                    <a:pt x="3725606" y="813436"/>
                  </a:lnTo>
                  <a:lnTo>
                    <a:pt x="3726664" y="804461"/>
                  </a:lnTo>
                  <a:lnTo>
                    <a:pt x="3727722" y="796263"/>
                  </a:lnTo>
                  <a:lnTo>
                    <a:pt x="3728780" y="788653"/>
                  </a:lnTo>
                  <a:lnTo>
                    <a:pt x="3729837" y="781747"/>
                  </a:lnTo>
                  <a:lnTo>
                    <a:pt x="3730895" y="775563"/>
                  </a:lnTo>
                  <a:lnTo>
                    <a:pt x="3731953" y="769771"/>
                  </a:lnTo>
                  <a:lnTo>
                    <a:pt x="3733011" y="764247"/>
                  </a:lnTo>
                  <a:lnTo>
                    <a:pt x="3734069" y="758350"/>
                  </a:lnTo>
                  <a:lnTo>
                    <a:pt x="3735127" y="751416"/>
                  </a:lnTo>
                  <a:lnTo>
                    <a:pt x="3736184" y="743521"/>
                  </a:lnTo>
                  <a:lnTo>
                    <a:pt x="3737242" y="734445"/>
                  </a:lnTo>
                  <a:lnTo>
                    <a:pt x="3738300" y="723835"/>
                  </a:lnTo>
                  <a:lnTo>
                    <a:pt x="3739358" y="711576"/>
                  </a:lnTo>
                  <a:lnTo>
                    <a:pt x="3740416" y="697790"/>
                  </a:lnTo>
                  <a:lnTo>
                    <a:pt x="3741474" y="682881"/>
                  </a:lnTo>
                  <a:lnTo>
                    <a:pt x="3742532" y="667386"/>
                  </a:lnTo>
                  <a:lnTo>
                    <a:pt x="3743589" y="651323"/>
                  </a:lnTo>
                  <a:lnTo>
                    <a:pt x="3744647" y="634964"/>
                  </a:lnTo>
                  <a:lnTo>
                    <a:pt x="3745705" y="618102"/>
                  </a:lnTo>
                  <a:lnTo>
                    <a:pt x="3746763" y="600788"/>
                  </a:lnTo>
                  <a:lnTo>
                    <a:pt x="3747821" y="583210"/>
                  </a:lnTo>
                  <a:lnTo>
                    <a:pt x="3748879" y="565575"/>
                  </a:lnTo>
                  <a:lnTo>
                    <a:pt x="3749936" y="548467"/>
                  </a:lnTo>
                  <a:lnTo>
                    <a:pt x="3750994" y="532236"/>
                  </a:lnTo>
                  <a:lnTo>
                    <a:pt x="3752052" y="516954"/>
                  </a:lnTo>
                  <a:lnTo>
                    <a:pt x="3753110" y="502891"/>
                  </a:lnTo>
                  <a:lnTo>
                    <a:pt x="3754168" y="490262"/>
                  </a:lnTo>
                  <a:lnTo>
                    <a:pt x="3755226" y="479053"/>
                  </a:lnTo>
                  <a:lnTo>
                    <a:pt x="3756283" y="469001"/>
                  </a:lnTo>
                  <a:lnTo>
                    <a:pt x="3757341" y="459908"/>
                  </a:lnTo>
                  <a:lnTo>
                    <a:pt x="3758399" y="451432"/>
                  </a:lnTo>
                  <a:lnTo>
                    <a:pt x="3759457" y="443509"/>
                  </a:lnTo>
                  <a:lnTo>
                    <a:pt x="3760515" y="435959"/>
                  </a:lnTo>
                  <a:lnTo>
                    <a:pt x="3761573" y="428976"/>
                  </a:lnTo>
                  <a:lnTo>
                    <a:pt x="3762630" y="422289"/>
                  </a:lnTo>
                  <a:lnTo>
                    <a:pt x="3763688" y="416063"/>
                  </a:lnTo>
                  <a:lnTo>
                    <a:pt x="3764746" y="410151"/>
                  </a:lnTo>
                  <a:lnTo>
                    <a:pt x="3765804" y="404436"/>
                  </a:lnTo>
                  <a:lnTo>
                    <a:pt x="3766862" y="398957"/>
                  </a:lnTo>
                  <a:lnTo>
                    <a:pt x="3767920" y="393704"/>
                  </a:lnTo>
                  <a:lnTo>
                    <a:pt x="3768978" y="388353"/>
                  </a:lnTo>
                  <a:lnTo>
                    <a:pt x="3770035" y="382742"/>
                  </a:lnTo>
                  <a:lnTo>
                    <a:pt x="3771093" y="376670"/>
                  </a:lnTo>
                  <a:lnTo>
                    <a:pt x="3772151" y="370076"/>
                  </a:lnTo>
                  <a:lnTo>
                    <a:pt x="3773209" y="362808"/>
                  </a:lnTo>
                  <a:lnTo>
                    <a:pt x="3774267" y="354858"/>
                  </a:lnTo>
                  <a:lnTo>
                    <a:pt x="3775325" y="346186"/>
                  </a:lnTo>
                  <a:lnTo>
                    <a:pt x="3776382" y="336904"/>
                  </a:lnTo>
                  <a:lnTo>
                    <a:pt x="3777440" y="327130"/>
                  </a:lnTo>
                  <a:lnTo>
                    <a:pt x="3778498" y="317127"/>
                  </a:lnTo>
                  <a:lnTo>
                    <a:pt x="3779556" y="306878"/>
                  </a:lnTo>
                  <a:lnTo>
                    <a:pt x="3780614" y="296530"/>
                  </a:lnTo>
                  <a:lnTo>
                    <a:pt x="3781672" y="286083"/>
                  </a:lnTo>
                  <a:lnTo>
                    <a:pt x="3782729" y="275503"/>
                  </a:lnTo>
                  <a:lnTo>
                    <a:pt x="3783787" y="264816"/>
                  </a:lnTo>
                  <a:lnTo>
                    <a:pt x="3784845" y="254281"/>
                  </a:lnTo>
                  <a:lnTo>
                    <a:pt x="3785903" y="244073"/>
                  </a:lnTo>
                  <a:lnTo>
                    <a:pt x="3786961" y="234687"/>
                  </a:lnTo>
                  <a:lnTo>
                    <a:pt x="3788019" y="226406"/>
                  </a:lnTo>
                  <a:lnTo>
                    <a:pt x="3789076" y="219231"/>
                  </a:lnTo>
                  <a:lnTo>
                    <a:pt x="3790134" y="213407"/>
                  </a:lnTo>
                  <a:lnTo>
                    <a:pt x="3791192" y="209089"/>
                  </a:lnTo>
                  <a:lnTo>
                    <a:pt x="3792250" y="206233"/>
                  </a:lnTo>
                  <a:lnTo>
                    <a:pt x="3793308" y="204551"/>
                  </a:lnTo>
                  <a:lnTo>
                    <a:pt x="3794366" y="203665"/>
                  </a:lnTo>
                  <a:lnTo>
                    <a:pt x="3795424" y="203201"/>
                  </a:lnTo>
                  <a:lnTo>
                    <a:pt x="3796481" y="203040"/>
                  </a:lnTo>
                  <a:lnTo>
                    <a:pt x="3797539" y="202950"/>
                  </a:lnTo>
                  <a:lnTo>
                    <a:pt x="3798597" y="202869"/>
                  </a:lnTo>
                  <a:lnTo>
                    <a:pt x="3799655" y="202695"/>
                  </a:lnTo>
                  <a:lnTo>
                    <a:pt x="3800713" y="202380"/>
                  </a:lnTo>
                  <a:lnTo>
                    <a:pt x="3801771" y="201930"/>
                  </a:lnTo>
                  <a:lnTo>
                    <a:pt x="3802828" y="200956"/>
                  </a:lnTo>
                  <a:lnTo>
                    <a:pt x="3803886" y="199283"/>
                  </a:lnTo>
                  <a:lnTo>
                    <a:pt x="3804944" y="196909"/>
                  </a:lnTo>
                  <a:lnTo>
                    <a:pt x="3806002" y="193553"/>
                  </a:lnTo>
                  <a:lnTo>
                    <a:pt x="3807060" y="189037"/>
                  </a:lnTo>
                  <a:lnTo>
                    <a:pt x="3808118" y="183451"/>
                  </a:lnTo>
                  <a:lnTo>
                    <a:pt x="3809175" y="177106"/>
                  </a:lnTo>
                  <a:lnTo>
                    <a:pt x="3810233" y="170356"/>
                  </a:lnTo>
                  <a:lnTo>
                    <a:pt x="3811291" y="163587"/>
                  </a:lnTo>
                  <a:lnTo>
                    <a:pt x="3812349" y="156900"/>
                  </a:lnTo>
                  <a:lnTo>
                    <a:pt x="3813407" y="150599"/>
                  </a:lnTo>
                  <a:lnTo>
                    <a:pt x="3814465" y="144918"/>
                  </a:lnTo>
                  <a:lnTo>
                    <a:pt x="3815522" y="139931"/>
                  </a:lnTo>
                  <a:lnTo>
                    <a:pt x="3816580" y="135396"/>
                  </a:lnTo>
                  <a:lnTo>
                    <a:pt x="3817638" y="131209"/>
                  </a:lnTo>
                  <a:lnTo>
                    <a:pt x="3818696" y="127242"/>
                  </a:lnTo>
                  <a:lnTo>
                    <a:pt x="3819754" y="123309"/>
                  </a:lnTo>
                  <a:lnTo>
                    <a:pt x="3820812" y="119361"/>
                  </a:lnTo>
                  <a:lnTo>
                    <a:pt x="3821870" y="115453"/>
                  </a:lnTo>
                  <a:lnTo>
                    <a:pt x="3822927" y="111748"/>
                  </a:lnTo>
                  <a:lnTo>
                    <a:pt x="3823985" y="108371"/>
                  </a:lnTo>
                  <a:lnTo>
                    <a:pt x="3825043" y="105316"/>
                  </a:lnTo>
                  <a:lnTo>
                    <a:pt x="3826101" y="102748"/>
                  </a:lnTo>
                  <a:lnTo>
                    <a:pt x="3827159" y="100742"/>
                  </a:lnTo>
                  <a:lnTo>
                    <a:pt x="3828217" y="99462"/>
                  </a:lnTo>
                  <a:lnTo>
                    <a:pt x="3829274" y="98879"/>
                  </a:lnTo>
                  <a:lnTo>
                    <a:pt x="3830332" y="98667"/>
                  </a:lnTo>
                  <a:lnTo>
                    <a:pt x="3831390" y="98698"/>
                  </a:lnTo>
                  <a:lnTo>
                    <a:pt x="3832448" y="99121"/>
                  </a:lnTo>
                  <a:lnTo>
                    <a:pt x="3833506" y="99885"/>
                  </a:lnTo>
                  <a:lnTo>
                    <a:pt x="3834564" y="101183"/>
                  </a:lnTo>
                  <a:lnTo>
                    <a:pt x="3835621" y="103121"/>
                  </a:lnTo>
                  <a:lnTo>
                    <a:pt x="3836679" y="105707"/>
                  </a:lnTo>
                  <a:lnTo>
                    <a:pt x="3837737" y="108936"/>
                  </a:lnTo>
                  <a:lnTo>
                    <a:pt x="3838795" y="112791"/>
                  </a:lnTo>
                  <a:lnTo>
                    <a:pt x="3839853" y="117024"/>
                  </a:lnTo>
                  <a:lnTo>
                    <a:pt x="3840911" y="121553"/>
                  </a:lnTo>
                  <a:lnTo>
                    <a:pt x="3841968" y="126224"/>
                  </a:lnTo>
                  <a:lnTo>
                    <a:pt x="3843026" y="130779"/>
                  </a:lnTo>
                  <a:lnTo>
                    <a:pt x="3844084" y="135018"/>
                  </a:lnTo>
                  <a:lnTo>
                    <a:pt x="3845142" y="138855"/>
                  </a:lnTo>
                  <a:lnTo>
                    <a:pt x="3846200" y="142472"/>
                  </a:lnTo>
                  <a:lnTo>
                    <a:pt x="3847258" y="146103"/>
                  </a:lnTo>
                  <a:lnTo>
                    <a:pt x="3848316" y="149950"/>
                  </a:lnTo>
                  <a:lnTo>
                    <a:pt x="3849373" y="154195"/>
                  </a:lnTo>
                  <a:lnTo>
                    <a:pt x="3850431" y="158988"/>
                  </a:lnTo>
                  <a:lnTo>
                    <a:pt x="3851489" y="164557"/>
                  </a:lnTo>
                  <a:lnTo>
                    <a:pt x="3852547" y="170989"/>
                  </a:lnTo>
                  <a:lnTo>
                    <a:pt x="3853605" y="178311"/>
                  </a:lnTo>
                  <a:lnTo>
                    <a:pt x="3854663" y="186340"/>
                  </a:lnTo>
                  <a:lnTo>
                    <a:pt x="3855720" y="195017"/>
                  </a:lnTo>
                  <a:lnTo>
                    <a:pt x="3856778" y="204256"/>
                  </a:lnTo>
                  <a:lnTo>
                    <a:pt x="3857836" y="213975"/>
                  </a:lnTo>
                  <a:lnTo>
                    <a:pt x="3858894" y="224291"/>
                  </a:lnTo>
                  <a:lnTo>
                    <a:pt x="3859952" y="235328"/>
                  </a:lnTo>
                  <a:lnTo>
                    <a:pt x="3861010" y="247129"/>
                  </a:lnTo>
                  <a:lnTo>
                    <a:pt x="3862067" y="259645"/>
                  </a:lnTo>
                  <a:lnTo>
                    <a:pt x="3863125" y="272743"/>
                  </a:lnTo>
                  <a:lnTo>
                    <a:pt x="3864183" y="286281"/>
                  </a:lnTo>
                  <a:lnTo>
                    <a:pt x="3865241" y="300266"/>
                  </a:lnTo>
                  <a:lnTo>
                    <a:pt x="3866299" y="314527"/>
                  </a:lnTo>
                  <a:lnTo>
                    <a:pt x="3867357" y="328766"/>
                  </a:lnTo>
                  <a:lnTo>
                    <a:pt x="3868414" y="343081"/>
                  </a:lnTo>
                  <a:lnTo>
                    <a:pt x="3869472" y="357786"/>
                  </a:lnTo>
                  <a:lnTo>
                    <a:pt x="3870530" y="373218"/>
                  </a:lnTo>
                  <a:lnTo>
                    <a:pt x="3871588" y="389839"/>
                  </a:lnTo>
                  <a:lnTo>
                    <a:pt x="3872646" y="407925"/>
                  </a:lnTo>
                  <a:lnTo>
                    <a:pt x="3873704" y="427568"/>
                  </a:lnTo>
                  <a:lnTo>
                    <a:pt x="3874762" y="448910"/>
                  </a:lnTo>
                  <a:lnTo>
                    <a:pt x="3875819" y="471762"/>
                  </a:lnTo>
                  <a:lnTo>
                    <a:pt x="3876877" y="495902"/>
                  </a:lnTo>
                  <a:lnTo>
                    <a:pt x="3877935" y="521231"/>
                  </a:lnTo>
                  <a:lnTo>
                    <a:pt x="3878993" y="547468"/>
                  </a:lnTo>
                  <a:lnTo>
                    <a:pt x="3880051" y="574346"/>
                  </a:lnTo>
                  <a:lnTo>
                    <a:pt x="3881109" y="601602"/>
                  </a:lnTo>
                  <a:lnTo>
                    <a:pt x="3882166" y="628988"/>
                  </a:lnTo>
                  <a:lnTo>
                    <a:pt x="3883224" y="656894"/>
                  </a:lnTo>
                  <a:lnTo>
                    <a:pt x="3884282" y="685340"/>
                  </a:lnTo>
                  <a:lnTo>
                    <a:pt x="3885340" y="713951"/>
                  </a:lnTo>
                  <a:lnTo>
                    <a:pt x="3886398" y="742582"/>
                  </a:lnTo>
                  <a:lnTo>
                    <a:pt x="3887456" y="770675"/>
                  </a:lnTo>
                  <a:lnTo>
                    <a:pt x="3888513" y="797678"/>
                  </a:lnTo>
                  <a:lnTo>
                    <a:pt x="3889571" y="823137"/>
                  </a:lnTo>
                  <a:lnTo>
                    <a:pt x="3890629" y="846170"/>
                  </a:lnTo>
                  <a:lnTo>
                    <a:pt x="3891687" y="865969"/>
                  </a:lnTo>
                  <a:lnTo>
                    <a:pt x="3892745" y="882202"/>
                  </a:lnTo>
                  <a:lnTo>
                    <a:pt x="3893803" y="894185"/>
                  </a:lnTo>
                  <a:lnTo>
                    <a:pt x="3894860" y="902314"/>
                  </a:lnTo>
                  <a:lnTo>
                    <a:pt x="3895918" y="907122"/>
                  </a:lnTo>
                  <a:lnTo>
                    <a:pt x="3896976" y="909176"/>
                  </a:lnTo>
                  <a:lnTo>
                    <a:pt x="3898034" y="909451"/>
                  </a:lnTo>
                  <a:lnTo>
                    <a:pt x="3899092" y="908212"/>
                  </a:lnTo>
                  <a:lnTo>
                    <a:pt x="3900150" y="905871"/>
                  </a:lnTo>
                  <a:lnTo>
                    <a:pt x="3901208" y="902624"/>
                  </a:lnTo>
                  <a:lnTo>
                    <a:pt x="3902265" y="898464"/>
                  </a:lnTo>
                  <a:lnTo>
                    <a:pt x="3903323" y="893322"/>
                  </a:lnTo>
                  <a:lnTo>
                    <a:pt x="3904381" y="887398"/>
                  </a:lnTo>
                  <a:lnTo>
                    <a:pt x="3905439" y="881152"/>
                  </a:lnTo>
                  <a:lnTo>
                    <a:pt x="3906497" y="875150"/>
                  </a:lnTo>
                  <a:lnTo>
                    <a:pt x="3907555" y="870247"/>
                  </a:lnTo>
                  <a:lnTo>
                    <a:pt x="3908612" y="867396"/>
                  </a:lnTo>
                  <a:lnTo>
                    <a:pt x="3909670" y="867373"/>
                  </a:lnTo>
                  <a:lnTo>
                    <a:pt x="3910728" y="870180"/>
                  </a:lnTo>
                  <a:lnTo>
                    <a:pt x="3911786" y="875672"/>
                  </a:lnTo>
                  <a:lnTo>
                    <a:pt x="3912844" y="883382"/>
                  </a:lnTo>
                  <a:lnTo>
                    <a:pt x="3913902" y="892418"/>
                  </a:lnTo>
                  <a:lnTo>
                    <a:pt x="3914959" y="902188"/>
                  </a:lnTo>
                  <a:lnTo>
                    <a:pt x="3916017" y="911844"/>
                  </a:lnTo>
                  <a:lnTo>
                    <a:pt x="3917075" y="920884"/>
                  </a:lnTo>
                  <a:lnTo>
                    <a:pt x="3918133" y="928965"/>
                  </a:lnTo>
                  <a:lnTo>
                    <a:pt x="3919191" y="936153"/>
                  </a:lnTo>
                  <a:lnTo>
                    <a:pt x="3920249" y="942425"/>
                  </a:lnTo>
                  <a:lnTo>
                    <a:pt x="3921306" y="948002"/>
                  </a:lnTo>
                  <a:lnTo>
                    <a:pt x="3922364" y="952883"/>
                  </a:lnTo>
                  <a:lnTo>
                    <a:pt x="3923422" y="957001"/>
                  </a:lnTo>
                  <a:lnTo>
                    <a:pt x="3924480" y="959869"/>
                  </a:lnTo>
                  <a:lnTo>
                    <a:pt x="3925538" y="961439"/>
                  </a:lnTo>
                  <a:lnTo>
                    <a:pt x="3926596" y="961677"/>
                  </a:lnTo>
                  <a:lnTo>
                    <a:pt x="3927654" y="960297"/>
                  </a:lnTo>
                  <a:lnTo>
                    <a:pt x="3928711" y="957293"/>
                  </a:lnTo>
                  <a:lnTo>
                    <a:pt x="3929769" y="952965"/>
                  </a:lnTo>
                  <a:lnTo>
                    <a:pt x="3930827" y="946901"/>
                  </a:lnTo>
                  <a:lnTo>
                    <a:pt x="3931885" y="938964"/>
                  </a:lnTo>
                  <a:lnTo>
                    <a:pt x="3932943" y="929403"/>
                  </a:lnTo>
                  <a:lnTo>
                    <a:pt x="3934001" y="917738"/>
                  </a:lnTo>
                  <a:lnTo>
                    <a:pt x="3935058" y="903627"/>
                  </a:lnTo>
                  <a:lnTo>
                    <a:pt x="3936116" y="887457"/>
                  </a:lnTo>
                  <a:lnTo>
                    <a:pt x="3937174" y="868998"/>
                  </a:lnTo>
                  <a:lnTo>
                    <a:pt x="3938232" y="848263"/>
                  </a:lnTo>
                  <a:lnTo>
                    <a:pt x="3939290" y="825642"/>
                  </a:lnTo>
                  <a:lnTo>
                    <a:pt x="3940348" y="801694"/>
                  </a:lnTo>
                  <a:lnTo>
                    <a:pt x="3941405" y="777067"/>
                  </a:lnTo>
                  <a:lnTo>
                    <a:pt x="3942463" y="752704"/>
                  </a:lnTo>
                  <a:lnTo>
                    <a:pt x="3943521" y="729631"/>
                  </a:lnTo>
                  <a:lnTo>
                    <a:pt x="3944579" y="708385"/>
                  </a:lnTo>
                  <a:lnTo>
                    <a:pt x="3945637" y="689418"/>
                  </a:lnTo>
                  <a:lnTo>
                    <a:pt x="3946695" y="673587"/>
                  </a:lnTo>
                  <a:lnTo>
                    <a:pt x="3947752" y="661020"/>
                  </a:lnTo>
                  <a:lnTo>
                    <a:pt x="3948810" y="651611"/>
                  </a:lnTo>
                  <a:lnTo>
                    <a:pt x="3949868" y="645460"/>
                  </a:lnTo>
                  <a:lnTo>
                    <a:pt x="3950926" y="642471"/>
                  </a:lnTo>
                  <a:lnTo>
                    <a:pt x="3951984" y="642229"/>
                  </a:lnTo>
                  <a:lnTo>
                    <a:pt x="3953042" y="644486"/>
                  </a:lnTo>
                  <a:lnTo>
                    <a:pt x="3954099" y="649068"/>
                  </a:lnTo>
                  <a:lnTo>
                    <a:pt x="3955157" y="655623"/>
                  </a:lnTo>
                  <a:lnTo>
                    <a:pt x="3956215" y="663574"/>
                  </a:lnTo>
                  <a:lnTo>
                    <a:pt x="3957273" y="672224"/>
                  </a:lnTo>
                  <a:lnTo>
                    <a:pt x="3958331" y="680497"/>
                  </a:lnTo>
                  <a:lnTo>
                    <a:pt x="3959389" y="687393"/>
                  </a:lnTo>
                  <a:lnTo>
                    <a:pt x="3960447" y="692088"/>
                  </a:lnTo>
                  <a:lnTo>
                    <a:pt x="3961504" y="693880"/>
                  </a:lnTo>
                  <a:lnTo>
                    <a:pt x="3962562" y="692166"/>
                  </a:lnTo>
                  <a:lnTo>
                    <a:pt x="3963620" y="686734"/>
                  </a:lnTo>
                  <a:lnTo>
                    <a:pt x="3964678" y="677628"/>
                  </a:lnTo>
                  <a:lnTo>
                    <a:pt x="3965736" y="665176"/>
                  </a:lnTo>
                  <a:lnTo>
                    <a:pt x="3966794" y="649807"/>
                  </a:lnTo>
                  <a:lnTo>
                    <a:pt x="3967851" y="632241"/>
                  </a:lnTo>
                  <a:lnTo>
                    <a:pt x="3968909" y="613222"/>
                  </a:lnTo>
                  <a:lnTo>
                    <a:pt x="3969967" y="593424"/>
                  </a:lnTo>
                  <a:lnTo>
                    <a:pt x="3971025" y="573518"/>
                  </a:lnTo>
                  <a:lnTo>
                    <a:pt x="3972083" y="554166"/>
                  </a:lnTo>
                  <a:lnTo>
                    <a:pt x="3973141" y="535793"/>
                  </a:lnTo>
                  <a:lnTo>
                    <a:pt x="3974198" y="518638"/>
                  </a:lnTo>
                  <a:lnTo>
                    <a:pt x="3975256" y="502861"/>
                  </a:lnTo>
                  <a:lnTo>
                    <a:pt x="3976314" y="488515"/>
                  </a:lnTo>
                  <a:lnTo>
                    <a:pt x="3977372" y="475568"/>
                  </a:lnTo>
                  <a:lnTo>
                    <a:pt x="3978430" y="463784"/>
                  </a:lnTo>
                  <a:lnTo>
                    <a:pt x="3979488" y="453133"/>
                  </a:lnTo>
                  <a:lnTo>
                    <a:pt x="3980545" y="443628"/>
                  </a:lnTo>
                  <a:lnTo>
                    <a:pt x="3981603" y="435257"/>
                  </a:lnTo>
                  <a:lnTo>
                    <a:pt x="3982661" y="428212"/>
                  </a:lnTo>
                  <a:lnTo>
                    <a:pt x="3983719" y="422523"/>
                  </a:lnTo>
                  <a:lnTo>
                    <a:pt x="3984777" y="418234"/>
                  </a:lnTo>
                  <a:lnTo>
                    <a:pt x="3985835" y="415119"/>
                  </a:lnTo>
                  <a:lnTo>
                    <a:pt x="3986893" y="413229"/>
                  </a:lnTo>
                  <a:lnTo>
                    <a:pt x="3987950" y="412538"/>
                  </a:lnTo>
                  <a:lnTo>
                    <a:pt x="3989008" y="412750"/>
                  </a:lnTo>
                  <a:lnTo>
                    <a:pt x="3990066" y="413868"/>
                  </a:lnTo>
                  <a:lnTo>
                    <a:pt x="3991124" y="415880"/>
                  </a:lnTo>
                  <a:lnTo>
                    <a:pt x="3992182" y="418789"/>
                  </a:lnTo>
                  <a:lnTo>
                    <a:pt x="3993240" y="422439"/>
                  </a:lnTo>
                  <a:lnTo>
                    <a:pt x="3994297" y="426857"/>
                  </a:lnTo>
                  <a:lnTo>
                    <a:pt x="3995355" y="431862"/>
                  </a:lnTo>
                  <a:lnTo>
                    <a:pt x="3996413" y="437287"/>
                  </a:lnTo>
                  <a:lnTo>
                    <a:pt x="3997471" y="442981"/>
                  </a:lnTo>
                  <a:lnTo>
                    <a:pt x="3998529" y="448667"/>
                  </a:lnTo>
                  <a:lnTo>
                    <a:pt x="3999587" y="453940"/>
                  </a:lnTo>
                  <a:lnTo>
                    <a:pt x="4000644" y="458564"/>
                  </a:lnTo>
                  <a:lnTo>
                    <a:pt x="4001702" y="462286"/>
                  </a:lnTo>
                  <a:lnTo>
                    <a:pt x="4002760" y="464390"/>
                  </a:lnTo>
                  <a:lnTo>
                    <a:pt x="4003818" y="464264"/>
                  </a:lnTo>
                  <a:lnTo>
                    <a:pt x="4004876" y="462083"/>
                  </a:lnTo>
                  <a:lnTo>
                    <a:pt x="4005934" y="457732"/>
                  </a:lnTo>
                  <a:lnTo>
                    <a:pt x="4006991" y="451000"/>
                  </a:lnTo>
                  <a:lnTo>
                    <a:pt x="4008049" y="442082"/>
                  </a:lnTo>
                  <a:lnTo>
                    <a:pt x="4009107" y="431748"/>
                  </a:lnTo>
                  <a:lnTo>
                    <a:pt x="4010165" y="420553"/>
                  </a:lnTo>
                  <a:lnTo>
                    <a:pt x="4011223" y="409243"/>
                  </a:lnTo>
                  <a:lnTo>
                    <a:pt x="4012281" y="398122"/>
                  </a:lnTo>
                  <a:lnTo>
                    <a:pt x="4013339" y="387567"/>
                  </a:lnTo>
                  <a:lnTo>
                    <a:pt x="4014396" y="377979"/>
                  </a:lnTo>
                  <a:lnTo>
                    <a:pt x="4015454" y="369269"/>
                  </a:lnTo>
                  <a:lnTo>
                    <a:pt x="4016512" y="361476"/>
                  </a:lnTo>
                  <a:lnTo>
                    <a:pt x="4017570" y="354802"/>
                  </a:lnTo>
                  <a:lnTo>
                    <a:pt x="4018628" y="349556"/>
                  </a:lnTo>
                  <a:lnTo>
                    <a:pt x="4019686" y="346217"/>
                  </a:lnTo>
                  <a:lnTo>
                    <a:pt x="4020743" y="344573"/>
                  </a:lnTo>
                  <a:lnTo>
                    <a:pt x="4021801" y="344541"/>
                  </a:lnTo>
                  <a:lnTo>
                    <a:pt x="4022859" y="346235"/>
                  </a:lnTo>
                  <a:lnTo>
                    <a:pt x="4023917" y="349404"/>
                  </a:lnTo>
                  <a:lnTo>
                    <a:pt x="4024975" y="353317"/>
                  </a:lnTo>
                  <a:lnTo>
                    <a:pt x="4026033" y="357431"/>
                  </a:lnTo>
                  <a:lnTo>
                    <a:pt x="4027090" y="361238"/>
                  </a:lnTo>
                  <a:lnTo>
                    <a:pt x="4028148" y="364489"/>
                  </a:lnTo>
                  <a:lnTo>
                    <a:pt x="4029206" y="367012"/>
                  </a:lnTo>
                  <a:lnTo>
                    <a:pt x="4030264" y="368638"/>
                  </a:lnTo>
                  <a:lnTo>
                    <a:pt x="4031322" y="369714"/>
                  </a:lnTo>
                  <a:lnTo>
                    <a:pt x="4032380" y="370461"/>
                  </a:lnTo>
                  <a:lnTo>
                    <a:pt x="4033437" y="371148"/>
                  </a:lnTo>
                  <a:lnTo>
                    <a:pt x="4034495" y="372016"/>
                  </a:lnTo>
                  <a:lnTo>
                    <a:pt x="4035553" y="372896"/>
                  </a:lnTo>
                  <a:lnTo>
                    <a:pt x="4036611" y="373975"/>
                  </a:lnTo>
                  <a:lnTo>
                    <a:pt x="4037669" y="375374"/>
                  </a:lnTo>
                  <a:lnTo>
                    <a:pt x="4038727" y="377244"/>
                  </a:lnTo>
                  <a:lnTo>
                    <a:pt x="4039785" y="379702"/>
                  </a:lnTo>
                  <a:lnTo>
                    <a:pt x="4040842" y="383097"/>
                  </a:lnTo>
                  <a:lnTo>
                    <a:pt x="4041900" y="387562"/>
                  </a:lnTo>
                  <a:lnTo>
                    <a:pt x="4042958" y="393260"/>
                  </a:lnTo>
                  <a:lnTo>
                    <a:pt x="4044016" y="400316"/>
                  </a:lnTo>
                  <a:lnTo>
                    <a:pt x="4045074" y="408666"/>
                  </a:lnTo>
                  <a:lnTo>
                    <a:pt x="4046132" y="418238"/>
                  </a:lnTo>
                  <a:lnTo>
                    <a:pt x="4047189" y="428807"/>
                  </a:lnTo>
                  <a:lnTo>
                    <a:pt x="4048247" y="440061"/>
                  </a:lnTo>
                  <a:lnTo>
                    <a:pt x="4049305" y="451613"/>
                  </a:lnTo>
                  <a:lnTo>
                    <a:pt x="4050363" y="463164"/>
                  </a:lnTo>
                  <a:lnTo>
                    <a:pt x="4051421" y="474611"/>
                  </a:lnTo>
                  <a:lnTo>
                    <a:pt x="4052479" y="485879"/>
                  </a:lnTo>
                  <a:lnTo>
                    <a:pt x="4053536" y="496942"/>
                  </a:lnTo>
                  <a:lnTo>
                    <a:pt x="4054594" y="507859"/>
                  </a:lnTo>
                  <a:lnTo>
                    <a:pt x="4055652" y="519159"/>
                  </a:lnTo>
                  <a:lnTo>
                    <a:pt x="4056710" y="531318"/>
                  </a:lnTo>
                  <a:lnTo>
                    <a:pt x="4057768" y="544486"/>
                  </a:lnTo>
                  <a:lnTo>
                    <a:pt x="4058826" y="558861"/>
                  </a:lnTo>
                  <a:lnTo>
                    <a:pt x="4059883" y="574829"/>
                  </a:lnTo>
                  <a:lnTo>
                    <a:pt x="4060941" y="592573"/>
                  </a:lnTo>
                  <a:lnTo>
                    <a:pt x="4061999" y="611860"/>
                  </a:lnTo>
                  <a:lnTo>
                    <a:pt x="4063057" y="632567"/>
                  </a:lnTo>
                  <a:lnTo>
                    <a:pt x="4064115" y="654518"/>
                  </a:lnTo>
                  <a:lnTo>
                    <a:pt x="4065173" y="677924"/>
                  </a:lnTo>
                  <a:lnTo>
                    <a:pt x="4066231" y="702762"/>
                  </a:lnTo>
                  <a:lnTo>
                    <a:pt x="4067288" y="728811"/>
                  </a:lnTo>
                  <a:lnTo>
                    <a:pt x="4068346" y="756450"/>
                  </a:lnTo>
                  <a:lnTo>
                    <a:pt x="4069404" y="785961"/>
                  </a:lnTo>
                  <a:lnTo>
                    <a:pt x="4070462" y="817283"/>
                  </a:lnTo>
                  <a:lnTo>
                    <a:pt x="4071520" y="849898"/>
                  </a:lnTo>
                  <a:lnTo>
                    <a:pt x="4072578" y="882871"/>
                  </a:lnTo>
                  <a:lnTo>
                    <a:pt x="4073635" y="916173"/>
                  </a:lnTo>
                  <a:lnTo>
                    <a:pt x="4074693" y="949682"/>
                  </a:lnTo>
                  <a:lnTo>
                    <a:pt x="4075751" y="982539"/>
                  </a:lnTo>
                  <a:lnTo>
                    <a:pt x="4076809" y="1014614"/>
                  </a:lnTo>
                  <a:lnTo>
                    <a:pt x="4077867" y="1046883"/>
                  </a:lnTo>
                  <a:lnTo>
                    <a:pt x="4078925" y="1080210"/>
                  </a:lnTo>
                  <a:lnTo>
                    <a:pt x="4079982" y="1115365"/>
                  </a:lnTo>
                  <a:lnTo>
                    <a:pt x="4081040" y="1152691"/>
                  </a:lnTo>
                  <a:lnTo>
                    <a:pt x="4082098" y="1192657"/>
                  </a:lnTo>
                  <a:lnTo>
                    <a:pt x="4083156" y="1236162"/>
                  </a:lnTo>
                  <a:lnTo>
                    <a:pt x="4084214" y="1282921"/>
                  </a:lnTo>
                  <a:lnTo>
                    <a:pt x="4085272" y="1332575"/>
                  </a:lnTo>
                  <a:lnTo>
                    <a:pt x="4086329" y="1384499"/>
                  </a:lnTo>
                  <a:lnTo>
                    <a:pt x="4087387" y="1438280"/>
                  </a:lnTo>
                  <a:lnTo>
                    <a:pt x="4088445" y="1494076"/>
                  </a:lnTo>
                  <a:lnTo>
                    <a:pt x="4089503" y="1550862"/>
                  </a:lnTo>
                  <a:lnTo>
                    <a:pt x="4090561" y="1606974"/>
                  </a:lnTo>
                  <a:lnTo>
                    <a:pt x="4091619" y="1661702"/>
                  </a:lnTo>
                  <a:lnTo>
                    <a:pt x="4092677" y="1712346"/>
                  </a:lnTo>
                  <a:lnTo>
                    <a:pt x="4093734" y="1755200"/>
                  </a:lnTo>
                  <a:lnTo>
                    <a:pt x="4094792" y="1786480"/>
                  </a:lnTo>
                  <a:lnTo>
                    <a:pt x="4095850" y="1802604"/>
                  </a:lnTo>
                  <a:lnTo>
                    <a:pt x="4096908" y="1800963"/>
                  </a:lnTo>
                  <a:lnTo>
                    <a:pt x="4097966" y="1782432"/>
                  </a:lnTo>
                  <a:lnTo>
                    <a:pt x="4099024" y="1750323"/>
                  </a:lnTo>
                  <a:lnTo>
                    <a:pt x="4100081" y="1708822"/>
                  </a:lnTo>
                  <a:lnTo>
                    <a:pt x="4101139" y="1661903"/>
                  </a:lnTo>
                  <a:lnTo>
                    <a:pt x="4102197" y="1613494"/>
                  </a:lnTo>
                  <a:lnTo>
                    <a:pt x="4103255" y="1566711"/>
                  </a:lnTo>
                  <a:lnTo>
                    <a:pt x="4104313" y="1523165"/>
                  </a:lnTo>
                  <a:lnTo>
                    <a:pt x="4105371" y="1483877"/>
                  </a:lnTo>
                  <a:lnTo>
                    <a:pt x="4106428" y="1448516"/>
                  </a:lnTo>
                  <a:lnTo>
                    <a:pt x="4107486" y="1416293"/>
                  </a:lnTo>
                  <a:lnTo>
                    <a:pt x="4108544" y="1387308"/>
                  </a:lnTo>
                  <a:lnTo>
                    <a:pt x="4109602" y="1360499"/>
                  </a:lnTo>
                  <a:lnTo>
                    <a:pt x="4110660" y="1335473"/>
                  </a:lnTo>
                  <a:lnTo>
                    <a:pt x="4111718" y="1312753"/>
                  </a:lnTo>
                  <a:lnTo>
                    <a:pt x="4112775" y="1292529"/>
                  </a:lnTo>
                  <a:lnTo>
                    <a:pt x="4113833" y="1273927"/>
                  </a:lnTo>
                  <a:lnTo>
                    <a:pt x="4114891" y="1256399"/>
                  </a:lnTo>
                  <a:lnTo>
                    <a:pt x="4115949" y="1239255"/>
                  </a:lnTo>
                  <a:lnTo>
                    <a:pt x="4117007" y="1222274"/>
                  </a:lnTo>
                  <a:lnTo>
                    <a:pt x="4118065" y="1205153"/>
                  </a:lnTo>
                  <a:lnTo>
                    <a:pt x="4119123" y="1186691"/>
                  </a:lnTo>
                  <a:lnTo>
                    <a:pt x="4120180" y="1165890"/>
                  </a:lnTo>
                  <a:lnTo>
                    <a:pt x="4121238" y="1142262"/>
                  </a:lnTo>
                  <a:lnTo>
                    <a:pt x="4122296" y="1116082"/>
                  </a:lnTo>
                  <a:lnTo>
                    <a:pt x="4123354" y="1088114"/>
                  </a:lnTo>
                  <a:lnTo>
                    <a:pt x="4124412" y="1058759"/>
                  </a:lnTo>
                  <a:lnTo>
                    <a:pt x="4125470" y="1028813"/>
                  </a:lnTo>
                  <a:lnTo>
                    <a:pt x="4126527" y="998821"/>
                  </a:lnTo>
                  <a:lnTo>
                    <a:pt x="4127585" y="968809"/>
                  </a:lnTo>
                  <a:lnTo>
                    <a:pt x="4128643" y="938907"/>
                  </a:lnTo>
                  <a:lnTo>
                    <a:pt x="4129701" y="909662"/>
                  </a:lnTo>
                  <a:lnTo>
                    <a:pt x="4130759" y="880920"/>
                  </a:lnTo>
                  <a:lnTo>
                    <a:pt x="4131817" y="852741"/>
                  </a:lnTo>
                  <a:lnTo>
                    <a:pt x="4132874" y="825065"/>
                  </a:lnTo>
                  <a:lnTo>
                    <a:pt x="4133932" y="797945"/>
                  </a:lnTo>
                  <a:lnTo>
                    <a:pt x="4134990" y="771558"/>
                  </a:lnTo>
                  <a:lnTo>
                    <a:pt x="4136048" y="746417"/>
                  </a:lnTo>
                  <a:lnTo>
                    <a:pt x="4137106" y="722812"/>
                  </a:lnTo>
                  <a:lnTo>
                    <a:pt x="4138164" y="700846"/>
                  </a:lnTo>
                  <a:lnTo>
                    <a:pt x="4139221" y="680461"/>
                  </a:lnTo>
                  <a:lnTo>
                    <a:pt x="4140279" y="661669"/>
                  </a:lnTo>
                  <a:lnTo>
                    <a:pt x="4141337" y="644336"/>
                  </a:lnTo>
                  <a:lnTo>
                    <a:pt x="4142395" y="628251"/>
                  </a:lnTo>
                  <a:lnTo>
                    <a:pt x="4143453" y="613354"/>
                  </a:lnTo>
                  <a:lnTo>
                    <a:pt x="4144511" y="599570"/>
                  </a:lnTo>
                  <a:lnTo>
                    <a:pt x="4145569" y="586863"/>
                  </a:lnTo>
                  <a:lnTo>
                    <a:pt x="4146626" y="575301"/>
                  </a:lnTo>
                  <a:lnTo>
                    <a:pt x="4147684" y="564951"/>
                  </a:lnTo>
                  <a:lnTo>
                    <a:pt x="4148742" y="555953"/>
                  </a:lnTo>
                  <a:lnTo>
                    <a:pt x="4149800" y="548356"/>
                  </a:lnTo>
                  <a:lnTo>
                    <a:pt x="4150858" y="542208"/>
                  </a:lnTo>
                  <a:lnTo>
                    <a:pt x="4151916" y="537294"/>
                  </a:lnTo>
                  <a:lnTo>
                    <a:pt x="4152973" y="533443"/>
                  </a:lnTo>
                  <a:lnTo>
                    <a:pt x="4154031" y="530633"/>
                  </a:lnTo>
                  <a:lnTo>
                    <a:pt x="4155089" y="528691"/>
                  </a:lnTo>
                  <a:lnTo>
                    <a:pt x="4156147" y="527406"/>
                  </a:lnTo>
                  <a:lnTo>
                    <a:pt x="4157205" y="526691"/>
                  </a:lnTo>
                  <a:lnTo>
                    <a:pt x="4158263" y="526592"/>
                  </a:lnTo>
                  <a:lnTo>
                    <a:pt x="4159320" y="527205"/>
                  </a:lnTo>
                  <a:lnTo>
                    <a:pt x="4160378" y="528645"/>
                  </a:lnTo>
                  <a:lnTo>
                    <a:pt x="4161436" y="530744"/>
                  </a:lnTo>
                  <a:lnTo>
                    <a:pt x="4162494" y="533637"/>
                  </a:lnTo>
                  <a:lnTo>
                    <a:pt x="4163552" y="537364"/>
                  </a:lnTo>
                  <a:lnTo>
                    <a:pt x="4164610" y="541717"/>
                  </a:lnTo>
                  <a:lnTo>
                    <a:pt x="4165667" y="546497"/>
                  </a:lnTo>
                  <a:lnTo>
                    <a:pt x="4166725" y="551681"/>
                  </a:lnTo>
                  <a:lnTo>
                    <a:pt x="4167783" y="556939"/>
                  </a:lnTo>
                  <a:lnTo>
                    <a:pt x="4168841" y="561947"/>
                  </a:lnTo>
                  <a:lnTo>
                    <a:pt x="4169899" y="566353"/>
                  </a:lnTo>
                  <a:lnTo>
                    <a:pt x="4170957" y="569707"/>
                  </a:lnTo>
                  <a:lnTo>
                    <a:pt x="4172015" y="571819"/>
                  </a:lnTo>
                  <a:lnTo>
                    <a:pt x="4173072" y="572789"/>
                  </a:lnTo>
                  <a:lnTo>
                    <a:pt x="4174130" y="572723"/>
                  </a:lnTo>
                  <a:lnTo>
                    <a:pt x="4175188" y="571811"/>
                  </a:lnTo>
                  <a:lnTo>
                    <a:pt x="4176246" y="570330"/>
                  </a:lnTo>
                  <a:lnTo>
                    <a:pt x="4177304" y="568595"/>
                  </a:lnTo>
                  <a:lnTo>
                    <a:pt x="4178362" y="566779"/>
                  </a:lnTo>
                  <a:lnTo>
                    <a:pt x="4179419" y="564960"/>
                  </a:lnTo>
                  <a:lnTo>
                    <a:pt x="4180477" y="563367"/>
                  </a:lnTo>
                  <a:lnTo>
                    <a:pt x="4181535" y="562044"/>
                  </a:lnTo>
                  <a:lnTo>
                    <a:pt x="4182593" y="560902"/>
                  </a:lnTo>
                  <a:lnTo>
                    <a:pt x="4183651" y="560212"/>
                  </a:lnTo>
                  <a:lnTo>
                    <a:pt x="4184709" y="560235"/>
                  </a:lnTo>
                  <a:lnTo>
                    <a:pt x="4185766" y="561097"/>
                  </a:lnTo>
                  <a:lnTo>
                    <a:pt x="4186824" y="562793"/>
                  </a:lnTo>
                  <a:lnTo>
                    <a:pt x="4187882" y="565276"/>
                  </a:lnTo>
                  <a:lnTo>
                    <a:pt x="4188940" y="568286"/>
                  </a:lnTo>
                  <a:lnTo>
                    <a:pt x="4189998" y="571261"/>
                  </a:lnTo>
                  <a:lnTo>
                    <a:pt x="4191056" y="573371"/>
                  </a:lnTo>
                  <a:lnTo>
                    <a:pt x="4192113" y="573948"/>
                  </a:lnTo>
                  <a:lnTo>
                    <a:pt x="4193171" y="572246"/>
                  </a:lnTo>
                  <a:lnTo>
                    <a:pt x="4194229" y="567976"/>
                  </a:lnTo>
                  <a:lnTo>
                    <a:pt x="4195287" y="561159"/>
                  </a:lnTo>
                  <a:lnTo>
                    <a:pt x="4196345" y="551809"/>
                  </a:lnTo>
                  <a:lnTo>
                    <a:pt x="4197403" y="540093"/>
                  </a:lnTo>
                  <a:lnTo>
                    <a:pt x="4198461" y="526688"/>
                  </a:lnTo>
                  <a:lnTo>
                    <a:pt x="4199518" y="511951"/>
                  </a:lnTo>
                  <a:lnTo>
                    <a:pt x="4200576" y="496258"/>
                  </a:lnTo>
                  <a:lnTo>
                    <a:pt x="4201634" y="479834"/>
                  </a:lnTo>
                  <a:lnTo>
                    <a:pt x="4202692" y="463554"/>
                  </a:lnTo>
                  <a:lnTo>
                    <a:pt x="4203750" y="447853"/>
                  </a:lnTo>
                  <a:lnTo>
                    <a:pt x="4204808" y="433037"/>
                  </a:lnTo>
                  <a:lnTo>
                    <a:pt x="4205865" y="419410"/>
                  </a:lnTo>
                  <a:lnTo>
                    <a:pt x="4206923" y="407354"/>
                  </a:lnTo>
                  <a:lnTo>
                    <a:pt x="4207981" y="397078"/>
                  </a:lnTo>
                  <a:lnTo>
                    <a:pt x="4209039" y="388823"/>
                  </a:lnTo>
                  <a:lnTo>
                    <a:pt x="4210097" y="382412"/>
                  </a:lnTo>
                  <a:lnTo>
                    <a:pt x="4211155" y="377530"/>
                  </a:lnTo>
                  <a:lnTo>
                    <a:pt x="4212212" y="373943"/>
                  </a:lnTo>
                  <a:lnTo>
                    <a:pt x="4213270" y="371454"/>
                  </a:lnTo>
                  <a:lnTo>
                    <a:pt x="4214328" y="369528"/>
                  </a:lnTo>
                  <a:lnTo>
                    <a:pt x="4215386" y="367760"/>
                  </a:lnTo>
                  <a:lnTo>
                    <a:pt x="4216444" y="365651"/>
                  </a:lnTo>
                  <a:lnTo>
                    <a:pt x="4217502" y="363040"/>
                  </a:lnTo>
                  <a:lnTo>
                    <a:pt x="4218559" y="359502"/>
                  </a:lnTo>
                  <a:lnTo>
                    <a:pt x="4219617" y="355009"/>
                  </a:lnTo>
                  <a:lnTo>
                    <a:pt x="4220675" y="349724"/>
                  </a:lnTo>
                  <a:lnTo>
                    <a:pt x="4221733" y="344188"/>
                  </a:lnTo>
                  <a:lnTo>
                    <a:pt x="4222791" y="338732"/>
                  </a:lnTo>
                  <a:lnTo>
                    <a:pt x="4223849" y="333771"/>
                  </a:lnTo>
                  <a:lnTo>
                    <a:pt x="4224907" y="329643"/>
                  </a:lnTo>
                  <a:lnTo>
                    <a:pt x="4225964" y="326651"/>
                  </a:lnTo>
                  <a:lnTo>
                    <a:pt x="4227022" y="324996"/>
                  </a:lnTo>
                  <a:lnTo>
                    <a:pt x="4228080" y="324657"/>
                  </a:lnTo>
                  <a:lnTo>
                    <a:pt x="4229138" y="325397"/>
                  </a:lnTo>
                  <a:lnTo>
                    <a:pt x="4230196" y="327100"/>
                  </a:lnTo>
                  <a:lnTo>
                    <a:pt x="4231254" y="329667"/>
                  </a:lnTo>
                  <a:lnTo>
                    <a:pt x="4232311" y="333147"/>
                  </a:lnTo>
                  <a:lnTo>
                    <a:pt x="4233369" y="337395"/>
                  </a:lnTo>
                  <a:lnTo>
                    <a:pt x="4234427" y="342251"/>
                  </a:lnTo>
                  <a:lnTo>
                    <a:pt x="4235485" y="347485"/>
                  </a:lnTo>
                  <a:lnTo>
                    <a:pt x="4236543" y="352768"/>
                  </a:lnTo>
                  <a:lnTo>
                    <a:pt x="4237601" y="357355"/>
                  </a:lnTo>
                  <a:lnTo>
                    <a:pt x="4238658" y="360840"/>
                  </a:lnTo>
                  <a:lnTo>
                    <a:pt x="4239716" y="362965"/>
                  </a:lnTo>
                  <a:lnTo>
                    <a:pt x="4240774" y="363665"/>
                  </a:lnTo>
                  <a:lnTo>
                    <a:pt x="4241832" y="362861"/>
                  </a:lnTo>
                  <a:lnTo>
                    <a:pt x="4242890" y="360726"/>
                  </a:lnTo>
                  <a:lnTo>
                    <a:pt x="4243948" y="357763"/>
                  </a:lnTo>
                  <a:lnTo>
                    <a:pt x="4245005" y="354573"/>
                  </a:lnTo>
                  <a:lnTo>
                    <a:pt x="4246063" y="351626"/>
                  </a:lnTo>
                  <a:lnTo>
                    <a:pt x="4247121" y="349239"/>
                  </a:lnTo>
                  <a:lnTo>
                    <a:pt x="4248179" y="347613"/>
                  </a:lnTo>
                  <a:lnTo>
                    <a:pt x="4249237" y="346852"/>
                  </a:lnTo>
                  <a:lnTo>
                    <a:pt x="4250295" y="347199"/>
                  </a:lnTo>
                  <a:lnTo>
                    <a:pt x="4251353" y="348391"/>
                  </a:lnTo>
                  <a:lnTo>
                    <a:pt x="4252410" y="350356"/>
                  </a:lnTo>
                  <a:lnTo>
                    <a:pt x="4253468" y="353336"/>
                  </a:lnTo>
                  <a:lnTo>
                    <a:pt x="4254526" y="357345"/>
                  </a:lnTo>
                  <a:lnTo>
                    <a:pt x="4255584" y="361852"/>
                  </a:lnTo>
                  <a:lnTo>
                    <a:pt x="4256642" y="366499"/>
                  </a:lnTo>
                  <a:lnTo>
                    <a:pt x="4257700" y="370845"/>
                  </a:lnTo>
                  <a:lnTo>
                    <a:pt x="4258757" y="374444"/>
                  </a:lnTo>
                  <a:lnTo>
                    <a:pt x="4259815" y="376859"/>
                  </a:lnTo>
                  <a:lnTo>
                    <a:pt x="4260873" y="377522"/>
                  </a:lnTo>
                  <a:lnTo>
                    <a:pt x="4261931" y="376177"/>
                  </a:lnTo>
                  <a:lnTo>
                    <a:pt x="4262989" y="373118"/>
                  </a:lnTo>
                  <a:lnTo>
                    <a:pt x="4264047" y="368578"/>
                  </a:lnTo>
                  <a:lnTo>
                    <a:pt x="4265104" y="363085"/>
                  </a:lnTo>
                  <a:lnTo>
                    <a:pt x="4266162" y="356977"/>
                  </a:lnTo>
                  <a:lnTo>
                    <a:pt x="4267220" y="350906"/>
                  </a:lnTo>
                  <a:lnTo>
                    <a:pt x="4268278" y="345329"/>
                  </a:lnTo>
                  <a:lnTo>
                    <a:pt x="4269336" y="340566"/>
                  </a:lnTo>
                  <a:lnTo>
                    <a:pt x="4270394" y="336695"/>
                  </a:lnTo>
                  <a:lnTo>
                    <a:pt x="4271451" y="334043"/>
                  </a:lnTo>
                  <a:lnTo>
                    <a:pt x="4272509" y="332551"/>
                  </a:lnTo>
                  <a:lnTo>
                    <a:pt x="4273567" y="332394"/>
                  </a:lnTo>
                  <a:lnTo>
                    <a:pt x="4274625" y="333398"/>
                  </a:lnTo>
                  <a:lnTo>
                    <a:pt x="4275683" y="335369"/>
                  </a:lnTo>
                  <a:lnTo>
                    <a:pt x="4276741" y="338335"/>
                  </a:lnTo>
                  <a:lnTo>
                    <a:pt x="4277799" y="342281"/>
                  </a:lnTo>
                  <a:lnTo>
                    <a:pt x="4278856" y="346831"/>
                  </a:lnTo>
                  <a:lnTo>
                    <a:pt x="4279914" y="351843"/>
                  </a:lnTo>
                  <a:lnTo>
                    <a:pt x="4280972" y="356989"/>
                  </a:lnTo>
                  <a:lnTo>
                    <a:pt x="4282030" y="361996"/>
                  </a:lnTo>
                  <a:lnTo>
                    <a:pt x="4283088" y="366547"/>
                  </a:lnTo>
                  <a:lnTo>
                    <a:pt x="4284146" y="370047"/>
                  </a:lnTo>
                  <a:lnTo>
                    <a:pt x="4285203" y="371900"/>
                  </a:lnTo>
                  <a:lnTo>
                    <a:pt x="4286261" y="372156"/>
                  </a:lnTo>
                  <a:lnTo>
                    <a:pt x="4287319" y="370995"/>
                  </a:lnTo>
                  <a:lnTo>
                    <a:pt x="4288377" y="368693"/>
                  </a:lnTo>
                  <a:lnTo>
                    <a:pt x="4289435" y="365689"/>
                  </a:lnTo>
                  <a:lnTo>
                    <a:pt x="4290493" y="362817"/>
                  </a:lnTo>
                  <a:lnTo>
                    <a:pt x="4291550" y="360742"/>
                  </a:lnTo>
                  <a:lnTo>
                    <a:pt x="4292608" y="359983"/>
                  </a:lnTo>
                  <a:lnTo>
                    <a:pt x="4293666" y="360562"/>
                  </a:lnTo>
                  <a:lnTo>
                    <a:pt x="4294724" y="362447"/>
                  </a:lnTo>
                  <a:lnTo>
                    <a:pt x="4295782" y="365555"/>
                  </a:lnTo>
                  <a:lnTo>
                    <a:pt x="4296840" y="369739"/>
                  </a:lnTo>
                  <a:lnTo>
                    <a:pt x="4297897" y="374667"/>
                  </a:lnTo>
                  <a:lnTo>
                    <a:pt x="4298955" y="380339"/>
                  </a:lnTo>
                  <a:lnTo>
                    <a:pt x="4300013" y="386918"/>
                  </a:lnTo>
                  <a:lnTo>
                    <a:pt x="4301071" y="394792"/>
                  </a:lnTo>
                  <a:lnTo>
                    <a:pt x="4302129" y="404105"/>
                  </a:lnTo>
                  <a:lnTo>
                    <a:pt x="4303187" y="414672"/>
                  </a:lnTo>
                  <a:lnTo>
                    <a:pt x="4304245" y="426364"/>
                  </a:lnTo>
                  <a:lnTo>
                    <a:pt x="4305302" y="438645"/>
                  </a:lnTo>
                  <a:lnTo>
                    <a:pt x="4306360" y="450518"/>
                  </a:lnTo>
                  <a:lnTo>
                    <a:pt x="4307418" y="460982"/>
                  </a:lnTo>
                  <a:lnTo>
                    <a:pt x="4308476" y="469102"/>
                  </a:lnTo>
                  <a:lnTo>
                    <a:pt x="4309534" y="474344"/>
                  </a:lnTo>
                  <a:lnTo>
                    <a:pt x="4310592" y="476965"/>
                  </a:lnTo>
                  <a:lnTo>
                    <a:pt x="4311649" y="477531"/>
                  </a:lnTo>
                  <a:lnTo>
                    <a:pt x="4312707" y="476602"/>
                  </a:lnTo>
                  <a:lnTo>
                    <a:pt x="4313765" y="475244"/>
                  </a:lnTo>
                  <a:lnTo>
                    <a:pt x="4314823" y="474006"/>
                  </a:lnTo>
                  <a:lnTo>
                    <a:pt x="4315881" y="472999"/>
                  </a:lnTo>
                  <a:lnTo>
                    <a:pt x="4316939" y="472059"/>
                  </a:lnTo>
                  <a:lnTo>
                    <a:pt x="4317996" y="470634"/>
                  </a:lnTo>
                  <a:lnTo>
                    <a:pt x="4319054" y="468432"/>
                  </a:lnTo>
                  <a:lnTo>
                    <a:pt x="4320112" y="465317"/>
                  </a:lnTo>
                  <a:lnTo>
                    <a:pt x="4321170" y="461338"/>
                  </a:lnTo>
                  <a:lnTo>
                    <a:pt x="4322228" y="456860"/>
                  </a:lnTo>
                  <a:lnTo>
                    <a:pt x="4323286" y="452377"/>
                  </a:lnTo>
                  <a:lnTo>
                    <a:pt x="4324343" y="448424"/>
                  </a:lnTo>
                  <a:lnTo>
                    <a:pt x="4325401" y="445523"/>
                  </a:lnTo>
                  <a:lnTo>
                    <a:pt x="4326459" y="443547"/>
                  </a:lnTo>
                  <a:lnTo>
                    <a:pt x="4327517" y="442195"/>
                  </a:lnTo>
                  <a:lnTo>
                    <a:pt x="4328575" y="441225"/>
                  </a:lnTo>
                  <a:lnTo>
                    <a:pt x="4329633" y="440056"/>
                  </a:lnTo>
                  <a:lnTo>
                    <a:pt x="4330691" y="438333"/>
                  </a:lnTo>
                  <a:lnTo>
                    <a:pt x="4331748" y="435967"/>
                  </a:lnTo>
                  <a:lnTo>
                    <a:pt x="4332806" y="432663"/>
                  </a:lnTo>
                  <a:lnTo>
                    <a:pt x="4333864" y="428464"/>
                  </a:lnTo>
                  <a:lnTo>
                    <a:pt x="4334922" y="423595"/>
                  </a:lnTo>
                  <a:lnTo>
                    <a:pt x="4335980" y="418166"/>
                  </a:lnTo>
                  <a:lnTo>
                    <a:pt x="4337038" y="412613"/>
                  </a:lnTo>
                  <a:lnTo>
                    <a:pt x="4338095" y="407214"/>
                  </a:lnTo>
                  <a:lnTo>
                    <a:pt x="4339153" y="401942"/>
                  </a:lnTo>
                  <a:lnTo>
                    <a:pt x="4340211" y="396909"/>
                  </a:lnTo>
                  <a:lnTo>
                    <a:pt x="4341269" y="391960"/>
                  </a:lnTo>
                  <a:lnTo>
                    <a:pt x="4342327" y="387032"/>
                  </a:lnTo>
                  <a:lnTo>
                    <a:pt x="4343385" y="381931"/>
                  </a:lnTo>
                  <a:lnTo>
                    <a:pt x="4344442" y="376443"/>
                  </a:lnTo>
                  <a:lnTo>
                    <a:pt x="4345500" y="370444"/>
                  </a:lnTo>
                  <a:lnTo>
                    <a:pt x="4346558" y="364118"/>
                  </a:lnTo>
                  <a:lnTo>
                    <a:pt x="4347616" y="357596"/>
                  </a:lnTo>
                  <a:lnTo>
                    <a:pt x="4348674" y="351258"/>
                  </a:lnTo>
                  <a:lnTo>
                    <a:pt x="4349732" y="345366"/>
                  </a:lnTo>
                  <a:lnTo>
                    <a:pt x="4350789" y="340141"/>
                  </a:lnTo>
                  <a:lnTo>
                    <a:pt x="4351847" y="335706"/>
                  </a:lnTo>
                  <a:lnTo>
                    <a:pt x="4352905" y="331889"/>
                  </a:lnTo>
                  <a:lnTo>
                    <a:pt x="4353963" y="328347"/>
                  </a:lnTo>
                  <a:lnTo>
                    <a:pt x="4355021" y="325039"/>
                  </a:lnTo>
                  <a:lnTo>
                    <a:pt x="4356079" y="321975"/>
                  </a:lnTo>
                  <a:lnTo>
                    <a:pt x="4357137" y="319214"/>
                  </a:lnTo>
                  <a:lnTo>
                    <a:pt x="4358194" y="316865"/>
                  </a:lnTo>
                  <a:lnTo>
                    <a:pt x="4359252" y="314953"/>
                  </a:lnTo>
                  <a:lnTo>
                    <a:pt x="4360310" y="313816"/>
                  </a:lnTo>
                  <a:lnTo>
                    <a:pt x="4361368" y="313838"/>
                  </a:lnTo>
                  <a:lnTo>
                    <a:pt x="4362426" y="314899"/>
                  </a:lnTo>
                  <a:lnTo>
                    <a:pt x="4363484" y="316826"/>
                  </a:lnTo>
                  <a:lnTo>
                    <a:pt x="4364541" y="319189"/>
                  </a:lnTo>
                  <a:lnTo>
                    <a:pt x="4365599" y="321795"/>
                  </a:lnTo>
                  <a:lnTo>
                    <a:pt x="4366657" y="324319"/>
                  </a:lnTo>
                  <a:lnTo>
                    <a:pt x="4367715" y="326411"/>
                  </a:lnTo>
                  <a:lnTo>
                    <a:pt x="4368773" y="327879"/>
                  </a:lnTo>
                  <a:lnTo>
                    <a:pt x="4369831" y="328858"/>
                  </a:lnTo>
                  <a:lnTo>
                    <a:pt x="4370888" y="329400"/>
                  </a:lnTo>
                  <a:lnTo>
                    <a:pt x="4371946" y="329436"/>
                  </a:lnTo>
                  <a:lnTo>
                    <a:pt x="4373004" y="329022"/>
                  </a:lnTo>
                  <a:lnTo>
                    <a:pt x="4374062" y="328149"/>
                  </a:lnTo>
                  <a:lnTo>
                    <a:pt x="4375120" y="326959"/>
                  </a:lnTo>
                  <a:lnTo>
                    <a:pt x="4376178" y="325208"/>
                  </a:lnTo>
                  <a:lnTo>
                    <a:pt x="4377235" y="322628"/>
                  </a:lnTo>
                  <a:lnTo>
                    <a:pt x="4378293" y="319156"/>
                  </a:lnTo>
                  <a:lnTo>
                    <a:pt x="4379351" y="315091"/>
                  </a:lnTo>
                  <a:lnTo>
                    <a:pt x="4380409" y="310812"/>
                  </a:lnTo>
                  <a:lnTo>
                    <a:pt x="4381467" y="306530"/>
                  </a:lnTo>
                  <a:lnTo>
                    <a:pt x="4382525" y="302377"/>
                  </a:lnTo>
                  <a:lnTo>
                    <a:pt x="4383583" y="298635"/>
                  </a:lnTo>
                  <a:lnTo>
                    <a:pt x="4384640" y="295616"/>
                  </a:lnTo>
                  <a:lnTo>
                    <a:pt x="4385698" y="293658"/>
                  </a:lnTo>
                  <a:lnTo>
                    <a:pt x="4386756" y="292946"/>
                  </a:lnTo>
                  <a:lnTo>
                    <a:pt x="4387814" y="293464"/>
                  </a:lnTo>
                  <a:lnTo>
                    <a:pt x="4388872" y="295314"/>
                  </a:lnTo>
                  <a:lnTo>
                    <a:pt x="4389930" y="298623"/>
                  </a:lnTo>
                  <a:lnTo>
                    <a:pt x="4390987" y="303498"/>
                  </a:lnTo>
                  <a:lnTo>
                    <a:pt x="4392045" y="310044"/>
                  </a:lnTo>
                  <a:lnTo>
                    <a:pt x="4393103" y="318154"/>
                  </a:lnTo>
                  <a:lnTo>
                    <a:pt x="4394161" y="327884"/>
                  </a:lnTo>
                  <a:lnTo>
                    <a:pt x="4395219" y="339081"/>
                  </a:lnTo>
                  <a:lnTo>
                    <a:pt x="4396277" y="351641"/>
                  </a:lnTo>
                  <a:lnTo>
                    <a:pt x="4397334" y="365381"/>
                  </a:lnTo>
                  <a:lnTo>
                    <a:pt x="4398392" y="380109"/>
                  </a:lnTo>
                  <a:lnTo>
                    <a:pt x="4399450" y="395550"/>
                  </a:lnTo>
                  <a:lnTo>
                    <a:pt x="4400508" y="411416"/>
                  </a:lnTo>
                  <a:lnTo>
                    <a:pt x="4401566" y="427236"/>
                  </a:lnTo>
                  <a:lnTo>
                    <a:pt x="4402624" y="442802"/>
                  </a:lnTo>
                  <a:lnTo>
                    <a:pt x="4403681" y="457984"/>
                  </a:lnTo>
                  <a:lnTo>
                    <a:pt x="4404739" y="472434"/>
                  </a:lnTo>
                  <a:lnTo>
                    <a:pt x="4405797" y="485991"/>
                  </a:lnTo>
                  <a:lnTo>
                    <a:pt x="4406855" y="498450"/>
                  </a:lnTo>
                  <a:lnTo>
                    <a:pt x="4407913" y="509639"/>
                  </a:lnTo>
                  <a:lnTo>
                    <a:pt x="4408971" y="519395"/>
                  </a:lnTo>
                  <a:lnTo>
                    <a:pt x="4410029" y="527639"/>
                  </a:lnTo>
                  <a:lnTo>
                    <a:pt x="4411086" y="534515"/>
                  </a:lnTo>
                  <a:lnTo>
                    <a:pt x="4412144" y="540657"/>
                  </a:lnTo>
                  <a:lnTo>
                    <a:pt x="4413202" y="546371"/>
                  </a:lnTo>
                  <a:lnTo>
                    <a:pt x="4414260" y="552205"/>
                  </a:lnTo>
                  <a:lnTo>
                    <a:pt x="4415318" y="558892"/>
                  </a:lnTo>
                  <a:lnTo>
                    <a:pt x="4416376" y="566915"/>
                  </a:lnTo>
                  <a:lnTo>
                    <a:pt x="4417433" y="576692"/>
                  </a:lnTo>
                  <a:lnTo>
                    <a:pt x="4418491" y="587978"/>
                  </a:lnTo>
                  <a:lnTo>
                    <a:pt x="4419549" y="600598"/>
                  </a:lnTo>
                  <a:lnTo>
                    <a:pt x="4420607" y="614614"/>
                  </a:lnTo>
                  <a:lnTo>
                    <a:pt x="4421665" y="629724"/>
                  </a:lnTo>
                  <a:lnTo>
                    <a:pt x="4422723" y="645681"/>
                  </a:lnTo>
                  <a:lnTo>
                    <a:pt x="4423780" y="662511"/>
                  </a:lnTo>
                  <a:lnTo>
                    <a:pt x="4424838" y="680245"/>
                  </a:lnTo>
                  <a:lnTo>
                    <a:pt x="4425896" y="698631"/>
                  </a:lnTo>
                  <a:lnTo>
                    <a:pt x="4426954" y="717534"/>
                  </a:lnTo>
                  <a:lnTo>
                    <a:pt x="4428012" y="736221"/>
                  </a:lnTo>
                  <a:lnTo>
                    <a:pt x="4429070" y="754567"/>
                  </a:lnTo>
                  <a:lnTo>
                    <a:pt x="4430127" y="772127"/>
                  </a:lnTo>
                  <a:lnTo>
                    <a:pt x="4431185" y="788224"/>
                  </a:lnTo>
                  <a:lnTo>
                    <a:pt x="4432243" y="802214"/>
                  </a:lnTo>
                  <a:lnTo>
                    <a:pt x="4433301" y="813638"/>
                  </a:lnTo>
                  <a:lnTo>
                    <a:pt x="4434359" y="822355"/>
                  </a:lnTo>
                  <a:lnTo>
                    <a:pt x="4435417" y="828513"/>
                  </a:lnTo>
                  <a:lnTo>
                    <a:pt x="4436475" y="831859"/>
                  </a:lnTo>
                  <a:lnTo>
                    <a:pt x="4437532" y="832306"/>
                  </a:lnTo>
                  <a:lnTo>
                    <a:pt x="4438590" y="829823"/>
                  </a:lnTo>
                  <a:lnTo>
                    <a:pt x="4439648" y="824502"/>
                  </a:lnTo>
                  <a:lnTo>
                    <a:pt x="4440706" y="817151"/>
                  </a:lnTo>
                  <a:lnTo>
                    <a:pt x="4441764" y="808336"/>
                  </a:lnTo>
                  <a:lnTo>
                    <a:pt x="4442822" y="798429"/>
                  </a:lnTo>
                  <a:lnTo>
                    <a:pt x="4443879" y="787782"/>
                  </a:lnTo>
                  <a:lnTo>
                    <a:pt x="4444937" y="776578"/>
                  </a:lnTo>
                  <a:lnTo>
                    <a:pt x="4445995" y="765211"/>
                  </a:lnTo>
                  <a:lnTo>
                    <a:pt x="4447053" y="753964"/>
                  </a:lnTo>
                  <a:lnTo>
                    <a:pt x="4448111" y="742841"/>
                  </a:lnTo>
                  <a:lnTo>
                    <a:pt x="4449169" y="731902"/>
                  </a:lnTo>
                  <a:lnTo>
                    <a:pt x="4450226" y="721430"/>
                  </a:lnTo>
                  <a:lnTo>
                    <a:pt x="4451284" y="711563"/>
                  </a:lnTo>
                  <a:lnTo>
                    <a:pt x="4452342" y="702608"/>
                  </a:lnTo>
                  <a:lnTo>
                    <a:pt x="4453400" y="694855"/>
                  </a:lnTo>
                  <a:lnTo>
                    <a:pt x="4454458" y="688388"/>
                  </a:lnTo>
                  <a:lnTo>
                    <a:pt x="4455516" y="683224"/>
                  </a:lnTo>
                  <a:lnTo>
                    <a:pt x="4456573" y="679205"/>
                  </a:lnTo>
                  <a:lnTo>
                    <a:pt x="4457631" y="676556"/>
                  </a:lnTo>
                  <a:lnTo>
                    <a:pt x="4458689" y="675246"/>
                  </a:lnTo>
                  <a:lnTo>
                    <a:pt x="4459747" y="675292"/>
                  </a:lnTo>
                  <a:lnTo>
                    <a:pt x="4460805" y="676635"/>
                  </a:lnTo>
                  <a:lnTo>
                    <a:pt x="4461863" y="679228"/>
                  </a:lnTo>
                  <a:lnTo>
                    <a:pt x="4462921" y="683020"/>
                  </a:lnTo>
                  <a:lnTo>
                    <a:pt x="4463978" y="688115"/>
                  </a:lnTo>
                  <a:lnTo>
                    <a:pt x="4465036" y="694253"/>
                  </a:lnTo>
                  <a:lnTo>
                    <a:pt x="4466094" y="701477"/>
                  </a:lnTo>
                  <a:lnTo>
                    <a:pt x="4467152" y="709486"/>
                  </a:lnTo>
                  <a:lnTo>
                    <a:pt x="4468210" y="718035"/>
                  </a:lnTo>
                  <a:lnTo>
                    <a:pt x="4469268" y="726939"/>
                  </a:lnTo>
                  <a:lnTo>
                    <a:pt x="4470325" y="736230"/>
                  </a:lnTo>
                  <a:lnTo>
                    <a:pt x="4471383" y="745885"/>
                  </a:lnTo>
                  <a:lnTo>
                    <a:pt x="4472441" y="755799"/>
                  </a:lnTo>
                  <a:lnTo>
                    <a:pt x="4473499" y="765565"/>
                  </a:lnTo>
                  <a:lnTo>
                    <a:pt x="4474557" y="775115"/>
                  </a:lnTo>
                  <a:lnTo>
                    <a:pt x="4475615" y="784407"/>
                  </a:lnTo>
                  <a:lnTo>
                    <a:pt x="4476672" y="793394"/>
                  </a:lnTo>
                  <a:lnTo>
                    <a:pt x="4477730" y="802189"/>
                  </a:lnTo>
                  <a:lnTo>
                    <a:pt x="4478788" y="811028"/>
                  </a:lnTo>
                  <a:lnTo>
                    <a:pt x="4479846" y="819792"/>
                  </a:lnTo>
                  <a:lnTo>
                    <a:pt x="4480904" y="828543"/>
                  </a:lnTo>
                  <a:lnTo>
                    <a:pt x="4481962" y="837251"/>
                  </a:lnTo>
                  <a:lnTo>
                    <a:pt x="4483019" y="846173"/>
                  </a:lnTo>
                  <a:lnTo>
                    <a:pt x="4484077" y="855312"/>
                  </a:lnTo>
                  <a:lnTo>
                    <a:pt x="4485135" y="864223"/>
                  </a:lnTo>
                  <a:lnTo>
                    <a:pt x="4486193" y="872396"/>
                  </a:lnTo>
                  <a:lnTo>
                    <a:pt x="4487251" y="880160"/>
                  </a:lnTo>
                  <a:lnTo>
                    <a:pt x="4488309" y="887816"/>
                  </a:lnTo>
                  <a:lnTo>
                    <a:pt x="4489367" y="895728"/>
                  </a:lnTo>
                  <a:lnTo>
                    <a:pt x="4490424" y="904238"/>
                  </a:lnTo>
                  <a:lnTo>
                    <a:pt x="4491482" y="913590"/>
                  </a:lnTo>
                  <a:lnTo>
                    <a:pt x="4492540" y="924191"/>
                  </a:lnTo>
                  <a:lnTo>
                    <a:pt x="4493598" y="935493"/>
                  </a:lnTo>
                  <a:lnTo>
                    <a:pt x="4494656" y="946964"/>
                  </a:lnTo>
                  <a:lnTo>
                    <a:pt x="4495714" y="958061"/>
                  </a:lnTo>
                  <a:lnTo>
                    <a:pt x="4496771" y="968708"/>
                  </a:lnTo>
                  <a:lnTo>
                    <a:pt x="4497829" y="978449"/>
                  </a:lnTo>
                  <a:lnTo>
                    <a:pt x="4498887" y="987138"/>
                  </a:lnTo>
                  <a:lnTo>
                    <a:pt x="4499945" y="994695"/>
                  </a:lnTo>
                  <a:lnTo>
                    <a:pt x="4501003" y="1001954"/>
                  </a:lnTo>
                  <a:lnTo>
                    <a:pt x="4502061" y="1009550"/>
                  </a:lnTo>
                  <a:lnTo>
                    <a:pt x="4503118" y="1016842"/>
                  </a:lnTo>
                  <a:lnTo>
                    <a:pt x="4504176" y="1023435"/>
                  </a:lnTo>
                  <a:lnTo>
                    <a:pt x="4505234" y="1028950"/>
                  </a:lnTo>
                  <a:lnTo>
                    <a:pt x="4506292" y="1032837"/>
                  </a:lnTo>
                  <a:lnTo>
                    <a:pt x="4507350" y="1034639"/>
                  </a:lnTo>
                  <a:lnTo>
                    <a:pt x="4508408" y="1033798"/>
                  </a:lnTo>
                  <a:lnTo>
                    <a:pt x="4509465" y="1030716"/>
                  </a:lnTo>
                  <a:lnTo>
                    <a:pt x="4510523" y="1025625"/>
                  </a:lnTo>
                  <a:lnTo>
                    <a:pt x="4511581" y="1019185"/>
                  </a:lnTo>
                  <a:lnTo>
                    <a:pt x="4512639" y="1011779"/>
                  </a:lnTo>
                  <a:lnTo>
                    <a:pt x="4513697" y="1003859"/>
                  </a:lnTo>
                  <a:lnTo>
                    <a:pt x="4514755" y="995598"/>
                  </a:lnTo>
                  <a:lnTo>
                    <a:pt x="4515813" y="987196"/>
                  </a:lnTo>
                  <a:lnTo>
                    <a:pt x="4516870" y="978388"/>
                  </a:lnTo>
                  <a:lnTo>
                    <a:pt x="4517928" y="968944"/>
                  </a:lnTo>
                  <a:lnTo>
                    <a:pt x="4518986" y="958672"/>
                  </a:lnTo>
                  <a:lnTo>
                    <a:pt x="4520044" y="947421"/>
                  </a:lnTo>
                  <a:lnTo>
                    <a:pt x="4521102" y="935215"/>
                  </a:lnTo>
                  <a:lnTo>
                    <a:pt x="4522160" y="921805"/>
                  </a:lnTo>
                  <a:lnTo>
                    <a:pt x="4523217" y="907047"/>
                  </a:lnTo>
                  <a:lnTo>
                    <a:pt x="4524275" y="891050"/>
                  </a:lnTo>
                  <a:lnTo>
                    <a:pt x="4525333" y="873867"/>
                  </a:lnTo>
                  <a:lnTo>
                    <a:pt x="4526391" y="856008"/>
                  </a:lnTo>
                  <a:lnTo>
                    <a:pt x="4527449" y="837824"/>
                  </a:lnTo>
                  <a:lnTo>
                    <a:pt x="4528507" y="819340"/>
                  </a:lnTo>
                  <a:lnTo>
                    <a:pt x="4529564" y="800829"/>
                  </a:lnTo>
                  <a:lnTo>
                    <a:pt x="4530622" y="782594"/>
                  </a:lnTo>
                  <a:lnTo>
                    <a:pt x="4531680" y="764756"/>
                  </a:lnTo>
                  <a:lnTo>
                    <a:pt x="4532738" y="747466"/>
                  </a:lnTo>
                  <a:lnTo>
                    <a:pt x="4533796" y="730935"/>
                  </a:lnTo>
                  <a:lnTo>
                    <a:pt x="4534854" y="715100"/>
                  </a:lnTo>
                  <a:lnTo>
                    <a:pt x="4535911" y="700175"/>
                  </a:lnTo>
                  <a:lnTo>
                    <a:pt x="4536969" y="686230"/>
                  </a:lnTo>
                  <a:lnTo>
                    <a:pt x="4538027" y="673492"/>
                  </a:lnTo>
                  <a:lnTo>
                    <a:pt x="4539085" y="662242"/>
                  </a:lnTo>
                  <a:lnTo>
                    <a:pt x="4540143" y="652425"/>
                  </a:lnTo>
                  <a:lnTo>
                    <a:pt x="4541201" y="643995"/>
                  </a:lnTo>
                  <a:lnTo>
                    <a:pt x="4542259" y="636870"/>
                  </a:lnTo>
                  <a:lnTo>
                    <a:pt x="4543316" y="630700"/>
                  </a:lnTo>
                  <a:lnTo>
                    <a:pt x="4544374" y="625304"/>
                  </a:lnTo>
                  <a:lnTo>
                    <a:pt x="4545432" y="620155"/>
                  </a:lnTo>
                  <a:lnTo>
                    <a:pt x="4546490" y="614903"/>
                  </a:lnTo>
                  <a:lnTo>
                    <a:pt x="4547548" y="609314"/>
                  </a:lnTo>
                  <a:lnTo>
                    <a:pt x="4548606" y="603191"/>
                  </a:lnTo>
                  <a:lnTo>
                    <a:pt x="4549663" y="596223"/>
                  </a:lnTo>
                  <a:lnTo>
                    <a:pt x="4550721" y="588558"/>
                  </a:lnTo>
                  <a:lnTo>
                    <a:pt x="4551779" y="579958"/>
                  </a:lnTo>
                  <a:lnTo>
                    <a:pt x="4552837" y="570479"/>
                  </a:lnTo>
                  <a:lnTo>
                    <a:pt x="4553895" y="560290"/>
                  </a:lnTo>
                  <a:lnTo>
                    <a:pt x="4554953" y="549554"/>
                  </a:lnTo>
                  <a:lnTo>
                    <a:pt x="4556010" y="538825"/>
                  </a:lnTo>
                  <a:lnTo>
                    <a:pt x="4557068" y="528433"/>
                  </a:lnTo>
                  <a:lnTo>
                    <a:pt x="4558126" y="518319"/>
                  </a:lnTo>
                  <a:lnTo>
                    <a:pt x="4559184" y="508747"/>
                  </a:lnTo>
                  <a:lnTo>
                    <a:pt x="4560242" y="499943"/>
                  </a:lnTo>
                  <a:lnTo>
                    <a:pt x="4561300" y="492136"/>
                  </a:lnTo>
                  <a:lnTo>
                    <a:pt x="4562357" y="485243"/>
                  </a:lnTo>
                  <a:lnTo>
                    <a:pt x="4563415" y="479200"/>
                  </a:lnTo>
                  <a:lnTo>
                    <a:pt x="4564473" y="473933"/>
                  </a:lnTo>
                  <a:lnTo>
                    <a:pt x="4565531" y="469519"/>
                  </a:lnTo>
                  <a:lnTo>
                    <a:pt x="4566589" y="466053"/>
                  </a:lnTo>
                  <a:lnTo>
                    <a:pt x="4567647" y="463609"/>
                  </a:lnTo>
                  <a:lnTo>
                    <a:pt x="4568705" y="462174"/>
                  </a:lnTo>
                  <a:lnTo>
                    <a:pt x="4569762" y="461755"/>
                  </a:lnTo>
                  <a:lnTo>
                    <a:pt x="4570820" y="462190"/>
                  </a:lnTo>
                  <a:lnTo>
                    <a:pt x="4571878" y="463297"/>
                  </a:lnTo>
                  <a:lnTo>
                    <a:pt x="4572936" y="464811"/>
                  </a:lnTo>
                  <a:lnTo>
                    <a:pt x="4573994" y="466458"/>
                  </a:lnTo>
                  <a:lnTo>
                    <a:pt x="4575052" y="468083"/>
                  </a:lnTo>
                  <a:lnTo>
                    <a:pt x="4576109" y="469531"/>
                  </a:lnTo>
                  <a:lnTo>
                    <a:pt x="4577167" y="470653"/>
                  </a:lnTo>
                  <a:lnTo>
                    <a:pt x="4578225" y="471513"/>
                  </a:lnTo>
                  <a:lnTo>
                    <a:pt x="4579283" y="472130"/>
                  </a:lnTo>
                  <a:lnTo>
                    <a:pt x="4580341" y="472457"/>
                  </a:lnTo>
                  <a:lnTo>
                    <a:pt x="4581399" y="472565"/>
                  </a:lnTo>
                  <a:lnTo>
                    <a:pt x="4582456" y="472404"/>
                  </a:lnTo>
                  <a:lnTo>
                    <a:pt x="4583514" y="471918"/>
                  </a:lnTo>
                  <a:lnTo>
                    <a:pt x="4584572" y="471110"/>
                  </a:lnTo>
                  <a:lnTo>
                    <a:pt x="4585630" y="470011"/>
                  </a:lnTo>
                  <a:lnTo>
                    <a:pt x="4586688" y="468753"/>
                  </a:lnTo>
                  <a:lnTo>
                    <a:pt x="4587746" y="467472"/>
                  </a:lnTo>
                  <a:lnTo>
                    <a:pt x="4588803" y="466300"/>
                  </a:lnTo>
                  <a:lnTo>
                    <a:pt x="4589861" y="465594"/>
                  </a:lnTo>
                  <a:lnTo>
                    <a:pt x="4590919" y="465572"/>
                  </a:lnTo>
                  <a:lnTo>
                    <a:pt x="4591977" y="466275"/>
                  </a:lnTo>
                  <a:lnTo>
                    <a:pt x="4593035" y="467764"/>
                  </a:lnTo>
                  <a:lnTo>
                    <a:pt x="4594093" y="470020"/>
                  </a:lnTo>
                  <a:lnTo>
                    <a:pt x="4595151" y="472965"/>
                  </a:lnTo>
                  <a:lnTo>
                    <a:pt x="4596208" y="476731"/>
                  </a:lnTo>
                  <a:lnTo>
                    <a:pt x="4597266" y="481161"/>
                  </a:lnTo>
                  <a:lnTo>
                    <a:pt x="4598324" y="486361"/>
                  </a:lnTo>
                  <a:lnTo>
                    <a:pt x="4599382" y="492551"/>
                  </a:lnTo>
                  <a:lnTo>
                    <a:pt x="4600440" y="499863"/>
                  </a:lnTo>
                  <a:lnTo>
                    <a:pt x="4601498" y="508434"/>
                  </a:lnTo>
                  <a:lnTo>
                    <a:pt x="4602555" y="518339"/>
                  </a:lnTo>
                  <a:lnTo>
                    <a:pt x="4603613" y="529440"/>
                  </a:lnTo>
                  <a:lnTo>
                    <a:pt x="4604671" y="541873"/>
                  </a:lnTo>
                  <a:lnTo>
                    <a:pt x="4605729" y="555406"/>
                  </a:lnTo>
                  <a:lnTo>
                    <a:pt x="4606787" y="569591"/>
                  </a:lnTo>
                  <a:lnTo>
                    <a:pt x="4607845" y="584091"/>
                  </a:lnTo>
                  <a:lnTo>
                    <a:pt x="4608902" y="598550"/>
                  </a:lnTo>
                  <a:lnTo>
                    <a:pt x="4609960" y="612727"/>
                  </a:lnTo>
                  <a:lnTo>
                    <a:pt x="4611018" y="626685"/>
                  </a:lnTo>
                  <a:lnTo>
                    <a:pt x="4612076" y="640212"/>
                  </a:lnTo>
                  <a:lnTo>
                    <a:pt x="4613134" y="653467"/>
                  </a:lnTo>
                  <a:lnTo>
                    <a:pt x="4614192" y="666306"/>
                  </a:lnTo>
                  <a:lnTo>
                    <a:pt x="4615249" y="678740"/>
                  </a:lnTo>
                  <a:lnTo>
                    <a:pt x="4616307" y="690808"/>
                  </a:lnTo>
                  <a:lnTo>
                    <a:pt x="4617365" y="702294"/>
                  </a:lnTo>
                  <a:lnTo>
                    <a:pt x="4618423" y="712929"/>
                  </a:lnTo>
                  <a:lnTo>
                    <a:pt x="4619481" y="722439"/>
                  </a:lnTo>
                  <a:lnTo>
                    <a:pt x="4620539" y="730495"/>
                  </a:lnTo>
                  <a:lnTo>
                    <a:pt x="4621597" y="737138"/>
                  </a:lnTo>
                  <a:lnTo>
                    <a:pt x="4622654" y="742536"/>
                  </a:lnTo>
                  <a:lnTo>
                    <a:pt x="4623712" y="747173"/>
                  </a:lnTo>
                  <a:lnTo>
                    <a:pt x="4624770" y="751669"/>
                  </a:lnTo>
                  <a:lnTo>
                    <a:pt x="4625828" y="756739"/>
                  </a:lnTo>
                  <a:lnTo>
                    <a:pt x="4626886" y="762942"/>
                  </a:lnTo>
                  <a:lnTo>
                    <a:pt x="4627944" y="770867"/>
                  </a:lnTo>
                  <a:lnTo>
                    <a:pt x="4629001" y="780776"/>
                  </a:lnTo>
                  <a:lnTo>
                    <a:pt x="4630059" y="793085"/>
                  </a:lnTo>
                  <a:lnTo>
                    <a:pt x="4631117" y="807902"/>
                  </a:lnTo>
                  <a:lnTo>
                    <a:pt x="4632175" y="824959"/>
                  </a:lnTo>
                  <a:lnTo>
                    <a:pt x="4633233" y="844202"/>
                  </a:lnTo>
                  <a:lnTo>
                    <a:pt x="4634291" y="865698"/>
                  </a:lnTo>
                  <a:lnTo>
                    <a:pt x="4635348" y="889305"/>
                  </a:lnTo>
                  <a:lnTo>
                    <a:pt x="4636406" y="914977"/>
                  </a:lnTo>
                  <a:lnTo>
                    <a:pt x="4637464" y="942595"/>
                  </a:lnTo>
                  <a:lnTo>
                    <a:pt x="4638522" y="971995"/>
                  </a:lnTo>
                  <a:lnTo>
                    <a:pt x="4639580" y="1002697"/>
                  </a:lnTo>
                  <a:lnTo>
                    <a:pt x="4640638" y="1034412"/>
                  </a:lnTo>
                  <a:lnTo>
                    <a:pt x="4641695" y="1066483"/>
                  </a:lnTo>
                  <a:lnTo>
                    <a:pt x="4642753" y="1097809"/>
                  </a:lnTo>
                  <a:lnTo>
                    <a:pt x="4643811" y="1127644"/>
                  </a:lnTo>
                  <a:lnTo>
                    <a:pt x="4644869" y="1155617"/>
                  </a:lnTo>
                  <a:lnTo>
                    <a:pt x="4645927" y="1181081"/>
                  </a:lnTo>
                  <a:lnTo>
                    <a:pt x="4646985" y="1203697"/>
                  </a:lnTo>
                  <a:lnTo>
                    <a:pt x="4648043" y="1223315"/>
                  </a:lnTo>
                  <a:lnTo>
                    <a:pt x="4649100" y="1239636"/>
                  </a:lnTo>
                  <a:lnTo>
                    <a:pt x="4650158" y="1252903"/>
                  </a:lnTo>
                  <a:lnTo>
                    <a:pt x="4651216" y="1263520"/>
                  </a:lnTo>
                  <a:lnTo>
                    <a:pt x="4652274" y="1271648"/>
                  </a:lnTo>
                  <a:lnTo>
                    <a:pt x="4653332" y="1277442"/>
                  </a:lnTo>
                  <a:lnTo>
                    <a:pt x="4654390" y="1281184"/>
                  </a:lnTo>
                  <a:lnTo>
                    <a:pt x="4655447" y="1283439"/>
                  </a:lnTo>
                  <a:lnTo>
                    <a:pt x="4656505" y="1284547"/>
                  </a:lnTo>
                  <a:lnTo>
                    <a:pt x="4657563" y="1284548"/>
                  </a:lnTo>
                  <a:lnTo>
                    <a:pt x="4658621" y="1284295"/>
                  </a:lnTo>
                  <a:lnTo>
                    <a:pt x="4659679" y="1284059"/>
                  </a:lnTo>
                  <a:lnTo>
                    <a:pt x="4660737" y="1283666"/>
                  </a:lnTo>
                  <a:lnTo>
                    <a:pt x="4661794" y="1283276"/>
                  </a:lnTo>
                  <a:lnTo>
                    <a:pt x="4662852" y="1282952"/>
                  </a:lnTo>
                  <a:lnTo>
                    <a:pt x="4663910" y="1282835"/>
                  </a:lnTo>
                  <a:lnTo>
                    <a:pt x="4664968" y="1283250"/>
                  </a:lnTo>
                  <a:lnTo>
                    <a:pt x="4666026" y="1283510"/>
                  </a:lnTo>
                  <a:lnTo>
                    <a:pt x="4667084" y="1283236"/>
                  </a:lnTo>
                  <a:lnTo>
                    <a:pt x="4668141" y="1282478"/>
                  </a:lnTo>
                  <a:lnTo>
                    <a:pt x="4669199" y="1280935"/>
                  </a:lnTo>
                  <a:lnTo>
                    <a:pt x="4670257" y="1278619"/>
                  </a:lnTo>
                  <a:lnTo>
                    <a:pt x="4671315" y="1275721"/>
                  </a:lnTo>
                  <a:lnTo>
                    <a:pt x="4672373" y="1272499"/>
                  </a:lnTo>
                  <a:lnTo>
                    <a:pt x="4673431" y="1269750"/>
                  </a:lnTo>
                  <a:lnTo>
                    <a:pt x="4674489" y="1267674"/>
                  </a:lnTo>
                  <a:lnTo>
                    <a:pt x="4675546" y="1266472"/>
                  </a:lnTo>
                  <a:lnTo>
                    <a:pt x="4676604" y="1266443"/>
                  </a:lnTo>
                  <a:lnTo>
                    <a:pt x="4677662" y="1267355"/>
                  </a:lnTo>
                  <a:lnTo>
                    <a:pt x="4678720" y="1268785"/>
                  </a:lnTo>
                  <a:lnTo>
                    <a:pt x="4679778" y="1270561"/>
                  </a:lnTo>
                  <a:lnTo>
                    <a:pt x="4680836" y="1271970"/>
                  </a:lnTo>
                  <a:lnTo>
                    <a:pt x="4681893" y="1272815"/>
                  </a:lnTo>
                  <a:lnTo>
                    <a:pt x="4682951" y="1272900"/>
                  </a:lnTo>
                  <a:lnTo>
                    <a:pt x="4684009" y="1271600"/>
                  </a:lnTo>
                  <a:lnTo>
                    <a:pt x="4685067" y="1268953"/>
                  </a:lnTo>
                  <a:lnTo>
                    <a:pt x="4686125" y="1265447"/>
                  </a:lnTo>
                  <a:lnTo>
                    <a:pt x="4687183" y="1260989"/>
                  </a:lnTo>
                  <a:lnTo>
                    <a:pt x="4688240" y="1255867"/>
                  </a:lnTo>
                  <a:lnTo>
                    <a:pt x="4689298" y="1250186"/>
                  </a:lnTo>
                  <a:lnTo>
                    <a:pt x="4690356" y="1244153"/>
                  </a:lnTo>
                  <a:lnTo>
                    <a:pt x="4691414" y="1238089"/>
                  </a:lnTo>
                  <a:lnTo>
                    <a:pt x="4692472" y="1232192"/>
                  </a:lnTo>
                  <a:lnTo>
                    <a:pt x="4693530" y="1226305"/>
                  </a:lnTo>
                  <a:lnTo>
                    <a:pt x="4694587" y="1220344"/>
                  </a:lnTo>
                  <a:lnTo>
                    <a:pt x="4695645" y="1214464"/>
                  </a:lnTo>
                  <a:lnTo>
                    <a:pt x="4696703" y="1208919"/>
                  </a:lnTo>
                  <a:lnTo>
                    <a:pt x="4697761" y="1203837"/>
                  </a:lnTo>
                  <a:lnTo>
                    <a:pt x="4698819" y="1199284"/>
                  </a:lnTo>
                  <a:lnTo>
                    <a:pt x="4699877" y="1195466"/>
                  </a:lnTo>
                  <a:lnTo>
                    <a:pt x="4700935" y="1192874"/>
                  </a:lnTo>
                  <a:lnTo>
                    <a:pt x="4701992" y="1191583"/>
                  </a:lnTo>
                  <a:lnTo>
                    <a:pt x="4703050" y="1191923"/>
                  </a:lnTo>
                  <a:lnTo>
                    <a:pt x="4704108" y="1193481"/>
                  </a:lnTo>
                  <a:lnTo>
                    <a:pt x="4705166" y="1195836"/>
                  </a:lnTo>
                  <a:lnTo>
                    <a:pt x="4706224" y="1198984"/>
                  </a:lnTo>
                  <a:lnTo>
                    <a:pt x="4707282" y="1202497"/>
                  </a:lnTo>
                  <a:lnTo>
                    <a:pt x="4708339" y="1206086"/>
                  </a:lnTo>
                  <a:lnTo>
                    <a:pt x="4709397" y="1210094"/>
                  </a:lnTo>
                  <a:lnTo>
                    <a:pt x="4710455" y="1214476"/>
                  </a:lnTo>
                  <a:lnTo>
                    <a:pt x="4711513" y="1218806"/>
                  </a:lnTo>
                  <a:lnTo>
                    <a:pt x="4712571" y="1223111"/>
                  </a:lnTo>
                  <a:lnTo>
                    <a:pt x="4713629" y="1227561"/>
                  </a:lnTo>
                  <a:lnTo>
                    <a:pt x="4714686" y="1231891"/>
                  </a:lnTo>
                  <a:lnTo>
                    <a:pt x="4715744" y="1236221"/>
                  </a:lnTo>
                  <a:lnTo>
                    <a:pt x="4716802" y="1240009"/>
                  </a:lnTo>
                  <a:lnTo>
                    <a:pt x="4717860" y="1242726"/>
                  </a:lnTo>
                  <a:lnTo>
                    <a:pt x="4718918" y="1244197"/>
                  </a:lnTo>
                  <a:lnTo>
                    <a:pt x="4719976" y="1244319"/>
                  </a:lnTo>
                  <a:lnTo>
                    <a:pt x="4721033" y="1242557"/>
                  </a:lnTo>
                  <a:lnTo>
                    <a:pt x="4722091" y="1239090"/>
                  </a:lnTo>
                  <a:lnTo>
                    <a:pt x="4723149" y="1234275"/>
                  </a:lnTo>
                  <a:lnTo>
                    <a:pt x="4724207" y="1228012"/>
                  </a:lnTo>
                  <a:lnTo>
                    <a:pt x="4725265" y="1220239"/>
                  </a:lnTo>
                  <a:lnTo>
                    <a:pt x="4726323" y="1210976"/>
                  </a:lnTo>
                  <a:lnTo>
                    <a:pt x="4727381" y="1200537"/>
                  </a:lnTo>
                  <a:lnTo>
                    <a:pt x="4728438" y="1188661"/>
                  </a:lnTo>
                  <a:lnTo>
                    <a:pt x="4729496" y="1175008"/>
                  </a:lnTo>
                  <a:lnTo>
                    <a:pt x="4730554" y="1159623"/>
                  </a:lnTo>
                  <a:lnTo>
                    <a:pt x="4731612" y="1142463"/>
                  </a:lnTo>
                  <a:lnTo>
                    <a:pt x="4732670" y="1123867"/>
                  </a:lnTo>
                  <a:lnTo>
                    <a:pt x="4733728" y="1104448"/>
                  </a:lnTo>
                  <a:lnTo>
                    <a:pt x="4734785" y="1084448"/>
                  </a:lnTo>
                  <a:lnTo>
                    <a:pt x="4735843" y="1064571"/>
                  </a:lnTo>
                  <a:lnTo>
                    <a:pt x="4736901" y="1045317"/>
                  </a:lnTo>
                  <a:lnTo>
                    <a:pt x="4737959" y="1026778"/>
                  </a:lnTo>
                  <a:lnTo>
                    <a:pt x="4739017" y="1009009"/>
                  </a:lnTo>
                  <a:lnTo>
                    <a:pt x="4740075" y="992287"/>
                  </a:lnTo>
                  <a:lnTo>
                    <a:pt x="4741132" y="976312"/>
                  </a:lnTo>
                  <a:lnTo>
                    <a:pt x="4742190" y="961149"/>
                  </a:lnTo>
                  <a:lnTo>
                    <a:pt x="4743248" y="946652"/>
                  </a:lnTo>
                  <a:lnTo>
                    <a:pt x="4744306" y="932809"/>
                  </a:lnTo>
                  <a:lnTo>
                    <a:pt x="4745364" y="919895"/>
                  </a:lnTo>
                  <a:lnTo>
                    <a:pt x="4746422" y="908295"/>
                  </a:lnTo>
                  <a:lnTo>
                    <a:pt x="4747479" y="898260"/>
                  </a:lnTo>
                  <a:lnTo>
                    <a:pt x="4748537" y="890038"/>
                  </a:lnTo>
                  <a:lnTo>
                    <a:pt x="4749595" y="883545"/>
                  </a:lnTo>
                  <a:lnTo>
                    <a:pt x="4750653" y="878729"/>
                  </a:lnTo>
                  <a:lnTo>
                    <a:pt x="4751711" y="875308"/>
                  </a:lnTo>
                  <a:lnTo>
                    <a:pt x="4752769" y="873240"/>
                  </a:lnTo>
                  <a:lnTo>
                    <a:pt x="4753827" y="872121"/>
                  </a:lnTo>
                  <a:lnTo>
                    <a:pt x="4754884" y="871668"/>
                  </a:lnTo>
                  <a:lnTo>
                    <a:pt x="4755942" y="871541"/>
                  </a:lnTo>
                  <a:lnTo>
                    <a:pt x="4757000" y="871857"/>
                  </a:lnTo>
                  <a:lnTo>
                    <a:pt x="4758058" y="872595"/>
                  </a:lnTo>
                  <a:lnTo>
                    <a:pt x="4759116" y="873845"/>
                  </a:lnTo>
                  <a:lnTo>
                    <a:pt x="4760174" y="875755"/>
                  </a:lnTo>
                  <a:lnTo>
                    <a:pt x="4761231" y="878104"/>
                  </a:lnTo>
                  <a:lnTo>
                    <a:pt x="4762289" y="880458"/>
                  </a:lnTo>
                  <a:lnTo>
                    <a:pt x="4763347" y="882744"/>
                  </a:lnTo>
                  <a:lnTo>
                    <a:pt x="4764405" y="884984"/>
                  </a:lnTo>
                  <a:lnTo>
                    <a:pt x="4765463" y="886825"/>
                  </a:lnTo>
                  <a:lnTo>
                    <a:pt x="4766521" y="887737"/>
                  </a:lnTo>
                  <a:lnTo>
                    <a:pt x="4767578" y="887760"/>
                  </a:lnTo>
                  <a:lnTo>
                    <a:pt x="4768636" y="886812"/>
                  </a:lnTo>
                  <a:lnTo>
                    <a:pt x="4769694" y="884991"/>
                  </a:lnTo>
                  <a:lnTo>
                    <a:pt x="4770752" y="882212"/>
                  </a:lnTo>
                  <a:lnTo>
                    <a:pt x="4771810" y="878392"/>
                  </a:lnTo>
                  <a:lnTo>
                    <a:pt x="4772868" y="873839"/>
                  </a:lnTo>
                  <a:lnTo>
                    <a:pt x="4773925" y="869310"/>
                  </a:lnTo>
                  <a:lnTo>
                    <a:pt x="4774983" y="864694"/>
                  </a:lnTo>
                  <a:lnTo>
                    <a:pt x="4776041" y="860055"/>
                  </a:lnTo>
                  <a:lnTo>
                    <a:pt x="4777099" y="855651"/>
                  </a:lnTo>
                  <a:lnTo>
                    <a:pt x="4778157" y="851587"/>
                  </a:lnTo>
                  <a:lnTo>
                    <a:pt x="4779215" y="847668"/>
                  </a:lnTo>
                  <a:lnTo>
                    <a:pt x="4780273" y="843700"/>
                  </a:lnTo>
                  <a:lnTo>
                    <a:pt x="4781330" y="839901"/>
                  </a:lnTo>
                  <a:lnTo>
                    <a:pt x="4782388" y="836730"/>
                  </a:lnTo>
                  <a:lnTo>
                    <a:pt x="4783446" y="834072"/>
                  </a:lnTo>
                  <a:lnTo>
                    <a:pt x="4784504" y="831909"/>
                  </a:lnTo>
                  <a:lnTo>
                    <a:pt x="4785562" y="830370"/>
                  </a:lnTo>
                  <a:lnTo>
                    <a:pt x="4786620" y="829736"/>
                  </a:lnTo>
                  <a:lnTo>
                    <a:pt x="4787677" y="830251"/>
                  </a:lnTo>
                  <a:lnTo>
                    <a:pt x="4788735" y="831367"/>
                  </a:lnTo>
                  <a:lnTo>
                    <a:pt x="4789793" y="832677"/>
                  </a:lnTo>
                  <a:lnTo>
                    <a:pt x="4790851" y="834331"/>
                  </a:lnTo>
                  <a:lnTo>
                    <a:pt x="4791909" y="836284"/>
                  </a:lnTo>
                  <a:lnTo>
                    <a:pt x="4792967" y="838311"/>
                  </a:lnTo>
                  <a:lnTo>
                    <a:pt x="4794024" y="840615"/>
                  </a:lnTo>
                  <a:lnTo>
                    <a:pt x="4795082" y="843050"/>
                  </a:lnTo>
                  <a:lnTo>
                    <a:pt x="4796140" y="845374"/>
                  </a:lnTo>
                  <a:lnTo>
                    <a:pt x="4797198" y="847674"/>
                  </a:lnTo>
                  <a:lnTo>
                    <a:pt x="4798256" y="849597"/>
                  </a:lnTo>
                  <a:lnTo>
                    <a:pt x="4799314" y="851225"/>
                  </a:lnTo>
                  <a:lnTo>
                    <a:pt x="4800371" y="852735"/>
                  </a:lnTo>
                  <a:lnTo>
                    <a:pt x="4801429" y="853960"/>
                  </a:lnTo>
                  <a:lnTo>
                    <a:pt x="4802487" y="854777"/>
                  </a:lnTo>
                  <a:lnTo>
                    <a:pt x="4803545" y="855197"/>
                  </a:lnTo>
                  <a:lnTo>
                    <a:pt x="4804603" y="855543"/>
                  </a:lnTo>
                  <a:lnTo>
                    <a:pt x="4805661" y="855647"/>
                  </a:lnTo>
                  <a:lnTo>
                    <a:pt x="4806719" y="855479"/>
                  </a:lnTo>
                  <a:lnTo>
                    <a:pt x="4807776" y="854961"/>
                  </a:lnTo>
                  <a:lnTo>
                    <a:pt x="4808834" y="854187"/>
                  </a:lnTo>
                  <a:lnTo>
                    <a:pt x="4809892" y="853134"/>
                  </a:lnTo>
                  <a:lnTo>
                    <a:pt x="4810950" y="852123"/>
                  </a:lnTo>
                  <a:lnTo>
                    <a:pt x="4812008" y="851339"/>
                  </a:lnTo>
                  <a:lnTo>
                    <a:pt x="4813066" y="850714"/>
                  </a:lnTo>
                  <a:lnTo>
                    <a:pt x="4814123" y="850648"/>
                  </a:lnTo>
                  <a:lnTo>
                    <a:pt x="4815181" y="851160"/>
                  </a:lnTo>
                  <a:lnTo>
                    <a:pt x="4816239" y="851967"/>
                  </a:lnTo>
                  <a:lnTo>
                    <a:pt x="4817297" y="852761"/>
                  </a:lnTo>
                  <a:lnTo>
                    <a:pt x="4818355" y="853546"/>
                  </a:lnTo>
                  <a:lnTo>
                    <a:pt x="4819413" y="854533"/>
                  </a:lnTo>
                  <a:lnTo>
                    <a:pt x="4820470" y="855836"/>
                  </a:lnTo>
                  <a:lnTo>
                    <a:pt x="4821528" y="857346"/>
                  </a:lnTo>
                  <a:lnTo>
                    <a:pt x="4822586" y="859139"/>
                  </a:lnTo>
                  <a:lnTo>
                    <a:pt x="4823644" y="861669"/>
                  </a:lnTo>
                  <a:lnTo>
                    <a:pt x="4824702" y="865534"/>
                  </a:lnTo>
                  <a:lnTo>
                    <a:pt x="4825760" y="870795"/>
                  </a:lnTo>
                  <a:lnTo>
                    <a:pt x="4826817" y="876988"/>
                  </a:lnTo>
                  <a:lnTo>
                    <a:pt x="4827875" y="884058"/>
                  </a:lnTo>
                  <a:lnTo>
                    <a:pt x="4828933" y="891793"/>
                  </a:lnTo>
                  <a:lnTo>
                    <a:pt x="4829991" y="900041"/>
                  </a:lnTo>
                  <a:lnTo>
                    <a:pt x="4831049" y="908703"/>
                  </a:lnTo>
                  <a:lnTo>
                    <a:pt x="4832107" y="918062"/>
                  </a:lnTo>
                  <a:lnTo>
                    <a:pt x="4833165" y="928459"/>
                  </a:lnTo>
                  <a:lnTo>
                    <a:pt x="4834222" y="940053"/>
                  </a:lnTo>
                  <a:lnTo>
                    <a:pt x="4835280" y="952685"/>
                  </a:lnTo>
                  <a:lnTo>
                    <a:pt x="4836338" y="966605"/>
                  </a:lnTo>
                  <a:lnTo>
                    <a:pt x="4837396" y="982244"/>
                  </a:lnTo>
                  <a:lnTo>
                    <a:pt x="4838454" y="999498"/>
                  </a:lnTo>
                  <a:lnTo>
                    <a:pt x="4839512" y="1017667"/>
                  </a:lnTo>
                  <a:lnTo>
                    <a:pt x="4840569" y="1035757"/>
                  </a:lnTo>
                  <a:lnTo>
                    <a:pt x="4841627" y="1053791"/>
                  </a:lnTo>
                  <a:lnTo>
                    <a:pt x="4842685" y="1072043"/>
                  </a:lnTo>
                  <a:lnTo>
                    <a:pt x="4843743" y="1090204"/>
                  </a:lnTo>
                  <a:lnTo>
                    <a:pt x="4844801" y="1107984"/>
                  </a:lnTo>
                  <a:lnTo>
                    <a:pt x="4845859" y="1125087"/>
                  </a:lnTo>
                  <a:lnTo>
                    <a:pt x="4846916" y="1141217"/>
                  </a:lnTo>
                  <a:lnTo>
                    <a:pt x="4847974" y="1156862"/>
                  </a:lnTo>
                  <a:lnTo>
                    <a:pt x="4849032" y="1172236"/>
                  </a:lnTo>
                  <a:lnTo>
                    <a:pt x="4850090" y="1187016"/>
                  </a:lnTo>
                  <a:lnTo>
                    <a:pt x="4851148" y="1201742"/>
                  </a:lnTo>
                  <a:lnTo>
                    <a:pt x="4852206" y="1215675"/>
                  </a:lnTo>
                  <a:lnTo>
                    <a:pt x="4853263" y="1228200"/>
                  </a:lnTo>
                  <a:lnTo>
                    <a:pt x="4854321" y="1239385"/>
                  </a:lnTo>
                  <a:lnTo>
                    <a:pt x="4855379" y="1249223"/>
                  </a:lnTo>
                  <a:lnTo>
                    <a:pt x="4856437" y="1257662"/>
                  </a:lnTo>
                  <a:lnTo>
                    <a:pt x="4857495" y="1264331"/>
                  </a:lnTo>
                  <a:lnTo>
                    <a:pt x="4858553" y="1269375"/>
                  </a:lnTo>
                  <a:lnTo>
                    <a:pt x="4859611" y="1273213"/>
                  </a:lnTo>
                  <a:lnTo>
                    <a:pt x="4860668" y="1276605"/>
                  </a:lnTo>
                  <a:lnTo>
                    <a:pt x="4861726" y="1280004"/>
                  </a:lnTo>
                  <a:lnTo>
                    <a:pt x="4862784" y="1283835"/>
                  </a:lnTo>
                  <a:lnTo>
                    <a:pt x="4863842" y="1287440"/>
                  </a:lnTo>
                  <a:lnTo>
                    <a:pt x="4864900" y="1290713"/>
                  </a:lnTo>
                  <a:lnTo>
                    <a:pt x="4865958" y="1293900"/>
                  </a:lnTo>
                  <a:lnTo>
                    <a:pt x="4867015" y="1296145"/>
                  </a:lnTo>
                  <a:lnTo>
                    <a:pt x="4868073" y="1297689"/>
                  </a:lnTo>
                  <a:lnTo>
                    <a:pt x="4869131" y="1298911"/>
                  </a:lnTo>
                  <a:lnTo>
                    <a:pt x="4870189" y="1300111"/>
                  </a:lnTo>
                  <a:lnTo>
                    <a:pt x="4871247" y="1301937"/>
                  </a:lnTo>
                  <a:lnTo>
                    <a:pt x="4872305" y="1304909"/>
                  </a:lnTo>
                  <a:lnTo>
                    <a:pt x="4873362" y="1308885"/>
                  </a:lnTo>
                  <a:lnTo>
                    <a:pt x="4874420" y="1314345"/>
                  </a:lnTo>
                  <a:lnTo>
                    <a:pt x="4875478" y="1321833"/>
                  </a:lnTo>
                  <a:lnTo>
                    <a:pt x="4876536" y="1331403"/>
                  </a:lnTo>
                  <a:lnTo>
                    <a:pt x="4877594" y="1342629"/>
                  </a:lnTo>
                  <a:lnTo>
                    <a:pt x="4878652" y="1355394"/>
                  </a:lnTo>
                  <a:lnTo>
                    <a:pt x="4879709" y="1369501"/>
                  </a:lnTo>
                  <a:lnTo>
                    <a:pt x="4880767" y="1384985"/>
                  </a:lnTo>
                  <a:lnTo>
                    <a:pt x="4881825" y="1401738"/>
                  </a:lnTo>
                  <a:lnTo>
                    <a:pt x="4882883" y="1419489"/>
                  </a:lnTo>
                  <a:lnTo>
                    <a:pt x="4883941" y="1437813"/>
                  </a:lnTo>
                  <a:lnTo>
                    <a:pt x="4884999" y="1455590"/>
                  </a:lnTo>
                  <a:lnTo>
                    <a:pt x="4886057" y="1471291"/>
                  </a:lnTo>
                  <a:lnTo>
                    <a:pt x="4887114" y="1483944"/>
                  </a:lnTo>
                  <a:lnTo>
                    <a:pt x="4888172" y="1492476"/>
                  </a:lnTo>
                  <a:lnTo>
                    <a:pt x="4889230" y="1496435"/>
                  </a:lnTo>
                  <a:lnTo>
                    <a:pt x="4890288" y="1495682"/>
                  </a:lnTo>
                  <a:lnTo>
                    <a:pt x="4891346" y="1488879"/>
                  </a:lnTo>
                  <a:lnTo>
                    <a:pt x="4892404" y="1476970"/>
                  </a:lnTo>
                  <a:lnTo>
                    <a:pt x="4893461" y="1461696"/>
                  </a:lnTo>
                  <a:lnTo>
                    <a:pt x="4894519" y="1443361"/>
                  </a:lnTo>
                  <a:lnTo>
                    <a:pt x="4895577" y="1422802"/>
                  </a:lnTo>
                  <a:lnTo>
                    <a:pt x="4896635" y="1400321"/>
                  </a:lnTo>
                  <a:lnTo>
                    <a:pt x="4897693" y="1376348"/>
                  </a:lnTo>
                  <a:lnTo>
                    <a:pt x="4898751" y="1352351"/>
                  </a:lnTo>
                  <a:lnTo>
                    <a:pt x="4899808" y="1328877"/>
                  </a:lnTo>
                  <a:lnTo>
                    <a:pt x="4900866" y="1305698"/>
                  </a:lnTo>
                  <a:lnTo>
                    <a:pt x="4901924" y="1283699"/>
                  </a:lnTo>
                  <a:lnTo>
                    <a:pt x="4902982" y="1262949"/>
                  </a:lnTo>
                  <a:lnTo>
                    <a:pt x="4904040" y="1242992"/>
                  </a:lnTo>
                  <a:lnTo>
                    <a:pt x="4905098" y="1223950"/>
                  </a:lnTo>
                  <a:lnTo>
                    <a:pt x="4906155" y="1205308"/>
                  </a:lnTo>
                  <a:lnTo>
                    <a:pt x="4907213" y="1187633"/>
                  </a:lnTo>
                  <a:lnTo>
                    <a:pt x="4908271" y="1170885"/>
                  </a:lnTo>
                  <a:lnTo>
                    <a:pt x="4909329" y="1154703"/>
                  </a:lnTo>
                  <a:lnTo>
                    <a:pt x="4910387" y="1139232"/>
                  </a:lnTo>
                  <a:lnTo>
                    <a:pt x="4911445" y="1124325"/>
                  </a:lnTo>
                  <a:lnTo>
                    <a:pt x="4912503" y="1110004"/>
                  </a:lnTo>
                  <a:lnTo>
                    <a:pt x="4913560" y="1096006"/>
                  </a:lnTo>
                  <a:lnTo>
                    <a:pt x="4914618" y="1081761"/>
                  </a:lnTo>
                  <a:lnTo>
                    <a:pt x="4915676" y="1067010"/>
                  </a:lnTo>
                  <a:lnTo>
                    <a:pt x="4916734" y="1052258"/>
                  </a:lnTo>
                  <a:lnTo>
                    <a:pt x="4917792" y="1037398"/>
                  </a:lnTo>
                  <a:lnTo>
                    <a:pt x="4918850" y="1022444"/>
                  </a:lnTo>
                  <a:lnTo>
                    <a:pt x="4919907" y="1008282"/>
                  </a:lnTo>
                  <a:lnTo>
                    <a:pt x="4920965" y="995178"/>
                  </a:lnTo>
                  <a:lnTo>
                    <a:pt x="4922023" y="983099"/>
                  </a:lnTo>
                  <a:lnTo>
                    <a:pt x="4923081" y="971852"/>
                  </a:lnTo>
                  <a:lnTo>
                    <a:pt x="4924139" y="961006"/>
                  </a:lnTo>
                  <a:lnTo>
                    <a:pt x="4925197" y="950368"/>
                  </a:lnTo>
                  <a:lnTo>
                    <a:pt x="4926254" y="940021"/>
                  </a:lnTo>
                  <a:lnTo>
                    <a:pt x="4927312" y="929592"/>
                  </a:lnTo>
                  <a:lnTo>
                    <a:pt x="4928370" y="918871"/>
                  </a:lnTo>
                  <a:lnTo>
                    <a:pt x="4929428" y="907910"/>
                  </a:lnTo>
                  <a:lnTo>
                    <a:pt x="4930486" y="896819"/>
                  </a:lnTo>
                  <a:lnTo>
                    <a:pt x="4931544" y="886042"/>
                  </a:lnTo>
                  <a:lnTo>
                    <a:pt x="4932601" y="875716"/>
                  </a:lnTo>
                  <a:lnTo>
                    <a:pt x="4933659" y="865830"/>
                  </a:lnTo>
                  <a:lnTo>
                    <a:pt x="4934717" y="856684"/>
                  </a:lnTo>
                  <a:lnTo>
                    <a:pt x="4935775" y="848198"/>
                  </a:lnTo>
                  <a:lnTo>
                    <a:pt x="4936833" y="840363"/>
                  </a:lnTo>
                  <a:lnTo>
                    <a:pt x="4937891" y="833476"/>
                  </a:lnTo>
                  <a:lnTo>
                    <a:pt x="4938949" y="827806"/>
                  </a:lnTo>
                  <a:lnTo>
                    <a:pt x="4940006" y="823315"/>
                  </a:lnTo>
                  <a:lnTo>
                    <a:pt x="4941064" y="820092"/>
                  </a:lnTo>
                  <a:lnTo>
                    <a:pt x="4942122" y="817868"/>
                  </a:lnTo>
                  <a:lnTo>
                    <a:pt x="4943180" y="816548"/>
                  </a:lnTo>
                  <a:lnTo>
                    <a:pt x="4944238" y="816492"/>
                  </a:lnTo>
                  <a:lnTo>
                    <a:pt x="4945296" y="817423"/>
                  </a:lnTo>
                  <a:lnTo>
                    <a:pt x="4946353" y="818840"/>
                  </a:lnTo>
                  <a:lnTo>
                    <a:pt x="4947411" y="820643"/>
                  </a:lnTo>
                  <a:lnTo>
                    <a:pt x="4948469" y="822740"/>
                  </a:lnTo>
                  <a:lnTo>
                    <a:pt x="4949527" y="825138"/>
                  </a:lnTo>
                  <a:lnTo>
                    <a:pt x="4950585" y="827709"/>
                  </a:lnTo>
                  <a:lnTo>
                    <a:pt x="4951643" y="829857"/>
                  </a:lnTo>
                  <a:lnTo>
                    <a:pt x="4952700" y="831498"/>
                  </a:lnTo>
                  <a:lnTo>
                    <a:pt x="4953758" y="832593"/>
                  </a:lnTo>
                  <a:lnTo>
                    <a:pt x="4954816" y="833083"/>
                  </a:lnTo>
                  <a:lnTo>
                    <a:pt x="4955874" y="833083"/>
                  </a:lnTo>
                  <a:lnTo>
                    <a:pt x="4956932" y="832517"/>
                  </a:lnTo>
                  <a:lnTo>
                    <a:pt x="4957990" y="831430"/>
                  </a:lnTo>
                  <a:lnTo>
                    <a:pt x="4959047" y="830135"/>
                  </a:lnTo>
                  <a:lnTo>
                    <a:pt x="4960105" y="828047"/>
                  </a:lnTo>
                  <a:lnTo>
                    <a:pt x="4961163" y="825167"/>
                  </a:lnTo>
                  <a:lnTo>
                    <a:pt x="4962221" y="821540"/>
                  </a:lnTo>
                  <a:lnTo>
                    <a:pt x="4963279" y="816776"/>
                  </a:lnTo>
                  <a:lnTo>
                    <a:pt x="4964337" y="810683"/>
                  </a:lnTo>
                  <a:lnTo>
                    <a:pt x="4965395" y="803411"/>
                  </a:lnTo>
                  <a:lnTo>
                    <a:pt x="4966452" y="794969"/>
                  </a:lnTo>
                  <a:lnTo>
                    <a:pt x="4967510" y="786092"/>
                  </a:lnTo>
                  <a:lnTo>
                    <a:pt x="4968568" y="777106"/>
                  </a:lnTo>
                  <a:lnTo>
                    <a:pt x="4969626" y="768115"/>
                  </a:lnTo>
                  <a:lnTo>
                    <a:pt x="4970684" y="759092"/>
                  </a:lnTo>
                  <a:lnTo>
                    <a:pt x="4971742" y="750225"/>
                  </a:lnTo>
                  <a:lnTo>
                    <a:pt x="4972799" y="741324"/>
                  </a:lnTo>
                  <a:lnTo>
                    <a:pt x="4973857" y="732531"/>
                  </a:lnTo>
                  <a:lnTo>
                    <a:pt x="4974915" y="723992"/>
                  </a:lnTo>
                  <a:lnTo>
                    <a:pt x="4975973" y="716050"/>
                  </a:lnTo>
                  <a:lnTo>
                    <a:pt x="4977031" y="708976"/>
                  </a:lnTo>
                  <a:lnTo>
                    <a:pt x="4978089" y="703204"/>
                  </a:lnTo>
                  <a:lnTo>
                    <a:pt x="4979146" y="698798"/>
                  </a:lnTo>
                  <a:lnTo>
                    <a:pt x="4980204" y="696116"/>
                  </a:lnTo>
                  <a:lnTo>
                    <a:pt x="4981262" y="695157"/>
                  </a:lnTo>
                  <a:lnTo>
                    <a:pt x="4982320" y="695714"/>
                  </a:lnTo>
                  <a:lnTo>
                    <a:pt x="4983378" y="697284"/>
                  </a:lnTo>
                  <a:lnTo>
                    <a:pt x="4984436" y="699261"/>
                  </a:lnTo>
                  <a:lnTo>
                    <a:pt x="4985493" y="701028"/>
                  </a:lnTo>
                  <a:lnTo>
                    <a:pt x="4986551" y="702340"/>
                  </a:lnTo>
                  <a:lnTo>
                    <a:pt x="4987609" y="702646"/>
                  </a:lnTo>
                  <a:lnTo>
                    <a:pt x="4988667" y="701819"/>
                  </a:lnTo>
                  <a:lnTo>
                    <a:pt x="4989725" y="699476"/>
                  </a:lnTo>
                  <a:lnTo>
                    <a:pt x="4990783" y="695443"/>
                  </a:lnTo>
                  <a:lnTo>
                    <a:pt x="4991841" y="689704"/>
                  </a:lnTo>
                  <a:lnTo>
                    <a:pt x="4992898" y="682487"/>
                  </a:lnTo>
                  <a:lnTo>
                    <a:pt x="4993956" y="673888"/>
                  </a:lnTo>
                  <a:lnTo>
                    <a:pt x="4995014" y="664220"/>
                  </a:lnTo>
                  <a:lnTo>
                    <a:pt x="4996072" y="652902"/>
                  </a:lnTo>
                  <a:lnTo>
                    <a:pt x="4997130" y="639701"/>
                  </a:lnTo>
                  <a:lnTo>
                    <a:pt x="4998188" y="624687"/>
                  </a:lnTo>
                  <a:lnTo>
                    <a:pt x="4999245" y="608382"/>
                  </a:lnTo>
                  <a:lnTo>
                    <a:pt x="5000303" y="591062"/>
                  </a:lnTo>
                  <a:lnTo>
                    <a:pt x="5001361" y="573029"/>
                  </a:lnTo>
                  <a:lnTo>
                    <a:pt x="5002419" y="554337"/>
                  </a:lnTo>
                  <a:lnTo>
                    <a:pt x="5003477" y="535456"/>
                  </a:lnTo>
                  <a:lnTo>
                    <a:pt x="5004535" y="516964"/>
                  </a:lnTo>
                  <a:lnTo>
                    <a:pt x="5005592" y="499359"/>
                  </a:lnTo>
                  <a:lnTo>
                    <a:pt x="5006650" y="482633"/>
                  </a:lnTo>
                  <a:lnTo>
                    <a:pt x="5007708" y="466716"/>
                  </a:lnTo>
                  <a:lnTo>
                    <a:pt x="5008766" y="451494"/>
                  </a:lnTo>
                  <a:lnTo>
                    <a:pt x="5009824" y="437063"/>
                  </a:lnTo>
                  <a:lnTo>
                    <a:pt x="5010882" y="423542"/>
                  </a:lnTo>
                  <a:lnTo>
                    <a:pt x="5011939" y="411245"/>
                  </a:lnTo>
                  <a:lnTo>
                    <a:pt x="5012997" y="400401"/>
                  </a:lnTo>
                  <a:lnTo>
                    <a:pt x="5014055" y="391115"/>
                  </a:lnTo>
                  <a:lnTo>
                    <a:pt x="5015113" y="383375"/>
                  </a:lnTo>
                  <a:lnTo>
                    <a:pt x="5016171" y="377170"/>
                  </a:lnTo>
                  <a:lnTo>
                    <a:pt x="5017229" y="372505"/>
                  </a:lnTo>
                  <a:lnTo>
                    <a:pt x="5018287" y="369287"/>
                  </a:lnTo>
                  <a:lnTo>
                    <a:pt x="5019344" y="367400"/>
                  </a:lnTo>
                  <a:lnTo>
                    <a:pt x="5020402" y="366435"/>
                  </a:lnTo>
                  <a:lnTo>
                    <a:pt x="5021460" y="366017"/>
                  </a:lnTo>
                  <a:lnTo>
                    <a:pt x="5022518" y="365900"/>
                  </a:lnTo>
                  <a:lnTo>
                    <a:pt x="5023576" y="366074"/>
                  </a:lnTo>
                  <a:lnTo>
                    <a:pt x="5024634" y="366408"/>
                  </a:lnTo>
                  <a:lnTo>
                    <a:pt x="5025691" y="366752"/>
                  </a:lnTo>
                  <a:lnTo>
                    <a:pt x="5026749" y="366846"/>
                  </a:lnTo>
                  <a:lnTo>
                    <a:pt x="5027807" y="366477"/>
                  </a:lnTo>
                  <a:lnTo>
                    <a:pt x="5028865" y="365389"/>
                  </a:lnTo>
                  <a:lnTo>
                    <a:pt x="5029923" y="363491"/>
                  </a:lnTo>
                  <a:lnTo>
                    <a:pt x="5030981" y="360475"/>
                  </a:lnTo>
                  <a:lnTo>
                    <a:pt x="5032038" y="356306"/>
                  </a:lnTo>
                  <a:lnTo>
                    <a:pt x="5033096" y="350906"/>
                  </a:lnTo>
                  <a:lnTo>
                    <a:pt x="5034154" y="344102"/>
                  </a:lnTo>
                  <a:lnTo>
                    <a:pt x="5035212" y="336054"/>
                  </a:lnTo>
                  <a:lnTo>
                    <a:pt x="5036270" y="327156"/>
                  </a:lnTo>
                  <a:lnTo>
                    <a:pt x="5037328" y="317808"/>
                  </a:lnTo>
                  <a:lnTo>
                    <a:pt x="5038385" y="308602"/>
                  </a:lnTo>
                  <a:lnTo>
                    <a:pt x="5039443" y="299771"/>
                  </a:lnTo>
                  <a:lnTo>
                    <a:pt x="5040501" y="291530"/>
                  </a:lnTo>
                  <a:lnTo>
                    <a:pt x="5041559" y="284034"/>
                  </a:lnTo>
                  <a:lnTo>
                    <a:pt x="5042617" y="277489"/>
                  </a:lnTo>
                  <a:lnTo>
                    <a:pt x="5043675" y="271919"/>
                  </a:lnTo>
                  <a:lnTo>
                    <a:pt x="5044733" y="267255"/>
                  </a:lnTo>
                  <a:lnTo>
                    <a:pt x="5045790" y="263329"/>
                  </a:lnTo>
                  <a:lnTo>
                    <a:pt x="5046848" y="259996"/>
                  </a:lnTo>
                  <a:lnTo>
                    <a:pt x="5047906" y="257086"/>
                  </a:lnTo>
                  <a:lnTo>
                    <a:pt x="5048964" y="254802"/>
                  </a:lnTo>
                  <a:lnTo>
                    <a:pt x="5050022" y="253515"/>
                  </a:lnTo>
                  <a:lnTo>
                    <a:pt x="5051080" y="253277"/>
                  </a:lnTo>
                  <a:lnTo>
                    <a:pt x="5052137" y="253703"/>
                  </a:lnTo>
                  <a:lnTo>
                    <a:pt x="5053195" y="254505"/>
                  </a:lnTo>
                  <a:lnTo>
                    <a:pt x="5054253" y="255337"/>
                  </a:lnTo>
                  <a:lnTo>
                    <a:pt x="5055311" y="256153"/>
                  </a:lnTo>
                  <a:lnTo>
                    <a:pt x="5056369" y="256768"/>
                  </a:lnTo>
                  <a:lnTo>
                    <a:pt x="5057427" y="256790"/>
                  </a:lnTo>
                  <a:lnTo>
                    <a:pt x="5058484" y="255740"/>
                  </a:lnTo>
                  <a:lnTo>
                    <a:pt x="5059542" y="253894"/>
                  </a:lnTo>
                  <a:lnTo>
                    <a:pt x="5060600" y="251444"/>
                  </a:lnTo>
                  <a:lnTo>
                    <a:pt x="5061658" y="248510"/>
                  </a:lnTo>
                  <a:lnTo>
                    <a:pt x="5062716" y="245165"/>
                  </a:lnTo>
                  <a:lnTo>
                    <a:pt x="5063774" y="241626"/>
                  </a:lnTo>
                  <a:lnTo>
                    <a:pt x="5064831" y="237756"/>
                  </a:lnTo>
                  <a:lnTo>
                    <a:pt x="5065889" y="233459"/>
                  </a:lnTo>
                  <a:lnTo>
                    <a:pt x="5066947" y="228475"/>
                  </a:lnTo>
                  <a:lnTo>
                    <a:pt x="5068005" y="222939"/>
                  </a:lnTo>
                  <a:lnTo>
                    <a:pt x="5069063" y="216960"/>
                  </a:lnTo>
                  <a:lnTo>
                    <a:pt x="5070121" y="210766"/>
                  </a:lnTo>
                  <a:lnTo>
                    <a:pt x="5071179" y="204054"/>
                  </a:lnTo>
                  <a:lnTo>
                    <a:pt x="5072236" y="196761"/>
                  </a:lnTo>
                  <a:lnTo>
                    <a:pt x="5073294" y="189038"/>
                  </a:lnTo>
                  <a:lnTo>
                    <a:pt x="5074352" y="181108"/>
                  </a:lnTo>
                  <a:lnTo>
                    <a:pt x="5075410" y="172897"/>
                  </a:lnTo>
                  <a:lnTo>
                    <a:pt x="5076468" y="164267"/>
                  </a:lnTo>
                  <a:lnTo>
                    <a:pt x="5077526" y="155065"/>
                  </a:lnTo>
                  <a:lnTo>
                    <a:pt x="5078583" y="145371"/>
                  </a:lnTo>
                  <a:lnTo>
                    <a:pt x="5079641" y="135217"/>
                  </a:lnTo>
                  <a:lnTo>
                    <a:pt x="5080699" y="124837"/>
                  </a:lnTo>
                  <a:lnTo>
                    <a:pt x="5081757" y="114492"/>
                  </a:lnTo>
                  <a:lnTo>
                    <a:pt x="5082815" y="104296"/>
                  </a:lnTo>
                  <a:lnTo>
                    <a:pt x="5083873" y="94455"/>
                  </a:lnTo>
                  <a:lnTo>
                    <a:pt x="5084930" y="85217"/>
                  </a:lnTo>
                  <a:lnTo>
                    <a:pt x="5085988" y="76650"/>
                  </a:lnTo>
                  <a:lnTo>
                    <a:pt x="5087046" y="69119"/>
                  </a:lnTo>
                  <a:lnTo>
                    <a:pt x="5088104" y="62623"/>
                  </a:lnTo>
                  <a:lnTo>
                    <a:pt x="5089162" y="57066"/>
                  </a:lnTo>
                  <a:lnTo>
                    <a:pt x="5090220" y="52410"/>
                  </a:lnTo>
                  <a:lnTo>
                    <a:pt x="5091277" y="48445"/>
                  </a:lnTo>
                  <a:lnTo>
                    <a:pt x="5092335" y="45026"/>
                  </a:lnTo>
                  <a:lnTo>
                    <a:pt x="5093393" y="42169"/>
                  </a:lnTo>
                  <a:lnTo>
                    <a:pt x="5094451" y="39866"/>
                  </a:lnTo>
                  <a:lnTo>
                    <a:pt x="5095509" y="38087"/>
                  </a:lnTo>
                  <a:lnTo>
                    <a:pt x="5096567" y="36731"/>
                  </a:lnTo>
                  <a:lnTo>
                    <a:pt x="5097624" y="35696"/>
                  </a:lnTo>
                  <a:lnTo>
                    <a:pt x="5098682" y="35055"/>
                  </a:lnTo>
                  <a:lnTo>
                    <a:pt x="5099740" y="34842"/>
                  </a:lnTo>
                  <a:lnTo>
                    <a:pt x="5100798" y="35097"/>
                  </a:lnTo>
                  <a:lnTo>
                    <a:pt x="5101856" y="35720"/>
                  </a:lnTo>
                  <a:lnTo>
                    <a:pt x="5102914" y="36473"/>
                  </a:lnTo>
                  <a:lnTo>
                    <a:pt x="5103972" y="37389"/>
                  </a:lnTo>
                  <a:lnTo>
                    <a:pt x="5105029" y="38637"/>
                  </a:lnTo>
                  <a:lnTo>
                    <a:pt x="5106087" y="40318"/>
                  </a:lnTo>
                  <a:lnTo>
                    <a:pt x="5107145" y="42612"/>
                  </a:lnTo>
                  <a:lnTo>
                    <a:pt x="5108203" y="45678"/>
                  </a:lnTo>
                  <a:lnTo>
                    <a:pt x="5109261" y="49607"/>
                  </a:lnTo>
                  <a:lnTo>
                    <a:pt x="5110319" y="54516"/>
                  </a:lnTo>
                  <a:lnTo>
                    <a:pt x="5111376" y="60511"/>
                  </a:lnTo>
                  <a:lnTo>
                    <a:pt x="5112434" y="67337"/>
                  </a:lnTo>
                  <a:lnTo>
                    <a:pt x="5113492" y="74789"/>
                  </a:lnTo>
                  <a:lnTo>
                    <a:pt x="5114550" y="82763"/>
                  </a:lnTo>
                  <a:lnTo>
                    <a:pt x="5115608" y="91035"/>
                  </a:lnTo>
                  <a:lnTo>
                    <a:pt x="5116666" y="99126"/>
                  </a:lnTo>
                  <a:lnTo>
                    <a:pt x="5117723" y="106920"/>
                  </a:lnTo>
                  <a:lnTo>
                    <a:pt x="5118781" y="114387"/>
                  </a:lnTo>
                  <a:lnTo>
                    <a:pt x="5119839" y="121633"/>
                  </a:lnTo>
                  <a:lnTo>
                    <a:pt x="5120897" y="128601"/>
                  </a:lnTo>
                  <a:lnTo>
                    <a:pt x="5121955" y="135316"/>
                  </a:lnTo>
                  <a:lnTo>
                    <a:pt x="5123013" y="141721"/>
                  </a:lnTo>
                  <a:lnTo>
                    <a:pt x="5124070" y="148176"/>
                  </a:lnTo>
                  <a:lnTo>
                    <a:pt x="5125128" y="154864"/>
                  </a:lnTo>
                  <a:lnTo>
                    <a:pt x="5126186" y="161702"/>
                  </a:lnTo>
                  <a:lnTo>
                    <a:pt x="5127244" y="168592"/>
                  </a:lnTo>
                  <a:lnTo>
                    <a:pt x="5128302" y="175812"/>
                  </a:lnTo>
                  <a:lnTo>
                    <a:pt x="5129360" y="183590"/>
                  </a:lnTo>
                  <a:lnTo>
                    <a:pt x="5130418" y="192131"/>
                  </a:lnTo>
                  <a:lnTo>
                    <a:pt x="5131475" y="201515"/>
                  </a:lnTo>
                  <a:lnTo>
                    <a:pt x="5132533" y="211956"/>
                  </a:lnTo>
                  <a:lnTo>
                    <a:pt x="5133591" y="223345"/>
                  </a:lnTo>
                  <a:lnTo>
                    <a:pt x="5134649" y="235559"/>
                  </a:lnTo>
                  <a:lnTo>
                    <a:pt x="5135707" y="248572"/>
                  </a:lnTo>
                  <a:lnTo>
                    <a:pt x="5136765" y="262214"/>
                  </a:lnTo>
                  <a:lnTo>
                    <a:pt x="5137822" y="276069"/>
                  </a:lnTo>
                  <a:lnTo>
                    <a:pt x="5138880" y="289641"/>
                  </a:lnTo>
                  <a:lnTo>
                    <a:pt x="5139938" y="302441"/>
                  </a:lnTo>
                  <a:lnTo>
                    <a:pt x="5140996" y="314488"/>
                  </a:lnTo>
                  <a:lnTo>
                    <a:pt x="5142054" y="325943"/>
                  </a:lnTo>
                  <a:lnTo>
                    <a:pt x="5143112" y="336787"/>
                  </a:lnTo>
                  <a:lnTo>
                    <a:pt x="5144169" y="346977"/>
                  </a:lnTo>
                  <a:lnTo>
                    <a:pt x="5145227" y="356660"/>
                  </a:lnTo>
                  <a:lnTo>
                    <a:pt x="5146285" y="365869"/>
                  </a:lnTo>
                  <a:lnTo>
                    <a:pt x="5147343" y="374410"/>
                  </a:lnTo>
                  <a:lnTo>
                    <a:pt x="5148401" y="382022"/>
                  </a:lnTo>
                  <a:lnTo>
                    <a:pt x="5149459" y="388636"/>
                  </a:lnTo>
                  <a:lnTo>
                    <a:pt x="5150516" y="394152"/>
                  </a:lnTo>
                  <a:lnTo>
                    <a:pt x="5151574" y="398407"/>
                  </a:lnTo>
                  <a:lnTo>
                    <a:pt x="5152632" y="401458"/>
                  </a:lnTo>
                  <a:lnTo>
                    <a:pt x="5153690" y="403390"/>
                  </a:lnTo>
                  <a:lnTo>
                    <a:pt x="5154748" y="404752"/>
                  </a:lnTo>
                  <a:lnTo>
                    <a:pt x="5155806" y="405980"/>
                  </a:lnTo>
                  <a:lnTo>
                    <a:pt x="5156864" y="406916"/>
                  </a:lnTo>
                  <a:lnTo>
                    <a:pt x="5157921" y="407436"/>
                  </a:lnTo>
                  <a:lnTo>
                    <a:pt x="5158979" y="407640"/>
                  </a:lnTo>
                  <a:lnTo>
                    <a:pt x="5160037" y="407410"/>
                  </a:lnTo>
                  <a:lnTo>
                    <a:pt x="5161095" y="406467"/>
                  </a:lnTo>
                  <a:lnTo>
                    <a:pt x="5162153" y="404701"/>
                  </a:lnTo>
                  <a:lnTo>
                    <a:pt x="5163211" y="402284"/>
                  </a:lnTo>
                  <a:lnTo>
                    <a:pt x="5164268" y="399481"/>
                  </a:lnTo>
                  <a:lnTo>
                    <a:pt x="5165326" y="396703"/>
                  </a:lnTo>
                  <a:lnTo>
                    <a:pt x="5166384" y="394373"/>
                  </a:lnTo>
                  <a:lnTo>
                    <a:pt x="5167442" y="392592"/>
                  </a:lnTo>
                  <a:lnTo>
                    <a:pt x="5168500" y="391505"/>
                  </a:lnTo>
                  <a:lnTo>
                    <a:pt x="5169558" y="391445"/>
                  </a:lnTo>
                  <a:lnTo>
                    <a:pt x="5170615" y="392287"/>
                  </a:lnTo>
                  <a:lnTo>
                    <a:pt x="5171673" y="393641"/>
                  </a:lnTo>
                  <a:lnTo>
                    <a:pt x="5172731" y="395299"/>
                  </a:lnTo>
                  <a:lnTo>
                    <a:pt x="5173789" y="396968"/>
                  </a:lnTo>
                  <a:lnTo>
                    <a:pt x="5174847" y="398342"/>
                  </a:lnTo>
                  <a:lnTo>
                    <a:pt x="5175905" y="399140"/>
                  </a:lnTo>
                  <a:lnTo>
                    <a:pt x="5176962" y="399184"/>
                  </a:lnTo>
                  <a:lnTo>
                    <a:pt x="5178020" y="398356"/>
                  </a:lnTo>
                  <a:lnTo>
                    <a:pt x="5179078" y="396773"/>
                  </a:lnTo>
                  <a:lnTo>
                    <a:pt x="5180136" y="394493"/>
                  </a:lnTo>
                  <a:lnTo>
                    <a:pt x="5181194" y="391247"/>
                  </a:lnTo>
                  <a:lnTo>
                    <a:pt x="5182252" y="387042"/>
                  </a:lnTo>
                  <a:lnTo>
                    <a:pt x="5183310" y="382072"/>
                  </a:lnTo>
                  <a:lnTo>
                    <a:pt x="5184367" y="376349"/>
                  </a:lnTo>
                  <a:lnTo>
                    <a:pt x="5185425" y="369711"/>
                  </a:lnTo>
                  <a:lnTo>
                    <a:pt x="5186483" y="362258"/>
                  </a:lnTo>
                  <a:lnTo>
                    <a:pt x="5187541" y="353982"/>
                  </a:lnTo>
                  <a:lnTo>
                    <a:pt x="5188599" y="344993"/>
                  </a:lnTo>
                  <a:lnTo>
                    <a:pt x="5189657" y="335680"/>
                  </a:lnTo>
                  <a:lnTo>
                    <a:pt x="5190714" y="326272"/>
                  </a:lnTo>
                  <a:lnTo>
                    <a:pt x="5191772" y="317302"/>
                  </a:lnTo>
                  <a:lnTo>
                    <a:pt x="5192830" y="308946"/>
                  </a:lnTo>
                  <a:lnTo>
                    <a:pt x="5193888" y="301098"/>
                  </a:lnTo>
                  <a:lnTo>
                    <a:pt x="5194946" y="293551"/>
                  </a:lnTo>
                  <a:lnTo>
                    <a:pt x="5196004" y="286192"/>
                  </a:lnTo>
                  <a:lnTo>
                    <a:pt x="5197061" y="278970"/>
                  </a:lnTo>
                  <a:lnTo>
                    <a:pt x="5198119" y="271709"/>
                  </a:lnTo>
                  <a:lnTo>
                    <a:pt x="5199177" y="264087"/>
                  </a:lnTo>
                  <a:lnTo>
                    <a:pt x="5200235" y="256120"/>
                  </a:lnTo>
                  <a:lnTo>
                    <a:pt x="5201293" y="248035"/>
                  </a:lnTo>
                  <a:lnTo>
                    <a:pt x="5202351" y="240037"/>
                  </a:lnTo>
                  <a:lnTo>
                    <a:pt x="5203408" y="232493"/>
                  </a:lnTo>
                  <a:lnTo>
                    <a:pt x="5204466" y="225468"/>
                  </a:lnTo>
                  <a:lnTo>
                    <a:pt x="5205524" y="218925"/>
                  </a:lnTo>
                  <a:lnTo>
                    <a:pt x="5206582" y="212920"/>
                  </a:lnTo>
                  <a:lnTo>
                    <a:pt x="5207640" y="207413"/>
                  </a:lnTo>
                  <a:lnTo>
                    <a:pt x="5208698" y="202242"/>
                  </a:lnTo>
                  <a:lnTo>
                    <a:pt x="5209756" y="197527"/>
                  </a:lnTo>
                  <a:lnTo>
                    <a:pt x="5210813" y="193533"/>
                  </a:lnTo>
                  <a:lnTo>
                    <a:pt x="5211871" y="190328"/>
                  </a:lnTo>
                  <a:lnTo>
                    <a:pt x="5212929" y="188115"/>
                  </a:lnTo>
                  <a:lnTo>
                    <a:pt x="5213987" y="187029"/>
                  </a:lnTo>
                  <a:lnTo>
                    <a:pt x="5215045" y="187171"/>
                  </a:lnTo>
                  <a:lnTo>
                    <a:pt x="5216103" y="188490"/>
                  </a:lnTo>
                  <a:lnTo>
                    <a:pt x="5217160" y="190870"/>
                  </a:lnTo>
                  <a:lnTo>
                    <a:pt x="5218218" y="194056"/>
                  </a:lnTo>
                  <a:lnTo>
                    <a:pt x="5219276" y="197758"/>
                  </a:lnTo>
                  <a:lnTo>
                    <a:pt x="5220334" y="201953"/>
                  </a:lnTo>
                  <a:lnTo>
                    <a:pt x="5221392" y="206593"/>
                  </a:lnTo>
                  <a:lnTo>
                    <a:pt x="5222450" y="211549"/>
                  </a:lnTo>
                  <a:lnTo>
                    <a:pt x="5223507" y="216651"/>
                  </a:lnTo>
                  <a:lnTo>
                    <a:pt x="5224565" y="222053"/>
                  </a:lnTo>
                  <a:lnTo>
                    <a:pt x="5225623" y="227766"/>
                  </a:lnTo>
                  <a:lnTo>
                    <a:pt x="5226681" y="233754"/>
                  </a:lnTo>
                  <a:lnTo>
                    <a:pt x="5227739" y="239991"/>
                  </a:lnTo>
                  <a:lnTo>
                    <a:pt x="5228797" y="246508"/>
                  </a:lnTo>
                  <a:lnTo>
                    <a:pt x="5229854" y="253285"/>
                  </a:lnTo>
                  <a:lnTo>
                    <a:pt x="5230912" y="260420"/>
                  </a:lnTo>
                  <a:lnTo>
                    <a:pt x="5231970" y="268007"/>
                  </a:lnTo>
                  <a:lnTo>
                    <a:pt x="5233028" y="276152"/>
                  </a:lnTo>
                  <a:lnTo>
                    <a:pt x="5234086" y="285082"/>
                  </a:lnTo>
                  <a:lnTo>
                    <a:pt x="5235144" y="294841"/>
                  </a:lnTo>
                  <a:lnTo>
                    <a:pt x="5236202" y="305387"/>
                  </a:lnTo>
                  <a:lnTo>
                    <a:pt x="5237259" y="316778"/>
                  </a:lnTo>
                  <a:lnTo>
                    <a:pt x="5238317" y="329171"/>
                  </a:lnTo>
                  <a:lnTo>
                    <a:pt x="5239375" y="342641"/>
                  </a:lnTo>
                  <a:lnTo>
                    <a:pt x="5240433" y="357274"/>
                  </a:lnTo>
                  <a:lnTo>
                    <a:pt x="5241491" y="372967"/>
                  </a:lnTo>
                  <a:lnTo>
                    <a:pt x="5242549" y="389396"/>
                  </a:lnTo>
                  <a:lnTo>
                    <a:pt x="5243606" y="406404"/>
                  </a:lnTo>
                  <a:lnTo>
                    <a:pt x="5244664" y="423635"/>
                  </a:lnTo>
                  <a:lnTo>
                    <a:pt x="5245722" y="440846"/>
                  </a:lnTo>
                  <a:lnTo>
                    <a:pt x="5246780" y="457950"/>
                  </a:lnTo>
                  <a:lnTo>
                    <a:pt x="5247838" y="474601"/>
                  </a:lnTo>
                  <a:lnTo>
                    <a:pt x="5248896" y="490475"/>
                  </a:lnTo>
                  <a:lnTo>
                    <a:pt x="5249953" y="505457"/>
                  </a:lnTo>
                  <a:lnTo>
                    <a:pt x="5251011" y="519852"/>
                  </a:lnTo>
                  <a:lnTo>
                    <a:pt x="5252069" y="534112"/>
                  </a:lnTo>
                  <a:lnTo>
                    <a:pt x="5253127" y="548493"/>
                  </a:lnTo>
                  <a:lnTo>
                    <a:pt x="5254185" y="563067"/>
                  </a:lnTo>
                  <a:lnTo>
                    <a:pt x="5255243" y="578066"/>
                  </a:lnTo>
                  <a:lnTo>
                    <a:pt x="5256300" y="593448"/>
                  </a:lnTo>
                  <a:lnTo>
                    <a:pt x="5257358" y="609402"/>
                  </a:lnTo>
                  <a:lnTo>
                    <a:pt x="5258416" y="626048"/>
                  </a:lnTo>
                  <a:lnTo>
                    <a:pt x="5259474" y="643411"/>
                  </a:lnTo>
                  <a:lnTo>
                    <a:pt x="5260532" y="661258"/>
                  </a:lnTo>
                  <a:lnTo>
                    <a:pt x="5261590" y="679489"/>
                  </a:lnTo>
                  <a:lnTo>
                    <a:pt x="5262648" y="697678"/>
                  </a:lnTo>
                  <a:lnTo>
                    <a:pt x="5263705" y="715468"/>
                  </a:lnTo>
                  <a:lnTo>
                    <a:pt x="5264763" y="732579"/>
                  </a:lnTo>
                  <a:lnTo>
                    <a:pt x="5265821" y="748787"/>
                  </a:lnTo>
                  <a:lnTo>
                    <a:pt x="5266879" y="763592"/>
                  </a:lnTo>
                  <a:lnTo>
                    <a:pt x="5267937" y="776300"/>
                  </a:lnTo>
                  <a:lnTo>
                    <a:pt x="5268995" y="786481"/>
                  </a:lnTo>
                  <a:lnTo>
                    <a:pt x="5270052" y="793841"/>
                  </a:lnTo>
                  <a:lnTo>
                    <a:pt x="5271110" y="798009"/>
                  </a:lnTo>
                  <a:lnTo>
                    <a:pt x="5272168" y="799003"/>
                  </a:lnTo>
                  <a:lnTo>
                    <a:pt x="5273226" y="796847"/>
                  </a:lnTo>
                  <a:lnTo>
                    <a:pt x="5274284" y="791972"/>
                  </a:lnTo>
                  <a:lnTo>
                    <a:pt x="5275342" y="785106"/>
                  </a:lnTo>
                  <a:lnTo>
                    <a:pt x="5276399" y="777115"/>
                  </a:lnTo>
                  <a:lnTo>
                    <a:pt x="5277457" y="768295"/>
                  </a:lnTo>
                  <a:lnTo>
                    <a:pt x="5278515" y="759226"/>
                  </a:lnTo>
                  <a:lnTo>
                    <a:pt x="5279573" y="750927"/>
                  </a:lnTo>
                  <a:lnTo>
                    <a:pt x="5280631" y="743885"/>
                  </a:lnTo>
                  <a:lnTo>
                    <a:pt x="5281689" y="737888"/>
                  </a:lnTo>
                  <a:lnTo>
                    <a:pt x="5282746" y="732809"/>
                  </a:lnTo>
                  <a:lnTo>
                    <a:pt x="5283804" y="728413"/>
                  </a:lnTo>
                  <a:lnTo>
                    <a:pt x="5284862" y="724401"/>
                  </a:lnTo>
                  <a:lnTo>
                    <a:pt x="5285920" y="720651"/>
                  </a:lnTo>
                  <a:lnTo>
                    <a:pt x="5286978" y="716900"/>
                  </a:lnTo>
                  <a:lnTo>
                    <a:pt x="5288036" y="712870"/>
                  </a:lnTo>
                  <a:lnTo>
                    <a:pt x="5289094" y="708436"/>
                  </a:lnTo>
                  <a:lnTo>
                    <a:pt x="5290151" y="703235"/>
                  </a:lnTo>
                  <a:lnTo>
                    <a:pt x="5291209" y="697006"/>
                  </a:lnTo>
                  <a:lnTo>
                    <a:pt x="5292267" y="689827"/>
                  </a:lnTo>
                  <a:lnTo>
                    <a:pt x="5293325" y="682147"/>
                  </a:lnTo>
                  <a:lnTo>
                    <a:pt x="5294383" y="674191"/>
                  </a:lnTo>
                  <a:lnTo>
                    <a:pt x="5295441" y="665961"/>
                  </a:lnTo>
                  <a:lnTo>
                    <a:pt x="5296498" y="657970"/>
                  </a:lnTo>
                  <a:lnTo>
                    <a:pt x="5297556" y="650856"/>
                  </a:lnTo>
                  <a:lnTo>
                    <a:pt x="5298614" y="644873"/>
                  </a:lnTo>
                  <a:lnTo>
                    <a:pt x="5299672" y="640069"/>
                  </a:lnTo>
                  <a:lnTo>
                    <a:pt x="5300730" y="636825"/>
                  </a:lnTo>
                  <a:lnTo>
                    <a:pt x="5301788" y="635389"/>
                  </a:lnTo>
                  <a:lnTo>
                    <a:pt x="5302845" y="636072"/>
                  </a:lnTo>
                  <a:lnTo>
                    <a:pt x="5303903" y="638557"/>
                  </a:lnTo>
                  <a:lnTo>
                    <a:pt x="5304961" y="642495"/>
                  </a:lnTo>
                  <a:lnTo>
                    <a:pt x="5306019" y="647713"/>
                  </a:lnTo>
                  <a:lnTo>
                    <a:pt x="5307077" y="653981"/>
                  </a:lnTo>
                  <a:lnTo>
                    <a:pt x="5308135" y="660714"/>
                  </a:lnTo>
                  <a:lnTo>
                    <a:pt x="5309192" y="667313"/>
                  </a:lnTo>
                  <a:lnTo>
                    <a:pt x="5310250" y="673270"/>
                  </a:lnTo>
                  <a:lnTo>
                    <a:pt x="5311308" y="678321"/>
                  </a:lnTo>
                  <a:lnTo>
                    <a:pt x="5312366" y="682241"/>
                  </a:lnTo>
                  <a:lnTo>
                    <a:pt x="5313424" y="684903"/>
                  </a:lnTo>
                  <a:lnTo>
                    <a:pt x="5314482" y="686429"/>
                  </a:lnTo>
                  <a:lnTo>
                    <a:pt x="5315540" y="687176"/>
                  </a:lnTo>
                  <a:lnTo>
                    <a:pt x="5316597" y="687355"/>
                  </a:lnTo>
                  <a:lnTo>
                    <a:pt x="5317655" y="687073"/>
                  </a:lnTo>
                  <a:lnTo>
                    <a:pt x="5318713" y="686289"/>
                  </a:lnTo>
                  <a:lnTo>
                    <a:pt x="5319771" y="685391"/>
                  </a:lnTo>
                  <a:lnTo>
                    <a:pt x="5320829" y="684758"/>
                  </a:lnTo>
                  <a:lnTo>
                    <a:pt x="5321887" y="684743"/>
                  </a:lnTo>
                  <a:lnTo>
                    <a:pt x="5322944" y="685712"/>
                  </a:lnTo>
                  <a:lnTo>
                    <a:pt x="5324002" y="688132"/>
                  </a:lnTo>
                  <a:lnTo>
                    <a:pt x="5325060" y="692176"/>
                  </a:lnTo>
                  <a:lnTo>
                    <a:pt x="5326118" y="697886"/>
                  </a:lnTo>
                  <a:lnTo>
                    <a:pt x="5327176" y="704978"/>
                  </a:lnTo>
                  <a:lnTo>
                    <a:pt x="5328234" y="712710"/>
                  </a:lnTo>
                  <a:lnTo>
                    <a:pt x="5329291" y="720377"/>
                  </a:lnTo>
                  <a:lnTo>
                    <a:pt x="5330349" y="727379"/>
                  </a:lnTo>
                  <a:lnTo>
                    <a:pt x="5331407" y="732517"/>
                  </a:lnTo>
                  <a:lnTo>
                    <a:pt x="5332465" y="734582"/>
                  </a:lnTo>
                  <a:lnTo>
                    <a:pt x="5333523" y="733308"/>
                  </a:lnTo>
                  <a:lnTo>
                    <a:pt x="5334581" y="728837"/>
                  </a:lnTo>
                  <a:lnTo>
                    <a:pt x="5335638" y="721246"/>
                  </a:lnTo>
                  <a:lnTo>
                    <a:pt x="5336696" y="711003"/>
                  </a:lnTo>
                  <a:lnTo>
                    <a:pt x="5337754" y="698522"/>
                  </a:lnTo>
                  <a:lnTo>
                    <a:pt x="5338812" y="684258"/>
                  </a:lnTo>
                  <a:lnTo>
                    <a:pt x="5339870" y="668808"/>
                  </a:lnTo>
                  <a:lnTo>
                    <a:pt x="5340928" y="652628"/>
                  </a:lnTo>
                  <a:lnTo>
                    <a:pt x="5341986" y="636008"/>
                  </a:lnTo>
                  <a:lnTo>
                    <a:pt x="5343043" y="619569"/>
                  </a:lnTo>
                  <a:lnTo>
                    <a:pt x="5344101" y="603925"/>
                  </a:lnTo>
                  <a:lnTo>
                    <a:pt x="5345159" y="589372"/>
                  </a:lnTo>
                  <a:lnTo>
                    <a:pt x="5346217" y="575941"/>
                  </a:lnTo>
                  <a:lnTo>
                    <a:pt x="5347275" y="564181"/>
                  </a:lnTo>
                  <a:lnTo>
                    <a:pt x="5348333" y="554345"/>
                  </a:lnTo>
                  <a:lnTo>
                    <a:pt x="5349390" y="546175"/>
                  </a:lnTo>
                  <a:lnTo>
                    <a:pt x="5350448" y="539521"/>
                  </a:lnTo>
                  <a:lnTo>
                    <a:pt x="5351506" y="534344"/>
                  </a:lnTo>
                  <a:lnTo>
                    <a:pt x="5352564" y="530338"/>
                  </a:lnTo>
                  <a:lnTo>
                    <a:pt x="5353622" y="527390"/>
                  </a:lnTo>
                  <a:lnTo>
                    <a:pt x="5354680" y="525286"/>
                  </a:lnTo>
                  <a:lnTo>
                    <a:pt x="5355737" y="523691"/>
                  </a:lnTo>
                  <a:lnTo>
                    <a:pt x="5356795" y="522553"/>
                  </a:lnTo>
                  <a:lnTo>
                    <a:pt x="5357853" y="521929"/>
                  </a:lnTo>
                  <a:lnTo>
                    <a:pt x="5358911" y="521726"/>
                  </a:lnTo>
                  <a:lnTo>
                    <a:pt x="5359969" y="521950"/>
                  </a:lnTo>
                  <a:lnTo>
                    <a:pt x="5361027" y="522729"/>
                  </a:lnTo>
                  <a:lnTo>
                    <a:pt x="5362084" y="524217"/>
                  </a:lnTo>
                  <a:lnTo>
                    <a:pt x="5363142" y="526658"/>
                  </a:lnTo>
                  <a:lnTo>
                    <a:pt x="5364200" y="530238"/>
                  </a:lnTo>
                  <a:lnTo>
                    <a:pt x="5365258" y="534970"/>
                  </a:lnTo>
                  <a:lnTo>
                    <a:pt x="5366316" y="540721"/>
                  </a:lnTo>
                  <a:lnTo>
                    <a:pt x="5367374" y="547310"/>
                  </a:lnTo>
                  <a:lnTo>
                    <a:pt x="5368432" y="554629"/>
                  </a:lnTo>
                  <a:lnTo>
                    <a:pt x="5369489" y="562404"/>
                  </a:lnTo>
                  <a:lnTo>
                    <a:pt x="5370547" y="570385"/>
                  </a:lnTo>
                  <a:lnTo>
                    <a:pt x="5371605" y="578128"/>
                  </a:lnTo>
                  <a:lnTo>
                    <a:pt x="5372663" y="585474"/>
                  </a:lnTo>
                  <a:lnTo>
                    <a:pt x="5373721" y="592260"/>
                  </a:lnTo>
                  <a:lnTo>
                    <a:pt x="5374779" y="598345"/>
                  </a:lnTo>
                  <a:lnTo>
                    <a:pt x="5375836" y="603536"/>
                  </a:lnTo>
                  <a:lnTo>
                    <a:pt x="5376894" y="607757"/>
                  </a:lnTo>
                  <a:lnTo>
                    <a:pt x="5377952" y="611001"/>
                  </a:lnTo>
                  <a:lnTo>
                    <a:pt x="5379010" y="613294"/>
                  </a:lnTo>
                  <a:lnTo>
                    <a:pt x="5380068" y="614772"/>
                  </a:lnTo>
                  <a:lnTo>
                    <a:pt x="5381126" y="615833"/>
                  </a:lnTo>
                  <a:lnTo>
                    <a:pt x="5382183" y="616887"/>
                  </a:lnTo>
                  <a:lnTo>
                    <a:pt x="5383241" y="618288"/>
                  </a:lnTo>
                  <a:lnTo>
                    <a:pt x="5384299" y="620718"/>
                  </a:lnTo>
                  <a:lnTo>
                    <a:pt x="5385357" y="624506"/>
                  </a:lnTo>
                  <a:lnTo>
                    <a:pt x="5386415" y="629816"/>
                  </a:lnTo>
                  <a:lnTo>
                    <a:pt x="5387473" y="636900"/>
                  </a:lnTo>
                  <a:lnTo>
                    <a:pt x="5388530" y="645828"/>
                  </a:lnTo>
                  <a:lnTo>
                    <a:pt x="5389588" y="656469"/>
                  </a:lnTo>
                  <a:lnTo>
                    <a:pt x="5390646" y="668668"/>
                  </a:lnTo>
                  <a:lnTo>
                    <a:pt x="5391704" y="682242"/>
                  </a:lnTo>
                  <a:lnTo>
                    <a:pt x="5392762" y="696910"/>
                  </a:lnTo>
                  <a:lnTo>
                    <a:pt x="5393820" y="712510"/>
                  </a:lnTo>
                  <a:lnTo>
                    <a:pt x="5394878" y="728958"/>
                  </a:lnTo>
                  <a:lnTo>
                    <a:pt x="5395935" y="746125"/>
                  </a:lnTo>
                  <a:lnTo>
                    <a:pt x="5396993" y="763514"/>
                  </a:lnTo>
                  <a:lnTo>
                    <a:pt x="5398051" y="780628"/>
                  </a:lnTo>
                  <a:lnTo>
                    <a:pt x="5399109" y="797258"/>
                  </a:lnTo>
                  <a:lnTo>
                    <a:pt x="5400167" y="812746"/>
                  </a:lnTo>
                  <a:lnTo>
                    <a:pt x="5401225" y="827009"/>
                  </a:lnTo>
                  <a:lnTo>
                    <a:pt x="5402282" y="839751"/>
                  </a:lnTo>
                  <a:lnTo>
                    <a:pt x="5403340" y="850788"/>
                  </a:lnTo>
                  <a:lnTo>
                    <a:pt x="5404398" y="859964"/>
                  </a:lnTo>
                  <a:lnTo>
                    <a:pt x="5405456" y="867480"/>
                  </a:lnTo>
                  <a:lnTo>
                    <a:pt x="5406514" y="873225"/>
                  </a:lnTo>
                  <a:lnTo>
                    <a:pt x="5407572" y="877081"/>
                  </a:lnTo>
                  <a:lnTo>
                    <a:pt x="5408629" y="878990"/>
                  </a:lnTo>
                  <a:lnTo>
                    <a:pt x="5409687" y="878956"/>
                  </a:lnTo>
                  <a:lnTo>
                    <a:pt x="5410745" y="876772"/>
                  </a:lnTo>
                  <a:lnTo>
                    <a:pt x="5411803" y="872238"/>
                  </a:lnTo>
                  <a:lnTo>
                    <a:pt x="5412861" y="865612"/>
                  </a:lnTo>
                  <a:lnTo>
                    <a:pt x="5413919" y="857361"/>
                  </a:lnTo>
                  <a:lnTo>
                    <a:pt x="5414976" y="847889"/>
                  </a:lnTo>
                  <a:lnTo>
                    <a:pt x="5416034" y="836900"/>
                  </a:lnTo>
                  <a:lnTo>
                    <a:pt x="5417092" y="824321"/>
                  </a:lnTo>
                  <a:lnTo>
                    <a:pt x="5418150" y="810641"/>
                  </a:lnTo>
                  <a:lnTo>
                    <a:pt x="5419208" y="796006"/>
                  </a:lnTo>
                  <a:lnTo>
                    <a:pt x="5420266" y="780718"/>
                  </a:lnTo>
                  <a:lnTo>
                    <a:pt x="5421324" y="765030"/>
                  </a:lnTo>
                  <a:lnTo>
                    <a:pt x="5422381" y="749269"/>
                  </a:lnTo>
                  <a:lnTo>
                    <a:pt x="5423439" y="734204"/>
                  </a:lnTo>
                  <a:lnTo>
                    <a:pt x="5424497" y="720362"/>
                  </a:lnTo>
                  <a:lnTo>
                    <a:pt x="5425555" y="707688"/>
                  </a:lnTo>
                  <a:lnTo>
                    <a:pt x="5426613" y="696365"/>
                  </a:lnTo>
                  <a:lnTo>
                    <a:pt x="5427671" y="686466"/>
                  </a:lnTo>
                  <a:lnTo>
                    <a:pt x="5428728" y="677893"/>
                  </a:lnTo>
                  <a:lnTo>
                    <a:pt x="5429786" y="670276"/>
                  </a:lnTo>
                  <a:lnTo>
                    <a:pt x="5430844" y="663150"/>
                  </a:lnTo>
                  <a:lnTo>
                    <a:pt x="5431902" y="656454"/>
                  </a:lnTo>
                  <a:lnTo>
                    <a:pt x="5432960" y="650134"/>
                  </a:lnTo>
                  <a:lnTo>
                    <a:pt x="5434018" y="643910"/>
                  </a:lnTo>
                  <a:lnTo>
                    <a:pt x="5435075" y="637908"/>
                  </a:lnTo>
                  <a:lnTo>
                    <a:pt x="5436133" y="632139"/>
                  </a:lnTo>
                  <a:lnTo>
                    <a:pt x="5437191" y="626612"/>
                  </a:lnTo>
                  <a:lnTo>
                    <a:pt x="5438249" y="621517"/>
                  </a:lnTo>
                  <a:lnTo>
                    <a:pt x="5439307" y="616537"/>
                  </a:lnTo>
                  <a:lnTo>
                    <a:pt x="5440365" y="611615"/>
                  </a:lnTo>
                  <a:lnTo>
                    <a:pt x="5441422" y="606990"/>
                  </a:lnTo>
                  <a:lnTo>
                    <a:pt x="5442480" y="602544"/>
                  </a:lnTo>
                  <a:lnTo>
                    <a:pt x="5443538" y="598145"/>
                  </a:lnTo>
                  <a:lnTo>
                    <a:pt x="5444596" y="593740"/>
                  </a:lnTo>
                  <a:lnTo>
                    <a:pt x="5445654" y="589408"/>
                  </a:lnTo>
                  <a:lnTo>
                    <a:pt x="5446712" y="585376"/>
                  </a:lnTo>
                  <a:lnTo>
                    <a:pt x="5447770" y="581752"/>
                  </a:lnTo>
                  <a:lnTo>
                    <a:pt x="5448827" y="578493"/>
                  </a:lnTo>
                  <a:lnTo>
                    <a:pt x="5449885" y="575747"/>
                  </a:lnTo>
                  <a:lnTo>
                    <a:pt x="5450943" y="573820"/>
                  </a:lnTo>
                  <a:lnTo>
                    <a:pt x="5452001" y="572672"/>
                  </a:lnTo>
                  <a:lnTo>
                    <a:pt x="5453059" y="572218"/>
                  </a:lnTo>
                  <a:lnTo>
                    <a:pt x="5454117" y="572256"/>
                  </a:lnTo>
                  <a:lnTo>
                    <a:pt x="5455174" y="572938"/>
                  </a:lnTo>
                  <a:lnTo>
                    <a:pt x="5456232" y="574151"/>
                  </a:lnTo>
                  <a:lnTo>
                    <a:pt x="5457290" y="575704"/>
                  </a:lnTo>
                  <a:lnTo>
                    <a:pt x="5458348" y="577579"/>
                  </a:lnTo>
                  <a:lnTo>
                    <a:pt x="5459406" y="579922"/>
                  </a:lnTo>
                  <a:lnTo>
                    <a:pt x="5460464" y="582890"/>
                  </a:lnTo>
                  <a:lnTo>
                    <a:pt x="5461521" y="586614"/>
                  </a:lnTo>
                  <a:lnTo>
                    <a:pt x="5462579" y="590969"/>
                  </a:lnTo>
                  <a:lnTo>
                    <a:pt x="5463637" y="595810"/>
                  </a:lnTo>
                  <a:lnTo>
                    <a:pt x="5464695" y="601145"/>
                  </a:lnTo>
                  <a:lnTo>
                    <a:pt x="5465753" y="606607"/>
                  </a:lnTo>
                  <a:lnTo>
                    <a:pt x="5466811" y="611474"/>
                  </a:lnTo>
                  <a:lnTo>
                    <a:pt x="5467868" y="615320"/>
                  </a:lnTo>
                  <a:lnTo>
                    <a:pt x="5468926" y="618048"/>
                  </a:lnTo>
                  <a:lnTo>
                    <a:pt x="5469984" y="619642"/>
                  </a:lnTo>
                  <a:lnTo>
                    <a:pt x="5471042" y="620037"/>
                  </a:lnTo>
                  <a:lnTo>
                    <a:pt x="5472100" y="619439"/>
                  </a:lnTo>
                  <a:lnTo>
                    <a:pt x="5473158" y="618012"/>
                  </a:lnTo>
                  <a:lnTo>
                    <a:pt x="5474216" y="615966"/>
                  </a:lnTo>
                  <a:lnTo>
                    <a:pt x="5475273" y="613346"/>
                  </a:lnTo>
                  <a:lnTo>
                    <a:pt x="5476331" y="609743"/>
                  </a:lnTo>
                  <a:lnTo>
                    <a:pt x="5477389" y="604926"/>
                  </a:lnTo>
                  <a:lnTo>
                    <a:pt x="5478447" y="598964"/>
                  </a:lnTo>
                  <a:lnTo>
                    <a:pt x="5479505" y="591888"/>
                  </a:lnTo>
                  <a:lnTo>
                    <a:pt x="5480563" y="583786"/>
                  </a:lnTo>
                  <a:lnTo>
                    <a:pt x="5481620" y="574732"/>
                  </a:lnTo>
                  <a:lnTo>
                    <a:pt x="5482678" y="565179"/>
                  </a:lnTo>
                  <a:lnTo>
                    <a:pt x="5483736" y="555538"/>
                  </a:lnTo>
                  <a:lnTo>
                    <a:pt x="5484794" y="546174"/>
                  </a:lnTo>
                  <a:lnTo>
                    <a:pt x="5485852" y="537165"/>
                  </a:lnTo>
                  <a:lnTo>
                    <a:pt x="5486910" y="528514"/>
                  </a:lnTo>
                  <a:lnTo>
                    <a:pt x="5487967" y="519994"/>
                  </a:lnTo>
                  <a:lnTo>
                    <a:pt x="5489025" y="511755"/>
                  </a:lnTo>
                  <a:lnTo>
                    <a:pt x="5490083" y="503698"/>
                  </a:lnTo>
                  <a:lnTo>
                    <a:pt x="5491141" y="495858"/>
                  </a:lnTo>
                  <a:lnTo>
                    <a:pt x="5492199" y="488582"/>
                  </a:lnTo>
                  <a:lnTo>
                    <a:pt x="5493257" y="481980"/>
                  </a:lnTo>
                  <a:lnTo>
                    <a:pt x="5494314" y="475963"/>
                  </a:lnTo>
                  <a:lnTo>
                    <a:pt x="5495372" y="470803"/>
                  </a:lnTo>
                  <a:lnTo>
                    <a:pt x="5496430" y="466711"/>
                  </a:lnTo>
                  <a:lnTo>
                    <a:pt x="5497488" y="464090"/>
                  </a:lnTo>
                  <a:lnTo>
                    <a:pt x="5498546" y="462934"/>
                  </a:lnTo>
                  <a:lnTo>
                    <a:pt x="5499604" y="463172"/>
                  </a:lnTo>
                  <a:lnTo>
                    <a:pt x="5500662" y="464508"/>
                  </a:lnTo>
                  <a:lnTo>
                    <a:pt x="5501719" y="466858"/>
                  </a:lnTo>
                  <a:lnTo>
                    <a:pt x="5502777" y="469889"/>
                  </a:lnTo>
                  <a:lnTo>
                    <a:pt x="5503835" y="473270"/>
                  </a:lnTo>
                  <a:lnTo>
                    <a:pt x="5504893" y="476390"/>
                  </a:lnTo>
                  <a:lnTo>
                    <a:pt x="5505951" y="478919"/>
                  </a:lnTo>
                  <a:lnTo>
                    <a:pt x="5507009" y="480388"/>
                  </a:lnTo>
                  <a:lnTo>
                    <a:pt x="5508066" y="480465"/>
                  </a:lnTo>
                  <a:lnTo>
                    <a:pt x="5509124" y="479052"/>
                  </a:lnTo>
                  <a:lnTo>
                    <a:pt x="5510182" y="476316"/>
                  </a:lnTo>
                  <a:lnTo>
                    <a:pt x="5511240" y="472201"/>
                  </a:lnTo>
                  <a:lnTo>
                    <a:pt x="5512298" y="466569"/>
                  </a:lnTo>
                  <a:lnTo>
                    <a:pt x="5513356" y="459473"/>
                  </a:lnTo>
                  <a:lnTo>
                    <a:pt x="5514413" y="451270"/>
                  </a:lnTo>
                  <a:lnTo>
                    <a:pt x="5515471" y="442305"/>
                  </a:lnTo>
                  <a:lnTo>
                    <a:pt x="5516529" y="432956"/>
                  </a:lnTo>
                  <a:lnTo>
                    <a:pt x="5517587" y="423304"/>
                  </a:lnTo>
                  <a:lnTo>
                    <a:pt x="5518645" y="413839"/>
                  </a:lnTo>
                  <a:lnTo>
                    <a:pt x="5519703" y="404996"/>
                  </a:lnTo>
                  <a:lnTo>
                    <a:pt x="5520760" y="397108"/>
                  </a:lnTo>
                  <a:lnTo>
                    <a:pt x="5521818" y="390381"/>
                  </a:lnTo>
                  <a:lnTo>
                    <a:pt x="5522876" y="384958"/>
                  </a:lnTo>
                  <a:lnTo>
                    <a:pt x="5523934" y="380730"/>
                  </a:lnTo>
                  <a:lnTo>
                    <a:pt x="5524992" y="377843"/>
                  </a:lnTo>
                  <a:lnTo>
                    <a:pt x="5526050" y="376201"/>
                  </a:lnTo>
                  <a:lnTo>
                    <a:pt x="5527108" y="375639"/>
                  </a:lnTo>
                  <a:lnTo>
                    <a:pt x="5528165" y="376191"/>
                  </a:lnTo>
                  <a:lnTo>
                    <a:pt x="5529223" y="377753"/>
                  </a:lnTo>
                  <a:lnTo>
                    <a:pt x="5530281" y="380276"/>
                  </a:lnTo>
                  <a:lnTo>
                    <a:pt x="5531339" y="383607"/>
                  </a:lnTo>
                  <a:lnTo>
                    <a:pt x="5532397" y="387565"/>
                  </a:lnTo>
                  <a:lnTo>
                    <a:pt x="5533455" y="392168"/>
                  </a:lnTo>
                  <a:lnTo>
                    <a:pt x="5534512" y="397462"/>
                  </a:lnTo>
                  <a:lnTo>
                    <a:pt x="5535570" y="403413"/>
                  </a:lnTo>
                  <a:lnTo>
                    <a:pt x="5536628" y="410057"/>
                  </a:lnTo>
                  <a:lnTo>
                    <a:pt x="5537686" y="417255"/>
                  </a:lnTo>
                  <a:lnTo>
                    <a:pt x="5538744" y="425148"/>
                  </a:lnTo>
                  <a:lnTo>
                    <a:pt x="5539802" y="434105"/>
                  </a:lnTo>
                  <a:lnTo>
                    <a:pt x="5540859" y="444114"/>
                  </a:lnTo>
                  <a:lnTo>
                    <a:pt x="5541917" y="455081"/>
                  </a:lnTo>
                  <a:lnTo>
                    <a:pt x="5542975" y="467169"/>
                  </a:lnTo>
                  <a:lnTo>
                    <a:pt x="5544033" y="480276"/>
                  </a:lnTo>
                  <a:lnTo>
                    <a:pt x="5545091" y="494369"/>
                  </a:lnTo>
                  <a:lnTo>
                    <a:pt x="5546149" y="509191"/>
                  </a:lnTo>
                  <a:lnTo>
                    <a:pt x="5547206" y="524620"/>
                  </a:lnTo>
                  <a:lnTo>
                    <a:pt x="5548264" y="540232"/>
                  </a:lnTo>
                  <a:lnTo>
                    <a:pt x="5549322" y="555689"/>
                  </a:lnTo>
                  <a:lnTo>
                    <a:pt x="5550380" y="570234"/>
                  </a:lnTo>
                  <a:lnTo>
                    <a:pt x="5551438" y="583529"/>
                  </a:lnTo>
                  <a:lnTo>
                    <a:pt x="5552496" y="595221"/>
                  </a:lnTo>
                  <a:lnTo>
                    <a:pt x="5553554" y="605359"/>
                  </a:lnTo>
                  <a:lnTo>
                    <a:pt x="5554611" y="613803"/>
                  </a:lnTo>
                  <a:lnTo>
                    <a:pt x="5555669" y="620850"/>
                  </a:lnTo>
                  <a:lnTo>
                    <a:pt x="5556727" y="626683"/>
                  </a:lnTo>
                  <a:lnTo>
                    <a:pt x="5557785" y="631693"/>
                  </a:lnTo>
                  <a:lnTo>
                    <a:pt x="5558843" y="635984"/>
                  </a:lnTo>
                  <a:lnTo>
                    <a:pt x="5559901" y="640005"/>
                  </a:lnTo>
                  <a:lnTo>
                    <a:pt x="5560958" y="643838"/>
                  </a:lnTo>
                  <a:lnTo>
                    <a:pt x="5562016" y="647747"/>
                  </a:lnTo>
                  <a:lnTo>
                    <a:pt x="5563074" y="651829"/>
                  </a:lnTo>
                  <a:lnTo>
                    <a:pt x="5564132" y="656537"/>
                  </a:lnTo>
                  <a:lnTo>
                    <a:pt x="5565190" y="662368"/>
                  </a:lnTo>
                  <a:lnTo>
                    <a:pt x="5566248" y="669645"/>
                  </a:lnTo>
                  <a:lnTo>
                    <a:pt x="5567305" y="678083"/>
                  </a:lnTo>
                  <a:lnTo>
                    <a:pt x="5568363" y="687488"/>
                  </a:lnTo>
                  <a:lnTo>
                    <a:pt x="5569421" y="697445"/>
                  </a:lnTo>
                  <a:lnTo>
                    <a:pt x="5570479" y="707787"/>
                  </a:lnTo>
                  <a:lnTo>
                    <a:pt x="5571537" y="717619"/>
                  </a:lnTo>
                  <a:lnTo>
                    <a:pt x="5572595" y="726396"/>
                  </a:lnTo>
                  <a:lnTo>
                    <a:pt x="5573652" y="733726"/>
                  </a:lnTo>
                  <a:lnTo>
                    <a:pt x="5574710" y="739372"/>
                  </a:lnTo>
                  <a:lnTo>
                    <a:pt x="5575768" y="743285"/>
                  </a:lnTo>
                  <a:lnTo>
                    <a:pt x="5576826" y="745823"/>
                  </a:lnTo>
                  <a:lnTo>
                    <a:pt x="5577884" y="746899"/>
                  </a:lnTo>
                  <a:lnTo>
                    <a:pt x="5578942" y="746224"/>
                  </a:lnTo>
                  <a:lnTo>
                    <a:pt x="5580000" y="743565"/>
                  </a:lnTo>
                  <a:lnTo>
                    <a:pt x="5581057" y="738127"/>
                  </a:lnTo>
                  <a:lnTo>
                    <a:pt x="5582115" y="730023"/>
                  </a:lnTo>
                  <a:lnTo>
                    <a:pt x="5583173" y="719549"/>
                  </a:lnTo>
                  <a:lnTo>
                    <a:pt x="5584231" y="707341"/>
                  </a:lnTo>
                  <a:lnTo>
                    <a:pt x="5585289" y="693695"/>
                  </a:lnTo>
                  <a:lnTo>
                    <a:pt x="5586347" y="679191"/>
                  </a:lnTo>
                  <a:lnTo>
                    <a:pt x="5587404" y="664560"/>
                  </a:lnTo>
                  <a:lnTo>
                    <a:pt x="5588462" y="650451"/>
                  </a:lnTo>
                  <a:lnTo>
                    <a:pt x="5589520" y="637375"/>
                  </a:lnTo>
                  <a:lnTo>
                    <a:pt x="5590578" y="625560"/>
                  </a:lnTo>
                  <a:lnTo>
                    <a:pt x="5591636" y="614694"/>
                  </a:lnTo>
                  <a:lnTo>
                    <a:pt x="5592694" y="604422"/>
                  </a:lnTo>
                  <a:lnTo>
                    <a:pt x="5593751" y="594549"/>
                  </a:lnTo>
                  <a:lnTo>
                    <a:pt x="5594809" y="585155"/>
                  </a:lnTo>
                  <a:lnTo>
                    <a:pt x="5595867" y="576276"/>
                  </a:lnTo>
                  <a:lnTo>
                    <a:pt x="5596925" y="568055"/>
                  </a:lnTo>
                  <a:lnTo>
                    <a:pt x="5597983" y="560202"/>
                  </a:lnTo>
                  <a:lnTo>
                    <a:pt x="5599041" y="552433"/>
                  </a:lnTo>
                  <a:lnTo>
                    <a:pt x="5600098" y="544365"/>
                  </a:lnTo>
                  <a:lnTo>
                    <a:pt x="5601156" y="536255"/>
                  </a:lnTo>
                  <a:lnTo>
                    <a:pt x="5602214" y="527698"/>
                  </a:lnTo>
                  <a:lnTo>
                    <a:pt x="5603272" y="518367"/>
                  </a:lnTo>
                  <a:lnTo>
                    <a:pt x="5604330" y="508021"/>
                  </a:lnTo>
                  <a:lnTo>
                    <a:pt x="5605388" y="496458"/>
                  </a:lnTo>
                  <a:lnTo>
                    <a:pt x="5606446" y="483682"/>
                  </a:lnTo>
                  <a:lnTo>
                    <a:pt x="5607503" y="470081"/>
                  </a:lnTo>
                  <a:lnTo>
                    <a:pt x="5608561" y="455674"/>
                  </a:lnTo>
                  <a:lnTo>
                    <a:pt x="5609619" y="440608"/>
                  </a:lnTo>
                  <a:lnTo>
                    <a:pt x="5610677" y="425365"/>
                  </a:lnTo>
                  <a:lnTo>
                    <a:pt x="5611735" y="410224"/>
                  </a:lnTo>
                  <a:lnTo>
                    <a:pt x="5612793" y="395470"/>
                  </a:lnTo>
                  <a:lnTo>
                    <a:pt x="5613850" y="381511"/>
                  </a:lnTo>
                  <a:lnTo>
                    <a:pt x="5614908" y="368293"/>
                  </a:lnTo>
                  <a:lnTo>
                    <a:pt x="5615966" y="355814"/>
                  </a:lnTo>
                  <a:lnTo>
                    <a:pt x="5617024" y="343863"/>
                  </a:lnTo>
                  <a:lnTo>
                    <a:pt x="5618082" y="332379"/>
                  </a:lnTo>
                  <a:lnTo>
                    <a:pt x="5619140" y="321183"/>
                  </a:lnTo>
                  <a:lnTo>
                    <a:pt x="5620197" y="310129"/>
                  </a:lnTo>
                  <a:lnTo>
                    <a:pt x="5621255" y="299129"/>
                  </a:lnTo>
                  <a:lnTo>
                    <a:pt x="5622313" y="288409"/>
                  </a:lnTo>
                  <a:lnTo>
                    <a:pt x="5623371" y="277989"/>
                  </a:lnTo>
                  <a:lnTo>
                    <a:pt x="5624429" y="268004"/>
                  </a:lnTo>
                  <a:lnTo>
                    <a:pt x="5625487" y="258550"/>
                  </a:lnTo>
                  <a:lnTo>
                    <a:pt x="5626544" y="249589"/>
                  </a:lnTo>
                  <a:lnTo>
                    <a:pt x="5627602" y="241124"/>
                  </a:lnTo>
                  <a:lnTo>
                    <a:pt x="5628660" y="233151"/>
                  </a:lnTo>
                  <a:lnTo>
                    <a:pt x="5629718" y="225498"/>
                  </a:lnTo>
                  <a:lnTo>
                    <a:pt x="5630776" y="218278"/>
                  </a:lnTo>
                  <a:lnTo>
                    <a:pt x="5631834" y="211720"/>
                  </a:lnTo>
                  <a:lnTo>
                    <a:pt x="5632892" y="205966"/>
                  </a:lnTo>
                  <a:lnTo>
                    <a:pt x="5633949" y="201254"/>
                  </a:lnTo>
                  <a:lnTo>
                    <a:pt x="5635007" y="197800"/>
                  </a:lnTo>
                  <a:lnTo>
                    <a:pt x="5636065" y="195582"/>
                  </a:lnTo>
                  <a:lnTo>
                    <a:pt x="5637123" y="194445"/>
                  </a:lnTo>
                  <a:lnTo>
                    <a:pt x="5638181" y="194250"/>
                  </a:lnTo>
                  <a:lnTo>
                    <a:pt x="5639239" y="194604"/>
                  </a:lnTo>
                  <a:lnTo>
                    <a:pt x="5640296" y="195271"/>
                  </a:lnTo>
                  <a:lnTo>
                    <a:pt x="5641354" y="195952"/>
                  </a:lnTo>
                  <a:lnTo>
                    <a:pt x="5642412" y="196248"/>
                  </a:lnTo>
                  <a:lnTo>
                    <a:pt x="5643470" y="196007"/>
                  </a:lnTo>
                  <a:lnTo>
                    <a:pt x="5644528" y="195143"/>
                  </a:lnTo>
                  <a:lnTo>
                    <a:pt x="5645586" y="193618"/>
                  </a:lnTo>
                  <a:lnTo>
                    <a:pt x="5646643" y="191694"/>
                  </a:lnTo>
                  <a:lnTo>
                    <a:pt x="5647701" y="189349"/>
                  </a:lnTo>
                  <a:lnTo>
                    <a:pt x="5648759" y="186629"/>
                  </a:lnTo>
                  <a:lnTo>
                    <a:pt x="5649817" y="183589"/>
                  </a:lnTo>
                  <a:lnTo>
                    <a:pt x="5650875" y="180317"/>
                  </a:lnTo>
                  <a:lnTo>
                    <a:pt x="5651933" y="177184"/>
                  </a:lnTo>
                  <a:lnTo>
                    <a:pt x="5652990" y="174540"/>
                  </a:lnTo>
                  <a:lnTo>
                    <a:pt x="5654048" y="172336"/>
                  </a:lnTo>
                  <a:lnTo>
                    <a:pt x="5655106" y="170806"/>
                  </a:lnTo>
                  <a:lnTo>
                    <a:pt x="5656164" y="170089"/>
                  </a:lnTo>
                  <a:lnTo>
                    <a:pt x="5657222" y="170223"/>
                  </a:lnTo>
                  <a:lnTo>
                    <a:pt x="5658280" y="171306"/>
                  </a:lnTo>
                  <a:lnTo>
                    <a:pt x="5659338" y="173249"/>
                  </a:lnTo>
                  <a:lnTo>
                    <a:pt x="5660395" y="175956"/>
                  </a:lnTo>
                  <a:lnTo>
                    <a:pt x="5661453" y="179309"/>
                  </a:lnTo>
                  <a:lnTo>
                    <a:pt x="5662511" y="183188"/>
                  </a:lnTo>
                  <a:lnTo>
                    <a:pt x="5663569" y="187421"/>
                  </a:lnTo>
                  <a:lnTo>
                    <a:pt x="5664627" y="191858"/>
                  </a:lnTo>
                  <a:lnTo>
                    <a:pt x="5665685" y="196331"/>
                  </a:lnTo>
                  <a:lnTo>
                    <a:pt x="5666742" y="200634"/>
                  </a:lnTo>
                  <a:lnTo>
                    <a:pt x="5667800" y="204633"/>
                  </a:lnTo>
                  <a:lnTo>
                    <a:pt x="5668858" y="208262"/>
                  </a:lnTo>
                  <a:lnTo>
                    <a:pt x="5669916" y="211551"/>
                  </a:lnTo>
                  <a:lnTo>
                    <a:pt x="5670974" y="214417"/>
                  </a:lnTo>
                  <a:lnTo>
                    <a:pt x="5672032" y="216982"/>
                  </a:lnTo>
                  <a:lnTo>
                    <a:pt x="5673089" y="219505"/>
                  </a:lnTo>
                  <a:lnTo>
                    <a:pt x="5674147" y="222158"/>
                  </a:lnTo>
                  <a:lnTo>
                    <a:pt x="5675205" y="224931"/>
                  </a:lnTo>
                  <a:lnTo>
                    <a:pt x="5676263" y="227868"/>
                  </a:lnTo>
                  <a:lnTo>
                    <a:pt x="5677321" y="231192"/>
                  </a:lnTo>
                  <a:lnTo>
                    <a:pt x="5678379" y="234923"/>
                  </a:lnTo>
                  <a:lnTo>
                    <a:pt x="5679436" y="239101"/>
                  </a:lnTo>
                  <a:lnTo>
                    <a:pt x="5680494" y="243736"/>
                  </a:lnTo>
                  <a:lnTo>
                    <a:pt x="5681552" y="248814"/>
                  </a:lnTo>
                  <a:lnTo>
                    <a:pt x="5682610" y="254448"/>
                  </a:lnTo>
                  <a:lnTo>
                    <a:pt x="5683668" y="260474"/>
                  </a:lnTo>
                  <a:lnTo>
                    <a:pt x="5684726" y="266673"/>
                  </a:lnTo>
                  <a:lnTo>
                    <a:pt x="5685784" y="272871"/>
                  </a:lnTo>
                  <a:lnTo>
                    <a:pt x="5686841" y="279029"/>
                  </a:lnTo>
                  <a:lnTo>
                    <a:pt x="5687899" y="284940"/>
                  </a:lnTo>
                  <a:lnTo>
                    <a:pt x="5688957" y="290504"/>
                  </a:lnTo>
                  <a:lnTo>
                    <a:pt x="5690015" y="295454"/>
                  </a:lnTo>
                  <a:lnTo>
                    <a:pt x="5691073" y="299615"/>
                  </a:lnTo>
                  <a:lnTo>
                    <a:pt x="5692131" y="303034"/>
                  </a:lnTo>
                  <a:lnTo>
                    <a:pt x="5693188" y="305561"/>
                  </a:lnTo>
                  <a:lnTo>
                    <a:pt x="5694246" y="307341"/>
                  </a:lnTo>
                  <a:lnTo>
                    <a:pt x="5695304" y="308387"/>
                  </a:lnTo>
                  <a:lnTo>
                    <a:pt x="5696362" y="308509"/>
                  </a:lnTo>
                  <a:lnTo>
                    <a:pt x="5697420" y="307829"/>
                  </a:lnTo>
                  <a:lnTo>
                    <a:pt x="5698478" y="306483"/>
                  </a:lnTo>
                  <a:lnTo>
                    <a:pt x="5699535" y="304376"/>
                  </a:lnTo>
                  <a:lnTo>
                    <a:pt x="5700593" y="301595"/>
                  </a:lnTo>
                  <a:lnTo>
                    <a:pt x="5701651" y="298031"/>
                  </a:lnTo>
                  <a:lnTo>
                    <a:pt x="5702709" y="293724"/>
                  </a:lnTo>
                  <a:lnTo>
                    <a:pt x="5703767" y="288922"/>
                  </a:lnTo>
                  <a:lnTo>
                    <a:pt x="5704825" y="283650"/>
                  </a:lnTo>
                  <a:lnTo>
                    <a:pt x="5705882" y="278187"/>
                  </a:lnTo>
                  <a:lnTo>
                    <a:pt x="5706940" y="272933"/>
                  </a:lnTo>
                  <a:lnTo>
                    <a:pt x="5707998" y="268032"/>
                  </a:lnTo>
                  <a:lnTo>
                    <a:pt x="5709056" y="263760"/>
                  </a:lnTo>
                  <a:lnTo>
                    <a:pt x="5710114" y="260028"/>
                  </a:lnTo>
                  <a:lnTo>
                    <a:pt x="5711172" y="256885"/>
                  </a:lnTo>
                  <a:lnTo>
                    <a:pt x="5712230" y="254505"/>
                  </a:lnTo>
                  <a:lnTo>
                    <a:pt x="5713287" y="252579"/>
                  </a:lnTo>
                  <a:lnTo>
                    <a:pt x="5714345" y="250966"/>
                  </a:lnTo>
                  <a:lnTo>
                    <a:pt x="5715403" y="249606"/>
                  </a:lnTo>
                  <a:lnTo>
                    <a:pt x="5716461" y="248386"/>
                  </a:lnTo>
                  <a:lnTo>
                    <a:pt x="5717519" y="247451"/>
                  </a:lnTo>
                  <a:lnTo>
                    <a:pt x="5718577" y="246851"/>
                  </a:lnTo>
                  <a:lnTo>
                    <a:pt x="5719634" y="246485"/>
                  </a:lnTo>
                  <a:lnTo>
                    <a:pt x="5720692" y="246460"/>
                  </a:lnTo>
                  <a:lnTo>
                    <a:pt x="5721750" y="246618"/>
                  </a:lnTo>
                  <a:lnTo>
                    <a:pt x="5722808" y="246887"/>
                  </a:lnTo>
                  <a:lnTo>
                    <a:pt x="5723866" y="247358"/>
                  </a:lnTo>
                  <a:lnTo>
                    <a:pt x="5724924" y="247892"/>
                  </a:lnTo>
                  <a:lnTo>
                    <a:pt x="5725981" y="248408"/>
                  </a:lnTo>
                  <a:lnTo>
                    <a:pt x="5727039" y="248831"/>
                  </a:lnTo>
                  <a:lnTo>
                    <a:pt x="5728097" y="249099"/>
                  </a:lnTo>
                  <a:lnTo>
                    <a:pt x="5729155" y="249369"/>
                  </a:lnTo>
                  <a:lnTo>
                    <a:pt x="5730213" y="249493"/>
                  </a:lnTo>
                  <a:lnTo>
                    <a:pt x="5731271" y="249320"/>
                  </a:lnTo>
                  <a:lnTo>
                    <a:pt x="5732328" y="248767"/>
                  </a:lnTo>
                  <a:lnTo>
                    <a:pt x="5733386" y="247734"/>
                  </a:lnTo>
                  <a:lnTo>
                    <a:pt x="5734444" y="246100"/>
                  </a:lnTo>
                  <a:lnTo>
                    <a:pt x="5735502" y="243805"/>
                  </a:lnTo>
                  <a:lnTo>
                    <a:pt x="5736560" y="240905"/>
                  </a:lnTo>
                  <a:lnTo>
                    <a:pt x="5737618" y="237739"/>
                  </a:lnTo>
                  <a:lnTo>
                    <a:pt x="5738676" y="234619"/>
                  </a:lnTo>
                  <a:lnTo>
                    <a:pt x="5739733" y="231653"/>
                  </a:lnTo>
                  <a:lnTo>
                    <a:pt x="5740791" y="228905"/>
                  </a:lnTo>
                  <a:lnTo>
                    <a:pt x="5741849" y="226446"/>
                  </a:lnTo>
                  <a:lnTo>
                    <a:pt x="5742907" y="224499"/>
                  </a:lnTo>
                  <a:lnTo>
                    <a:pt x="5743965" y="223303"/>
                  </a:lnTo>
                  <a:lnTo>
                    <a:pt x="5745023" y="222870"/>
                  </a:lnTo>
                  <a:lnTo>
                    <a:pt x="5746080" y="223181"/>
                  </a:lnTo>
                  <a:lnTo>
                    <a:pt x="5747138" y="224172"/>
                  </a:lnTo>
                  <a:lnTo>
                    <a:pt x="5748196" y="225900"/>
                  </a:lnTo>
                  <a:lnTo>
                    <a:pt x="5749254" y="228493"/>
                  </a:lnTo>
                  <a:lnTo>
                    <a:pt x="5750312" y="231874"/>
                  </a:lnTo>
                  <a:lnTo>
                    <a:pt x="5751370" y="235936"/>
                  </a:lnTo>
                  <a:lnTo>
                    <a:pt x="5752427" y="240373"/>
                  </a:lnTo>
                  <a:lnTo>
                    <a:pt x="5753485" y="244814"/>
                  </a:lnTo>
                  <a:lnTo>
                    <a:pt x="5754543" y="249030"/>
                  </a:lnTo>
                  <a:lnTo>
                    <a:pt x="5755601" y="252733"/>
                  </a:lnTo>
                  <a:lnTo>
                    <a:pt x="5756659" y="255682"/>
                  </a:lnTo>
                  <a:lnTo>
                    <a:pt x="5757717" y="257766"/>
                  </a:lnTo>
                  <a:lnTo>
                    <a:pt x="5758774" y="258754"/>
                  </a:lnTo>
                  <a:lnTo>
                    <a:pt x="5759832" y="258404"/>
                  </a:lnTo>
                  <a:lnTo>
                    <a:pt x="5760890" y="256878"/>
                  </a:lnTo>
                  <a:lnTo>
                    <a:pt x="5761948" y="254230"/>
                  </a:lnTo>
                  <a:lnTo>
                    <a:pt x="5763006" y="250790"/>
                  </a:lnTo>
                  <a:lnTo>
                    <a:pt x="5764064" y="246667"/>
                  </a:lnTo>
                  <a:lnTo>
                    <a:pt x="5765122" y="241928"/>
                  </a:lnTo>
                  <a:lnTo>
                    <a:pt x="5766179" y="236962"/>
                  </a:lnTo>
                  <a:lnTo>
                    <a:pt x="5767237" y="231884"/>
                  </a:lnTo>
                  <a:lnTo>
                    <a:pt x="5768295" y="226774"/>
                  </a:lnTo>
                  <a:lnTo>
                    <a:pt x="5769353" y="221689"/>
                  </a:lnTo>
                  <a:lnTo>
                    <a:pt x="5770411" y="216535"/>
                  </a:lnTo>
                  <a:lnTo>
                    <a:pt x="5771469" y="211183"/>
                  </a:lnTo>
                  <a:lnTo>
                    <a:pt x="5772526" y="205600"/>
                  </a:lnTo>
                  <a:lnTo>
                    <a:pt x="5773584" y="199708"/>
                  </a:lnTo>
                  <a:lnTo>
                    <a:pt x="5774642" y="193649"/>
                  </a:lnTo>
                  <a:lnTo>
                    <a:pt x="5775700" y="187511"/>
                  </a:lnTo>
                  <a:lnTo>
                    <a:pt x="5776758" y="181118"/>
                  </a:lnTo>
                  <a:lnTo>
                    <a:pt x="5777816" y="174533"/>
                  </a:lnTo>
                  <a:lnTo>
                    <a:pt x="5778873" y="167900"/>
                  </a:lnTo>
                  <a:lnTo>
                    <a:pt x="5779931" y="161507"/>
                  </a:lnTo>
                  <a:lnTo>
                    <a:pt x="5780989" y="155396"/>
                  </a:lnTo>
                  <a:lnTo>
                    <a:pt x="5782047" y="149405"/>
                  </a:lnTo>
                  <a:lnTo>
                    <a:pt x="5783105" y="143599"/>
                  </a:lnTo>
                  <a:lnTo>
                    <a:pt x="5784163" y="138188"/>
                  </a:lnTo>
                  <a:lnTo>
                    <a:pt x="5785220" y="133319"/>
                  </a:lnTo>
                  <a:lnTo>
                    <a:pt x="5786278" y="128912"/>
                  </a:lnTo>
                  <a:lnTo>
                    <a:pt x="5787336" y="124886"/>
                  </a:lnTo>
                  <a:lnTo>
                    <a:pt x="5788394" y="121139"/>
                  </a:lnTo>
                  <a:lnTo>
                    <a:pt x="5789452" y="117680"/>
                  </a:lnTo>
                  <a:lnTo>
                    <a:pt x="5790510" y="114271"/>
                  </a:lnTo>
                  <a:lnTo>
                    <a:pt x="5791568" y="110882"/>
                  </a:lnTo>
                  <a:lnTo>
                    <a:pt x="5792625" y="107274"/>
                  </a:lnTo>
                  <a:lnTo>
                    <a:pt x="5793683" y="103402"/>
                  </a:lnTo>
                  <a:lnTo>
                    <a:pt x="5794741" y="99281"/>
                  </a:lnTo>
                  <a:lnTo>
                    <a:pt x="5795799" y="94886"/>
                  </a:lnTo>
                  <a:lnTo>
                    <a:pt x="5796857" y="90120"/>
                  </a:lnTo>
                  <a:lnTo>
                    <a:pt x="5797915" y="84934"/>
                  </a:lnTo>
                  <a:lnTo>
                    <a:pt x="5798972" y="79241"/>
                  </a:lnTo>
                  <a:lnTo>
                    <a:pt x="5800030" y="73075"/>
                  </a:lnTo>
                  <a:lnTo>
                    <a:pt x="5801088" y="66505"/>
                  </a:lnTo>
                  <a:lnTo>
                    <a:pt x="5802146" y="59653"/>
                  </a:lnTo>
                  <a:lnTo>
                    <a:pt x="5803204" y="52726"/>
                  </a:lnTo>
                  <a:lnTo>
                    <a:pt x="5804262" y="45895"/>
                  </a:lnTo>
                  <a:lnTo>
                    <a:pt x="5805319" y="39361"/>
                  </a:lnTo>
                  <a:lnTo>
                    <a:pt x="5806377" y="33396"/>
                  </a:lnTo>
                  <a:lnTo>
                    <a:pt x="5807435" y="28104"/>
                  </a:lnTo>
                  <a:lnTo>
                    <a:pt x="5808493" y="23793"/>
                  </a:lnTo>
                  <a:lnTo>
                    <a:pt x="5809551" y="20608"/>
                  </a:lnTo>
                  <a:lnTo>
                    <a:pt x="5810609" y="18503"/>
                  </a:lnTo>
                  <a:lnTo>
                    <a:pt x="5811666" y="17353"/>
                  </a:lnTo>
                  <a:lnTo>
                    <a:pt x="5812724" y="17228"/>
                  </a:lnTo>
                  <a:lnTo>
                    <a:pt x="5813782" y="18117"/>
                  </a:lnTo>
                  <a:lnTo>
                    <a:pt x="5814840" y="20050"/>
                  </a:lnTo>
                  <a:lnTo>
                    <a:pt x="5815898" y="22857"/>
                  </a:lnTo>
                  <a:lnTo>
                    <a:pt x="5816956" y="26455"/>
                  </a:lnTo>
                  <a:lnTo>
                    <a:pt x="5818014" y="30711"/>
                  </a:lnTo>
                  <a:lnTo>
                    <a:pt x="5819071" y="35454"/>
                  </a:lnTo>
                  <a:lnTo>
                    <a:pt x="5820129" y="40633"/>
                  </a:lnTo>
                  <a:lnTo>
                    <a:pt x="5821187" y="46137"/>
                  </a:lnTo>
                  <a:lnTo>
                    <a:pt x="5822245" y="51825"/>
                  </a:lnTo>
                  <a:lnTo>
                    <a:pt x="5823303" y="57584"/>
                  </a:lnTo>
                  <a:lnTo>
                    <a:pt x="5824361" y="63304"/>
                  </a:lnTo>
                  <a:lnTo>
                    <a:pt x="5825418" y="68911"/>
                  </a:lnTo>
                  <a:lnTo>
                    <a:pt x="5826476" y="74307"/>
                  </a:lnTo>
                  <a:lnTo>
                    <a:pt x="5827534" y="79550"/>
                  </a:lnTo>
                  <a:lnTo>
                    <a:pt x="5828592" y="84519"/>
                  </a:lnTo>
                  <a:lnTo>
                    <a:pt x="5829650" y="89237"/>
                  </a:lnTo>
                  <a:lnTo>
                    <a:pt x="5830708" y="93587"/>
                  </a:lnTo>
                  <a:lnTo>
                    <a:pt x="5831765" y="97350"/>
                  </a:lnTo>
                  <a:lnTo>
                    <a:pt x="5832823" y="100289"/>
                  </a:lnTo>
                  <a:lnTo>
                    <a:pt x="5833881" y="102593"/>
                  </a:lnTo>
                  <a:lnTo>
                    <a:pt x="5834939" y="104372"/>
                  </a:lnTo>
                  <a:lnTo>
                    <a:pt x="5835997" y="105787"/>
                  </a:lnTo>
                  <a:lnTo>
                    <a:pt x="5837055" y="106810"/>
                  </a:lnTo>
                  <a:lnTo>
                    <a:pt x="5838112" y="107577"/>
                  </a:lnTo>
                  <a:lnTo>
                    <a:pt x="5839170" y="108404"/>
                  </a:lnTo>
                  <a:lnTo>
                    <a:pt x="5840228" y="109544"/>
                  </a:lnTo>
                  <a:lnTo>
                    <a:pt x="5841286" y="111031"/>
                  </a:lnTo>
                  <a:lnTo>
                    <a:pt x="5842344" y="112883"/>
                  </a:lnTo>
                  <a:lnTo>
                    <a:pt x="5843402" y="114898"/>
                  </a:lnTo>
                  <a:lnTo>
                    <a:pt x="5844460" y="116994"/>
                  </a:lnTo>
                  <a:lnTo>
                    <a:pt x="5845517" y="119386"/>
                  </a:lnTo>
                  <a:lnTo>
                    <a:pt x="5846575" y="122197"/>
                  </a:lnTo>
                  <a:lnTo>
                    <a:pt x="5847633" y="125560"/>
                  </a:lnTo>
                  <a:lnTo>
                    <a:pt x="5848691" y="129534"/>
                  </a:lnTo>
                  <a:lnTo>
                    <a:pt x="5849749" y="134050"/>
                  </a:lnTo>
                  <a:lnTo>
                    <a:pt x="5850807" y="139215"/>
                  </a:lnTo>
                  <a:lnTo>
                    <a:pt x="5851864" y="145098"/>
                  </a:lnTo>
                  <a:lnTo>
                    <a:pt x="5852922" y="151465"/>
                  </a:lnTo>
                  <a:lnTo>
                    <a:pt x="5853980" y="158041"/>
                  </a:lnTo>
                  <a:lnTo>
                    <a:pt x="5855038" y="164527"/>
                  </a:lnTo>
                  <a:lnTo>
                    <a:pt x="5856096" y="170692"/>
                  </a:lnTo>
                  <a:lnTo>
                    <a:pt x="5857154" y="176388"/>
                  </a:lnTo>
                  <a:lnTo>
                    <a:pt x="5858211" y="181534"/>
                  </a:lnTo>
                  <a:lnTo>
                    <a:pt x="5859269" y="186140"/>
                  </a:lnTo>
                  <a:lnTo>
                    <a:pt x="5860327" y="190223"/>
                  </a:lnTo>
                  <a:lnTo>
                    <a:pt x="5861385" y="193449"/>
                  </a:lnTo>
                  <a:lnTo>
                    <a:pt x="5862443" y="195529"/>
                  </a:lnTo>
                  <a:lnTo>
                    <a:pt x="5863501" y="196163"/>
                  </a:lnTo>
                  <a:lnTo>
                    <a:pt x="5864558" y="195325"/>
                  </a:lnTo>
                  <a:lnTo>
                    <a:pt x="5865616" y="192800"/>
                  </a:lnTo>
                  <a:lnTo>
                    <a:pt x="5866674" y="188317"/>
                  </a:lnTo>
                  <a:lnTo>
                    <a:pt x="5867732" y="181854"/>
                  </a:lnTo>
                  <a:lnTo>
                    <a:pt x="5868790" y="173960"/>
                  </a:lnTo>
                  <a:lnTo>
                    <a:pt x="5869848" y="164975"/>
                  </a:lnTo>
                  <a:lnTo>
                    <a:pt x="5870906" y="155304"/>
                  </a:lnTo>
                  <a:lnTo>
                    <a:pt x="5871963" y="145206"/>
                  </a:lnTo>
                  <a:lnTo>
                    <a:pt x="5873021" y="135120"/>
                  </a:lnTo>
                  <a:lnTo>
                    <a:pt x="5874079" y="125355"/>
                  </a:lnTo>
                  <a:lnTo>
                    <a:pt x="5875137" y="116197"/>
                  </a:lnTo>
                  <a:lnTo>
                    <a:pt x="5876195" y="107821"/>
                  </a:lnTo>
                  <a:lnTo>
                    <a:pt x="5877253" y="100394"/>
                  </a:lnTo>
                  <a:lnTo>
                    <a:pt x="5878310" y="94218"/>
                  </a:lnTo>
                  <a:lnTo>
                    <a:pt x="5879368" y="89519"/>
                  </a:lnTo>
                  <a:lnTo>
                    <a:pt x="5880426" y="86287"/>
                  </a:lnTo>
                  <a:lnTo>
                    <a:pt x="5881484" y="84666"/>
                  </a:lnTo>
                  <a:lnTo>
                    <a:pt x="5882542" y="84782"/>
                  </a:lnTo>
                  <a:lnTo>
                    <a:pt x="5883600" y="86623"/>
                  </a:lnTo>
                  <a:lnTo>
                    <a:pt x="5884657" y="90009"/>
                  </a:lnTo>
                  <a:lnTo>
                    <a:pt x="5885715" y="94747"/>
                  </a:lnTo>
                  <a:lnTo>
                    <a:pt x="5886773" y="100492"/>
                  </a:lnTo>
                  <a:lnTo>
                    <a:pt x="5887831" y="107112"/>
                  </a:lnTo>
                  <a:lnTo>
                    <a:pt x="5888889" y="114257"/>
                  </a:lnTo>
                  <a:lnTo>
                    <a:pt x="5889947" y="121723"/>
                  </a:lnTo>
                  <a:lnTo>
                    <a:pt x="5891004" y="128993"/>
                  </a:lnTo>
                  <a:lnTo>
                    <a:pt x="5892062" y="135823"/>
                  </a:lnTo>
                  <a:lnTo>
                    <a:pt x="5893120" y="141977"/>
                  </a:lnTo>
                  <a:lnTo>
                    <a:pt x="5894178" y="147360"/>
                  </a:lnTo>
                  <a:lnTo>
                    <a:pt x="5895236" y="151878"/>
                  </a:lnTo>
                  <a:lnTo>
                    <a:pt x="5896294" y="155745"/>
                  </a:lnTo>
                  <a:lnTo>
                    <a:pt x="5897352" y="158888"/>
                  </a:lnTo>
                  <a:lnTo>
                    <a:pt x="5898409" y="161478"/>
                  </a:lnTo>
                  <a:lnTo>
                    <a:pt x="5899467" y="163501"/>
                  </a:lnTo>
                  <a:lnTo>
                    <a:pt x="5900525" y="164962"/>
                  </a:lnTo>
                  <a:lnTo>
                    <a:pt x="5901583" y="165957"/>
                  </a:lnTo>
                  <a:lnTo>
                    <a:pt x="5902641" y="166677"/>
                  </a:lnTo>
                  <a:lnTo>
                    <a:pt x="5903699" y="167082"/>
                  </a:lnTo>
                  <a:lnTo>
                    <a:pt x="5904756" y="167321"/>
                  </a:lnTo>
                  <a:lnTo>
                    <a:pt x="5905814" y="167509"/>
                  </a:lnTo>
                  <a:lnTo>
                    <a:pt x="5906872" y="168103"/>
                  </a:lnTo>
                  <a:lnTo>
                    <a:pt x="5907930" y="169291"/>
                  </a:lnTo>
                  <a:lnTo>
                    <a:pt x="5908988" y="171239"/>
                  </a:lnTo>
                  <a:lnTo>
                    <a:pt x="5910046" y="173977"/>
                  </a:lnTo>
                  <a:lnTo>
                    <a:pt x="5911103" y="177580"/>
                  </a:lnTo>
                  <a:lnTo>
                    <a:pt x="5912161" y="181811"/>
                  </a:lnTo>
                  <a:lnTo>
                    <a:pt x="5913219" y="186627"/>
                  </a:lnTo>
                  <a:lnTo>
                    <a:pt x="5914277" y="191804"/>
                  </a:lnTo>
                  <a:lnTo>
                    <a:pt x="5915335" y="197321"/>
                  </a:lnTo>
                  <a:lnTo>
                    <a:pt x="5916393" y="203376"/>
                  </a:lnTo>
                  <a:lnTo>
                    <a:pt x="5917450" y="210115"/>
                  </a:lnTo>
                  <a:lnTo>
                    <a:pt x="5918508" y="217673"/>
                  </a:lnTo>
                  <a:lnTo>
                    <a:pt x="5919566" y="226318"/>
                  </a:lnTo>
                  <a:lnTo>
                    <a:pt x="5920624" y="235946"/>
                  </a:lnTo>
                  <a:lnTo>
                    <a:pt x="5921682" y="246285"/>
                  </a:lnTo>
                  <a:lnTo>
                    <a:pt x="5922740" y="257141"/>
                  </a:lnTo>
                  <a:lnTo>
                    <a:pt x="5923798" y="268307"/>
                  </a:lnTo>
                  <a:lnTo>
                    <a:pt x="5924855" y="279588"/>
                  </a:lnTo>
                  <a:lnTo>
                    <a:pt x="5925913" y="290551"/>
                  </a:lnTo>
                  <a:lnTo>
                    <a:pt x="5926971" y="300896"/>
                  </a:lnTo>
                  <a:lnTo>
                    <a:pt x="5928029" y="310428"/>
                  </a:lnTo>
                  <a:lnTo>
                    <a:pt x="5929087" y="318981"/>
                  </a:lnTo>
                  <a:lnTo>
                    <a:pt x="5930145" y="326709"/>
                  </a:lnTo>
                  <a:lnTo>
                    <a:pt x="5931202" y="333483"/>
                  </a:lnTo>
                  <a:lnTo>
                    <a:pt x="5932260" y="339170"/>
                  </a:lnTo>
                  <a:lnTo>
                    <a:pt x="5933318" y="343580"/>
                  </a:lnTo>
                  <a:lnTo>
                    <a:pt x="5934376" y="346555"/>
                  </a:lnTo>
                  <a:lnTo>
                    <a:pt x="5935434" y="347916"/>
                  </a:lnTo>
                  <a:lnTo>
                    <a:pt x="5936492" y="347863"/>
                  </a:lnTo>
                  <a:lnTo>
                    <a:pt x="5937549" y="346810"/>
                  </a:lnTo>
                  <a:lnTo>
                    <a:pt x="5938607" y="344879"/>
                  </a:lnTo>
                  <a:lnTo>
                    <a:pt x="5939665" y="342062"/>
                  </a:lnTo>
                  <a:lnTo>
                    <a:pt x="5940723" y="338563"/>
                  </a:lnTo>
                  <a:lnTo>
                    <a:pt x="5941781" y="334720"/>
                  </a:lnTo>
                  <a:lnTo>
                    <a:pt x="5942839" y="330849"/>
                  </a:lnTo>
                  <a:lnTo>
                    <a:pt x="5943896" y="327505"/>
                  </a:lnTo>
                  <a:lnTo>
                    <a:pt x="5944954" y="324874"/>
                  </a:lnTo>
                  <a:lnTo>
                    <a:pt x="5946012" y="322984"/>
                  </a:lnTo>
                  <a:lnTo>
                    <a:pt x="5947070" y="321962"/>
                  </a:lnTo>
                  <a:lnTo>
                    <a:pt x="5948128" y="321581"/>
                  </a:lnTo>
                  <a:lnTo>
                    <a:pt x="5949186" y="321719"/>
                  </a:lnTo>
                  <a:lnTo>
                    <a:pt x="5950244" y="322112"/>
                  </a:lnTo>
                  <a:lnTo>
                    <a:pt x="5951301" y="322492"/>
                  </a:lnTo>
                  <a:lnTo>
                    <a:pt x="5952359" y="322634"/>
                  </a:lnTo>
                  <a:lnTo>
                    <a:pt x="5953417" y="322338"/>
                  </a:lnTo>
                  <a:lnTo>
                    <a:pt x="5954475" y="321695"/>
                  </a:lnTo>
                  <a:lnTo>
                    <a:pt x="5955533" y="321117"/>
                  </a:lnTo>
                  <a:lnTo>
                    <a:pt x="5956591" y="320746"/>
                  </a:lnTo>
                  <a:lnTo>
                    <a:pt x="5957648" y="320700"/>
                  </a:lnTo>
                  <a:lnTo>
                    <a:pt x="5958706" y="321214"/>
                  </a:lnTo>
                  <a:lnTo>
                    <a:pt x="5959764" y="322107"/>
                  </a:lnTo>
                  <a:lnTo>
                    <a:pt x="5960822" y="323412"/>
                  </a:lnTo>
                  <a:lnTo>
                    <a:pt x="5961880" y="324997"/>
                  </a:lnTo>
                  <a:lnTo>
                    <a:pt x="5962938" y="326803"/>
                  </a:lnTo>
                  <a:lnTo>
                    <a:pt x="5963995" y="329046"/>
                  </a:lnTo>
                  <a:lnTo>
                    <a:pt x="5965053" y="331952"/>
                  </a:lnTo>
                  <a:lnTo>
                    <a:pt x="5966111" y="335691"/>
                  </a:lnTo>
                  <a:lnTo>
                    <a:pt x="5967169" y="340428"/>
                  </a:lnTo>
                  <a:lnTo>
                    <a:pt x="5968227" y="346215"/>
                  </a:lnTo>
                  <a:lnTo>
                    <a:pt x="5969285" y="353005"/>
                  </a:lnTo>
                  <a:lnTo>
                    <a:pt x="5970342" y="360542"/>
                  </a:lnTo>
                  <a:lnTo>
                    <a:pt x="5971400" y="368396"/>
                  </a:lnTo>
                  <a:lnTo>
                    <a:pt x="5972458" y="376353"/>
                  </a:lnTo>
                  <a:lnTo>
                    <a:pt x="5973516" y="384351"/>
                  </a:lnTo>
                  <a:lnTo>
                    <a:pt x="5974574" y="392229"/>
                  </a:lnTo>
                  <a:lnTo>
                    <a:pt x="5975632" y="399844"/>
                  </a:lnTo>
                  <a:lnTo>
                    <a:pt x="5976690" y="407147"/>
                  </a:lnTo>
                  <a:lnTo>
                    <a:pt x="5977747" y="414121"/>
                  </a:lnTo>
                  <a:lnTo>
                    <a:pt x="5978805" y="420900"/>
                  </a:lnTo>
                  <a:lnTo>
                    <a:pt x="5979863" y="427524"/>
                  </a:lnTo>
                  <a:lnTo>
                    <a:pt x="5980921" y="433920"/>
                  </a:lnTo>
                  <a:lnTo>
                    <a:pt x="5981979" y="440184"/>
                  </a:lnTo>
                  <a:lnTo>
                    <a:pt x="5983037" y="446183"/>
                  </a:lnTo>
                  <a:lnTo>
                    <a:pt x="5984094" y="451810"/>
                  </a:lnTo>
                  <a:lnTo>
                    <a:pt x="5985152" y="457031"/>
                  </a:lnTo>
                  <a:lnTo>
                    <a:pt x="5986210" y="461835"/>
                  </a:lnTo>
                  <a:lnTo>
                    <a:pt x="5987268" y="466074"/>
                  </a:lnTo>
                  <a:lnTo>
                    <a:pt x="5988326" y="469574"/>
                  </a:lnTo>
                  <a:lnTo>
                    <a:pt x="5989384" y="472169"/>
                  </a:lnTo>
                  <a:lnTo>
                    <a:pt x="5990441" y="473803"/>
                  </a:lnTo>
                  <a:lnTo>
                    <a:pt x="5991499" y="474976"/>
                  </a:lnTo>
                  <a:lnTo>
                    <a:pt x="5992557" y="476039"/>
                  </a:lnTo>
                  <a:lnTo>
                    <a:pt x="5993615" y="477133"/>
                  </a:lnTo>
                  <a:lnTo>
                    <a:pt x="5994673" y="478152"/>
                  </a:lnTo>
                  <a:lnTo>
                    <a:pt x="5995731" y="479018"/>
                  </a:lnTo>
                  <a:lnTo>
                    <a:pt x="5996788" y="479704"/>
                  </a:lnTo>
                  <a:lnTo>
                    <a:pt x="5997846" y="480014"/>
                  </a:lnTo>
                  <a:lnTo>
                    <a:pt x="5998904" y="479803"/>
                  </a:lnTo>
                  <a:lnTo>
                    <a:pt x="5999962" y="479014"/>
                  </a:lnTo>
                  <a:lnTo>
                    <a:pt x="6001020" y="477669"/>
                  </a:lnTo>
                  <a:lnTo>
                    <a:pt x="6002078" y="475937"/>
                  </a:lnTo>
                  <a:lnTo>
                    <a:pt x="6003136" y="474454"/>
                  </a:lnTo>
                  <a:lnTo>
                    <a:pt x="6004193" y="473127"/>
                  </a:lnTo>
                  <a:lnTo>
                    <a:pt x="6005251" y="472104"/>
                  </a:lnTo>
                  <a:lnTo>
                    <a:pt x="6006309" y="471473"/>
                  </a:lnTo>
                  <a:lnTo>
                    <a:pt x="6007367" y="470630"/>
                  </a:lnTo>
                  <a:lnTo>
                    <a:pt x="6008425" y="469258"/>
                  </a:lnTo>
                  <a:lnTo>
                    <a:pt x="6009483" y="467362"/>
                  </a:lnTo>
                  <a:lnTo>
                    <a:pt x="6010540" y="464728"/>
                  </a:lnTo>
                  <a:lnTo>
                    <a:pt x="6011598" y="461312"/>
                  </a:lnTo>
                  <a:lnTo>
                    <a:pt x="6012656" y="457239"/>
                  </a:lnTo>
                  <a:lnTo>
                    <a:pt x="6013714" y="452605"/>
                  </a:lnTo>
                  <a:lnTo>
                    <a:pt x="6014772" y="447787"/>
                  </a:lnTo>
                  <a:lnTo>
                    <a:pt x="6015830" y="443086"/>
                  </a:lnTo>
                  <a:lnTo>
                    <a:pt x="6016887" y="438582"/>
                  </a:lnTo>
                  <a:lnTo>
                    <a:pt x="6017945" y="434367"/>
                  </a:lnTo>
                  <a:lnTo>
                    <a:pt x="6019003" y="430341"/>
                  </a:lnTo>
                  <a:lnTo>
                    <a:pt x="6020061" y="426872"/>
                  </a:lnTo>
                  <a:lnTo>
                    <a:pt x="6021119" y="424094"/>
                  </a:lnTo>
                  <a:lnTo>
                    <a:pt x="6022177" y="422121"/>
                  </a:lnTo>
                  <a:lnTo>
                    <a:pt x="6023234" y="421184"/>
                  </a:lnTo>
                  <a:lnTo>
                    <a:pt x="6024292" y="421315"/>
                  </a:lnTo>
                  <a:lnTo>
                    <a:pt x="6025350" y="422290"/>
                  </a:lnTo>
                  <a:lnTo>
                    <a:pt x="6026408" y="424096"/>
                  </a:lnTo>
                  <a:lnTo>
                    <a:pt x="6027466" y="426653"/>
                  </a:lnTo>
                  <a:lnTo>
                    <a:pt x="6028524" y="429974"/>
                  </a:lnTo>
                  <a:lnTo>
                    <a:pt x="6029582" y="433896"/>
                  </a:lnTo>
                  <a:lnTo>
                    <a:pt x="6030639" y="438234"/>
                  </a:lnTo>
                  <a:lnTo>
                    <a:pt x="6031697" y="442886"/>
                  </a:lnTo>
                  <a:lnTo>
                    <a:pt x="6032755" y="447853"/>
                  </a:lnTo>
                  <a:lnTo>
                    <a:pt x="6033813" y="453204"/>
                  </a:lnTo>
                  <a:lnTo>
                    <a:pt x="6034871" y="458826"/>
                  </a:lnTo>
                  <a:lnTo>
                    <a:pt x="6035929" y="464531"/>
                  </a:lnTo>
                  <a:lnTo>
                    <a:pt x="6036986" y="470080"/>
                  </a:lnTo>
                  <a:lnTo>
                    <a:pt x="6038044" y="475329"/>
                  </a:lnTo>
                  <a:lnTo>
                    <a:pt x="6039102" y="480205"/>
                  </a:lnTo>
                  <a:lnTo>
                    <a:pt x="6040160" y="484884"/>
                  </a:lnTo>
                  <a:lnTo>
                    <a:pt x="6041218" y="489655"/>
                  </a:lnTo>
                  <a:lnTo>
                    <a:pt x="6042276" y="494807"/>
                  </a:lnTo>
                  <a:lnTo>
                    <a:pt x="6043333" y="500486"/>
                  </a:lnTo>
                  <a:lnTo>
                    <a:pt x="6044391" y="506399"/>
                  </a:lnTo>
                  <a:lnTo>
                    <a:pt x="6045449" y="512675"/>
                  </a:lnTo>
                  <a:lnTo>
                    <a:pt x="6046507" y="519448"/>
                  </a:lnTo>
                  <a:lnTo>
                    <a:pt x="6047565" y="526811"/>
                  </a:lnTo>
                  <a:lnTo>
                    <a:pt x="6048623" y="534885"/>
                  </a:lnTo>
                  <a:lnTo>
                    <a:pt x="6049680" y="543586"/>
                  </a:lnTo>
                  <a:lnTo>
                    <a:pt x="6050738" y="553043"/>
                  </a:lnTo>
                  <a:lnTo>
                    <a:pt x="6051796" y="563648"/>
                  </a:lnTo>
                  <a:lnTo>
                    <a:pt x="6052854" y="575733"/>
                  </a:lnTo>
                  <a:lnTo>
                    <a:pt x="6053912" y="589684"/>
                  </a:lnTo>
                  <a:lnTo>
                    <a:pt x="6054970" y="605708"/>
                  </a:lnTo>
                  <a:lnTo>
                    <a:pt x="6056028" y="623548"/>
                  </a:lnTo>
                  <a:lnTo>
                    <a:pt x="6057085" y="643362"/>
                  </a:lnTo>
                  <a:lnTo>
                    <a:pt x="6058143" y="665196"/>
                  </a:lnTo>
                  <a:lnTo>
                    <a:pt x="6059201" y="689041"/>
                  </a:lnTo>
                  <a:lnTo>
                    <a:pt x="6060259" y="715297"/>
                  </a:lnTo>
                  <a:lnTo>
                    <a:pt x="6061317" y="743332"/>
                  </a:lnTo>
                  <a:lnTo>
                    <a:pt x="6062375" y="772619"/>
                  </a:lnTo>
                  <a:lnTo>
                    <a:pt x="6063432" y="802826"/>
                  </a:lnTo>
                  <a:lnTo>
                    <a:pt x="6064490" y="833389"/>
                  </a:lnTo>
                  <a:lnTo>
                    <a:pt x="6065548" y="863492"/>
                  </a:lnTo>
                  <a:lnTo>
                    <a:pt x="6066606" y="892196"/>
                  </a:lnTo>
                  <a:lnTo>
                    <a:pt x="6067664" y="918450"/>
                  </a:lnTo>
                  <a:lnTo>
                    <a:pt x="6068722" y="941646"/>
                  </a:lnTo>
                  <a:lnTo>
                    <a:pt x="6069779" y="960524"/>
                  </a:lnTo>
                  <a:lnTo>
                    <a:pt x="6070837" y="973962"/>
                  </a:lnTo>
                  <a:lnTo>
                    <a:pt x="6071895" y="981322"/>
                  </a:lnTo>
                  <a:lnTo>
                    <a:pt x="6072953" y="981351"/>
                  </a:lnTo>
                  <a:lnTo>
                    <a:pt x="6074011" y="974482"/>
                  </a:lnTo>
                  <a:lnTo>
                    <a:pt x="6075069" y="961018"/>
                  </a:lnTo>
                  <a:lnTo>
                    <a:pt x="6076126" y="941719"/>
                  </a:lnTo>
                  <a:lnTo>
                    <a:pt x="6077184" y="918710"/>
                  </a:lnTo>
                  <a:lnTo>
                    <a:pt x="6078242" y="893849"/>
                  </a:lnTo>
                  <a:lnTo>
                    <a:pt x="6079300" y="868202"/>
                  </a:lnTo>
                  <a:lnTo>
                    <a:pt x="6080358" y="842819"/>
                  </a:lnTo>
                  <a:lnTo>
                    <a:pt x="6081416" y="818219"/>
                  </a:lnTo>
                  <a:lnTo>
                    <a:pt x="6082474" y="794823"/>
                  </a:lnTo>
                  <a:lnTo>
                    <a:pt x="6083531" y="772764"/>
                  </a:lnTo>
                  <a:lnTo>
                    <a:pt x="6084589" y="751807"/>
                  </a:lnTo>
                  <a:lnTo>
                    <a:pt x="6085647" y="731833"/>
                  </a:lnTo>
                  <a:lnTo>
                    <a:pt x="6086705" y="712963"/>
                  </a:lnTo>
                  <a:lnTo>
                    <a:pt x="6087763" y="695448"/>
                  </a:lnTo>
                  <a:lnTo>
                    <a:pt x="6088821" y="679919"/>
                  </a:lnTo>
                  <a:lnTo>
                    <a:pt x="6089878" y="666324"/>
                  </a:lnTo>
                  <a:lnTo>
                    <a:pt x="6090936" y="654782"/>
                  </a:lnTo>
                  <a:lnTo>
                    <a:pt x="6091994" y="645093"/>
                  </a:lnTo>
                  <a:lnTo>
                    <a:pt x="6093052" y="636920"/>
                  </a:lnTo>
                  <a:lnTo>
                    <a:pt x="6094110" y="629749"/>
                  </a:lnTo>
                  <a:lnTo>
                    <a:pt x="6095168" y="623248"/>
                  </a:lnTo>
                  <a:lnTo>
                    <a:pt x="6096225" y="616744"/>
                  </a:lnTo>
                  <a:lnTo>
                    <a:pt x="6097283" y="609927"/>
                  </a:lnTo>
                  <a:lnTo>
                    <a:pt x="6098341" y="602578"/>
                  </a:lnTo>
                  <a:lnTo>
                    <a:pt x="6099399" y="594525"/>
                  </a:lnTo>
                  <a:lnTo>
                    <a:pt x="6100457" y="585554"/>
                  </a:lnTo>
                  <a:lnTo>
                    <a:pt x="6101515" y="575782"/>
                  </a:lnTo>
                  <a:lnTo>
                    <a:pt x="6102572" y="565190"/>
                  </a:lnTo>
                  <a:lnTo>
                    <a:pt x="6103630" y="553846"/>
                  </a:lnTo>
                  <a:lnTo>
                    <a:pt x="6104688" y="541644"/>
                  </a:lnTo>
                  <a:lnTo>
                    <a:pt x="6105746" y="528346"/>
                  </a:lnTo>
                  <a:lnTo>
                    <a:pt x="6106804" y="513792"/>
                  </a:lnTo>
                  <a:lnTo>
                    <a:pt x="6107862" y="498136"/>
                  </a:lnTo>
                  <a:lnTo>
                    <a:pt x="6108920" y="481544"/>
                  </a:lnTo>
                  <a:lnTo>
                    <a:pt x="6109977" y="464330"/>
                  </a:lnTo>
                  <a:lnTo>
                    <a:pt x="6111035" y="446739"/>
                  </a:lnTo>
                  <a:lnTo>
                    <a:pt x="6112093" y="429109"/>
                  </a:lnTo>
                  <a:lnTo>
                    <a:pt x="6113151" y="411765"/>
                  </a:lnTo>
                  <a:lnTo>
                    <a:pt x="6114209" y="394985"/>
                  </a:lnTo>
                  <a:lnTo>
                    <a:pt x="6115267" y="378824"/>
                  </a:lnTo>
                  <a:lnTo>
                    <a:pt x="6116324" y="363564"/>
                  </a:lnTo>
                  <a:lnTo>
                    <a:pt x="6117382" y="349227"/>
                  </a:lnTo>
                  <a:lnTo>
                    <a:pt x="6118440" y="335753"/>
                  </a:lnTo>
                  <a:lnTo>
                    <a:pt x="6119498" y="323098"/>
                  </a:lnTo>
                  <a:lnTo>
                    <a:pt x="6120556" y="311195"/>
                  </a:lnTo>
                  <a:lnTo>
                    <a:pt x="6121614" y="299977"/>
                  </a:lnTo>
                  <a:lnTo>
                    <a:pt x="6122671" y="289576"/>
                  </a:lnTo>
                  <a:lnTo>
                    <a:pt x="6123729" y="279976"/>
                  </a:lnTo>
                  <a:lnTo>
                    <a:pt x="6124787" y="271253"/>
                  </a:lnTo>
                  <a:lnTo>
                    <a:pt x="6125845" y="263498"/>
                  </a:lnTo>
                  <a:lnTo>
                    <a:pt x="6126903" y="256544"/>
                  </a:lnTo>
                  <a:lnTo>
                    <a:pt x="6127961" y="250459"/>
                  </a:lnTo>
                  <a:lnTo>
                    <a:pt x="6129018" y="245146"/>
                  </a:lnTo>
                  <a:lnTo>
                    <a:pt x="6130076" y="240502"/>
                  </a:lnTo>
                  <a:lnTo>
                    <a:pt x="6131134" y="236385"/>
                  </a:lnTo>
                  <a:lnTo>
                    <a:pt x="6132192" y="232555"/>
                  </a:lnTo>
                  <a:lnTo>
                    <a:pt x="6133250" y="228754"/>
                  </a:lnTo>
                  <a:lnTo>
                    <a:pt x="6134308" y="224986"/>
                  </a:lnTo>
                  <a:lnTo>
                    <a:pt x="6135366" y="221251"/>
                  </a:lnTo>
                  <a:lnTo>
                    <a:pt x="6136423" y="217601"/>
                  </a:lnTo>
                  <a:lnTo>
                    <a:pt x="6137481" y="214025"/>
                  </a:lnTo>
                  <a:lnTo>
                    <a:pt x="6138539" y="210454"/>
                  </a:lnTo>
                  <a:lnTo>
                    <a:pt x="6139597" y="206925"/>
                  </a:lnTo>
                  <a:lnTo>
                    <a:pt x="6140655" y="203403"/>
                  </a:lnTo>
                  <a:lnTo>
                    <a:pt x="6141713" y="199626"/>
                  </a:lnTo>
                  <a:lnTo>
                    <a:pt x="6142770" y="195735"/>
                  </a:lnTo>
                  <a:lnTo>
                    <a:pt x="6143828" y="191682"/>
                  </a:lnTo>
                  <a:lnTo>
                    <a:pt x="6144886" y="187647"/>
                  </a:lnTo>
                  <a:lnTo>
                    <a:pt x="6145944" y="183692"/>
                  </a:lnTo>
                  <a:lnTo>
                    <a:pt x="6147002" y="180039"/>
                  </a:lnTo>
                  <a:lnTo>
                    <a:pt x="6148060" y="176778"/>
                  </a:lnTo>
                  <a:lnTo>
                    <a:pt x="6149117" y="174312"/>
                  </a:lnTo>
                  <a:lnTo>
                    <a:pt x="6150175" y="172833"/>
                  </a:lnTo>
                  <a:lnTo>
                    <a:pt x="6151233" y="172356"/>
                  </a:lnTo>
                  <a:lnTo>
                    <a:pt x="6152291" y="172725"/>
                  </a:lnTo>
                  <a:lnTo>
                    <a:pt x="6153349" y="173980"/>
                  </a:lnTo>
                  <a:lnTo>
                    <a:pt x="6154407" y="175964"/>
                  </a:lnTo>
                  <a:lnTo>
                    <a:pt x="6155464" y="178534"/>
                  </a:lnTo>
                  <a:lnTo>
                    <a:pt x="6156522" y="181501"/>
                  </a:lnTo>
                  <a:lnTo>
                    <a:pt x="6157580" y="184878"/>
                  </a:lnTo>
                  <a:lnTo>
                    <a:pt x="6158638" y="188554"/>
                  </a:lnTo>
                  <a:lnTo>
                    <a:pt x="6159696" y="192637"/>
                  </a:lnTo>
                  <a:lnTo>
                    <a:pt x="6160754" y="197150"/>
                  </a:lnTo>
                  <a:lnTo>
                    <a:pt x="6161812" y="202136"/>
                  </a:lnTo>
                  <a:lnTo>
                    <a:pt x="6162869" y="207513"/>
                  </a:lnTo>
                  <a:lnTo>
                    <a:pt x="6163927" y="213265"/>
                  </a:lnTo>
                  <a:lnTo>
                    <a:pt x="6164985" y="219156"/>
                  </a:lnTo>
                  <a:lnTo>
                    <a:pt x="6166043" y="225067"/>
                  </a:lnTo>
                  <a:lnTo>
                    <a:pt x="6167101" y="231043"/>
                  </a:lnTo>
                  <a:lnTo>
                    <a:pt x="6168159" y="237204"/>
                  </a:lnTo>
                  <a:lnTo>
                    <a:pt x="6169216" y="243466"/>
                  </a:lnTo>
                  <a:lnTo>
                    <a:pt x="6170274" y="249928"/>
                  </a:lnTo>
                  <a:lnTo>
                    <a:pt x="6171332" y="256808"/>
                  </a:lnTo>
                  <a:lnTo>
                    <a:pt x="6172390" y="264254"/>
                  </a:lnTo>
                  <a:lnTo>
                    <a:pt x="6173448" y="272331"/>
                  </a:lnTo>
                  <a:lnTo>
                    <a:pt x="6174506" y="281039"/>
                  </a:lnTo>
                  <a:lnTo>
                    <a:pt x="6175563" y="290197"/>
                  </a:lnTo>
                  <a:lnTo>
                    <a:pt x="6176621" y="299641"/>
                  </a:lnTo>
                  <a:lnTo>
                    <a:pt x="6177679" y="309088"/>
                  </a:lnTo>
                  <a:lnTo>
                    <a:pt x="6178737" y="318345"/>
                  </a:lnTo>
                  <a:lnTo>
                    <a:pt x="6179795" y="327183"/>
                  </a:lnTo>
                  <a:lnTo>
                    <a:pt x="6180853" y="335523"/>
                  </a:lnTo>
                  <a:lnTo>
                    <a:pt x="6181910" y="343326"/>
                  </a:lnTo>
                  <a:lnTo>
                    <a:pt x="6182968" y="350265"/>
                  </a:lnTo>
                  <a:lnTo>
                    <a:pt x="6184026" y="356240"/>
                  </a:lnTo>
                  <a:lnTo>
                    <a:pt x="6185084" y="361580"/>
                  </a:lnTo>
                  <a:lnTo>
                    <a:pt x="6186142" y="366708"/>
                  </a:lnTo>
                  <a:lnTo>
                    <a:pt x="6187200" y="371585"/>
                  </a:lnTo>
                  <a:lnTo>
                    <a:pt x="6188258" y="376029"/>
                  </a:lnTo>
                  <a:lnTo>
                    <a:pt x="6189315" y="379631"/>
                  </a:lnTo>
                  <a:lnTo>
                    <a:pt x="6190373" y="382271"/>
                  </a:lnTo>
                  <a:lnTo>
                    <a:pt x="6191431" y="383971"/>
                  </a:lnTo>
                  <a:lnTo>
                    <a:pt x="6192489" y="384560"/>
                  </a:lnTo>
                  <a:lnTo>
                    <a:pt x="6193547" y="383837"/>
                  </a:lnTo>
                  <a:lnTo>
                    <a:pt x="6194605" y="381818"/>
                  </a:lnTo>
                  <a:lnTo>
                    <a:pt x="6195662" y="378529"/>
                  </a:lnTo>
                  <a:lnTo>
                    <a:pt x="6196720" y="374067"/>
                  </a:lnTo>
                  <a:lnTo>
                    <a:pt x="6197778" y="368632"/>
                  </a:lnTo>
                  <a:lnTo>
                    <a:pt x="6198836" y="362522"/>
                  </a:lnTo>
                  <a:lnTo>
                    <a:pt x="6199894" y="355571"/>
                  </a:lnTo>
                  <a:lnTo>
                    <a:pt x="6200952" y="347564"/>
                  </a:lnTo>
                  <a:lnTo>
                    <a:pt x="6202009" y="337951"/>
                  </a:lnTo>
                  <a:lnTo>
                    <a:pt x="6203067" y="326777"/>
                  </a:lnTo>
                  <a:lnTo>
                    <a:pt x="6204125" y="314214"/>
                  </a:lnTo>
                  <a:lnTo>
                    <a:pt x="6205183" y="300680"/>
                  </a:lnTo>
                  <a:lnTo>
                    <a:pt x="6206241" y="286355"/>
                  </a:lnTo>
                  <a:lnTo>
                    <a:pt x="6207299" y="271523"/>
                  </a:lnTo>
                  <a:lnTo>
                    <a:pt x="6208356" y="256555"/>
                  </a:lnTo>
                  <a:lnTo>
                    <a:pt x="6209414" y="241943"/>
                  </a:lnTo>
                  <a:lnTo>
                    <a:pt x="6210472" y="227731"/>
                  </a:lnTo>
                  <a:lnTo>
                    <a:pt x="6211530" y="214204"/>
                  </a:lnTo>
                  <a:lnTo>
                    <a:pt x="6212588" y="201333"/>
                  </a:lnTo>
                  <a:lnTo>
                    <a:pt x="6213646" y="188806"/>
                  </a:lnTo>
                  <a:lnTo>
                    <a:pt x="6214704" y="176542"/>
                  </a:lnTo>
                  <a:lnTo>
                    <a:pt x="6215761" y="164613"/>
                  </a:lnTo>
                  <a:lnTo>
                    <a:pt x="6216819" y="153152"/>
                  </a:lnTo>
                  <a:lnTo>
                    <a:pt x="6217877" y="142488"/>
                  </a:lnTo>
                  <a:lnTo>
                    <a:pt x="6218935" y="132600"/>
                  </a:lnTo>
                  <a:lnTo>
                    <a:pt x="6219993" y="123433"/>
                  </a:lnTo>
                  <a:lnTo>
                    <a:pt x="6221051" y="115095"/>
                  </a:lnTo>
                  <a:lnTo>
                    <a:pt x="6222108" y="107579"/>
                  </a:lnTo>
                  <a:lnTo>
                    <a:pt x="6223166" y="100576"/>
                  </a:lnTo>
                  <a:lnTo>
                    <a:pt x="6224224" y="93840"/>
                  </a:lnTo>
                  <a:lnTo>
                    <a:pt x="6225282" y="87154"/>
                  </a:lnTo>
                  <a:lnTo>
                    <a:pt x="6226340" y="80353"/>
                  </a:lnTo>
                  <a:lnTo>
                    <a:pt x="6227398" y="73219"/>
                  </a:lnTo>
                  <a:lnTo>
                    <a:pt x="6228455" y="65713"/>
                  </a:lnTo>
                  <a:lnTo>
                    <a:pt x="6229513" y="57952"/>
                  </a:lnTo>
                  <a:lnTo>
                    <a:pt x="6230571" y="50226"/>
                  </a:lnTo>
                  <a:lnTo>
                    <a:pt x="6231629" y="42803"/>
                  </a:lnTo>
                  <a:lnTo>
                    <a:pt x="6232687" y="35790"/>
                  </a:lnTo>
                  <a:lnTo>
                    <a:pt x="6233745" y="29256"/>
                  </a:lnTo>
                  <a:lnTo>
                    <a:pt x="6234802" y="23246"/>
                  </a:lnTo>
                  <a:lnTo>
                    <a:pt x="6235860" y="17929"/>
                  </a:lnTo>
                  <a:lnTo>
                    <a:pt x="6236918" y="13276"/>
                  </a:lnTo>
                  <a:lnTo>
                    <a:pt x="6237976" y="9228"/>
                  </a:lnTo>
                  <a:lnTo>
                    <a:pt x="6239034" y="5769"/>
                  </a:lnTo>
                  <a:lnTo>
                    <a:pt x="6240092" y="2944"/>
                  </a:lnTo>
                  <a:lnTo>
                    <a:pt x="6241150" y="895"/>
                  </a:lnTo>
                  <a:lnTo>
                    <a:pt x="6242207" y="0"/>
                  </a:lnTo>
                  <a:lnTo>
                    <a:pt x="6243265" y="546"/>
                  </a:lnTo>
                  <a:lnTo>
                    <a:pt x="6244323" y="2631"/>
                  </a:lnTo>
                  <a:lnTo>
                    <a:pt x="6245381" y="6330"/>
                  </a:lnTo>
                  <a:lnTo>
                    <a:pt x="6246439" y="11569"/>
                  </a:lnTo>
                  <a:lnTo>
                    <a:pt x="6247497" y="18220"/>
                  </a:lnTo>
                  <a:lnTo>
                    <a:pt x="6248554" y="26140"/>
                  </a:lnTo>
                  <a:lnTo>
                    <a:pt x="6249612" y="35104"/>
                  </a:lnTo>
                  <a:lnTo>
                    <a:pt x="6250670" y="44794"/>
                  </a:lnTo>
                  <a:lnTo>
                    <a:pt x="6251728" y="54928"/>
                  </a:lnTo>
                  <a:lnTo>
                    <a:pt x="6252786" y="65475"/>
                  </a:lnTo>
                  <a:lnTo>
                    <a:pt x="6253844" y="76417"/>
                  </a:lnTo>
                  <a:lnTo>
                    <a:pt x="6254901" y="87948"/>
                  </a:lnTo>
                  <a:lnTo>
                    <a:pt x="6255959" y="100051"/>
                  </a:lnTo>
                  <a:lnTo>
                    <a:pt x="6257017" y="112724"/>
                  </a:lnTo>
                  <a:lnTo>
                    <a:pt x="6258075" y="125897"/>
                  </a:lnTo>
                  <a:lnTo>
                    <a:pt x="6259133" y="139577"/>
                  </a:lnTo>
                  <a:lnTo>
                    <a:pt x="6260191" y="153662"/>
                  </a:lnTo>
                  <a:lnTo>
                    <a:pt x="6261248" y="168080"/>
                  </a:lnTo>
                  <a:lnTo>
                    <a:pt x="6262306" y="182641"/>
                  </a:lnTo>
                  <a:lnTo>
                    <a:pt x="6263364" y="197365"/>
                  </a:lnTo>
                  <a:lnTo>
                    <a:pt x="6264422" y="212058"/>
                  </a:lnTo>
                  <a:lnTo>
                    <a:pt x="6265480" y="226551"/>
                  </a:lnTo>
                  <a:lnTo>
                    <a:pt x="6266538" y="240915"/>
                  </a:lnTo>
                  <a:lnTo>
                    <a:pt x="6267595" y="255144"/>
                  </a:lnTo>
                  <a:lnTo>
                    <a:pt x="6268653" y="269110"/>
                  </a:lnTo>
                  <a:lnTo>
                    <a:pt x="6269711" y="282699"/>
                  </a:lnTo>
                  <a:lnTo>
                    <a:pt x="6270769" y="295531"/>
                  </a:lnTo>
                  <a:lnTo>
                    <a:pt x="6271827" y="307521"/>
                  </a:lnTo>
                  <a:lnTo>
                    <a:pt x="6272885" y="318630"/>
                  </a:lnTo>
                  <a:lnTo>
                    <a:pt x="6273943" y="328522"/>
                  </a:lnTo>
                  <a:lnTo>
                    <a:pt x="6275000" y="336966"/>
                  </a:lnTo>
                  <a:lnTo>
                    <a:pt x="6276058" y="344234"/>
                  </a:lnTo>
                  <a:lnTo>
                    <a:pt x="6277116" y="350403"/>
                  </a:lnTo>
                  <a:lnTo>
                    <a:pt x="6278174" y="355805"/>
                  </a:lnTo>
                  <a:lnTo>
                    <a:pt x="6279232" y="360692"/>
                  </a:lnTo>
                  <a:lnTo>
                    <a:pt x="6280290" y="365360"/>
                  </a:lnTo>
                  <a:lnTo>
                    <a:pt x="6281347" y="370110"/>
                  </a:lnTo>
                  <a:lnTo>
                    <a:pt x="6282405" y="375254"/>
                  </a:lnTo>
                  <a:lnTo>
                    <a:pt x="6283463" y="380787"/>
                  </a:lnTo>
                  <a:lnTo>
                    <a:pt x="6284521" y="386584"/>
                  </a:lnTo>
                  <a:lnTo>
                    <a:pt x="6285579" y="392572"/>
                  </a:lnTo>
                  <a:lnTo>
                    <a:pt x="6286637" y="398516"/>
                  </a:lnTo>
                  <a:lnTo>
                    <a:pt x="6287694" y="404351"/>
                  </a:lnTo>
                  <a:lnTo>
                    <a:pt x="6288752" y="410047"/>
                  </a:lnTo>
                  <a:lnTo>
                    <a:pt x="6289810" y="415867"/>
                  </a:lnTo>
                  <a:lnTo>
                    <a:pt x="6290868" y="421830"/>
                  </a:lnTo>
                  <a:lnTo>
                    <a:pt x="6291926" y="427754"/>
                  </a:lnTo>
                  <a:lnTo>
                    <a:pt x="6292984" y="433603"/>
                  </a:lnTo>
                  <a:lnTo>
                    <a:pt x="6294041" y="439148"/>
                  </a:lnTo>
                  <a:lnTo>
                    <a:pt x="6295099" y="444100"/>
                  </a:lnTo>
                  <a:lnTo>
                    <a:pt x="6296157" y="448140"/>
                  </a:lnTo>
                  <a:lnTo>
                    <a:pt x="6297215" y="451047"/>
                  </a:lnTo>
                  <a:lnTo>
                    <a:pt x="6298273" y="452386"/>
                  </a:lnTo>
                  <a:lnTo>
                    <a:pt x="6299331" y="452287"/>
                  </a:lnTo>
                  <a:lnTo>
                    <a:pt x="6300389" y="450935"/>
                  </a:lnTo>
                  <a:lnTo>
                    <a:pt x="6301446" y="448633"/>
                  </a:lnTo>
                  <a:lnTo>
                    <a:pt x="6302504" y="445828"/>
                  </a:lnTo>
                  <a:lnTo>
                    <a:pt x="6303562" y="442841"/>
                  </a:lnTo>
                  <a:lnTo>
                    <a:pt x="6304620" y="439854"/>
                  </a:lnTo>
                  <a:lnTo>
                    <a:pt x="6305678" y="436887"/>
                  </a:lnTo>
                  <a:lnTo>
                    <a:pt x="6306736" y="434004"/>
                  </a:lnTo>
                  <a:lnTo>
                    <a:pt x="6307793" y="431143"/>
                  </a:lnTo>
                  <a:lnTo>
                    <a:pt x="6308851" y="428239"/>
                  </a:lnTo>
                  <a:lnTo>
                    <a:pt x="6309909" y="425191"/>
                  </a:lnTo>
                  <a:lnTo>
                    <a:pt x="6310967" y="421941"/>
                  </a:lnTo>
                  <a:lnTo>
                    <a:pt x="6312025" y="418443"/>
                  </a:lnTo>
                  <a:lnTo>
                    <a:pt x="6313083" y="414887"/>
                  </a:lnTo>
                  <a:lnTo>
                    <a:pt x="6314140" y="411640"/>
                  </a:lnTo>
                  <a:lnTo>
                    <a:pt x="6315198" y="408771"/>
                  </a:lnTo>
                  <a:lnTo>
                    <a:pt x="6316256" y="406310"/>
                  </a:lnTo>
                  <a:lnTo>
                    <a:pt x="6317314" y="404099"/>
                  </a:lnTo>
                  <a:lnTo>
                    <a:pt x="6318372" y="402280"/>
                  </a:lnTo>
                  <a:lnTo>
                    <a:pt x="6319430" y="400966"/>
                  </a:lnTo>
                  <a:lnTo>
                    <a:pt x="6320487" y="399994"/>
                  </a:lnTo>
                  <a:lnTo>
                    <a:pt x="6321545" y="399155"/>
                  </a:lnTo>
                  <a:lnTo>
                    <a:pt x="6322603" y="398177"/>
                  </a:lnTo>
                  <a:lnTo>
                    <a:pt x="6323661" y="397013"/>
                  </a:lnTo>
                  <a:lnTo>
                    <a:pt x="6324719" y="395866"/>
                  </a:lnTo>
                  <a:lnTo>
                    <a:pt x="6325777" y="394803"/>
                  </a:lnTo>
                  <a:lnTo>
                    <a:pt x="6326835" y="393858"/>
                  </a:lnTo>
                  <a:lnTo>
                    <a:pt x="6327892" y="393274"/>
                  </a:lnTo>
                  <a:lnTo>
                    <a:pt x="6328950" y="393129"/>
                  </a:lnTo>
                  <a:lnTo>
                    <a:pt x="6330008" y="393526"/>
                  </a:lnTo>
                  <a:lnTo>
                    <a:pt x="6331066" y="394568"/>
                  </a:lnTo>
                  <a:lnTo>
                    <a:pt x="6332124" y="396175"/>
                  </a:lnTo>
                  <a:lnTo>
                    <a:pt x="6333182" y="398545"/>
                  </a:lnTo>
                  <a:lnTo>
                    <a:pt x="6334239" y="401702"/>
                  </a:lnTo>
                  <a:lnTo>
                    <a:pt x="6335297" y="405278"/>
                  </a:lnTo>
                  <a:lnTo>
                    <a:pt x="6336355" y="409300"/>
                  </a:lnTo>
                  <a:lnTo>
                    <a:pt x="6337413" y="413732"/>
                  </a:lnTo>
                  <a:lnTo>
                    <a:pt x="6338471" y="418583"/>
                  </a:lnTo>
                  <a:lnTo>
                    <a:pt x="6339529" y="424128"/>
                  </a:lnTo>
                  <a:lnTo>
                    <a:pt x="6340586" y="430213"/>
                  </a:lnTo>
                  <a:lnTo>
                    <a:pt x="6341644" y="436631"/>
                  </a:lnTo>
                  <a:lnTo>
                    <a:pt x="6342702" y="443249"/>
                  </a:lnTo>
                  <a:lnTo>
                    <a:pt x="6343760" y="449965"/>
                  </a:lnTo>
                  <a:lnTo>
                    <a:pt x="6344818" y="456608"/>
                  </a:lnTo>
                  <a:lnTo>
                    <a:pt x="6345876" y="462975"/>
                  </a:lnTo>
                  <a:lnTo>
                    <a:pt x="6346933" y="468940"/>
                  </a:lnTo>
                  <a:lnTo>
                    <a:pt x="6347991" y="474348"/>
                  </a:lnTo>
                  <a:lnTo>
                    <a:pt x="6349049" y="479159"/>
                  </a:lnTo>
                  <a:lnTo>
                    <a:pt x="6350107" y="483384"/>
                  </a:lnTo>
                  <a:lnTo>
                    <a:pt x="6351165" y="487440"/>
                  </a:lnTo>
                  <a:lnTo>
                    <a:pt x="6352223" y="491117"/>
                  </a:lnTo>
                  <a:lnTo>
                    <a:pt x="6353281" y="494517"/>
                  </a:lnTo>
                  <a:lnTo>
                    <a:pt x="6354338" y="497703"/>
                  </a:lnTo>
                  <a:lnTo>
                    <a:pt x="6355396" y="500241"/>
                  </a:lnTo>
                  <a:lnTo>
                    <a:pt x="6356454" y="501790"/>
                  </a:lnTo>
                  <a:lnTo>
                    <a:pt x="6357512" y="502008"/>
                  </a:lnTo>
                  <a:lnTo>
                    <a:pt x="6358570" y="500762"/>
                  </a:lnTo>
                  <a:lnTo>
                    <a:pt x="6359628" y="498082"/>
                  </a:lnTo>
                  <a:lnTo>
                    <a:pt x="6360685" y="494176"/>
                  </a:lnTo>
                  <a:lnTo>
                    <a:pt x="6361743" y="489097"/>
                  </a:lnTo>
                  <a:lnTo>
                    <a:pt x="6362801" y="483156"/>
                  </a:lnTo>
                  <a:lnTo>
                    <a:pt x="6363859" y="476780"/>
                  </a:lnTo>
                  <a:lnTo>
                    <a:pt x="6364917" y="470511"/>
                  </a:lnTo>
                  <a:lnTo>
                    <a:pt x="6365975" y="464407"/>
                  </a:lnTo>
                  <a:lnTo>
                    <a:pt x="6367032" y="458360"/>
                  </a:lnTo>
                  <a:lnTo>
                    <a:pt x="6368090" y="452592"/>
                  </a:lnTo>
                  <a:lnTo>
                    <a:pt x="6369148" y="447201"/>
                  </a:lnTo>
                  <a:lnTo>
                    <a:pt x="6370206" y="442564"/>
                  </a:lnTo>
                  <a:lnTo>
                    <a:pt x="6371264" y="439030"/>
                  </a:lnTo>
                  <a:lnTo>
                    <a:pt x="6372322" y="436851"/>
                  </a:lnTo>
                  <a:lnTo>
                    <a:pt x="6373379" y="436464"/>
                  </a:lnTo>
                  <a:lnTo>
                    <a:pt x="6374437" y="438137"/>
                  </a:lnTo>
                  <a:lnTo>
                    <a:pt x="6375495" y="441928"/>
                  </a:lnTo>
                  <a:lnTo>
                    <a:pt x="6376553" y="447797"/>
                  </a:lnTo>
                  <a:lnTo>
                    <a:pt x="6377611" y="455456"/>
                  </a:lnTo>
                  <a:lnTo>
                    <a:pt x="6378669" y="464543"/>
                  </a:lnTo>
                  <a:lnTo>
                    <a:pt x="6379727" y="474845"/>
                  </a:lnTo>
                  <a:lnTo>
                    <a:pt x="6380784" y="485804"/>
                  </a:lnTo>
                  <a:lnTo>
                    <a:pt x="6381842" y="497077"/>
                  </a:lnTo>
                  <a:lnTo>
                    <a:pt x="6382900" y="508379"/>
                  </a:lnTo>
                  <a:lnTo>
                    <a:pt x="6383958" y="519389"/>
                  </a:lnTo>
                  <a:lnTo>
                    <a:pt x="6385016" y="530070"/>
                  </a:lnTo>
                  <a:lnTo>
                    <a:pt x="6386074" y="540138"/>
                  </a:lnTo>
                  <a:lnTo>
                    <a:pt x="6387131" y="549159"/>
                  </a:lnTo>
                  <a:lnTo>
                    <a:pt x="6388189" y="557194"/>
                  </a:lnTo>
                  <a:lnTo>
                    <a:pt x="6389247" y="564036"/>
                  </a:lnTo>
                  <a:lnTo>
                    <a:pt x="6390305" y="569566"/>
                  </a:lnTo>
                  <a:lnTo>
                    <a:pt x="6391363" y="573833"/>
                  </a:lnTo>
                  <a:lnTo>
                    <a:pt x="6392421" y="576691"/>
                  </a:lnTo>
                  <a:lnTo>
                    <a:pt x="6393478" y="578400"/>
                  </a:lnTo>
                  <a:lnTo>
                    <a:pt x="6394536" y="579205"/>
                  </a:lnTo>
                  <a:lnTo>
                    <a:pt x="6395594" y="579019"/>
                  </a:lnTo>
                  <a:lnTo>
                    <a:pt x="6396652" y="577712"/>
                  </a:lnTo>
                  <a:lnTo>
                    <a:pt x="6397710" y="575500"/>
                  </a:lnTo>
                  <a:lnTo>
                    <a:pt x="6398768" y="572670"/>
                  </a:lnTo>
                  <a:lnTo>
                    <a:pt x="6399825" y="569351"/>
                  </a:lnTo>
                  <a:lnTo>
                    <a:pt x="6400883" y="565563"/>
                  </a:lnTo>
                  <a:lnTo>
                    <a:pt x="6401941" y="561222"/>
                  </a:lnTo>
                  <a:lnTo>
                    <a:pt x="6402999" y="556470"/>
                  </a:lnTo>
                  <a:lnTo>
                    <a:pt x="6404057" y="551196"/>
                  </a:lnTo>
                  <a:lnTo>
                    <a:pt x="6405115" y="546019"/>
                  </a:lnTo>
                  <a:lnTo>
                    <a:pt x="6406173" y="541043"/>
                  </a:lnTo>
                  <a:lnTo>
                    <a:pt x="6407230" y="536242"/>
                  </a:lnTo>
                  <a:lnTo>
                    <a:pt x="6408288" y="532035"/>
                  </a:lnTo>
                  <a:lnTo>
                    <a:pt x="6409346" y="528867"/>
                  </a:lnTo>
                  <a:lnTo>
                    <a:pt x="6410404" y="527125"/>
                  </a:lnTo>
                  <a:lnTo>
                    <a:pt x="6411462" y="527090"/>
                  </a:lnTo>
                  <a:lnTo>
                    <a:pt x="6412520" y="528893"/>
                  </a:lnTo>
                  <a:lnTo>
                    <a:pt x="6413577" y="532472"/>
                  </a:lnTo>
                  <a:lnTo>
                    <a:pt x="6414635" y="537905"/>
                  </a:lnTo>
                  <a:lnTo>
                    <a:pt x="6415693" y="545090"/>
                  </a:lnTo>
                  <a:lnTo>
                    <a:pt x="6416751" y="553630"/>
                  </a:lnTo>
                  <a:lnTo>
                    <a:pt x="6417809" y="562958"/>
                  </a:lnTo>
                  <a:lnTo>
                    <a:pt x="6418867" y="572881"/>
                  </a:lnTo>
                  <a:lnTo>
                    <a:pt x="6419924" y="583128"/>
                  </a:lnTo>
                  <a:lnTo>
                    <a:pt x="6420982" y="593034"/>
                  </a:lnTo>
                  <a:lnTo>
                    <a:pt x="6422040" y="602199"/>
                  </a:lnTo>
                  <a:lnTo>
                    <a:pt x="6423098" y="610358"/>
                  </a:lnTo>
                  <a:lnTo>
                    <a:pt x="6424156" y="617105"/>
                  </a:lnTo>
                  <a:lnTo>
                    <a:pt x="6425214" y="622064"/>
                  </a:lnTo>
                  <a:lnTo>
                    <a:pt x="6426271" y="624953"/>
                  </a:lnTo>
                  <a:lnTo>
                    <a:pt x="6427329" y="625483"/>
                  </a:lnTo>
                  <a:lnTo>
                    <a:pt x="6428387" y="623815"/>
                  </a:lnTo>
                  <a:lnTo>
                    <a:pt x="6429445" y="620169"/>
                  </a:lnTo>
                  <a:lnTo>
                    <a:pt x="6430503" y="614635"/>
                  </a:lnTo>
                  <a:lnTo>
                    <a:pt x="6431561" y="607514"/>
                  </a:lnTo>
                  <a:lnTo>
                    <a:pt x="6432619" y="599187"/>
                  </a:lnTo>
                  <a:lnTo>
                    <a:pt x="6433676" y="590051"/>
                  </a:lnTo>
                  <a:lnTo>
                    <a:pt x="6434734" y="580382"/>
                  </a:lnTo>
                  <a:lnTo>
                    <a:pt x="6435792" y="570322"/>
                  </a:lnTo>
                  <a:lnTo>
                    <a:pt x="6436850" y="559790"/>
                  </a:lnTo>
                  <a:lnTo>
                    <a:pt x="6437908" y="548754"/>
                  </a:lnTo>
                  <a:lnTo>
                    <a:pt x="6438966" y="537107"/>
                  </a:lnTo>
                  <a:lnTo>
                    <a:pt x="6440023" y="524998"/>
                  </a:lnTo>
                  <a:lnTo>
                    <a:pt x="6441081" y="512713"/>
                  </a:lnTo>
                  <a:lnTo>
                    <a:pt x="6442139" y="500239"/>
                  </a:lnTo>
                  <a:lnTo>
                    <a:pt x="6443197" y="487932"/>
                  </a:lnTo>
                  <a:lnTo>
                    <a:pt x="6444255" y="475900"/>
                  </a:lnTo>
                  <a:lnTo>
                    <a:pt x="6445313" y="464131"/>
                  </a:lnTo>
                  <a:lnTo>
                    <a:pt x="6446370" y="452676"/>
                  </a:lnTo>
                  <a:lnTo>
                    <a:pt x="6447428" y="441613"/>
                  </a:lnTo>
                  <a:lnTo>
                    <a:pt x="6448486" y="431056"/>
                  </a:lnTo>
                  <a:lnTo>
                    <a:pt x="6449544" y="421321"/>
                  </a:lnTo>
                  <a:lnTo>
                    <a:pt x="6450602" y="412553"/>
                  </a:lnTo>
                  <a:lnTo>
                    <a:pt x="6451660" y="404897"/>
                  </a:lnTo>
                  <a:lnTo>
                    <a:pt x="6452717" y="398624"/>
                  </a:lnTo>
                  <a:lnTo>
                    <a:pt x="6453775" y="393931"/>
                  </a:lnTo>
                  <a:lnTo>
                    <a:pt x="6454833" y="390924"/>
                  </a:lnTo>
                  <a:lnTo>
                    <a:pt x="6455891" y="389412"/>
                  </a:lnTo>
                  <a:lnTo>
                    <a:pt x="6456949" y="389124"/>
                  </a:lnTo>
                  <a:lnTo>
                    <a:pt x="6458007" y="389594"/>
                  </a:lnTo>
                  <a:lnTo>
                    <a:pt x="6459065" y="390316"/>
                  </a:lnTo>
                  <a:lnTo>
                    <a:pt x="6460122" y="390910"/>
                  </a:lnTo>
                  <a:lnTo>
                    <a:pt x="6461180" y="391201"/>
                  </a:lnTo>
                  <a:lnTo>
                    <a:pt x="6462238" y="390926"/>
                  </a:lnTo>
                  <a:lnTo>
                    <a:pt x="6463296" y="389960"/>
                  </a:lnTo>
                  <a:lnTo>
                    <a:pt x="6464354" y="388072"/>
                  </a:lnTo>
                  <a:lnTo>
                    <a:pt x="6465412" y="385350"/>
                  </a:lnTo>
                  <a:lnTo>
                    <a:pt x="6466469" y="381838"/>
                  </a:lnTo>
                  <a:lnTo>
                    <a:pt x="6467527" y="377616"/>
                  </a:lnTo>
                  <a:lnTo>
                    <a:pt x="6468585" y="372468"/>
                  </a:lnTo>
                  <a:lnTo>
                    <a:pt x="6469643" y="366467"/>
                  </a:lnTo>
                  <a:lnTo>
                    <a:pt x="6470701" y="359826"/>
                  </a:lnTo>
                  <a:lnTo>
                    <a:pt x="6471759" y="352836"/>
                  </a:lnTo>
                  <a:lnTo>
                    <a:pt x="6472816" y="345683"/>
                  </a:lnTo>
                  <a:lnTo>
                    <a:pt x="6473874" y="338679"/>
                  </a:lnTo>
                  <a:lnTo>
                    <a:pt x="6474932" y="332060"/>
                  </a:lnTo>
                  <a:lnTo>
                    <a:pt x="6475990" y="325922"/>
                  </a:lnTo>
                  <a:lnTo>
                    <a:pt x="6477048" y="320246"/>
                  </a:lnTo>
                  <a:lnTo>
                    <a:pt x="6478106" y="315108"/>
                  </a:lnTo>
                  <a:lnTo>
                    <a:pt x="6479163" y="310452"/>
                  </a:lnTo>
                  <a:lnTo>
                    <a:pt x="6480221" y="306351"/>
                  </a:lnTo>
                  <a:lnTo>
                    <a:pt x="6481279" y="302384"/>
                  </a:lnTo>
                  <a:lnTo>
                    <a:pt x="6482337" y="298506"/>
                  </a:lnTo>
                  <a:lnTo>
                    <a:pt x="6483395" y="294757"/>
                  </a:lnTo>
                  <a:lnTo>
                    <a:pt x="6484453" y="291366"/>
                  </a:lnTo>
                  <a:lnTo>
                    <a:pt x="6485511" y="288228"/>
                  </a:lnTo>
                  <a:lnTo>
                    <a:pt x="6486568" y="285238"/>
                  </a:lnTo>
                  <a:lnTo>
                    <a:pt x="6487626" y="282222"/>
                  </a:lnTo>
                  <a:lnTo>
                    <a:pt x="6488684" y="279230"/>
                  </a:lnTo>
                  <a:lnTo>
                    <a:pt x="6489742" y="276258"/>
                  </a:lnTo>
                  <a:lnTo>
                    <a:pt x="6490800" y="273441"/>
                  </a:lnTo>
                  <a:lnTo>
                    <a:pt x="6491858" y="271120"/>
                  </a:lnTo>
                  <a:lnTo>
                    <a:pt x="6492915" y="269662"/>
                  </a:lnTo>
                  <a:lnTo>
                    <a:pt x="6493973" y="269140"/>
                  </a:lnTo>
                  <a:lnTo>
                    <a:pt x="6495031" y="269767"/>
                  </a:lnTo>
                  <a:lnTo>
                    <a:pt x="6496089" y="271586"/>
                  </a:lnTo>
                  <a:lnTo>
                    <a:pt x="6497147" y="274868"/>
                  </a:lnTo>
                  <a:lnTo>
                    <a:pt x="6498205" y="279527"/>
                  </a:lnTo>
                  <a:lnTo>
                    <a:pt x="6499262" y="285260"/>
                  </a:lnTo>
                  <a:lnTo>
                    <a:pt x="6500320" y="291709"/>
                  </a:lnTo>
                  <a:lnTo>
                    <a:pt x="6501378" y="298663"/>
                  </a:lnTo>
                  <a:lnTo>
                    <a:pt x="6502436" y="305796"/>
                  </a:lnTo>
                  <a:lnTo>
                    <a:pt x="6503494" y="312918"/>
                  </a:lnTo>
                  <a:lnTo>
                    <a:pt x="6504552" y="319694"/>
                  </a:lnTo>
                  <a:lnTo>
                    <a:pt x="6505609" y="326029"/>
                  </a:lnTo>
                  <a:lnTo>
                    <a:pt x="6506667" y="331800"/>
                  </a:lnTo>
                  <a:lnTo>
                    <a:pt x="6507725" y="336862"/>
                  </a:lnTo>
                  <a:lnTo>
                    <a:pt x="6508783" y="341171"/>
                  </a:lnTo>
                  <a:lnTo>
                    <a:pt x="6509841" y="344749"/>
                  </a:lnTo>
                  <a:lnTo>
                    <a:pt x="6510899" y="347590"/>
                  </a:lnTo>
                  <a:lnTo>
                    <a:pt x="6511957" y="349880"/>
                  </a:lnTo>
                  <a:lnTo>
                    <a:pt x="6513014" y="351636"/>
                  </a:lnTo>
                  <a:lnTo>
                    <a:pt x="6514072" y="352890"/>
                  </a:lnTo>
                  <a:lnTo>
                    <a:pt x="6515130" y="353841"/>
                  </a:lnTo>
                  <a:lnTo>
                    <a:pt x="6516188" y="354566"/>
                  </a:lnTo>
                  <a:lnTo>
                    <a:pt x="6517246" y="355277"/>
                  </a:lnTo>
                  <a:lnTo>
                    <a:pt x="6518304" y="356109"/>
                  </a:lnTo>
                  <a:lnTo>
                    <a:pt x="6519361" y="357074"/>
                  </a:lnTo>
                  <a:lnTo>
                    <a:pt x="6520419" y="358140"/>
                  </a:lnTo>
                  <a:lnTo>
                    <a:pt x="6521477" y="359398"/>
                  </a:lnTo>
                  <a:lnTo>
                    <a:pt x="6522535" y="360578"/>
                  </a:lnTo>
                  <a:lnTo>
                    <a:pt x="6523593" y="361478"/>
                  </a:lnTo>
                  <a:lnTo>
                    <a:pt x="6524651" y="361945"/>
                  </a:lnTo>
                  <a:lnTo>
                    <a:pt x="6525708" y="361632"/>
                  </a:lnTo>
                  <a:lnTo>
                    <a:pt x="6526766" y="360436"/>
                  </a:lnTo>
                  <a:lnTo>
                    <a:pt x="6527824" y="358257"/>
                  </a:lnTo>
                  <a:lnTo>
                    <a:pt x="6528882" y="355312"/>
                  </a:lnTo>
                  <a:lnTo>
                    <a:pt x="6529940" y="351544"/>
                  </a:lnTo>
                  <a:lnTo>
                    <a:pt x="6530998" y="346919"/>
                  </a:lnTo>
                  <a:lnTo>
                    <a:pt x="6532055" y="341507"/>
                  </a:lnTo>
                  <a:lnTo>
                    <a:pt x="6533113" y="335722"/>
                  </a:lnTo>
                  <a:lnTo>
                    <a:pt x="6534171" y="329973"/>
                  </a:lnTo>
                  <a:lnTo>
                    <a:pt x="6535229" y="324276"/>
                  </a:lnTo>
                  <a:lnTo>
                    <a:pt x="6536287" y="318481"/>
                  </a:lnTo>
                  <a:lnTo>
                    <a:pt x="6537345" y="312472"/>
                  </a:lnTo>
                  <a:lnTo>
                    <a:pt x="6538403" y="306408"/>
                  </a:lnTo>
                  <a:lnTo>
                    <a:pt x="6539460" y="300558"/>
                  </a:lnTo>
                  <a:lnTo>
                    <a:pt x="6540518" y="294935"/>
                  </a:lnTo>
                  <a:lnTo>
                    <a:pt x="6541576" y="289825"/>
                  </a:lnTo>
                  <a:lnTo>
                    <a:pt x="6542634" y="285497"/>
                  </a:lnTo>
                  <a:lnTo>
                    <a:pt x="6543692" y="281999"/>
                  </a:lnTo>
                  <a:lnTo>
                    <a:pt x="6544750" y="279051"/>
                  </a:lnTo>
                  <a:lnTo>
                    <a:pt x="6545807" y="276527"/>
                  </a:lnTo>
                  <a:lnTo>
                    <a:pt x="6546865" y="274366"/>
                  </a:lnTo>
                  <a:lnTo>
                    <a:pt x="6547923" y="272447"/>
                  </a:lnTo>
                  <a:lnTo>
                    <a:pt x="6548981" y="270306"/>
                  </a:lnTo>
                  <a:lnTo>
                    <a:pt x="6550039" y="267641"/>
                  </a:lnTo>
                  <a:lnTo>
                    <a:pt x="6551097" y="264486"/>
                  </a:lnTo>
                  <a:lnTo>
                    <a:pt x="6552154" y="261229"/>
                  </a:lnTo>
                  <a:lnTo>
                    <a:pt x="6553212" y="258118"/>
                  </a:lnTo>
                  <a:lnTo>
                    <a:pt x="6554270" y="255321"/>
                  </a:lnTo>
                  <a:lnTo>
                    <a:pt x="6555328" y="252818"/>
                  </a:lnTo>
                  <a:lnTo>
                    <a:pt x="6556386" y="250543"/>
                  </a:lnTo>
                  <a:lnTo>
                    <a:pt x="6557444" y="248421"/>
                  </a:lnTo>
                  <a:lnTo>
                    <a:pt x="6558501" y="246178"/>
                  </a:lnTo>
                  <a:lnTo>
                    <a:pt x="6559559" y="243650"/>
                  </a:lnTo>
                  <a:lnTo>
                    <a:pt x="6560617" y="240661"/>
                  </a:lnTo>
                  <a:lnTo>
                    <a:pt x="6561675" y="237105"/>
                  </a:lnTo>
                  <a:lnTo>
                    <a:pt x="6562733" y="233114"/>
                  </a:lnTo>
                  <a:lnTo>
                    <a:pt x="6563791" y="228830"/>
                  </a:lnTo>
                  <a:lnTo>
                    <a:pt x="6564849" y="224284"/>
                  </a:lnTo>
                  <a:lnTo>
                    <a:pt x="6565906" y="219494"/>
                  </a:lnTo>
                  <a:lnTo>
                    <a:pt x="6566964" y="214577"/>
                  </a:lnTo>
                  <a:lnTo>
                    <a:pt x="6568022" y="209556"/>
                  </a:lnTo>
                  <a:lnTo>
                    <a:pt x="6569080" y="204588"/>
                  </a:lnTo>
                  <a:lnTo>
                    <a:pt x="6570138" y="199677"/>
                  </a:lnTo>
                  <a:lnTo>
                    <a:pt x="6571196" y="194729"/>
                  </a:lnTo>
                  <a:lnTo>
                    <a:pt x="6572253" y="189856"/>
                  </a:lnTo>
                  <a:lnTo>
                    <a:pt x="6573311" y="185195"/>
                  </a:lnTo>
                  <a:lnTo>
                    <a:pt x="6574369" y="180785"/>
                  </a:lnTo>
                  <a:lnTo>
                    <a:pt x="6575427" y="176840"/>
                  </a:lnTo>
                  <a:lnTo>
                    <a:pt x="6576485" y="173590"/>
                  </a:lnTo>
                  <a:lnTo>
                    <a:pt x="6577543" y="171235"/>
                  </a:lnTo>
                  <a:lnTo>
                    <a:pt x="6578600" y="169945"/>
                  </a:lnTo>
                  <a:lnTo>
                    <a:pt x="6579658" y="169887"/>
                  </a:lnTo>
                  <a:lnTo>
                    <a:pt x="6580716" y="171232"/>
                  </a:lnTo>
                  <a:lnTo>
                    <a:pt x="6581774" y="173981"/>
                  </a:lnTo>
                  <a:lnTo>
                    <a:pt x="6582832" y="178220"/>
                  </a:lnTo>
                  <a:lnTo>
                    <a:pt x="6583890" y="183846"/>
                  </a:lnTo>
                  <a:lnTo>
                    <a:pt x="6584947" y="190677"/>
                  </a:lnTo>
                  <a:lnTo>
                    <a:pt x="6586005" y="198429"/>
                  </a:lnTo>
                  <a:lnTo>
                    <a:pt x="6587063" y="207012"/>
                  </a:lnTo>
                  <a:lnTo>
                    <a:pt x="6588121" y="216305"/>
                  </a:lnTo>
                  <a:lnTo>
                    <a:pt x="6589179" y="226329"/>
                  </a:lnTo>
                  <a:lnTo>
                    <a:pt x="6590237" y="237100"/>
                  </a:lnTo>
                  <a:lnTo>
                    <a:pt x="6591295" y="248621"/>
                  </a:lnTo>
                  <a:lnTo>
                    <a:pt x="6592352" y="260754"/>
                  </a:lnTo>
                  <a:lnTo>
                    <a:pt x="6593410" y="273496"/>
                  </a:lnTo>
                  <a:lnTo>
                    <a:pt x="6594468" y="286489"/>
                  </a:lnTo>
                  <a:lnTo>
                    <a:pt x="6595526" y="299402"/>
                  </a:lnTo>
                  <a:lnTo>
                    <a:pt x="6596584" y="311949"/>
                  </a:lnTo>
                  <a:lnTo>
                    <a:pt x="6597642" y="324009"/>
                  </a:lnTo>
                  <a:lnTo>
                    <a:pt x="6598699" y="335306"/>
                  </a:lnTo>
                  <a:lnTo>
                    <a:pt x="6599757" y="345673"/>
                  </a:lnTo>
                  <a:lnTo>
                    <a:pt x="6600815" y="355129"/>
                  </a:lnTo>
                  <a:lnTo>
                    <a:pt x="6601873" y="363898"/>
                  </a:lnTo>
                  <a:lnTo>
                    <a:pt x="6602931" y="372117"/>
                  </a:lnTo>
                  <a:lnTo>
                    <a:pt x="6603989" y="379947"/>
                  </a:lnTo>
                  <a:lnTo>
                    <a:pt x="6605046" y="387120"/>
                  </a:lnTo>
                  <a:lnTo>
                    <a:pt x="6606104" y="393519"/>
                  </a:lnTo>
                  <a:lnTo>
                    <a:pt x="6607162" y="398914"/>
                  </a:lnTo>
                  <a:lnTo>
                    <a:pt x="6608220" y="403249"/>
                  </a:lnTo>
                  <a:lnTo>
                    <a:pt x="6609278" y="406580"/>
                  </a:lnTo>
                  <a:lnTo>
                    <a:pt x="6610336" y="409017"/>
                  </a:lnTo>
                  <a:lnTo>
                    <a:pt x="6611393" y="410742"/>
                  </a:lnTo>
                  <a:lnTo>
                    <a:pt x="6612451" y="411942"/>
                  </a:lnTo>
                  <a:lnTo>
                    <a:pt x="6613509" y="412865"/>
                  </a:lnTo>
                  <a:lnTo>
                    <a:pt x="6614567" y="413819"/>
                  </a:lnTo>
                  <a:lnTo>
                    <a:pt x="6615625" y="415018"/>
                  </a:lnTo>
                  <a:lnTo>
                    <a:pt x="6616683" y="416527"/>
                  </a:lnTo>
                  <a:lnTo>
                    <a:pt x="6617741" y="418690"/>
                  </a:lnTo>
                  <a:lnTo>
                    <a:pt x="6618798" y="421722"/>
                  </a:lnTo>
                  <a:lnTo>
                    <a:pt x="6619856" y="425683"/>
                  </a:lnTo>
                  <a:lnTo>
                    <a:pt x="6620914" y="430741"/>
                  </a:lnTo>
                  <a:lnTo>
                    <a:pt x="6621972" y="436965"/>
                  </a:lnTo>
                  <a:lnTo>
                    <a:pt x="6623030" y="444431"/>
                  </a:lnTo>
                  <a:lnTo>
                    <a:pt x="6624088" y="453232"/>
                  </a:lnTo>
                  <a:lnTo>
                    <a:pt x="6625145" y="463196"/>
                  </a:lnTo>
                  <a:lnTo>
                    <a:pt x="6626203" y="474120"/>
                  </a:lnTo>
                  <a:lnTo>
                    <a:pt x="6627261" y="485939"/>
                  </a:lnTo>
                  <a:lnTo>
                    <a:pt x="6628319" y="498490"/>
                  </a:lnTo>
                  <a:lnTo>
                    <a:pt x="6629377" y="511363"/>
                  </a:lnTo>
                  <a:lnTo>
                    <a:pt x="6630435" y="524213"/>
                  </a:lnTo>
                  <a:lnTo>
                    <a:pt x="6631492" y="536768"/>
                  </a:lnTo>
                  <a:lnTo>
                    <a:pt x="6632550" y="548546"/>
                  </a:lnTo>
                  <a:lnTo>
                    <a:pt x="6633608" y="558863"/>
                  </a:lnTo>
                  <a:lnTo>
                    <a:pt x="6634666" y="567014"/>
                  </a:lnTo>
                  <a:lnTo>
                    <a:pt x="6635724" y="572574"/>
                  </a:lnTo>
                  <a:lnTo>
                    <a:pt x="6636782" y="575584"/>
                  </a:lnTo>
                  <a:lnTo>
                    <a:pt x="6637839" y="576059"/>
                  </a:lnTo>
                  <a:lnTo>
                    <a:pt x="6638897" y="574019"/>
                  </a:lnTo>
                  <a:lnTo>
                    <a:pt x="6639955" y="569718"/>
                  </a:lnTo>
                  <a:lnTo>
                    <a:pt x="6641013" y="563655"/>
                  </a:lnTo>
                  <a:lnTo>
                    <a:pt x="6642071" y="556515"/>
                  </a:lnTo>
                  <a:lnTo>
                    <a:pt x="6643129" y="548702"/>
                  </a:lnTo>
                  <a:lnTo>
                    <a:pt x="6644187" y="540579"/>
                  </a:lnTo>
                  <a:lnTo>
                    <a:pt x="6645244" y="532699"/>
                  </a:lnTo>
                  <a:lnTo>
                    <a:pt x="6646302" y="525300"/>
                  </a:lnTo>
                  <a:lnTo>
                    <a:pt x="6647360" y="518641"/>
                  </a:lnTo>
                  <a:lnTo>
                    <a:pt x="6648418" y="513021"/>
                  </a:lnTo>
                  <a:lnTo>
                    <a:pt x="6649476" y="508743"/>
                  </a:lnTo>
                  <a:lnTo>
                    <a:pt x="6650534" y="505982"/>
                  </a:lnTo>
                  <a:lnTo>
                    <a:pt x="6651591" y="504671"/>
                  </a:lnTo>
                  <a:lnTo>
                    <a:pt x="6652649" y="504566"/>
                  </a:lnTo>
                  <a:lnTo>
                    <a:pt x="6653707" y="505430"/>
                  </a:lnTo>
                  <a:lnTo>
                    <a:pt x="6654765" y="507409"/>
                  </a:lnTo>
                  <a:lnTo>
                    <a:pt x="6655823" y="510117"/>
                  </a:lnTo>
                  <a:lnTo>
                    <a:pt x="6656881" y="513209"/>
                  </a:lnTo>
                  <a:lnTo>
                    <a:pt x="6657938" y="516458"/>
                  </a:lnTo>
                  <a:lnTo>
                    <a:pt x="6658996" y="519753"/>
                  </a:lnTo>
                  <a:lnTo>
                    <a:pt x="6660054" y="522971"/>
                  </a:lnTo>
                  <a:lnTo>
                    <a:pt x="6661112" y="525967"/>
                  </a:lnTo>
                  <a:lnTo>
                    <a:pt x="6662170" y="528590"/>
                  </a:lnTo>
                  <a:lnTo>
                    <a:pt x="6663228" y="530920"/>
                  </a:lnTo>
                  <a:lnTo>
                    <a:pt x="6664285" y="533013"/>
                  </a:lnTo>
                  <a:lnTo>
                    <a:pt x="6665343" y="534914"/>
                  </a:lnTo>
                  <a:lnTo>
                    <a:pt x="6666401" y="536832"/>
                  </a:lnTo>
                  <a:lnTo>
                    <a:pt x="6667459" y="539097"/>
                  </a:lnTo>
                  <a:lnTo>
                    <a:pt x="6668517" y="541783"/>
                  </a:lnTo>
                  <a:lnTo>
                    <a:pt x="6669575" y="544891"/>
                  </a:lnTo>
                  <a:lnTo>
                    <a:pt x="6670633" y="548077"/>
                  </a:lnTo>
                  <a:lnTo>
                    <a:pt x="6671690" y="551544"/>
                  </a:lnTo>
                  <a:lnTo>
                    <a:pt x="6672748" y="555205"/>
                  </a:lnTo>
                  <a:lnTo>
                    <a:pt x="6673806" y="558736"/>
                  </a:lnTo>
                  <a:lnTo>
                    <a:pt x="6674864" y="561841"/>
                  </a:lnTo>
                  <a:lnTo>
                    <a:pt x="6675922" y="564586"/>
                  </a:lnTo>
                  <a:lnTo>
                    <a:pt x="6676980" y="567094"/>
                  </a:lnTo>
                  <a:lnTo>
                    <a:pt x="6678037" y="569437"/>
                  </a:lnTo>
                  <a:lnTo>
                    <a:pt x="6679095" y="571473"/>
                  </a:lnTo>
                  <a:lnTo>
                    <a:pt x="6680153" y="573177"/>
                  </a:lnTo>
                  <a:lnTo>
                    <a:pt x="6681211" y="574572"/>
                  </a:lnTo>
                  <a:lnTo>
                    <a:pt x="6682269" y="575703"/>
                  </a:lnTo>
                  <a:lnTo>
                    <a:pt x="6683327" y="576127"/>
                  </a:lnTo>
                  <a:lnTo>
                    <a:pt x="6684384" y="575653"/>
                  </a:lnTo>
                  <a:lnTo>
                    <a:pt x="6685442" y="574298"/>
                  </a:lnTo>
                  <a:lnTo>
                    <a:pt x="6686500" y="572459"/>
                  </a:lnTo>
                  <a:lnTo>
                    <a:pt x="6687558" y="570513"/>
                  </a:lnTo>
                  <a:lnTo>
                    <a:pt x="6688616" y="568968"/>
                  </a:lnTo>
                  <a:lnTo>
                    <a:pt x="6689674" y="567980"/>
                  </a:lnTo>
                  <a:lnTo>
                    <a:pt x="6690731" y="567856"/>
                  </a:lnTo>
                  <a:lnTo>
                    <a:pt x="6691789" y="568625"/>
                  </a:lnTo>
                  <a:lnTo>
                    <a:pt x="6692847" y="570366"/>
                  </a:lnTo>
                  <a:lnTo>
                    <a:pt x="6693905" y="573091"/>
                  </a:lnTo>
                  <a:lnTo>
                    <a:pt x="6694963" y="576633"/>
                  </a:lnTo>
                  <a:lnTo>
                    <a:pt x="6696021" y="580706"/>
                  </a:lnTo>
                  <a:lnTo>
                    <a:pt x="6697079" y="585114"/>
                  </a:lnTo>
                  <a:lnTo>
                    <a:pt x="6698136" y="589520"/>
                  </a:lnTo>
                  <a:lnTo>
                    <a:pt x="6699194" y="594027"/>
                  </a:lnTo>
                  <a:lnTo>
                    <a:pt x="6700252" y="598698"/>
                  </a:lnTo>
                  <a:lnTo>
                    <a:pt x="6701310" y="603583"/>
                  </a:lnTo>
                  <a:lnTo>
                    <a:pt x="6702368" y="608325"/>
                  </a:lnTo>
                  <a:lnTo>
                    <a:pt x="6703426" y="612656"/>
                  </a:lnTo>
                  <a:lnTo>
                    <a:pt x="6704483" y="616250"/>
                  </a:lnTo>
                  <a:lnTo>
                    <a:pt x="6705541" y="619196"/>
                  </a:lnTo>
                  <a:lnTo>
                    <a:pt x="6706599" y="621389"/>
                  </a:lnTo>
                  <a:lnTo>
                    <a:pt x="6707657" y="622726"/>
                  </a:lnTo>
                  <a:lnTo>
                    <a:pt x="6708715" y="623459"/>
                  </a:lnTo>
                  <a:lnTo>
                    <a:pt x="6709773" y="623731"/>
                  </a:lnTo>
                  <a:lnTo>
                    <a:pt x="6710830" y="623887"/>
                  </a:lnTo>
                  <a:lnTo>
                    <a:pt x="6711888" y="624225"/>
                  </a:lnTo>
                  <a:lnTo>
                    <a:pt x="6712946" y="625020"/>
                  </a:lnTo>
                  <a:lnTo>
                    <a:pt x="6714004" y="626690"/>
                  </a:lnTo>
                  <a:lnTo>
                    <a:pt x="6715062" y="629420"/>
                  </a:lnTo>
                  <a:lnTo>
                    <a:pt x="6716120" y="633096"/>
                  </a:lnTo>
                  <a:lnTo>
                    <a:pt x="6717177" y="637567"/>
                  </a:lnTo>
                  <a:lnTo>
                    <a:pt x="6718235" y="642646"/>
                  </a:lnTo>
                  <a:lnTo>
                    <a:pt x="6719293" y="648198"/>
                  </a:lnTo>
                  <a:lnTo>
                    <a:pt x="6720351" y="653993"/>
                  </a:lnTo>
                  <a:lnTo>
                    <a:pt x="6721409" y="659915"/>
                  </a:lnTo>
                  <a:lnTo>
                    <a:pt x="6722467" y="666277"/>
                  </a:lnTo>
                  <a:lnTo>
                    <a:pt x="6723525" y="673394"/>
                  </a:lnTo>
                  <a:lnTo>
                    <a:pt x="6724582" y="681045"/>
                  </a:lnTo>
                  <a:lnTo>
                    <a:pt x="6725640" y="689324"/>
                  </a:lnTo>
                  <a:lnTo>
                    <a:pt x="6726698" y="698277"/>
                  </a:lnTo>
                  <a:lnTo>
                    <a:pt x="6727756" y="707810"/>
                  </a:lnTo>
                  <a:lnTo>
                    <a:pt x="6728814" y="717617"/>
                  </a:lnTo>
                  <a:lnTo>
                    <a:pt x="6729872" y="727165"/>
                  </a:lnTo>
                  <a:lnTo>
                    <a:pt x="6730929" y="736354"/>
                  </a:lnTo>
                  <a:lnTo>
                    <a:pt x="6731987" y="745487"/>
                  </a:lnTo>
                  <a:lnTo>
                    <a:pt x="6733045" y="754864"/>
                  </a:lnTo>
                  <a:lnTo>
                    <a:pt x="6734103" y="764883"/>
                  </a:lnTo>
                  <a:lnTo>
                    <a:pt x="6735161" y="775791"/>
                  </a:lnTo>
                  <a:lnTo>
                    <a:pt x="6736219" y="788153"/>
                  </a:lnTo>
                  <a:lnTo>
                    <a:pt x="6737276" y="802532"/>
                  </a:lnTo>
                  <a:lnTo>
                    <a:pt x="6738334" y="818961"/>
                  </a:lnTo>
                  <a:lnTo>
                    <a:pt x="6739392" y="837062"/>
                  </a:lnTo>
                  <a:lnTo>
                    <a:pt x="6740450" y="856425"/>
                  </a:lnTo>
                  <a:lnTo>
                    <a:pt x="6741508" y="876289"/>
                  </a:lnTo>
                  <a:lnTo>
                    <a:pt x="6742566" y="896087"/>
                  </a:lnTo>
                  <a:lnTo>
                    <a:pt x="6743623" y="915275"/>
                  </a:lnTo>
                  <a:lnTo>
                    <a:pt x="6744681" y="933459"/>
                  </a:lnTo>
                  <a:lnTo>
                    <a:pt x="6745739" y="950031"/>
                  </a:lnTo>
                  <a:lnTo>
                    <a:pt x="6746797" y="964440"/>
                  </a:lnTo>
                  <a:lnTo>
                    <a:pt x="6747855" y="976223"/>
                  </a:lnTo>
                  <a:lnTo>
                    <a:pt x="6748913" y="985370"/>
                  </a:lnTo>
                  <a:lnTo>
                    <a:pt x="6749971" y="992043"/>
                  </a:lnTo>
                  <a:lnTo>
                    <a:pt x="6751028" y="996218"/>
                  </a:lnTo>
                  <a:lnTo>
                    <a:pt x="6752086" y="997963"/>
                  </a:lnTo>
                  <a:lnTo>
                    <a:pt x="6753144" y="997526"/>
                  </a:lnTo>
                  <a:lnTo>
                    <a:pt x="6754202" y="995008"/>
                  </a:lnTo>
                  <a:lnTo>
                    <a:pt x="6755260" y="990984"/>
                  </a:lnTo>
                  <a:lnTo>
                    <a:pt x="6756318" y="986078"/>
                  </a:lnTo>
                  <a:lnTo>
                    <a:pt x="6757375" y="981270"/>
                  </a:lnTo>
                  <a:lnTo>
                    <a:pt x="6758433" y="977086"/>
                  </a:lnTo>
                  <a:lnTo>
                    <a:pt x="6759491" y="974151"/>
                  </a:lnTo>
                  <a:lnTo>
                    <a:pt x="6760549" y="972633"/>
                  </a:lnTo>
                  <a:lnTo>
                    <a:pt x="6761607" y="972920"/>
                  </a:lnTo>
                  <a:lnTo>
                    <a:pt x="6762665" y="975198"/>
                  </a:lnTo>
                  <a:lnTo>
                    <a:pt x="6763722" y="979568"/>
                  </a:lnTo>
                  <a:lnTo>
                    <a:pt x="6764780" y="985668"/>
                  </a:lnTo>
                  <a:lnTo>
                    <a:pt x="6765838" y="993118"/>
                  </a:lnTo>
                  <a:lnTo>
                    <a:pt x="6766896" y="1001691"/>
                  </a:lnTo>
                  <a:lnTo>
                    <a:pt x="6767954" y="1011012"/>
                  </a:lnTo>
                  <a:lnTo>
                    <a:pt x="6769012" y="1020668"/>
                  </a:lnTo>
                  <a:lnTo>
                    <a:pt x="6770069" y="1030474"/>
                  </a:lnTo>
                  <a:lnTo>
                    <a:pt x="6771127" y="1040504"/>
                  </a:lnTo>
                  <a:lnTo>
                    <a:pt x="6772185" y="1050608"/>
                  </a:lnTo>
                  <a:lnTo>
                    <a:pt x="6773243" y="1060331"/>
                  </a:lnTo>
                  <a:lnTo>
                    <a:pt x="6774301" y="1069193"/>
                  </a:lnTo>
                  <a:lnTo>
                    <a:pt x="6775359" y="1076635"/>
                  </a:lnTo>
                  <a:lnTo>
                    <a:pt x="6776417" y="1082191"/>
                  </a:lnTo>
                  <a:lnTo>
                    <a:pt x="6777474" y="1085764"/>
                  </a:lnTo>
                  <a:lnTo>
                    <a:pt x="6778532" y="1087242"/>
                  </a:lnTo>
                  <a:lnTo>
                    <a:pt x="6779590" y="1086454"/>
                  </a:lnTo>
                  <a:lnTo>
                    <a:pt x="6780648" y="1083594"/>
                  </a:lnTo>
                  <a:lnTo>
                    <a:pt x="6781706" y="1079032"/>
                  </a:lnTo>
                  <a:lnTo>
                    <a:pt x="6782764" y="1073365"/>
                  </a:lnTo>
                  <a:lnTo>
                    <a:pt x="6783821" y="1067012"/>
                  </a:lnTo>
                  <a:lnTo>
                    <a:pt x="6784879" y="1059960"/>
                  </a:lnTo>
                  <a:lnTo>
                    <a:pt x="6785937" y="1052289"/>
                  </a:lnTo>
                  <a:lnTo>
                    <a:pt x="6786995" y="1043839"/>
                  </a:lnTo>
                  <a:lnTo>
                    <a:pt x="6788053" y="1034680"/>
                  </a:lnTo>
                  <a:lnTo>
                    <a:pt x="6789111" y="1025082"/>
                  </a:lnTo>
                  <a:lnTo>
                    <a:pt x="6790168" y="1015244"/>
                  </a:lnTo>
                  <a:lnTo>
                    <a:pt x="6791226" y="1005530"/>
                  </a:lnTo>
                  <a:lnTo>
                    <a:pt x="6792284" y="996524"/>
                  </a:lnTo>
                  <a:lnTo>
                    <a:pt x="6793342" y="988644"/>
                  </a:lnTo>
                  <a:lnTo>
                    <a:pt x="6794400" y="982336"/>
                  </a:lnTo>
                  <a:lnTo>
                    <a:pt x="6795458" y="978154"/>
                  </a:lnTo>
                  <a:lnTo>
                    <a:pt x="6796515" y="976320"/>
                  </a:lnTo>
                  <a:lnTo>
                    <a:pt x="6797573" y="976784"/>
                  </a:lnTo>
                  <a:lnTo>
                    <a:pt x="6798631" y="979561"/>
                  </a:lnTo>
                  <a:lnTo>
                    <a:pt x="6799689" y="984118"/>
                  </a:lnTo>
                  <a:lnTo>
                    <a:pt x="6800747" y="990142"/>
                  </a:lnTo>
                  <a:lnTo>
                    <a:pt x="6801805" y="997157"/>
                  </a:lnTo>
                  <a:lnTo>
                    <a:pt x="6802863" y="1004530"/>
                  </a:lnTo>
                  <a:lnTo>
                    <a:pt x="6803920" y="1011925"/>
                  </a:lnTo>
                  <a:lnTo>
                    <a:pt x="6804978" y="1019253"/>
                  </a:lnTo>
                  <a:lnTo>
                    <a:pt x="6806036" y="1026099"/>
                  </a:lnTo>
                  <a:lnTo>
                    <a:pt x="6807094" y="1032152"/>
                  </a:lnTo>
                  <a:lnTo>
                    <a:pt x="6808152" y="1037503"/>
                  </a:lnTo>
                  <a:lnTo>
                    <a:pt x="6809210" y="1042115"/>
                  </a:lnTo>
                  <a:lnTo>
                    <a:pt x="6810267" y="1046216"/>
                  </a:lnTo>
                  <a:lnTo>
                    <a:pt x="6811325" y="1049844"/>
                  </a:lnTo>
                  <a:lnTo>
                    <a:pt x="6812383" y="1053048"/>
                  </a:lnTo>
                  <a:lnTo>
                    <a:pt x="6813441" y="1055896"/>
                  </a:lnTo>
                  <a:lnTo>
                    <a:pt x="6814499" y="1058026"/>
                  </a:lnTo>
                  <a:lnTo>
                    <a:pt x="6815557" y="1059839"/>
                  </a:lnTo>
                  <a:lnTo>
                    <a:pt x="6816614" y="1061413"/>
                  </a:lnTo>
                  <a:lnTo>
                    <a:pt x="6817672" y="1062877"/>
                  </a:lnTo>
                  <a:lnTo>
                    <a:pt x="6818730" y="1064597"/>
                  </a:lnTo>
                  <a:lnTo>
                    <a:pt x="6819788" y="1066712"/>
                  </a:lnTo>
                  <a:lnTo>
                    <a:pt x="6820846" y="1069148"/>
                  </a:lnTo>
                  <a:lnTo>
                    <a:pt x="6821904" y="1072382"/>
                  </a:lnTo>
                  <a:lnTo>
                    <a:pt x="6822961" y="1076559"/>
                  </a:lnTo>
                  <a:lnTo>
                    <a:pt x="6824019" y="1081514"/>
                  </a:lnTo>
                  <a:lnTo>
                    <a:pt x="6825077" y="1087228"/>
                  </a:lnTo>
                  <a:lnTo>
                    <a:pt x="6826135" y="1093435"/>
                  </a:lnTo>
                  <a:lnTo>
                    <a:pt x="6827193" y="1099971"/>
                  </a:lnTo>
                  <a:lnTo>
                    <a:pt x="6828251" y="1106796"/>
                  </a:lnTo>
                  <a:lnTo>
                    <a:pt x="6829309" y="1114019"/>
                  </a:lnTo>
                  <a:lnTo>
                    <a:pt x="6830366" y="1121752"/>
                  </a:lnTo>
                  <a:lnTo>
                    <a:pt x="6831424" y="1129910"/>
                  </a:lnTo>
                  <a:lnTo>
                    <a:pt x="6832482" y="1138793"/>
                  </a:lnTo>
                  <a:lnTo>
                    <a:pt x="6833540" y="1148495"/>
                  </a:lnTo>
                  <a:lnTo>
                    <a:pt x="6834598" y="1158839"/>
                  </a:lnTo>
                  <a:lnTo>
                    <a:pt x="6835656" y="1169449"/>
                  </a:lnTo>
                  <a:lnTo>
                    <a:pt x="6836713" y="1179542"/>
                  </a:lnTo>
                  <a:lnTo>
                    <a:pt x="6837771" y="1188592"/>
                  </a:lnTo>
                  <a:lnTo>
                    <a:pt x="6838829" y="1196290"/>
                  </a:lnTo>
                  <a:lnTo>
                    <a:pt x="6839887" y="1202219"/>
                  </a:lnTo>
                  <a:lnTo>
                    <a:pt x="6840945" y="1206076"/>
                  </a:lnTo>
                  <a:lnTo>
                    <a:pt x="6842003" y="1207364"/>
                  </a:lnTo>
                  <a:lnTo>
                    <a:pt x="6843060" y="1205662"/>
                  </a:lnTo>
                  <a:lnTo>
                    <a:pt x="6844118" y="1200689"/>
                  </a:lnTo>
                  <a:lnTo>
                    <a:pt x="6845176" y="1192027"/>
                  </a:lnTo>
                  <a:lnTo>
                    <a:pt x="6846234" y="1179676"/>
                  </a:lnTo>
                  <a:lnTo>
                    <a:pt x="6847292" y="1163861"/>
                  </a:lnTo>
                  <a:lnTo>
                    <a:pt x="6848350" y="1144847"/>
                  </a:lnTo>
                  <a:lnTo>
                    <a:pt x="6849407" y="1123455"/>
                  </a:lnTo>
                  <a:lnTo>
                    <a:pt x="6850465" y="1100837"/>
                  </a:lnTo>
                  <a:lnTo>
                    <a:pt x="6851523" y="1078160"/>
                  </a:lnTo>
                  <a:lnTo>
                    <a:pt x="6852581" y="1056856"/>
                  </a:lnTo>
                  <a:lnTo>
                    <a:pt x="6853639" y="1037685"/>
                  </a:lnTo>
                  <a:lnTo>
                    <a:pt x="6854697" y="1020741"/>
                  </a:lnTo>
                  <a:lnTo>
                    <a:pt x="6855755" y="1006219"/>
                  </a:lnTo>
                  <a:lnTo>
                    <a:pt x="6856812" y="993805"/>
                  </a:lnTo>
                  <a:lnTo>
                    <a:pt x="6857870" y="982979"/>
                  </a:lnTo>
                  <a:lnTo>
                    <a:pt x="6858928" y="973621"/>
                  </a:lnTo>
                  <a:lnTo>
                    <a:pt x="6859986" y="965660"/>
                  </a:lnTo>
                  <a:lnTo>
                    <a:pt x="6861044" y="958620"/>
                  </a:lnTo>
                  <a:lnTo>
                    <a:pt x="6862102" y="952479"/>
                  </a:lnTo>
                  <a:lnTo>
                    <a:pt x="6863159" y="946729"/>
                  </a:lnTo>
                  <a:lnTo>
                    <a:pt x="6864217" y="941354"/>
                  </a:lnTo>
                  <a:lnTo>
                    <a:pt x="6865275" y="936130"/>
                  </a:lnTo>
                  <a:lnTo>
                    <a:pt x="6866333" y="930918"/>
                  </a:lnTo>
                  <a:lnTo>
                    <a:pt x="6867391" y="925247"/>
                  </a:lnTo>
                  <a:lnTo>
                    <a:pt x="6868449" y="918612"/>
                  </a:lnTo>
                  <a:lnTo>
                    <a:pt x="6869506" y="910694"/>
                  </a:lnTo>
                  <a:lnTo>
                    <a:pt x="6870564" y="901713"/>
                  </a:lnTo>
                  <a:lnTo>
                    <a:pt x="6871622" y="891920"/>
                  </a:lnTo>
                  <a:lnTo>
                    <a:pt x="6872680" y="881689"/>
                  </a:lnTo>
                  <a:lnTo>
                    <a:pt x="6873738" y="871513"/>
                  </a:lnTo>
                  <a:lnTo>
                    <a:pt x="6874796" y="861623"/>
                  </a:lnTo>
                  <a:lnTo>
                    <a:pt x="6875853" y="852206"/>
                  </a:lnTo>
                  <a:lnTo>
                    <a:pt x="6876911" y="843636"/>
                  </a:lnTo>
                  <a:lnTo>
                    <a:pt x="6877969" y="835902"/>
                  </a:lnTo>
                  <a:lnTo>
                    <a:pt x="6879027" y="829239"/>
                  </a:lnTo>
                  <a:lnTo>
                    <a:pt x="6880085" y="823309"/>
                  </a:lnTo>
                  <a:lnTo>
                    <a:pt x="6881143" y="817721"/>
                  </a:lnTo>
                  <a:lnTo>
                    <a:pt x="6882201" y="811851"/>
                  </a:lnTo>
                  <a:lnTo>
                    <a:pt x="6883258" y="805576"/>
                  </a:lnTo>
                  <a:lnTo>
                    <a:pt x="6884316" y="798892"/>
                  </a:lnTo>
                  <a:lnTo>
                    <a:pt x="6885374" y="791803"/>
                  </a:lnTo>
                  <a:lnTo>
                    <a:pt x="6886432" y="784334"/>
                  </a:lnTo>
                  <a:lnTo>
                    <a:pt x="6887490" y="776434"/>
                  </a:lnTo>
                  <a:lnTo>
                    <a:pt x="6888548" y="768119"/>
                  </a:lnTo>
                  <a:lnTo>
                    <a:pt x="6889605" y="759603"/>
                  </a:lnTo>
                  <a:lnTo>
                    <a:pt x="6890663" y="750911"/>
                  </a:lnTo>
                  <a:lnTo>
                    <a:pt x="6891721" y="741797"/>
                  </a:lnTo>
                  <a:lnTo>
                    <a:pt x="6892779" y="732377"/>
                  </a:lnTo>
                  <a:lnTo>
                    <a:pt x="6893837" y="722728"/>
                  </a:lnTo>
                  <a:lnTo>
                    <a:pt x="6894895" y="713299"/>
                  </a:lnTo>
                  <a:lnTo>
                    <a:pt x="6895952" y="704538"/>
                  </a:lnTo>
                  <a:lnTo>
                    <a:pt x="6897010" y="697079"/>
                  </a:lnTo>
                  <a:lnTo>
                    <a:pt x="6898068" y="691515"/>
                  </a:lnTo>
                  <a:lnTo>
                    <a:pt x="6899126" y="688133"/>
                  </a:lnTo>
                  <a:lnTo>
                    <a:pt x="6900184" y="686994"/>
                  </a:lnTo>
                  <a:lnTo>
                    <a:pt x="6901242" y="688032"/>
                  </a:lnTo>
                  <a:lnTo>
                    <a:pt x="6902299" y="691041"/>
                  </a:lnTo>
                  <a:lnTo>
                    <a:pt x="6903357" y="695772"/>
                  </a:lnTo>
                  <a:lnTo>
                    <a:pt x="6904415" y="701897"/>
                  </a:lnTo>
                  <a:lnTo>
                    <a:pt x="6905473" y="709118"/>
                  </a:lnTo>
                  <a:lnTo>
                    <a:pt x="6906531" y="717182"/>
                  </a:lnTo>
                  <a:lnTo>
                    <a:pt x="6907589" y="726266"/>
                  </a:lnTo>
                  <a:lnTo>
                    <a:pt x="6908647" y="736260"/>
                  </a:lnTo>
                  <a:lnTo>
                    <a:pt x="6909704" y="747361"/>
                  </a:lnTo>
                  <a:lnTo>
                    <a:pt x="6910762" y="759515"/>
                  </a:lnTo>
                  <a:lnTo>
                    <a:pt x="6911820" y="772618"/>
                  </a:lnTo>
                  <a:lnTo>
                    <a:pt x="6912878" y="786299"/>
                  </a:lnTo>
                  <a:lnTo>
                    <a:pt x="6913936" y="800440"/>
                  </a:lnTo>
                  <a:lnTo>
                    <a:pt x="6914994" y="814754"/>
                  </a:lnTo>
                  <a:lnTo>
                    <a:pt x="6916051" y="829389"/>
                  </a:lnTo>
                  <a:lnTo>
                    <a:pt x="6917109" y="844269"/>
                  </a:lnTo>
                  <a:lnTo>
                    <a:pt x="6918167" y="859349"/>
                  </a:lnTo>
                  <a:lnTo>
                    <a:pt x="6919225" y="874420"/>
                  </a:lnTo>
                  <a:lnTo>
                    <a:pt x="6920283" y="889758"/>
                  </a:lnTo>
                  <a:lnTo>
                    <a:pt x="6921341" y="905492"/>
                  </a:lnTo>
                  <a:lnTo>
                    <a:pt x="6922398" y="921685"/>
                  </a:lnTo>
                  <a:lnTo>
                    <a:pt x="6923456" y="937924"/>
                  </a:lnTo>
                  <a:lnTo>
                    <a:pt x="6924514" y="953706"/>
                  </a:lnTo>
                  <a:lnTo>
                    <a:pt x="6925572" y="968374"/>
                  </a:lnTo>
                  <a:lnTo>
                    <a:pt x="6926630" y="981422"/>
                  </a:lnTo>
                  <a:lnTo>
                    <a:pt x="6927688" y="992609"/>
                  </a:lnTo>
                  <a:lnTo>
                    <a:pt x="6928745" y="1001771"/>
                  </a:lnTo>
                  <a:lnTo>
                    <a:pt x="6929803" y="1008881"/>
                  </a:lnTo>
                  <a:lnTo>
                    <a:pt x="6930861" y="1014225"/>
                  </a:lnTo>
                  <a:lnTo>
                    <a:pt x="6931919" y="1017919"/>
                  </a:lnTo>
                  <a:lnTo>
                    <a:pt x="6932977" y="1020513"/>
                  </a:lnTo>
                  <a:lnTo>
                    <a:pt x="6934035" y="1022606"/>
                  </a:lnTo>
                  <a:lnTo>
                    <a:pt x="6935093" y="1025264"/>
                  </a:lnTo>
                  <a:lnTo>
                    <a:pt x="6936150" y="1028735"/>
                  </a:lnTo>
                  <a:lnTo>
                    <a:pt x="6937208" y="1032763"/>
                  </a:lnTo>
                  <a:lnTo>
                    <a:pt x="6938266" y="1037364"/>
                  </a:lnTo>
                  <a:lnTo>
                    <a:pt x="6939324" y="1042716"/>
                  </a:lnTo>
                  <a:lnTo>
                    <a:pt x="6940382" y="1049373"/>
                  </a:lnTo>
                  <a:lnTo>
                    <a:pt x="6941440" y="1057661"/>
                  </a:lnTo>
                  <a:lnTo>
                    <a:pt x="6942497" y="1067498"/>
                  </a:lnTo>
                  <a:lnTo>
                    <a:pt x="6943555" y="1078583"/>
                  </a:lnTo>
                  <a:lnTo>
                    <a:pt x="6944613" y="1091543"/>
                  </a:lnTo>
                  <a:lnTo>
                    <a:pt x="6945671" y="1106261"/>
                  </a:lnTo>
                  <a:lnTo>
                    <a:pt x="6946729" y="1122542"/>
                  </a:lnTo>
                  <a:lnTo>
                    <a:pt x="6947787" y="1139665"/>
                  </a:lnTo>
                  <a:lnTo>
                    <a:pt x="6948844" y="1156944"/>
                  </a:lnTo>
                  <a:lnTo>
                    <a:pt x="6949902" y="1173497"/>
                  </a:lnTo>
                  <a:lnTo>
                    <a:pt x="6950960" y="1188335"/>
                  </a:lnTo>
                  <a:lnTo>
                    <a:pt x="6952018" y="1200900"/>
                  </a:lnTo>
                  <a:lnTo>
                    <a:pt x="6953076" y="1211369"/>
                  </a:lnTo>
                  <a:lnTo>
                    <a:pt x="6954134" y="1219887"/>
                  </a:lnTo>
                  <a:lnTo>
                    <a:pt x="6955191" y="1226719"/>
                  </a:lnTo>
                  <a:lnTo>
                    <a:pt x="6956249" y="1231877"/>
                  </a:lnTo>
                  <a:lnTo>
                    <a:pt x="6957307" y="1235125"/>
                  </a:lnTo>
                  <a:lnTo>
                    <a:pt x="6958365" y="1236467"/>
                  </a:lnTo>
                  <a:lnTo>
                    <a:pt x="6959423" y="1236266"/>
                  </a:lnTo>
                  <a:lnTo>
                    <a:pt x="6960481" y="1233799"/>
                  </a:lnTo>
                  <a:lnTo>
                    <a:pt x="6961539" y="1228970"/>
                  </a:lnTo>
                  <a:lnTo>
                    <a:pt x="6962596" y="1221510"/>
                  </a:lnTo>
                  <a:lnTo>
                    <a:pt x="6963654" y="1211759"/>
                  </a:lnTo>
                  <a:lnTo>
                    <a:pt x="6964712" y="1200349"/>
                  </a:lnTo>
                  <a:lnTo>
                    <a:pt x="6965770" y="1187686"/>
                  </a:lnTo>
                  <a:lnTo>
                    <a:pt x="6966828" y="1173933"/>
                  </a:lnTo>
                  <a:lnTo>
                    <a:pt x="6967886" y="1159119"/>
                  </a:lnTo>
                  <a:lnTo>
                    <a:pt x="6968943" y="1142854"/>
                  </a:lnTo>
                  <a:lnTo>
                    <a:pt x="6970001" y="1125416"/>
                  </a:lnTo>
                  <a:lnTo>
                    <a:pt x="6971059" y="1106968"/>
                  </a:lnTo>
                  <a:lnTo>
                    <a:pt x="6972117" y="1087495"/>
                  </a:lnTo>
                  <a:lnTo>
                    <a:pt x="6973175" y="1067750"/>
                  </a:lnTo>
                  <a:lnTo>
                    <a:pt x="6974233" y="1048243"/>
                  </a:lnTo>
                  <a:lnTo>
                    <a:pt x="6975290" y="1029240"/>
                  </a:lnTo>
                  <a:lnTo>
                    <a:pt x="6976348" y="1011418"/>
                  </a:lnTo>
                  <a:lnTo>
                    <a:pt x="6977406" y="995192"/>
                  </a:lnTo>
                  <a:lnTo>
                    <a:pt x="6978464" y="980900"/>
                  </a:lnTo>
                  <a:lnTo>
                    <a:pt x="6979522" y="968681"/>
                  </a:lnTo>
                  <a:lnTo>
                    <a:pt x="6980580" y="958228"/>
                  </a:lnTo>
                  <a:lnTo>
                    <a:pt x="6981637" y="949536"/>
                  </a:lnTo>
                  <a:lnTo>
                    <a:pt x="6982695" y="942391"/>
                  </a:lnTo>
                  <a:lnTo>
                    <a:pt x="6983753" y="936700"/>
                  </a:lnTo>
                  <a:lnTo>
                    <a:pt x="6984811" y="932571"/>
                  </a:lnTo>
                  <a:lnTo>
                    <a:pt x="6985869" y="929816"/>
                  </a:lnTo>
                  <a:lnTo>
                    <a:pt x="6986927" y="928427"/>
                  </a:lnTo>
                  <a:lnTo>
                    <a:pt x="6987985" y="928520"/>
                  </a:lnTo>
                  <a:lnTo>
                    <a:pt x="6989042" y="929752"/>
                  </a:lnTo>
                  <a:lnTo>
                    <a:pt x="6990100" y="932239"/>
                  </a:lnTo>
                  <a:lnTo>
                    <a:pt x="6991158" y="936132"/>
                  </a:lnTo>
                  <a:lnTo>
                    <a:pt x="6992216" y="941101"/>
                  </a:lnTo>
                  <a:lnTo>
                    <a:pt x="6993274" y="946748"/>
                  </a:lnTo>
                  <a:lnTo>
                    <a:pt x="6994332" y="952856"/>
                  </a:lnTo>
                  <a:lnTo>
                    <a:pt x="6995389" y="959378"/>
                  </a:lnTo>
                  <a:lnTo>
                    <a:pt x="6996447" y="966629"/>
                  </a:lnTo>
                  <a:lnTo>
                    <a:pt x="6997505" y="974396"/>
                  </a:lnTo>
                  <a:lnTo>
                    <a:pt x="6998563" y="982757"/>
                  </a:lnTo>
                  <a:lnTo>
                    <a:pt x="6999621" y="991847"/>
                  </a:lnTo>
                  <a:lnTo>
                    <a:pt x="7000679" y="1001464"/>
                  </a:lnTo>
                  <a:lnTo>
                    <a:pt x="7001736" y="1011253"/>
                  </a:lnTo>
                  <a:lnTo>
                    <a:pt x="7002794" y="1020662"/>
                  </a:lnTo>
                  <a:lnTo>
                    <a:pt x="7003852" y="1028900"/>
                  </a:lnTo>
                  <a:lnTo>
                    <a:pt x="7004910" y="1035256"/>
                  </a:lnTo>
                  <a:lnTo>
                    <a:pt x="7005968" y="1038612"/>
                  </a:lnTo>
                  <a:lnTo>
                    <a:pt x="7007026" y="1038000"/>
                  </a:lnTo>
                  <a:lnTo>
                    <a:pt x="7008083" y="1033444"/>
                  </a:lnTo>
                  <a:lnTo>
                    <a:pt x="7009141" y="1025490"/>
                  </a:lnTo>
                  <a:lnTo>
                    <a:pt x="7010199" y="1014629"/>
                  </a:lnTo>
                  <a:lnTo>
                    <a:pt x="7011257" y="1001188"/>
                  </a:lnTo>
                  <a:lnTo>
                    <a:pt x="7012315" y="985453"/>
                  </a:lnTo>
                  <a:lnTo>
                    <a:pt x="7013373" y="968260"/>
                  </a:lnTo>
                  <a:lnTo>
                    <a:pt x="7014431" y="950196"/>
                  </a:lnTo>
                  <a:lnTo>
                    <a:pt x="7015488" y="931809"/>
                  </a:lnTo>
                  <a:lnTo>
                    <a:pt x="7016546" y="913800"/>
                  </a:lnTo>
                  <a:lnTo>
                    <a:pt x="7017604" y="896323"/>
                  </a:lnTo>
                  <a:lnTo>
                    <a:pt x="7018662" y="880014"/>
                  </a:lnTo>
                  <a:lnTo>
                    <a:pt x="7019720" y="865561"/>
                  </a:lnTo>
                  <a:lnTo>
                    <a:pt x="7020778" y="853508"/>
                  </a:lnTo>
                  <a:lnTo>
                    <a:pt x="7021835" y="844501"/>
                  </a:lnTo>
                  <a:lnTo>
                    <a:pt x="7022893" y="838691"/>
                  </a:lnTo>
                  <a:lnTo>
                    <a:pt x="7023951" y="835628"/>
                  </a:lnTo>
                  <a:lnTo>
                    <a:pt x="7025009" y="835086"/>
                  </a:lnTo>
                  <a:lnTo>
                    <a:pt x="7026067" y="836454"/>
                  </a:lnTo>
                  <a:lnTo>
                    <a:pt x="7027125" y="839174"/>
                  </a:lnTo>
                  <a:lnTo>
                    <a:pt x="7028182" y="842786"/>
                  </a:lnTo>
                  <a:lnTo>
                    <a:pt x="7029240" y="846542"/>
                  </a:lnTo>
                  <a:lnTo>
                    <a:pt x="7030298" y="849887"/>
                  </a:lnTo>
                  <a:lnTo>
                    <a:pt x="7031356" y="852559"/>
                  </a:lnTo>
                  <a:lnTo>
                    <a:pt x="7032414" y="854147"/>
                  </a:lnTo>
                  <a:lnTo>
                    <a:pt x="7033472" y="854744"/>
                  </a:lnTo>
                  <a:lnTo>
                    <a:pt x="7034529" y="853900"/>
                  </a:lnTo>
                  <a:lnTo>
                    <a:pt x="7035587" y="851725"/>
                  </a:lnTo>
                  <a:lnTo>
                    <a:pt x="7036645" y="847920"/>
                  </a:lnTo>
                  <a:lnTo>
                    <a:pt x="7037703" y="842286"/>
                  </a:lnTo>
                  <a:lnTo>
                    <a:pt x="7038761" y="835082"/>
                  </a:lnTo>
                  <a:lnTo>
                    <a:pt x="7039819" y="826692"/>
                  </a:lnTo>
                  <a:lnTo>
                    <a:pt x="7040877" y="817215"/>
                  </a:lnTo>
                  <a:lnTo>
                    <a:pt x="7041934" y="807175"/>
                  </a:lnTo>
                  <a:lnTo>
                    <a:pt x="7042992" y="796758"/>
                  </a:lnTo>
                  <a:lnTo>
                    <a:pt x="7044050" y="786094"/>
                  </a:lnTo>
                  <a:lnTo>
                    <a:pt x="7045108" y="775708"/>
                  </a:lnTo>
                  <a:lnTo>
                    <a:pt x="7046166" y="765863"/>
                  </a:lnTo>
                  <a:lnTo>
                    <a:pt x="7047224" y="756489"/>
                  </a:lnTo>
                  <a:lnTo>
                    <a:pt x="7048281" y="747744"/>
                  </a:lnTo>
                  <a:lnTo>
                    <a:pt x="7049339" y="739581"/>
                  </a:lnTo>
                  <a:lnTo>
                    <a:pt x="7050397" y="732280"/>
                  </a:lnTo>
                  <a:lnTo>
                    <a:pt x="7051455" y="725626"/>
                  </a:lnTo>
                  <a:lnTo>
                    <a:pt x="7052513" y="719671"/>
                  </a:lnTo>
                  <a:lnTo>
                    <a:pt x="7053571" y="714386"/>
                  </a:lnTo>
                  <a:lnTo>
                    <a:pt x="7054628" y="709781"/>
                  </a:lnTo>
                  <a:lnTo>
                    <a:pt x="7055686" y="705778"/>
                  </a:lnTo>
                  <a:lnTo>
                    <a:pt x="7056744" y="702461"/>
                  </a:lnTo>
                  <a:lnTo>
                    <a:pt x="7057802" y="699927"/>
                  </a:lnTo>
                  <a:lnTo>
                    <a:pt x="7058860" y="698469"/>
                  </a:lnTo>
                  <a:lnTo>
                    <a:pt x="7059918" y="698390"/>
                  </a:lnTo>
                  <a:lnTo>
                    <a:pt x="7060975" y="699338"/>
                  </a:lnTo>
                  <a:lnTo>
                    <a:pt x="7062033" y="700800"/>
                  </a:lnTo>
                  <a:lnTo>
                    <a:pt x="7063091" y="702526"/>
                  </a:lnTo>
                  <a:lnTo>
                    <a:pt x="7064149" y="704233"/>
                  </a:lnTo>
                  <a:lnTo>
                    <a:pt x="7065207" y="705597"/>
                  </a:lnTo>
                  <a:lnTo>
                    <a:pt x="7066265" y="705882"/>
                  </a:lnTo>
                  <a:lnTo>
                    <a:pt x="7067323" y="704642"/>
                  </a:lnTo>
                  <a:lnTo>
                    <a:pt x="7068380" y="701506"/>
                  </a:lnTo>
                  <a:lnTo>
                    <a:pt x="7069438" y="696062"/>
                  </a:lnTo>
                  <a:lnTo>
                    <a:pt x="7070496" y="688376"/>
                  </a:lnTo>
                  <a:lnTo>
                    <a:pt x="7071554" y="678380"/>
                  </a:lnTo>
                  <a:lnTo>
                    <a:pt x="7072612" y="666095"/>
                  </a:lnTo>
                  <a:lnTo>
                    <a:pt x="7073670" y="651588"/>
                  </a:lnTo>
                  <a:lnTo>
                    <a:pt x="7074727" y="634998"/>
                  </a:lnTo>
                  <a:lnTo>
                    <a:pt x="7075785" y="616622"/>
                  </a:lnTo>
                  <a:lnTo>
                    <a:pt x="7076843" y="597424"/>
                  </a:lnTo>
                  <a:lnTo>
                    <a:pt x="7077901" y="578159"/>
                  </a:lnTo>
                  <a:lnTo>
                    <a:pt x="7078959" y="559364"/>
                  </a:lnTo>
                  <a:lnTo>
                    <a:pt x="7080017" y="541498"/>
                  </a:lnTo>
                  <a:lnTo>
                    <a:pt x="7081074" y="524991"/>
                  </a:lnTo>
                  <a:lnTo>
                    <a:pt x="7082132" y="510432"/>
                  </a:lnTo>
                  <a:lnTo>
                    <a:pt x="7083190" y="498082"/>
                  </a:lnTo>
                  <a:lnTo>
                    <a:pt x="7084248" y="488090"/>
                  </a:lnTo>
                  <a:lnTo>
                    <a:pt x="7085306" y="480577"/>
                  </a:lnTo>
                  <a:lnTo>
                    <a:pt x="7086364" y="475110"/>
                  </a:lnTo>
                  <a:lnTo>
                    <a:pt x="7087421" y="471532"/>
                  </a:lnTo>
                  <a:lnTo>
                    <a:pt x="7088479" y="469355"/>
                  </a:lnTo>
                  <a:lnTo>
                    <a:pt x="7089537" y="468468"/>
                  </a:lnTo>
                  <a:lnTo>
                    <a:pt x="7090595" y="468552"/>
                  </a:lnTo>
                  <a:lnTo>
                    <a:pt x="7091653" y="469008"/>
                  </a:lnTo>
                  <a:lnTo>
                    <a:pt x="7092711" y="469014"/>
                  </a:lnTo>
                  <a:lnTo>
                    <a:pt x="7093769" y="468510"/>
                  </a:lnTo>
                  <a:lnTo>
                    <a:pt x="7094826" y="467363"/>
                  </a:lnTo>
                  <a:lnTo>
                    <a:pt x="7095884" y="465344"/>
                  </a:lnTo>
                  <a:lnTo>
                    <a:pt x="7096942" y="462143"/>
                  </a:lnTo>
                  <a:lnTo>
                    <a:pt x="7098000" y="457345"/>
                  </a:lnTo>
                  <a:lnTo>
                    <a:pt x="7099058" y="450896"/>
                  </a:lnTo>
                  <a:lnTo>
                    <a:pt x="7100116" y="443054"/>
                  </a:lnTo>
                  <a:lnTo>
                    <a:pt x="7101173" y="433870"/>
                  </a:lnTo>
                  <a:lnTo>
                    <a:pt x="7102231" y="423817"/>
                  </a:lnTo>
                  <a:lnTo>
                    <a:pt x="7103289" y="413167"/>
                  </a:lnTo>
                  <a:lnTo>
                    <a:pt x="7104347" y="402450"/>
                  </a:lnTo>
                  <a:lnTo>
                    <a:pt x="7105405" y="391841"/>
                  </a:lnTo>
                  <a:lnTo>
                    <a:pt x="7106463" y="381704"/>
                  </a:lnTo>
                  <a:lnTo>
                    <a:pt x="7107520" y="372418"/>
                  </a:lnTo>
                  <a:lnTo>
                    <a:pt x="7108578" y="364401"/>
                  </a:lnTo>
                  <a:lnTo>
                    <a:pt x="7109636" y="357503"/>
                  </a:lnTo>
                  <a:lnTo>
                    <a:pt x="7110694" y="351664"/>
                  </a:lnTo>
                  <a:lnTo>
                    <a:pt x="7111752" y="346866"/>
                  </a:lnTo>
                  <a:lnTo>
                    <a:pt x="7112810" y="343199"/>
                  </a:lnTo>
                  <a:lnTo>
                    <a:pt x="7113867" y="340831"/>
                  </a:lnTo>
                  <a:lnTo>
                    <a:pt x="7114925" y="339888"/>
                  </a:lnTo>
                  <a:lnTo>
                    <a:pt x="7115983" y="340313"/>
                  </a:lnTo>
                  <a:lnTo>
                    <a:pt x="7117041" y="342243"/>
                  </a:lnTo>
                  <a:lnTo>
                    <a:pt x="7118099" y="345610"/>
                  </a:lnTo>
                  <a:lnTo>
                    <a:pt x="7119157" y="350630"/>
                  </a:lnTo>
                  <a:lnTo>
                    <a:pt x="7120215" y="357333"/>
                  </a:lnTo>
                  <a:lnTo>
                    <a:pt x="7121272" y="365881"/>
                  </a:lnTo>
                  <a:lnTo>
                    <a:pt x="7122330" y="376289"/>
                  </a:lnTo>
                  <a:lnTo>
                    <a:pt x="7123388" y="388453"/>
                  </a:lnTo>
                  <a:lnTo>
                    <a:pt x="7124446" y="402290"/>
                  </a:lnTo>
                  <a:lnTo>
                    <a:pt x="7125504" y="417762"/>
                  </a:lnTo>
                  <a:lnTo>
                    <a:pt x="7126562" y="434831"/>
                  </a:lnTo>
                  <a:lnTo>
                    <a:pt x="7127619" y="453419"/>
                  </a:lnTo>
                  <a:lnTo>
                    <a:pt x="7128677" y="473347"/>
                  </a:lnTo>
                  <a:lnTo>
                    <a:pt x="7129735" y="494245"/>
                  </a:lnTo>
                  <a:lnTo>
                    <a:pt x="7130793" y="515803"/>
                  </a:lnTo>
                  <a:lnTo>
                    <a:pt x="7131851" y="537652"/>
                  </a:lnTo>
                  <a:lnTo>
                    <a:pt x="7132909" y="559442"/>
                  </a:lnTo>
                  <a:lnTo>
                    <a:pt x="7133966" y="580856"/>
                  </a:lnTo>
                  <a:lnTo>
                    <a:pt x="7135024" y="601165"/>
                  </a:lnTo>
                  <a:lnTo>
                    <a:pt x="7136082" y="619820"/>
                  </a:lnTo>
                  <a:lnTo>
                    <a:pt x="7137140" y="636199"/>
                  </a:lnTo>
                  <a:lnTo>
                    <a:pt x="7138198" y="649843"/>
                  </a:lnTo>
                  <a:lnTo>
                    <a:pt x="7139256" y="660892"/>
                  </a:lnTo>
                  <a:lnTo>
                    <a:pt x="7140313" y="669498"/>
                  </a:lnTo>
                  <a:lnTo>
                    <a:pt x="7141371" y="676007"/>
                  </a:lnTo>
                  <a:lnTo>
                    <a:pt x="7142429" y="680477"/>
                  </a:lnTo>
                  <a:lnTo>
                    <a:pt x="7143487" y="683206"/>
                  </a:lnTo>
                  <a:lnTo>
                    <a:pt x="7144545" y="685089"/>
                  </a:lnTo>
                  <a:lnTo>
                    <a:pt x="7145603" y="687120"/>
                  </a:lnTo>
                  <a:lnTo>
                    <a:pt x="7146661" y="689158"/>
                  </a:lnTo>
                  <a:lnTo>
                    <a:pt x="7147718" y="691309"/>
                  </a:lnTo>
                  <a:lnTo>
                    <a:pt x="7148776" y="693924"/>
                  </a:lnTo>
                  <a:lnTo>
                    <a:pt x="7149834" y="697498"/>
                  </a:lnTo>
                  <a:lnTo>
                    <a:pt x="7150892" y="702848"/>
                  </a:lnTo>
                  <a:lnTo>
                    <a:pt x="7151950" y="710308"/>
                  </a:lnTo>
                  <a:lnTo>
                    <a:pt x="7153008" y="719771"/>
                  </a:lnTo>
                  <a:lnTo>
                    <a:pt x="7154065" y="731574"/>
                  </a:lnTo>
                  <a:lnTo>
                    <a:pt x="7155123" y="745440"/>
                  </a:lnTo>
                  <a:lnTo>
                    <a:pt x="7156181" y="760726"/>
                  </a:lnTo>
                  <a:lnTo>
                    <a:pt x="7157239" y="776671"/>
                  </a:lnTo>
                  <a:lnTo>
                    <a:pt x="7158297" y="792622"/>
                  </a:lnTo>
                  <a:lnTo>
                    <a:pt x="7159355" y="807641"/>
                  </a:lnTo>
                  <a:lnTo>
                    <a:pt x="7160412" y="820466"/>
                  </a:lnTo>
                  <a:lnTo>
                    <a:pt x="7161470" y="829834"/>
                  </a:lnTo>
                  <a:lnTo>
                    <a:pt x="7162528" y="835815"/>
                  </a:lnTo>
                  <a:lnTo>
                    <a:pt x="7163586" y="838846"/>
                  </a:lnTo>
                  <a:lnTo>
                    <a:pt x="7164644" y="839002"/>
                  </a:lnTo>
                  <a:lnTo>
                    <a:pt x="7165702" y="836066"/>
                  </a:lnTo>
                  <a:lnTo>
                    <a:pt x="7166759" y="829668"/>
                  </a:lnTo>
                  <a:lnTo>
                    <a:pt x="7167817" y="819839"/>
                  </a:lnTo>
                  <a:lnTo>
                    <a:pt x="7168875" y="807297"/>
                  </a:lnTo>
                  <a:lnTo>
                    <a:pt x="7169933" y="792234"/>
                  </a:lnTo>
                  <a:lnTo>
                    <a:pt x="7170991" y="775110"/>
                  </a:lnTo>
                  <a:lnTo>
                    <a:pt x="7172049" y="756301"/>
                  </a:lnTo>
                  <a:lnTo>
                    <a:pt x="7173107" y="736465"/>
                  </a:lnTo>
                  <a:lnTo>
                    <a:pt x="7174164" y="716179"/>
                  </a:lnTo>
                  <a:lnTo>
                    <a:pt x="7175222" y="696142"/>
                  </a:lnTo>
                  <a:lnTo>
                    <a:pt x="7176280" y="676670"/>
                  </a:lnTo>
                  <a:lnTo>
                    <a:pt x="7177338" y="657928"/>
                  </a:lnTo>
                  <a:lnTo>
                    <a:pt x="7178396" y="639697"/>
                  </a:lnTo>
                  <a:lnTo>
                    <a:pt x="7179454" y="621780"/>
                  </a:lnTo>
                  <a:lnTo>
                    <a:pt x="7180511" y="604075"/>
                  </a:lnTo>
                  <a:lnTo>
                    <a:pt x="7181569" y="586572"/>
                  </a:lnTo>
                  <a:lnTo>
                    <a:pt x="7182627" y="569130"/>
                  </a:lnTo>
                  <a:lnTo>
                    <a:pt x="7183685" y="551861"/>
                  </a:lnTo>
                  <a:lnTo>
                    <a:pt x="7184743" y="534657"/>
                  </a:lnTo>
                  <a:lnTo>
                    <a:pt x="7185801" y="517436"/>
                  </a:lnTo>
                  <a:lnTo>
                    <a:pt x="7186858" y="500436"/>
                  </a:lnTo>
                  <a:lnTo>
                    <a:pt x="7187916" y="483911"/>
                  </a:lnTo>
                  <a:lnTo>
                    <a:pt x="7188974" y="467906"/>
                  </a:lnTo>
                  <a:lnTo>
                    <a:pt x="7190032" y="452718"/>
                  </a:lnTo>
                  <a:lnTo>
                    <a:pt x="7191090" y="438515"/>
                  </a:lnTo>
                  <a:lnTo>
                    <a:pt x="7192148" y="425506"/>
                  </a:lnTo>
                  <a:lnTo>
                    <a:pt x="7193205" y="413995"/>
                  </a:lnTo>
                  <a:lnTo>
                    <a:pt x="7194263" y="404278"/>
                  </a:lnTo>
                  <a:lnTo>
                    <a:pt x="7195321" y="396378"/>
                  </a:lnTo>
                  <a:lnTo>
                    <a:pt x="7196379" y="390284"/>
                  </a:lnTo>
                  <a:lnTo>
                    <a:pt x="7197437" y="385767"/>
                  </a:lnTo>
                  <a:lnTo>
                    <a:pt x="7198495" y="382701"/>
                  </a:lnTo>
                  <a:lnTo>
                    <a:pt x="7199553" y="380937"/>
                  </a:lnTo>
                  <a:lnTo>
                    <a:pt x="7200610" y="380249"/>
                  </a:lnTo>
                  <a:lnTo>
                    <a:pt x="7201668" y="380456"/>
                  </a:lnTo>
                  <a:lnTo>
                    <a:pt x="7202726" y="381189"/>
                  </a:lnTo>
                  <a:lnTo>
                    <a:pt x="7203784" y="382165"/>
                  </a:lnTo>
                  <a:lnTo>
                    <a:pt x="7204842" y="383339"/>
                  </a:lnTo>
                  <a:lnTo>
                    <a:pt x="7205900" y="384394"/>
                  </a:lnTo>
                  <a:lnTo>
                    <a:pt x="7206957" y="385051"/>
                  </a:lnTo>
                  <a:lnTo>
                    <a:pt x="7208015" y="385109"/>
                  </a:lnTo>
                  <a:lnTo>
                    <a:pt x="7209073" y="384500"/>
                  </a:lnTo>
                  <a:lnTo>
                    <a:pt x="7210131" y="383215"/>
                  </a:lnTo>
                  <a:lnTo>
                    <a:pt x="7211189" y="381430"/>
                  </a:lnTo>
                  <a:lnTo>
                    <a:pt x="7212247" y="379334"/>
                  </a:lnTo>
                  <a:lnTo>
                    <a:pt x="7213304" y="377408"/>
                  </a:lnTo>
                  <a:lnTo>
                    <a:pt x="7214362" y="376102"/>
                  </a:lnTo>
                  <a:lnTo>
                    <a:pt x="7215420" y="375696"/>
                  </a:lnTo>
                  <a:lnTo>
                    <a:pt x="7216478" y="376277"/>
                  </a:lnTo>
                  <a:lnTo>
                    <a:pt x="7217536" y="377999"/>
                  </a:lnTo>
                  <a:lnTo>
                    <a:pt x="7218594" y="380993"/>
                  </a:lnTo>
                  <a:lnTo>
                    <a:pt x="7219651" y="385438"/>
                  </a:lnTo>
                  <a:lnTo>
                    <a:pt x="7220709" y="391332"/>
                  </a:lnTo>
                  <a:lnTo>
                    <a:pt x="7221767" y="398657"/>
                  </a:lnTo>
                  <a:lnTo>
                    <a:pt x="7222825" y="407451"/>
                  </a:lnTo>
                  <a:lnTo>
                    <a:pt x="7223883" y="417782"/>
                  </a:lnTo>
                  <a:lnTo>
                    <a:pt x="7224941" y="429689"/>
                  </a:lnTo>
                  <a:lnTo>
                    <a:pt x="7225999" y="443107"/>
                  </a:lnTo>
                  <a:lnTo>
                    <a:pt x="7227056" y="457791"/>
                  </a:lnTo>
                  <a:lnTo>
                    <a:pt x="7228114" y="473527"/>
                  </a:lnTo>
                  <a:lnTo>
                    <a:pt x="7229172" y="490042"/>
                  </a:lnTo>
                  <a:lnTo>
                    <a:pt x="7230230" y="507105"/>
                  </a:lnTo>
                  <a:lnTo>
                    <a:pt x="7231288" y="524618"/>
                  </a:lnTo>
                  <a:lnTo>
                    <a:pt x="7232346" y="542670"/>
                  </a:lnTo>
                  <a:lnTo>
                    <a:pt x="7233403" y="561190"/>
                  </a:lnTo>
                  <a:lnTo>
                    <a:pt x="7234461" y="580107"/>
                  </a:lnTo>
                  <a:lnTo>
                    <a:pt x="7235519" y="599464"/>
                  </a:lnTo>
                  <a:lnTo>
                    <a:pt x="7236577" y="619062"/>
                  </a:lnTo>
                  <a:lnTo>
                    <a:pt x="7237635" y="638954"/>
                  </a:lnTo>
                  <a:lnTo>
                    <a:pt x="7238693" y="659213"/>
                  </a:lnTo>
                  <a:lnTo>
                    <a:pt x="7239750" y="679449"/>
                  </a:lnTo>
                  <a:lnTo>
                    <a:pt x="7240808" y="699567"/>
                  </a:lnTo>
                  <a:lnTo>
                    <a:pt x="7241866" y="719816"/>
                  </a:lnTo>
                  <a:lnTo>
                    <a:pt x="7242924" y="739876"/>
                  </a:lnTo>
                  <a:lnTo>
                    <a:pt x="7243982" y="759256"/>
                  </a:lnTo>
                  <a:lnTo>
                    <a:pt x="7245040" y="777734"/>
                  </a:lnTo>
                  <a:lnTo>
                    <a:pt x="7246097" y="794632"/>
                  </a:lnTo>
                  <a:lnTo>
                    <a:pt x="7247155" y="809335"/>
                  </a:lnTo>
                  <a:lnTo>
                    <a:pt x="7248213" y="821629"/>
                  </a:lnTo>
                  <a:lnTo>
                    <a:pt x="7249271" y="831237"/>
                  </a:lnTo>
                  <a:lnTo>
                    <a:pt x="7250329" y="838486"/>
                  </a:lnTo>
                  <a:lnTo>
                    <a:pt x="7251387" y="843772"/>
                  </a:lnTo>
                  <a:lnTo>
                    <a:pt x="7252445" y="847568"/>
                  </a:lnTo>
                  <a:lnTo>
                    <a:pt x="7253502" y="850296"/>
                  </a:lnTo>
                  <a:lnTo>
                    <a:pt x="7254560" y="852234"/>
                  </a:lnTo>
                  <a:lnTo>
                    <a:pt x="7255618" y="854038"/>
                  </a:lnTo>
                  <a:lnTo>
                    <a:pt x="7256676" y="855770"/>
                  </a:lnTo>
                  <a:lnTo>
                    <a:pt x="7257734" y="856861"/>
                  </a:lnTo>
                  <a:lnTo>
                    <a:pt x="7258792" y="857677"/>
                  </a:lnTo>
                  <a:lnTo>
                    <a:pt x="7259849" y="858461"/>
                  </a:lnTo>
                  <a:lnTo>
                    <a:pt x="7260907" y="859566"/>
                  </a:lnTo>
                  <a:lnTo>
                    <a:pt x="7261965" y="861617"/>
                  </a:lnTo>
                  <a:lnTo>
                    <a:pt x="7263023" y="864750"/>
                  </a:lnTo>
                  <a:lnTo>
                    <a:pt x="7264081" y="868941"/>
                  </a:lnTo>
                  <a:lnTo>
                    <a:pt x="7265139" y="874557"/>
                  </a:lnTo>
                  <a:lnTo>
                    <a:pt x="7266196" y="880934"/>
                  </a:lnTo>
                  <a:lnTo>
                    <a:pt x="7267254" y="887368"/>
                  </a:lnTo>
                  <a:lnTo>
                    <a:pt x="7268312" y="893323"/>
                  </a:lnTo>
                  <a:lnTo>
                    <a:pt x="7269370" y="898365"/>
                  </a:lnTo>
                  <a:lnTo>
                    <a:pt x="7270428" y="902375"/>
                  </a:lnTo>
                  <a:lnTo>
                    <a:pt x="7271486" y="905198"/>
                  </a:lnTo>
                  <a:lnTo>
                    <a:pt x="7272543" y="906660"/>
                  </a:lnTo>
                  <a:lnTo>
                    <a:pt x="7273601" y="907353"/>
                  </a:lnTo>
                  <a:lnTo>
                    <a:pt x="7274659" y="907524"/>
                  </a:lnTo>
                  <a:lnTo>
                    <a:pt x="7275717" y="907565"/>
                  </a:lnTo>
                  <a:lnTo>
                    <a:pt x="7276775" y="907149"/>
                  </a:lnTo>
                  <a:lnTo>
                    <a:pt x="7277833" y="905971"/>
                  </a:lnTo>
                  <a:lnTo>
                    <a:pt x="7278891" y="904018"/>
                  </a:lnTo>
                  <a:lnTo>
                    <a:pt x="7279948" y="901551"/>
                  </a:lnTo>
                  <a:lnTo>
                    <a:pt x="7281006" y="898426"/>
                  </a:lnTo>
                  <a:lnTo>
                    <a:pt x="7282064" y="894974"/>
                  </a:lnTo>
                  <a:lnTo>
                    <a:pt x="7283122" y="891517"/>
                  </a:lnTo>
                  <a:lnTo>
                    <a:pt x="7284180" y="888575"/>
                  </a:lnTo>
                  <a:lnTo>
                    <a:pt x="7285238" y="886452"/>
                  </a:lnTo>
                  <a:lnTo>
                    <a:pt x="7286295" y="885257"/>
                  </a:lnTo>
                  <a:lnTo>
                    <a:pt x="7287353" y="885143"/>
                  </a:lnTo>
                  <a:lnTo>
                    <a:pt x="7288411" y="886343"/>
                  </a:lnTo>
                  <a:lnTo>
                    <a:pt x="7289469" y="888797"/>
                  </a:lnTo>
                  <a:lnTo>
                    <a:pt x="7290527" y="892554"/>
                  </a:lnTo>
                  <a:lnTo>
                    <a:pt x="7291585" y="897613"/>
                  </a:lnTo>
                  <a:lnTo>
                    <a:pt x="7292642" y="904070"/>
                  </a:lnTo>
                  <a:lnTo>
                    <a:pt x="7293700" y="911738"/>
                  </a:lnTo>
                  <a:lnTo>
                    <a:pt x="7294758" y="920407"/>
                  </a:lnTo>
                  <a:lnTo>
                    <a:pt x="7295816" y="929902"/>
                  </a:lnTo>
                  <a:lnTo>
                    <a:pt x="7296874" y="940593"/>
                  </a:lnTo>
                  <a:lnTo>
                    <a:pt x="7297932" y="952311"/>
                  </a:lnTo>
                  <a:lnTo>
                    <a:pt x="7298989" y="965146"/>
                  </a:lnTo>
                  <a:lnTo>
                    <a:pt x="7300047" y="978875"/>
                  </a:lnTo>
                  <a:lnTo>
                    <a:pt x="7301105" y="993508"/>
                  </a:lnTo>
                  <a:lnTo>
                    <a:pt x="7302163" y="1009332"/>
                  </a:lnTo>
                  <a:lnTo>
                    <a:pt x="7303221" y="1026083"/>
                  </a:lnTo>
                  <a:lnTo>
                    <a:pt x="7304279" y="1043183"/>
                  </a:lnTo>
                  <a:lnTo>
                    <a:pt x="7305337" y="1060383"/>
                  </a:lnTo>
                  <a:lnTo>
                    <a:pt x="7306394" y="1077530"/>
                  </a:lnTo>
                  <a:lnTo>
                    <a:pt x="7307452" y="1094628"/>
                  </a:lnTo>
                  <a:lnTo>
                    <a:pt x="7308510" y="1111522"/>
                  </a:lnTo>
                  <a:lnTo>
                    <a:pt x="7309568" y="1128433"/>
                  </a:lnTo>
                  <a:lnTo>
                    <a:pt x="7310626" y="1146014"/>
                  </a:lnTo>
                  <a:lnTo>
                    <a:pt x="7311684" y="1164875"/>
                  </a:lnTo>
                  <a:lnTo>
                    <a:pt x="7312741" y="1185366"/>
                  </a:lnTo>
                  <a:lnTo>
                    <a:pt x="7313799" y="1207660"/>
                  </a:lnTo>
                  <a:lnTo>
                    <a:pt x="7314857" y="1231290"/>
                  </a:lnTo>
                  <a:lnTo>
                    <a:pt x="7315915" y="1256525"/>
                  </a:lnTo>
                  <a:lnTo>
                    <a:pt x="7316973" y="1283147"/>
                  </a:lnTo>
                  <a:lnTo>
                    <a:pt x="7318031" y="1310184"/>
                  </a:lnTo>
                  <a:lnTo>
                    <a:pt x="7319088" y="1337888"/>
                  </a:lnTo>
                  <a:lnTo>
                    <a:pt x="7320146" y="1366492"/>
                  </a:lnTo>
                  <a:lnTo>
                    <a:pt x="7321204" y="1395895"/>
                  </a:lnTo>
                  <a:lnTo>
                    <a:pt x="7322262" y="1426086"/>
                  </a:lnTo>
                  <a:lnTo>
                    <a:pt x="7323320" y="1456379"/>
                  </a:lnTo>
                  <a:lnTo>
                    <a:pt x="7324378" y="1486675"/>
                  </a:lnTo>
                  <a:lnTo>
                    <a:pt x="7325435" y="1517066"/>
                  </a:lnTo>
                  <a:lnTo>
                    <a:pt x="7326493" y="1546208"/>
                  </a:lnTo>
                  <a:lnTo>
                    <a:pt x="7327551" y="1572396"/>
                  </a:lnTo>
                  <a:lnTo>
                    <a:pt x="7328609" y="1593671"/>
                  </a:lnTo>
                  <a:lnTo>
                    <a:pt x="7329667" y="1610056"/>
                  </a:lnTo>
                  <a:lnTo>
                    <a:pt x="7330725" y="1622397"/>
                  </a:lnTo>
                  <a:lnTo>
                    <a:pt x="7331783" y="1631044"/>
                  </a:lnTo>
                  <a:lnTo>
                    <a:pt x="7332840" y="1636115"/>
                  </a:lnTo>
                  <a:lnTo>
                    <a:pt x="7333898" y="1638413"/>
                  </a:lnTo>
                  <a:lnTo>
                    <a:pt x="7334956" y="1638688"/>
                  </a:lnTo>
                  <a:lnTo>
                    <a:pt x="7336014" y="1637876"/>
                  </a:lnTo>
                  <a:lnTo>
                    <a:pt x="7337072" y="1636401"/>
                  </a:lnTo>
                  <a:lnTo>
                    <a:pt x="7338130" y="1633757"/>
                  </a:lnTo>
                  <a:lnTo>
                    <a:pt x="7339187" y="1630292"/>
                  </a:lnTo>
                  <a:lnTo>
                    <a:pt x="7340245" y="1625949"/>
                  </a:lnTo>
                  <a:lnTo>
                    <a:pt x="7341303" y="1620706"/>
                  </a:lnTo>
                  <a:lnTo>
                    <a:pt x="7342361" y="1615371"/>
                  </a:lnTo>
                  <a:lnTo>
                    <a:pt x="7343419" y="1610421"/>
                  </a:lnTo>
                  <a:lnTo>
                    <a:pt x="7344477" y="1605710"/>
                  </a:lnTo>
                  <a:lnTo>
                    <a:pt x="7345534" y="1601562"/>
                  </a:lnTo>
                  <a:lnTo>
                    <a:pt x="7346592" y="1597991"/>
                  </a:lnTo>
                  <a:lnTo>
                    <a:pt x="7347650" y="1594789"/>
                  </a:lnTo>
                  <a:lnTo>
                    <a:pt x="7348708" y="1592317"/>
                  </a:lnTo>
                  <a:lnTo>
                    <a:pt x="7349766" y="1590742"/>
                  </a:lnTo>
                  <a:lnTo>
                    <a:pt x="7350824" y="1589605"/>
                  </a:lnTo>
                  <a:lnTo>
                    <a:pt x="7351881" y="1588819"/>
                  </a:lnTo>
                  <a:lnTo>
                    <a:pt x="7352939" y="1588342"/>
                  </a:lnTo>
                  <a:lnTo>
                    <a:pt x="7353997" y="1588284"/>
                  </a:lnTo>
                  <a:lnTo>
                    <a:pt x="7355055" y="1588758"/>
                  </a:lnTo>
                  <a:lnTo>
                    <a:pt x="7356113" y="1589919"/>
                  </a:lnTo>
                  <a:lnTo>
                    <a:pt x="7357171" y="1592004"/>
                  </a:lnTo>
                  <a:lnTo>
                    <a:pt x="7358229" y="1595074"/>
                  </a:lnTo>
                  <a:lnTo>
                    <a:pt x="7359286" y="1599319"/>
                  </a:lnTo>
                  <a:lnTo>
                    <a:pt x="7360344" y="1604971"/>
                  </a:lnTo>
                  <a:lnTo>
                    <a:pt x="7361402" y="1611991"/>
                  </a:lnTo>
                  <a:lnTo>
                    <a:pt x="7362460" y="1620006"/>
                  </a:lnTo>
                  <a:lnTo>
                    <a:pt x="7363518" y="1628459"/>
                  </a:lnTo>
                  <a:lnTo>
                    <a:pt x="7364576" y="1636929"/>
                  </a:lnTo>
                  <a:lnTo>
                    <a:pt x="7365633" y="1644960"/>
                  </a:lnTo>
                  <a:lnTo>
                    <a:pt x="7366691" y="1652123"/>
                  </a:lnTo>
                  <a:lnTo>
                    <a:pt x="7367749" y="1658425"/>
                  </a:lnTo>
                  <a:lnTo>
                    <a:pt x="7368807" y="1663857"/>
                  </a:lnTo>
                  <a:lnTo>
                    <a:pt x="7369865" y="1668685"/>
                  </a:lnTo>
                  <a:lnTo>
                    <a:pt x="7370923" y="1673167"/>
                  </a:lnTo>
                  <a:lnTo>
                    <a:pt x="7371980" y="1677454"/>
                  </a:lnTo>
                  <a:lnTo>
                    <a:pt x="7373038" y="1681900"/>
                  </a:lnTo>
                  <a:lnTo>
                    <a:pt x="7374096" y="1687122"/>
                  </a:lnTo>
                  <a:lnTo>
                    <a:pt x="7375154" y="1693065"/>
                  </a:lnTo>
                  <a:lnTo>
                    <a:pt x="7376212" y="1700024"/>
                  </a:lnTo>
                  <a:lnTo>
                    <a:pt x="7377270" y="1707985"/>
                  </a:lnTo>
                  <a:lnTo>
                    <a:pt x="7378327" y="1717142"/>
                  </a:lnTo>
                  <a:lnTo>
                    <a:pt x="7379385" y="1727892"/>
                  </a:lnTo>
                  <a:lnTo>
                    <a:pt x="7380443" y="1740578"/>
                  </a:lnTo>
                  <a:lnTo>
                    <a:pt x="7381501" y="1755166"/>
                  </a:lnTo>
                  <a:lnTo>
                    <a:pt x="7382559" y="1772324"/>
                  </a:lnTo>
                  <a:lnTo>
                    <a:pt x="7383617" y="1791846"/>
                  </a:lnTo>
                  <a:lnTo>
                    <a:pt x="7384675" y="1813399"/>
                  </a:lnTo>
                  <a:lnTo>
                    <a:pt x="7385732" y="1836926"/>
                  </a:lnTo>
                  <a:lnTo>
                    <a:pt x="7386790" y="1862641"/>
                  </a:lnTo>
                  <a:lnTo>
                    <a:pt x="7387848" y="1890192"/>
                  </a:lnTo>
                  <a:lnTo>
                    <a:pt x="7388906" y="1918974"/>
                  </a:lnTo>
                  <a:lnTo>
                    <a:pt x="7389964" y="1948044"/>
                  </a:lnTo>
                  <a:lnTo>
                    <a:pt x="7391022" y="1977109"/>
                  </a:lnTo>
                  <a:lnTo>
                    <a:pt x="7392079" y="2005964"/>
                  </a:lnTo>
                  <a:lnTo>
                    <a:pt x="7393137" y="2034658"/>
                  </a:lnTo>
                  <a:lnTo>
                    <a:pt x="7394195" y="2062873"/>
                  </a:lnTo>
                  <a:lnTo>
                    <a:pt x="7395253" y="2090226"/>
                  </a:lnTo>
                  <a:lnTo>
                    <a:pt x="7396311" y="2116506"/>
                  </a:lnTo>
                  <a:lnTo>
                    <a:pt x="7397369" y="2142017"/>
                  </a:lnTo>
                  <a:lnTo>
                    <a:pt x="7398426" y="2165743"/>
                  </a:lnTo>
                  <a:lnTo>
                    <a:pt x="7399484" y="2186858"/>
                  </a:lnTo>
                  <a:lnTo>
                    <a:pt x="7400542" y="2204003"/>
                  </a:lnTo>
                  <a:lnTo>
                    <a:pt x="7401600" y="2216303"/>
                  </a:lnTo>
                  <a:lnTo>
                    <a:pt x="7402658" y="2223467"/>
                  </a:lnTo>
                  <a:lnTo>
                    <a:pt x="7403716" y="2226240"/>
                  </a:lnTo>
                  <a:lnTo>
                    <a:pt x="7404773" y="2224477"/>
                  </a:lnTo>
                  <a:lnTo>
                    <a:pt x="7405831" y="2218565"/>
                  </a:lnTo>
                  <a:lnTo>
                    <a:pt x="7406889" y="2208435"/>
                  </a:lnTo>
                  <a:lnTo>
                    <a:pt x="7407947" y="2194532"/>
                  </a:lnTo>
                  <a:lnTo>
                    <a:pt x="7409005" y="2176416"/>
                  </a:lnTo>
                  <a:lnTo>
                    <a:pt x="7410063" y="2154345"/>
                  </a:lnTo>
                  <a:lnTo>
                    <a:pt x="7411121" y="2127959"/>
                  </a:lnTo>
                  <a:lnTo>
                    <a:pt x="7412178" y="2097390"/>
                  </a:lnTo>
                  <a:lnTo>
                    <a:pt x="7413236" y="2062375"/>
                  </a:lnTo>
                  <a:lnTo>
                    <a:pt x="7414294" y="2023399"/>
                  </a:lnTo>
                  <a:lnTo>
                    <a:pt x="7415352" y="1981937"/>
                  </a:lnTo>
                  <a:lnTo>
                    <a:pt x="7416410" y="1939299"/>
                  </a:lnTo>
                  <a:lnTo>
                    <a:pt x="7417468" y="1896474"/>
                  </a:lnTo>
                  <a:lnTo>
                    <a:pt x="7418525" y="1853692"/>
                  </a:lnTo>
                  <a:lnTo>
                    <a:pt x="7419583" y="1810984"/>
                  </a:lnTo>
                  <a:lnTo>
                    <a:pt x="7420641" y="1769520"/>
                  </a:lnTo>
                  <a:lnTo>
                    <a:pt x="7421699" y="1728912"/>
                  </a:lnTo>
                  <a:lnTo>
                    <a:pt x="7422757" y="1689616"/>
                  </a:lnTo>
                  <a:lnTo>
                    <a:pt x="7423815" y="1652144"/>
                  </a:lnTo>
                  <a:lnTo>
                    <a:pt x="7424872" y="1616394"/>
                  </a:lnTo>
                  <a:lnTo>
                    <a:pt x="7425930" y="1582593"/>
                  </a:lnTo>
                  <a:lnTo>
                    <a:pt x="7426988" y="1551061"/>
                  </a:lnTo>
                  <a:lnTo>
                    <a:pt x="7428046" y="1521821"/>
                  </a:lnTo>
                  <a:lnTo>
                    <a:pt x="7429104" y="1495307"/>
                  </a:lnTo>
                  <a:lnTo>
                    <a:pt x="7430162" y="1471729"/>
                  </a:lnTo>
                  <a:lnTo>
                    <a:pt x="7431219" y="1450967"/>
                  </a:lnTo>
                  <a:lnTo>
                    <a:pt x="7432277" y="1433139"/>
                  </a:lnTo>
                  <a:lnTo>
                    <a:pt x="7433335" y="1418035"/>
                  </a:lnTo>
                  <a:lnTo>
                    <a:pt x="7434393" y="1405431"/>
                  </a:lnTo>
                  <a:lnTo>
                    <a:pt x="7435451" y="1395197"/>
                  </a:lnTo>
                  <a:lnTo>
                    <a:pt x="7436509" y="1386758"/>
                  </a:lnTo>
                  <a:lnTo>
                    <a:pt x="7437566" y="1380195"/>
                  </a:lnTo>
                  <a:lnTo>
                    <a:pt x="7438624" y="1375269"/>
                  </a:lnTo>
                  <a:lnTo>
                    <a:pt x="7439682" y="1371413"/>
                  </a:lnTo>
                  <a:lnTo>
                    <a:pt x="7440740" y="1368628"/>
                  </a:lnTo>
                  <a:lnTo>
                    <a:pt x="7441798" y="1366634"/>
                  </a:lnTo>
                  <a:lnTo>
                    <a:pt x="7442856" y="1365283"/>
                  </a:lnTo>
                  <a:lnTo>
                    <a:pt x="7443914" y="1364464"/>
                  </a:lnTo>
                  <a:lnTo>
                    <a:pt x="7444971" y="1363820"/>
                  </a:lnTo>
                  <a:lnTo>
                    <a:pt x="7446029" y="1363100"/>
                  </a:lnTo>
                  <a:lnTo>
                    <a:pt x="7447087" y="1362207"/>
                  </a:lnTo>
                  <a:lnTo>
                    <a:pt x="7448145" y="1361002"/>
                  </a:lnTo>
                  <a:lnTo>
                    <a:pt x="7449203" y="1359538"/>
                  </a:lnTo>
                  <a:lnTo>
                    <a:pt x="7450261" y="1358045"/>
                  </a:lnTo>
                  <a:lnTo>
                    <a:pt x="7451318" y="1356660"/>
                  </a:lnTo>
                  <a:lnTo>
                    <a:pt x="7452376" y="1355694"/>
                  </a:lnTo>
                  <a:lnTo>
                    <a:pt x="7453434" y="1355507"/>
                  </a:lnTo>
                  <a:lnTo>
                    <a:pt x="7454492" y="1356141"/>
                  </a:lnTo>
                  <a:lnTo>
                    <a:pt x="7455550" y="1357451"/>
                  </a:lnTo>
                  <a:lnTo>
                    <a:pt x="7456608" y="1359327"/>
                  </a:lnTo>
                  <a:lnTo>
                    <a:pt x="7457665" y="1361771"/>
                  </a:lnTo>
                  <a:lnTo>
                    <a:pt x="7458723" y="1364729"/>
                  </a:lnTo>
                  <a:lnTo>
                    <a:pt x="7459781" y="1368149"/>
                  </a:lnTo>
                  <a:lnTo>
                    <a:pt x="7460839" y="1371881"/>
                  </a:lnTo>
                  <a:lnTo>
                    <a:pt x="7461897" y="1375937"/>
                  </a:lnTo>
                  <a:lnTo>
                    <a:pt x="7462955" y="1379981"/>
                  </a:lnTo>
                  <a:lnTo>
                    <a:pt x="7464012" y="1384087"/>
                  </a:lnTo>
                  <a:lnTo>
                    <a:pt x="7465070" y="1388280"/>
                  </a:lnTo>
                  <a:lnTo>
                    <a:pt x="7466128" y="1392554"/>
                  </a:lnTo>
                  <a:lnTo>
                    <a:pt x="7467186" y="1397203"/>
                  </a:lnTo>
                  <a:lnTo>
                    <a:pt x="7468244" y="1401808"/>
                  </a:lnTo>
                  <a:lnTo>
                    <a:pt x="7469302" y="1406599"/>
                  </a:lnTo>
                  <a:lnTo>
                    <a:pt x="7470360" y="1411804"/>
                  </a:lnTo>
                  <a:lnTo>
                    <a:pt x="7471417" y="1417648"/>
                  </a:lnTo>
                  <a:lnTo>
                    <a:pt x="7472475" y="1424683"/>
                  </a:lnTo>
                  <a:lnTo>
                    <a:pt x="7473533" y="1432422"/>
                  </a:lnTo>
                  <a:lnTo>
                    <a:pt x="7474591" y="1441218"/>
                  </a:lnTo>
                  <a:lnTo>
                    <a:pt x="7475649" y="1451315"/>
                  </a:lnTo>
                  <a:lnTo>
                    <a:pt x="7476707" y="1462703"/>
                  </a:lnTo>
                  <a:lnTo>
                    <a:pt x="7477764" y="1475654"/>
                  </a:lnTo>
                  <a:lnTo>
                    <a:pt x="7478822" y="1490157"/>
                  </a:lnTo>
                  <a:lnTo>
                    <a:pt x="7479880" y="1506167"/>
                  </a:lnTo>
                  <a:lnTo>
                    <a:pt x="7480938" y="1523523"/>
                  </a:lnTo>
                  <a:lnTo>
                    <a:pt x="7481996" y="1541500"/>
                  </a:lnTo>
                  <a:lnTo>
                    <a:pt x="7483054" y="1559029"/>
                  </a:lnTo>
                  <a:lnTo>
                    <a:pt x="7484111" y="1575820"/>
                  </a:lnTo>
                  <a:lnTo>
                    <a:pt x="7485169" y="1590743"/>
                  </a:lnTo>
                  <a:lnTo>
                    <a:pt x="7486227" y="1603398"/>
                  </a:lnTo>
                  <a:lnTo>
                    <a:pt x="7487285" y="1613716"/>
                  </a:lnTo>
                  <a:lnTo>
                    <a:pt x="7488343" y="1621081"/>
                  </a:lnTo>
                  <a:lnTo>
                    <a:pt x="7489401" y="1625993"/>
                  </a:lnTo>
                  <a:lnTo>
                    <a:pt x="7490458" y="1628431"/>
                  </a:lnTo>
                  <a:lnTo>
                    <a:pt x="7491516" y="1628531"/>
                  </a:lnTo>
                  <a:lnTo>
                    <a:pt x="7492574" y="1626857"/>
                  </a:lnTo>
                  <a:lnTo>
                    <a:pt x="7493632" y="1623363"/>
                  </a:lnTo>
                  <a:lnTo>
                    <a:pt x="7494690" y="1618722"/>
                  </a:lnTo>
                  <a:lnTo>
                    <a:pt x="7495748" y="1613203"/>
                  </a:lnTo>
                  <a:lnTo>
                    <a:pt x="7496806" y="1607037"/>
                  </a:lnTo>
                  <a:lnTo>
                    <a:pt x="7497863" y="1600950"/>
                  </a:lnTo>
                  <a:lnTo>
                    <a:pt x="7498921" y="1595510"/>
                  </a:lnTo>
                  <a:lnTo>
                    <a:pt x="7499979" y="1591168"/>
                  </a:lnTo>
                  <a:lnTo>
                    <a:pt x="7501037" y="1588215"/>
                  </a:lnTo>
                  <a:lnTo>
                    <a:pt x="7502095" y="1586377"/>
                  </a:lnTo>
                  <a:lnTo>
                    <a:pt x="7503153" y="1585248"/>
                  </a:lnTo>
                  <a:lnTo>
                    <a:pt x="7504210" y="1584741"/>
                  </a:lnTo>
                  <a:lnTo>
                    <a:pt x="7505268" y="1584752"/>
                  </a:lnTo>
                  <a:lnTo>
                    <a:pt x="7506326" y="1585003"/>
                  </a:lnTo>
                  <a:lnTo>
                    <a:pt x="7507384" y="1585355"/>
                  </a:lnTo>
                  <a:lnTo>
                    <a:pt x="7508442" y="1585493"/>
                  </a:lnTo>
                  <a:lnTo>
                    <a:pt x="7509500" y="1585097"/>
                  </a:lnTo>
                  <a:lnTo>
                    <a:pt x="7510557" y="1584115"/>
                  </a:lnTo>
                  <a:lnTo>
                    <a:pt x="7511615" y="1582474"/>
                  </a:lnTo>
                  <a:lnTo>
                    <a:pt x="7512673" y="1580049"/>
                  </a:lnTo>
                  <a:lnTo>
                    <a:pt x="7513731" y="1576658"/>
                  </a:lnTo>
                  <a:lnTo>
                    <a:pt x="7514789" y="1572481"/>
                  </a:lnTo>
                  <a:lnTo>
                    <a:pt x="7515847" y="1567490"/>
                  </a:lnTo>
                  <a:lnTo>
                    <a:pt x="7516904" y="1562366"/>
                  </a:lnTo>
                  <a:lnTo>
                    <a:pt x="7517962" y="1557695"/>
                  </a:lnTo>
                  <a:lnTo>
                    <a:pt x="7519020" y="1553962"/>
                  </a:lnTo>
                  <a:lnTo>
                    <a:pt x="7520078" y="1550862"/>
                  </a:lnTo>
                  <a:lnTo>
                    <a:pt x="7521136" y="1548585"/>
                  </a:lnTo>
                  <a:lnTo>
                    <a:pt x="7522194" y="1546751"/>
                  </a:lnTo>
                  <a:lnTo>
                    <a:pt x="7523252" y="1545121"/>
                  </a:lnTo>
                  <a:lnTo>
                    <a:pt x="7524309" y="1543871"/>
                  </a:lnTo>
                  <a:lnTo>
                    <a:pt x="7525367" y="1542547"/>
                  </a:lnTo>
                  <a:lnTo>
                    <a:pt x="7526425" y="1541086"/>
                  </a:lnTo>
                  <a:lnTo>
                    <a:pt x="7527483" y="1539645"/>
                  </a:lnTo>
                  <a:lnTo>
                    <a:pt x="7528541" y="1538736"/>
                  </a:lnTo>
                  <a:lnTo>
                    <a:pt x="7529599" y="1538622"/>
                  </a:lnTo>
                  <a:lnTo>
                    <a:pt x="7530656" y="1539348"/>
                  </a:lnTo>
                  <a:lnTo>
                    <a:pt x="7531714" y="1540905"/>
                  </a:lnTo>
                  <a:lnTo>
                    <a:pt x="7532772" y="1542650"/>
                  </a:lnTo>
                  <a:lnTo>
                    <a:pt x="7533830" y="1544164"/>
                  </a:lnTo>
                  <a:lnTo>
                    <a:pt x="7534888" y="1545260"/>
                  </a:lnTo>
                  <a:lnTo>
                    <a:pt x="7535946" y="1546491"/>
                  </a:lnTo>
                  <a:lnTo>
                    <a:pt x="7537003" y="1548035"/>
                  </a:lnTo>
                  <a:lnTo>
                    <a:pt x="7538061" y="1550311"/>
                  </a:lnTo>
                  <a:lnTo>
                    <a:pt x="7539119" y="1553278"/>
                  </a:lnTo>
                  <a:lnTo>
                    <a:pt x="7540177" y="1556877"/>
                  </a:lnTo>
                  <a:lnTo>
                    <a:pt x="7541235" y="1561796"/>
                  </a:lnTo>
                  <a:lnTo>
                    <a:pt x="7542293" y="1568299"/>
                  </a:lnTo>
                  <a:lnTo>
                    <a:pt x="7543350" y="1575958"/>
                  </a:lnTo>
                  <a:lnTo>
                    <a:pt x="7544408" y="1584071"/>
                  </a:lnTo>
                  <a:lnTo>
                    <a:pt x="7545466" y="1592386"/>
                  </a:lnTo>
                  <a:lnTo>
                    <a:pt x="7546524" y="1600664"/>
                  </a:lnTo>
                  <a:lnTo>
                    <a:pt x="7547582" y="1608851"/>
                  </a:lnTo>
                  <a:lnTo>
                    <a:pt x="7548640" y="1616768"/>
                  </a:lnTo>
                  <a:lnTo>
                    <a:pt x="7549698" y="1624342"/>
                  </a:lnTo>
                  <a:lnTo>
                    <a:pt x="7550755" y="1631535"/>
                  </a:lnTo>
                  <a:lnTo>
                    <a:pt x="7551813" y="1638171"/>
                  </a:lnTo>
                  <a:lnTo>
                    <a:pt x="7552871" y="1643902"/>
                  </a:lnTo>
                  <a:lnTo>
                    <a:pt x="7553929" y="1648399"/>
                  </a:lnTo>
                  <a:lnTo>
                    <a:pt x="7554987" y="1651916"/>
                  </a:lnTo>
                  <a:lnTo>
                    <a:pt x="7556045" y="1654778"/>
                  </a:lnTo>
                  <a:lnTo>
                    <a:pt x="7557102" y="1657057"/>
                  </a:lnTo>
                  <a:lnTo>
                    <a:pt x="7558160" y="1658658"/>
                  </a:lnTo>
                  <a:lnTo>
                    <a:pt x="7559218" y="1660043"/>
                  </a:lnTo>
                  <a:lnTo>
                    <a:pt x="7560276" y="1661600"/>
                  </a:lnTo>
                  <a:lnTo>
                    <a:pt x="7561334" y="1663700"/>
                  </a:lnTo>
                  <a:lnTo>
                    <a:pt x="7562392" y="1666731"/>
                  </a:lnTo>
                  <a:lnTo>
                    <a:pt x="7563449" y="1670745"/>
                  </a:lnTo>
                  <a:lnTo>
                    <a:pt x="7564507" y="1675841"/>
                  </a:lnTo>
                  <a:lnTo>
                    <a:pt x="7565565" y="1682398"/>
                  </a:lnTo>
                  <a:lnTo>
                    <a:pt x="7566623" y="1690283"/>
                  </a:lnTo>
                  <a:lnTo>
                    <a:pt x="7567681" y="1699416"/>
                  </a:lnTo>
                  <a:lnTo>
                    <a:pt x="7568739" y="1710053"/>
                  </a:lnTo>
                  <a:lnTo>
                    <a:pt x="7569796" y="1721940"/>
                  </a:lnTo>
                  <a:lnTo>
                    <a:pt x="7570854" y="1734419"/>
                  </a:lnTo>
                  <a:lnTo>
                    <a:pt x="7571912" y="1747678"/>
                  </a:lnTo>
                  <a:lnTo>
                    <a:pt x="7572970" y="1762427"/>
                  </a:lnTo>
                  <a:lnTo>
                    <a:pt x="7574028" y="1779228"/>
                  </a:lnTo>
                  <a:lnTo>
                    <a:pt x="7575086" y="1798188"/>
                  </a:lnTo>
                  <a:lnTo>
                    <a:pt x="7576144" y="1819128"/>
                  </a:lnTo>
                  <a:lnTo>
                    <a:pt x="7577201" y="1841655"/>
                  </a:lnTo>
                  <a:lnTo>
                    <a:pt x="7578259" y="1865829"/>
                  </a:lnTo>
                  <a:lnTo>
                    <a:pt x="7579317" y="1891563"/>
                  </a:lnTo>
                  <a:lnTo>
                    <a:pt x="7580375" y="1917999"/>
                  </a:lnTo>
                  <a:lnTo>
                    <a:pt x="7581433" y="1943314"/>
                  </a:lnTo>
                  <a:lnTo>
                    <a:pt x="7582491" y="1966715"/>
                  </a:lnTo>
                  <a:lnTo>
                    <a:pt x="7583548" y="1987259"/>
                  </a:lnTo>
                  <a:lnTo>
                    <a:pt x="7584606" y="2004802"/>
                  </a:lnTo>
                  <a:lnTo>
                    <a:pt x="7585664" y="2020049"/>
                  </a:lnTo>
                  <a:lnTo>
                    <a:pt x="7586722" y="2034374"/>
                  </a:lnTo>
                  <a:lnTo>
                    <a:pt x="7587780" y="2047086"/>
                  </a:lnTo>
                  <a:lnTo>
                    <a:pt x="7588838" y="2057009"/>
                  </a:lnTo>
                  <a:lnTo>
                    <a:pt x="7589895" y="2063266"/>
                  </a:lnTo>
                  <a:lnTo>
                    <a:pt x="7590953" y="2065671"/>
                  </a:lnTo>
                  <a:lnTo>
                    <a:pt x="7592011" y="2064351"/>
                  </a:lnTo>
                  <a:lnTo>
                    <a:pt x="7593069" y="2059642"/>
                  </a:lnTo>
                  <a:lnTo>
                    <a:pt x="7594127" y="2051389"/>
                  </a:lnTo>
                  <a:lnTo>
                    <a:pt x="7595185" y="2040160"/>
                  </a:lnTo>
                  <a:lnTo>
                    <a:pt x="7596242" y="2027497"/>
                  </a:lnTo>
                  <a:lnTo>
                    <a:pt x="7597300" y="2014894"/>
                  </a:lnTo>
                  <a:lnTo>
                    <a:pt x="7598358" y="2003341"/>
                  </a:lnTo>
                  <a:lnTo>
                    <a:pt x="7599416" y="1993578"/>
                  </a:lnTo>
                  <a:lnTo>
                    <a:pt x="7600474" y="1985271"/>
                  </a:lnTo>
                  <a:lnTo>
                    <a:pt x="7601532" y="1978248"/>
                  </a:lnTo>
                  <a:lnTo>
                    <a:pt x="7602590" y="1971970"/>
                  </a:lnTo>
                  <a:lnTo>
                    <a:pt x="7603647" y="1966433"/>
                  </a:lnTo>
                  <a:lnTo>
                    <a:pt x="7604705" y="1961769"/>
                  </a:lnTo>
                  <a:lnTo>
                    <a:pt x="7605763" y="1957946"/>
                  </a:lnTo>
                  <a:lnTo>
                    <a:pt x="7606821" y="1955342"/>
                  </a:lnTo>
                  <a:lnTo>
                    <a:pt x="7607879" y="1954356"/>
                  </a:lnTo>
                  <a:lnTo>
                    <a:pt x="7608937" y="1954853"/>
                  </a:lnTo>
                  <a:lnTo>
                    <a:pt x="7609994" y="1956475"/>
                  </a:lnTo>
                  <a:lnTo>
                    <a:pt x="7611052" y="1959036"/>
                  </a:lnTo>
                  <a:lnTo>
                    <a:pt x="7612110" y="1962052"/>
                  </a:lnTo>
                  <a:lnTo>
                    <a:pt x="7613168" y="1965593"/>
                  </a:lnTo>
                  <a:lnTo>
                    <a:pt x="7614226" y="1969377"/>
                  </a:lnTo>
                  <a:lnTo>
                    <a:pt x="7615284" y="1973188"/>
                  </a:lnTo>
                  <a:lnTo>
                    <a:pt x="7616341" y="1977069"/>
                  </a:lnTo>
                  <a:lnTo>
                    <a:pt x="7617399" y="1981179"/>
                  </a:lnTo>
                  <a:lnTo>
                    <a:pt x="7618457" y="1985582"/>
                  </a:lnTo>
                  <a:lnTo>
                    <a:pt x="7619515" y="1990984"/>
                  </a:lnTo>
                  <a:lnTo>
                    <a:pt x="7620573" y="1997344"/>
                  </a:lnTo>
                  <a:lnTo>
                    <a:pt x="7621631" y="2005232"/>
                  </a:lnTo>
                  <a:lnTo>
                    <a:pt x="7622688" y="2013897"/>
                  </a:lnTo>
                  <a:lnTo>
                    <a:pt x="7623746" y="2022780"/>
                  </a:lnTo>
                  <a:lnTo>
                    <a:pt x="7624804" y="2030871"/>
                  </a:lnTo>
                  <a:lnTo>
                    <a:pt x="7625862" y="2037565"/>
                  </a:lnTo>
                  <a:lnTo>
                    <a:pt x="7626920" y="2042239"/>
                  </a:lnTo>
                  <a:lnTo>
                    <a:pt x="7627978" y="2044833"/>
                  </a:lnTo>
                  <a:lnTo>
                    <a:pt x="7629036" y="2045457"/>
                  </a:lnTo>
                  <a:lnTo>
                    <a:pt x="7630093" y="2044503"/>
                  </a:lnTo>
                  <a:lnTo>
                    <a:pt x="7631151" y="2041928"/>
                  </a:lnTo>
                  <a:lnTo>
                    <a:pt x="7632209" y="2037814"/>
                  </a:lnTo>
                  <a:lnTo>
                    <a:pt x="7633267" y="2032901"/>
                  </a:lnTo>
                  <a:lnTo>
                    <a:pt x="7634325" y="2027559"/>
                  </a:lnTo>
                  <a:lnTo>
                    <a:pt x="7635383" y="2021554"/>
                  </a:lnTo>
                  <a:lnTo>
                    <a:pt x="7636440" y="2014893"/>
                  </a:lnTo>
                  <a:lnTo>
                    <a:pt x="7637498" y="2007269"/>
                  </a:lnTo>
                  <a:lnTo>
                    <a:pt x="7638556" y="1998918"/>
                  </a:lnTo>
                  <a:lnTo>
                    <a:pt x="7639614" y="1989862"/>
                  </a:lnTo>
                  <a:lnTo>
                    <a:pt x="7640672" y="1981366"/>
                  </a:lnTo>
                  <a:lnTo>
                    <a:pt x="7641730" y="1974180"/>
                  </a:lnTo>
                  <a:lnTo>
                    <a:pt x="7642787" y="1968219"/>
                  </a:lnTo>
                  <a:lnTo>
                    <a:pt x="7643845" y="1963622"/>
                  </a:lnTo>
                  <a:lnTo>
                    <a:pt x="7644903" y="1960204"/>
                  </a:lnTo>
                  <a:lnTo>
                    <a:pt x="7645961" y="1957557"/>
                  </a:lnTo>
                  <a:lnTo>
                    <a:pt x="7647019" y="1955930"/>
                  </a:lnTo>
                  <a:lnTo>
                    <a:pt x="7648077" y="1954832"/>
                  </a:lnTo>
                  <a:lnTo>
                    <a:pt x="7649134" y="1953339"/>
                  </a:lnTo>
                  <a:lnTo>
                    <a:pt x="7650192" y="1951187"/>
                  </a:lnTo>
                  <a:lnTo>
                    <a:pt x="7651250" y="1947812"/>
                  </a:lnTo>
                  <a:lnTo>
                    <a:pt x="7652308" y="1942635"/>
                  </a:lnTo>
                  <a:lnTo>
                    <a:pt x="7653366" y="1935375"/>
                  </a:lnTo>
                  <a:lnTo>
                    <a:pt x="7654424" y="1926032"/>
                  </a:lnTo>
                  <a:lnTo>
                    <a:pt x="7655482" y="1914901"/>
                  </a:lnTo>
                  <a:lnTo>
                    <a:pt x="7656539" y="1902083"/>
                  </a:lnTo>
                  <a:lnTo>
                    <a:pt x="7657597" y="1887478"/>
                  </a:lnTo>
                  <a:lnTo>
                    <a:pt x="7658655" y="1872017"/>
                  </a:lnTo>
                  <a:lnTo>
                    <a:pt x="7659713" y="1856521"/>
                  </a:lnTo>
                  <a:lnTo>
                    <a:pt x="7660771" y="1841216"/>
                  </a:lnTo>
                  <a:lnTo>
                    <a:pt x="7661829" y="1826297"/>
                  </a:lnTo>
                  <a:lnTo>
                    <a:pt x="7662886" y="1811954"/>
                  </a:lnTo>
                  <a:lnTo>
                    <a:pt x="7663944" y="1798469"/>
                  </a:lnTo>
                  <a:lnTo>
                    <a:pt x="7665002" y="1785925"/>
                  </a:lnTo>
                  <a:lnTo>
                    <a:pt x="7666060" y="1774180"/>
                  </a:lnTo>
                  <a:lnTo>
                    <a:pt x="7667118" y="1763163"/>
                  </a:lnTo>
                  <a:lnTo>
                    <a:pt x="7668176" y="1752946"/>
                  </a:lnTo>
                  <a:lnTo>
                    <a:pt x="7669233" y="1743596"/>
                  </a:lnTo>
                  <a:lnTo>
                    <a:pt x="7670291" y="1735181"/>
                  </a:lnTo>
                  <a:lnTo>
                    <a:pt x="7671349" y="1727733"/>
                  </a:lnTo>
                  <a:lnTo>
                    <a:pt x="7672407" y="1721185"/>
                  </a:lnTo>
                  <a:lnTo>
                    <a:pt x="7673465" y="1715691"/>
                  </a:lnTo>
                  <a:lnTo>
                    <a:pt x="7674523" y="1711081"/>
                  </a:lnTo>
                  <a:lnTo>
                    <a:pt x="7675580" y="1707294"/>
                  </a:lnTo>
                  <a:lnTo>
                    <a:pt x="7676638" y="1704513"/>
                  </a:lnTo>
                  <a:lnTo>
                    <a:pt x="7677696" y="1702739"/>
                  </a:lnTo>
                  <a:lnTo>
                    <a:pt x="7678754" y="1701687"/>
                  </a:lnTo>
                  <a:lnTo>
                    <a:pt x="7679812" y="1701494"/>
                  </a:lnTo>
                  <a:lnTo>
                    <a:pt x="7680870" y="1702464"/>
                  </a:lnTo>
                  <a:lnTo>
                    <a:pt x="7681928" y="1704722"/>
                  </a:lnTo>
                  <a:lnTo>
                    <a:pt x="7682985" y="1708302"/>
                  </a:lnTo>
                  <a:lnTo>
                    <a:pt x="7684043" y="1713571"/>
                  </a:lnTo>
                  <a:lnTo>
                    <a:pt x="7685101" y="1720758"/>
                  </a:lnTo>
                  <a:lnTo>
                    <a:pt x="7686159" y="1729950"/>
                  </a:lnTo>
                  <a:lnTo>
                    <a:pt x="7687217" y="1741217"/>
                  </a:lnTo>
                  <a:lnTo>
                    <a:pt x="7688275" y="1754211"/>
                  </a:lnTo>
                  <a:lnTo>
                    <a:pt x="7689332" y="1768863"/>
                  </a:lnTo>
                  <a:lnTo>
                    <a:pt x="7690390" y="1784768"/>
                  </a:lnTo>
                  <a:lnTo>
                    <a:pt x="7691448" y="1801405"/>
                  </a:lnTo>
                  <a:lnTo>
                    <a:pt x="7692506" y="1818316"/>
                  </a:lnTo>
                  <a:lnTo>
                    <a:pt x="7693564" y="1835285"/>
                  </a:lnTo>
                  <a:lnTo>
                    <a:pt x="7694622" y="1852176"/>
                  </a:lnTo>
                  <a:lnTo>
                    <a:pt x="7695679" y="1869192"/>
                  </a:lnTo>
                  <a:lnTo>
                    <a:pt x="7696737" y="1886066"/>
                  </a:lnTo>
                  <a:lnTo>
                    <a:pt x="7697795" y="1902899"/>
                  </a:lnTo>
                  <a:lnTo>
                    <a:pt x="7698853" y="1919937"/>
                  </a:lnTo>
                  <a:lnTo>
                    <a:pt x="7699911" y="1936645"/>
                  </a:lnTo>
                  <a:lnTo>
                    <a:pt x="7700969" y="1952859"/>
                  </a:lnTo>
                  <a:lnTo>
                    <a:pt x="7702026" y="1968602"/>
                  </a:lnTo>
                  <a:lnTo>
                    <a:pt x="7703084" y="1983877"/>
                  </a:lnTo>
                  <a:lnTo>
                    <a:pt x="7704142" y="1999132"/>
                  </a:lnTo>
                  <a:lnTo>
                    <a:pt x="7705200" y="2014812"/>
                  </a:lnTo>
                  <a:lnTo>
                    <a:pt x="7706258" y="2031647"/>
                  </a:lnTo>
                  <a:lnTo>
                    <a:pt x="7707316" y="2050260"/>
                  </a:lnTo>
                  <a:lnTo>
                    <a:pt x="7708374" y="2071211"/>
                  </a:lnTo>
                  <a:lnTo>
                    <a:pt x="7709431" y="2094666"/>
                  </a:lnTo>
                  <a:lnTo>
                    <a:pt x="7710489" y="2121119"/>
                  </a:lnTo>
                  <a:lnTo>
                    <a:pt x="7711547" y="2149834"/>
                  </a:lnTo>
                  <a:lnTo>
                    <a:pt x="7712605" y="2179821"/>
                  </a:lnTo>
                  <a:lnTo>
                    <a:pt x="7713663" y="2210463"/>
                  </a:lnTo>
                  <a:lnTo>
                    <a:pt x="7714721" y="2241533"/>
                  </a:lnTo>
                  <a:lnTo>
                    <a:pt x="7715778" y="2273017"/>
                  </a:lnTo>
                  <a:lnTo>
                    <a:pt x="7716836" y="2304439"/>
                  </a:lnTo>
                  <a:lnTo>
                    <a:pt x="7717894" y="2335621"/>
                  </a:lnTo>
                  <a:lnTo>
                    <a:pt x="7718952" y="2366390"/>
                  </a:lnTo>
                  <a:lnTo>
                    <a:pt x="7720010" y="2396915"/>
                  </a:lnTo>
                  <a:lnTo>
                    <a:pt x="7721068" y="2426958"/>
                  </a:lnTo>
                  <a:lnTo>
                    <a:pt x="7722125" y="2455739"/>
                  </a:lnTo>
                  <a:lnTo>
                    <a:pt x="7723183" y="2481651"/>
                  </a:lnTo>
                  <a:lnTo>
                    <a:pt x="7724241" y="2503546"/>
                  </a:lnTo>
                  <a:lnTo>
                    <a:pt x="7725299" y="2520654"/>
                  </a:lnTo>
                  <a:lnTo>
                    <a:pt x="7726357" y="2532752"/>
                  </a:lnTo>
                  <a:lnTo>
                    <a:pt x="7727415" y="2541123"/>
                  </a:lnTo>
                  <a:lnTo>
                    <a:pt x="7728472" y="2547335"/>
                  </a:lnTo>
                  <a:lnTo>
                    <a:pt x="7729530" y="2551817"/>
                  </a:lnTo>
                  <a:lnTo>
                    <a:pt x="7730588" y="2555516"/>
                  </a:lnTo>
                  <a:lnTo>
                    <a:pt x="7731646" y="2559812"/>
                  </a:lnTo>
                  <a:lnTo>
                    <a:pt x="7732704" y="2565008"/>
                  </a:lnTo>
                  <a:lnTo>
                    <a:pt x="7733762" y="2570844"/>
                  </a:lnTo>
                  <a:lnTo>
                    <a:pt x="7734820" y="2576870"/>
                  </a:lnTo>
                  <a:lnTo>
                    <a:pt x="7735877" y="2582780"/>
                  </a:lnTo>
                  <a:lnTo>
                    <a:pt x="7736935" y="2587666"/>
                  </a:lnTo>
                  <a:lnTo>
                    <a:pt x="7737993" y="2591942"/>
                  </a:lnTo>
                  <a:lnTo>
                    <a:pt x="7739051" y="2596075"/>
                  </a:lnTo>
                  <a:lnTo>
                    <a:pt x="7740109" y="2600333"/>
                  </a:lnTo>
                  <a:lnTo>
                    <a:pt x="7741167" y="2605750"/>
                  </a:lnTo>
                  <a:lnTo>
                    <a:pt x="7742224" y="2612097"/>
                  </a:lnTo>
                  <a:lnTo>
                    <a:pt x="7743282" y="2618432"/>
                  </a:lnTo>
                  <a:lnTo>
                    <a:pt x="7744340" y="2624933"/>
                  </a:lnTo>
                  <a:lnTo>
                    <a:pt x="7745398" y="2631559"/>
                  </a:lnTo>
                  <a:lnTo>
                    <a:pt x="7746456" y="2637212"/>
                  </a:lnTo>
                  <a:lnTo>
                    <a:pt x="7747514" y="2641383"/>
                  </a:lnTo>
                  <a:lnTo>
                    <a:pt x="7748571" y="2643798"/>
                  </a:lnTo>
                  <a:lnTo>
                    <a:pt x="7749629" y="2644620"/>
                  </a:lnTo>
                  <a:lnTo>
                    <a:pt x="7750687" y="2643697"/>
                  </a:lnTo>
                  <a:lnTo>
                    <a:pt x="7751745" y="2639917"/>
                  </a:lnTo>
                  <a:lnTo>
                    <a:pt x="7752803" y="2633673"/>
                  </a:lnTo>
                  <a:lnTo>
                    <a:pt x="7753861" y="2625434"/>
                  </a:lnTo>
                  <a:lnTo>
                    <a:pt x="7754918" y="2615922"/>
                  </a:lnTo>
                  <a:lnTo>
                    <a:pt x="7755976" y="2605407"/>
                  </a:lnTo>
                  <a:lnTo>
                    <a:pt x="7757034" y="2593692"/>
                  </a:lnTo>
                  <a:lnTo>
                    <a:pt x="7758092" y="2581150"/>
                  </a:lnTo>
                  <a:lnTo>
                    <a:pt x="7759150" y="2567992"/>
                  </a:lnTo>
                  <a:lnTo>
                    <a:pt x="7760208" y="2553615"/>
                  </a:lnTo>
                  <a:lnTo>
                    <a:pt x="7761266" y="2538183"/>
                  </a:lnTo>
                  <a:lnTo>
                    <a:pt x="7762323" y="2522239"/>
                  </a:lnTo>
                  <a:lnTo>
                    <a:pt x="7763381" y="2505624"/>
                  </a:lnTo>
                  <a:lnTo>
                    <a:pt x="7764439" y="2488495"/>
                  </a:lnTo>
                  <a:lnTo>
                    <a:pt x="7765497" y="2471369"/>
                  </a:lnTo>
                  <a:lnTo>
                    <a:pt x="7766555" y="2454638"/>
                  </a:lnTo>
                  <a:lnTo>
                    <a:pt x="7767613" y="2439274"/>
                  </a:lnTo>
                  <a:lnTo>
                    <a:pt x="7768670" y="2424955"/>
                  </a:lnTo>
                  <a:lnTo>
                    <a:pt x="7769728" y="2411365"/>
                  </a:lnTo>
                  <a:lnTo>
                    <a:pt x="7770786" y="2398148"/>
                  </a:lnTo>
                  <a:lnTo>
                    <a:pt x="7771844" y="2385636"/>
                  </a:lnTo>
                  <a:lnTo>
                    <a:pt x="7772902" y="2374240"/>
                  </a:lnTo>
                  <a:lnTo>
                    <a:pt x="7773960" y="2364043"/>
                  </a:lnTo>
                  <a:lnTo>
                    <a:pt x="7775017" y="2355305"/>
                  </a:lnTo>
                  <a:lnTo>
                    <a:pt x="7776075" y="2349096"/>
                  </a:lnTo>
                  <a:lnTo>
                    <a:pt x="7777133" y="2345650"/>
                  </a:lnTo>
                  <a:lnTo>
                    <a:pt x="7778191" y="2345010"/>
                  </a:lnTo>
                  <a:lnTo>
                    <a:pt x="7779249" y="2346963"/>
                  </a:lnTo>
                  <a:lnTo>
                    <a:pt x="7780307" y="2350960"/>
                  </a:lnTo>
                  <a:lnTo>
                    <a:pt x="7781364" y="2356314"/>
                  </a:lnTo>
                  <a:lnTo>
                    <a:pt x="7782422" y="2363067"/>
                  </a:lnTo>
                  <a:lnTo>
                    <a:pt x="7783480" y="2370711"/>
                  </a:lnTo>
                  <a:lnTo>
                    <a:pt x="7784538" y="2379088"/>
                  </a:lnTo>
                  <a:lnTo>
                    <a:pt x="7785596" y="2388323"/>
                  </a:lnTo>
                  <a:lnTo>
                    <a:pt x="7786654" y="2398501"/>
                  </a:lnTo>
                  <a:lnTo>
                    <a:pt x="7787712" y="2409236"/>
                  </a:lnTo>
                  <a:lnTo>
                    <a:pt x="7788769" y="2420262"/>
                  </a:lnTo>
                  <a:lnTo>
                    <a:pt x="7789827" y="2431204"/>
                  </a:lnTo>
                  <a:lnTo>
                    <a:pt x="7790885" y="2441564"/>
                  </a:lnTo>
                  <a:lnTo>
                    <a:pt x="7791943" y="2450522"/>
                  </a:lnTo>
                  <a:lnTo>
                    <a:pt x="7793001" y="2457540"/>
                  </a:lnTo>
                  <a:lnTo>
                    <a:pt x="7794059" y="2462033"/>
                  </a:lnTo>
                  <a:lnTo>
                    <a:pt x="7795116" y="2464343"/>
                  </a:lnTo>
                  <a:lnTo>
                    <a:pt x="7796174" y="2465079"/>
                  </a:lnTo>
                  <a:lnTo>
                    <a:pt x="7797232" y="2464628"/>
                  </a:lnTo>
                  <a:lnTo>
                    <a:pt x="7798290" y="2462769"/>
                  </a:lnTo>
                  <a:lnTo>
                    <a:pt x="7799348" y="2459006"/>
                  </a:lnTo>
                  <a:lnTo>
                    <a:pt x="7800406" y="2453721"/>
                  </a:lnTo>
                  <a:lnTo>
                    <a:pt x="7801463" y="2447203"/>
                  </a:lnTo>
                  <a:lnTo>
                    <a:pt x="7802521" y="2439149"/>
                  </a:lnTo>
                  <a:lnTo>
                    <a:pt x="7803579" y="2428755"/>
                  </a:lnTo>
                  <a:lnTo>
                    <a:pt x="7804637" y="2416418"/>
                  </a:lnTo>
                  <a:lnTo>
                    <a:pt x="7805695" y="2402987"/>
                  </a:lnTo>
                  <a:lnTo>
                    <a:pt x="7806753" y="2389365"/>
                  </a:lnTo>
                  <a:lnTo>
                    <a:pt x="7807810" y="2375678"/>
                  </a:lnTo>
                  <a:lnTo>
                    <a:pt x="7808868" y="2362147"/>
                  </a:lnTo>
                  <a:lnTo>
                    <a:pt x="7809926" y="2349723"/>
                  </a:lnTo>
                  <a:lnTo>
                    <a:pt x="7810984" y="2338630"/>
                  </a:lnTo>
                  <a:lnTo>
                    <a:pt x="7812042" y="2328758"/>
                  </a:lnTo>
                  <a:lnTo>
                    <a:pt x="7813100" y="2320584"/>
                  </a:lnTo>
                  <a:lnTo>
                    <a:pt x="7814158" y="2314271"/>
                  </a:lnTo>
                  <a:lnTo>
                    <a:pt x="7815215" y="2310226"/>
                  </a:lnTo>
                  <a:lnTo>
                    <a:pt x="7816273" y="2308540"/>
                  </a:lnTo>
                  <a:lnTo>
                    <a:pt x="7817331" y="2308737"/>
                  </a:lnTo>
                  <a:lnTo>
                    <a:pt x="7818389" y="2310511"/>
                  </a:lnTo>
                  <a:lnTo>
                    <a:pt x="7819447" y="2313711"/>
                  </a:lnTo>
                  <a:lnTo>
                    <a:pt x="7820505" y="2316690"/>
                  </a:lnTo>
                  <a:lnTo>
                    <a:pt x="7821562" y="2317905"/>
                  </a:lnTo>
                  <a:lnTo>
                    <a:pt x="7822620" y="2315466"/>
                  </a:lnTo>
                  <a:lnTo>
                    <a:pt x="7823678" y="2307522"/>
                  </a:lnTo>
                  <a:lnTo>
                    <a:pt x="7824736" y="2293153"/>
                  </a:lnTo>
                  <a:lnTo>
                    <a:pt x="7825794" y="2270904"/>
                  </a:lnTo>
                  <a:lnTo>
                    <a:pt x="7826852" y="2242366"/>
                  </a:lnTo>
                  <a:lnTo>
                    <a:pt x="7827909" y="2209507"/>
                  </a:lnTo>
                  <a:lnTo>
                    <a:pt x="7828967" y="2172154"/>
                  </a:lnTo>
                  <a:lnTo>
                    <a:pt x="7830025" y="2130496"/>
                  </a:lnTo>
                  <a:lnTo>
                    <a:pt x="7831083" y="2085581"/>
                  </a:lnTo>
                  <a:lnTo>
                    <a:pt x="7832141" y="2037082"/>
                  </a:lnTo>
                  <a:lnTo>
                    <a:pt x="7833199" y="1986386"/>
                  </a:lnTo>
                  <a:lnTo>
                    <a:pt x="7834256" y="1934806"/>
                  </a:lnTo>
                  <a:lnTo>
                    <a:pt x="7835314" y="1883028"/>
                  </a:lnTo>
                  <a:lnTo>
                    <a:pt x="7836372" y="1832672"/>
                  </a:lnTo>
                  <a:lnTo>
                    <a:pt x="7837430" y="1783845"/>
                  </a:lnTo>
                  <a:lnTo>
                    <a:pt x="7838488" y="1736989"/>
                  </a:lnTo>
                  <a:lnTo>
                    <a:pt x="7839546" y="1692576"/>
                  </a:lnTo>
                  <a:lnTo>
                    <a:pt x="7840604" y="1650527"/>
                  </a:lnTo>
                  <a:lnTo>
                    <a:pt x="7841661" y="1610400"/>
                  </a:lnTo>
                  <a:lnTo>
                    <a:pt x="7842719" y="1571475"/>
                  </a:lnTo>
                  <a:lnTo>
                    <a:pt x="7843777" y="1533504"/>
                  </a:lnTo>
                  <a:lnTo>
                    <a:pt x="7844835" y="1496890"/>
                  </a:lnTo>
                  <a:lnTo>
                    <a:pt x="7845893" y="1462299"/>
                  </a:lnTo>
                  <a:lnTo>
                    <a:pt x="7846951" y="1429971"/>
                  </a:lnTo>
                  <a:lnTo>
                    <a:pt x="7848008" y="1400390"/>
                  </a:lnTo>
                  <a:lnTo>
                    <a:pt x="7849066" y="1373282"/>
                  </a:lnTo>
                  <a:lnTo>
                    <a:pt x="7850124" y="1348624"/>
                  </a:lnTo>
                  <a:lnTo>
                    <a:pt x="7851182" y="1326324"/>
                  </a:lnTo>
                  <a:lnTo>
                    <a:pt x="7852240" y="1305987"/>
                  </a:lnTo>
                  <a:lnTo>
                    <a:pt x="7853298" y="1287509"/>
                  </a:lnTo>
                  <a:lnTo>
                    <a:pt x="7854355" y="1270794"/>
                  </a:lnTo>
                  <a:lnTo>
                    <a:pt x="7855413" y="1255863"/>
                  </a:lnTo>
                  <a:lnTo>
                    <a:pt x="7856471" y="1242933"/>
                  </a:lnTo>
                  <a:lnTo>
                    <a:pt x="7857529" y="1232123"/>
                  </a:lnTo>
                  <a:lnTo>
                    <a:pt x="7858587" y="1222903"/>
                  </a:lnTo>
                  <a:lnTo>
                    <a:pt x="7859645" y="1214904"/>
                  </a:lnTo>
                  <a:lnTo>
                    <a:pt x="7860702" y="1207755"/>
                  </a:lnTo>
                  <a:lnTo>
                    <a:pt x="7861760" y="1200787"/>
                  </a:lnTo>
                  <a:lnTo>
                    <a:pt x="7862818" y="1193581"/>
                  </a:lnTo>
                  <a:lnTo>
                    <a:pt x="7863876" y="1185598"/>
                  </a:lnTo>
                  <a:lnTo>
                    <a:pt x="7864934" y="1176883"/>
                  </a:lnTo>
                  <a:lnTo>
                    <a:pt x="7865992" y="1167705"/>
                  </a:lnTo>
                  <a:lnTo>
                    <a:pt x="7867050" y="1158256"/>
                  </a:lnTo>
                  <a:lnTo>
                    <a:pt x="7868107" y="1148528"/>
                  </a:lnTo>
                  <a:lnTo>
                    <a:pt x="7869165" y="1138738"/>
                  </a:lnTo>
                  <a:lnTo>
                    <a:pt x="7870223" y="1128952"/>
                  </a:lnTo>
                  <a:lnTo>
                    <a:pt x="7871281" y="1119218"/>
                  </a:lnTo>
                  <a:lnTo>
                    <a:pt x="7872339" y="1109534"/>
                  </a:lnTo>
                  <a:lnTo>
                    <a:pt x="7873397" y="1100168"/>
                  </a:lnTo>
                  <a:lnTo>
                    <a:pt x="7874454" y="1091763"/>
                  </a:lnTo>
                  <a:lnTo>
                    <a:pt x="7875512" y="1084562"/>
                  </a:lnTo>
                  <a:lnTo>
                    <a:pt x="7876570" y="1078825"/>
                  </a:lnTo>
                  <a:lnTo>
                    <a:pt x="7877628" y="1074857"/>
                  </a:lnTo>
                  <a:lnTo>
                    <a:pt x="7878686" y="1072910"/>
                  </a:lnTo>
                  <a:lnTo>
                    <a:pt x="7879744" y="1073054"/>
                  </a:lnTo>
                  <a:lnTo>
                    <a:pt x="7880801" y="1074964"/>
                  </a:lnTo>
                  <a:lnTo>
                    <a:pt x="7881859" y="1078286"/>
                  </a:lnTo>
                  <a:lnTo>
                    <a:pt x="7882917" y="1082996"/>
                  </a:lnTo>
                  <a:lnTo>
                    <a:pt x="7883975" y="1089086"/>
                  </a:lnTo>
                  <a:lnTo>
                    <a:pt x="7885033" y="1096631"/>
                  </a:lnTo>
                  <a:lnTo>
                    <a:pt x="7886091" y="1105473"/>
                  </a:lnTo>
                  <a:lnTo>
                    <a:pt x="7887148" y="1115363"/>
                  </a:lnTo>
                  <a:lnTo>
                    <a:pt x="7888206" y="1126260"/>
                  </a:lnTo>
                  <a:lnTo>
                    <a:pt x="7889264" y="1137832"/>
                  </a:lnTo>
                  <a:lnTo>
                    <a:pt x="7890322" y="1149962"/>
                  </a:lnTo>
                  <a:lnTo>
                    <a:pt x="7891380" y="1162490"/>
                  </a:lnTo>
                  <a:lnTo>
                    <a:pt x="7892438" y="1175247"/>
                  </a:lnTo>
                  <a:lnTo>
                    <a:pt x="7893496" y="1187931"/>
                  </a:lnTo>
                  <a:lnTo>
                    <a:pt x="7894553" y="1200530"/>
                  </a:lnTo>
                  <a:lnTo>
                    <a:pt x="7895611" y="1213265"/>
                  </a:lnTo>
                  <a:lnTo>
                    <a:pt x="7896669" y="1226244"/>
                  </a:lnTo>
                  <a:lnTo>
                    <a:pt x="7897727" y="1239048"/>
                  </a:lnTo>
                  <a:lnTo>
                    <a:pt x="7898785" y="1251369"/>
                  </a:lnTo>
                  <a:lnTo>
                    <a:pt x="7899843" y="1262916"/>
                  </a:lnTo>
                  <a:lnTo>
                    <a:pt x="7900900" y="1273403"/>
                  </a:lnTo>
                  <a:lnTo>
                    <a:pt x="7901958" y="1283146"/>
                  </a:lnTo>
                  <a:lnTo>
                    <a:pt x="7903016" y="1292244"/>
                  </a:lnTo>
                  <a:lnTo>
                    <a:pt x="7904074" y="1300599"/>
                  </a:lnTo>
                  <a:lnTo>
                    <a:pt x="7905132" y="1308539"/>
                  </a:lnTo>
                  <a:lnTo>
                    <a:pt x="7906190" y="1315942"/>
                  </a:lnTo>
                  <a:lnTo>
                    <a:pt x="7907247" y="1322735"/>
                  </a:lnTo>
                  <a:lnTo>
                    <a:pt x="7908305" y="1328896"/>
                  </a:lnTo>
                  <a:lnTo>
                    <a:pt x="7909363" y="1334661"/>
                  </a:lnTo>
                  <a:lnTo>
                    <a:pt x="7910421" y="1339845"/>
                  </a:lnTo>
                  <a:lnTo>
                    <a:pt x="7911479" y="1344847"/>
                  </a:lnTo>
                  <a:lnTo>
                    <a:pt x="7912537" y="1350002"/>
                  </a:lnTo>
                  <a:lnTo>
                    <a:pt x="7913594" y="1356001"/>
                  </a:lnTo>
                  <a:lnTo>
                    <a:pt x="7914652" y="1363480"/>
                  </a:lnTo>
                  <a:lnTo>
                    <a:pt x="7915710" y="1372852"/>
                  </a:lnTo>
                  <a:lnTo>
                    <a:pt x="7916768" y="1384540"/>
                  </a:lnTo>
                  <a:lnTo>
                    <a:pt x="7917826" y="1398260"/>
                  </a:lnTo>
                  <a:lnTo>
                    <a:pt x="7918884" y="1413533"/>
                  </a:lnTo>
                  <a:lnTo>
                    <a:pt x="7919942" y="1430032"/>
                  </a:lnTo>
                  <a:lnTo>
                    <a:pt x="7920999" y="1447594"/>
                  </a:lnTo>
                  <a:lnTo>
                    <a:pt x="7922057" y="1466042"/>
                  </a:lnTo>
                  <a:lnTo>
                    <a:pt x="7923115" y="1485427"/>
                  </a:lnTo>
                  <a:lnTo>
                    <a:pt x="7924173" y="1505591"/>
                  </a:lnTo>
                  <a:lnTo>
                    <a:pt x="7925231" y="1526429"/>
                  </a:lnTo>
                  <a:lnTo>
                    <a:pt x="7926289" y="1547692"/>
                  </a:lnTo>
                  <a:lnTo>
                    <a:pt x="7927346" y="1568543"/>
                  </a:lnTo>
                  <a:lnTo>
                    <a:pt x="7928404" y="1588914"/>
                  </a:lnTo>
                  <a:lnTo>
                    <a:pt x="7929462" y="1608568"/>
                  </a:lnTo>
                  <a:lnTo>
                    <a:pt x="7930520" y="1626556"/>
                  </a:lnTo>
                  <a:lnTo>
                    <a:pt x="7931578" y="1642439"/>
                  </a:lnTo>
                  <a:lnTo>
                    <a:pt x="7932636" y="1655300"/>
                  </a:lnTo>
                  <a:lnTo>
                    <a:pt x="7933693" y="1664689"/>
                  </a:lnTo>
                  <a:lnTo>
                    <a:pt x="7934751" y="1671365"/>
                  </a:lnTo>
                  <a:lnTo>
                    <a:pt x="7935809" y="1675855"/>
                  </a:lnTo>
                  <a:lnTo>
                    <a:pt x="7936867" y="1678474"/>
                  </a:lnTo>
                  <a:lnTo>
                    <a:pt x="7937925" y="1679961"/>
                  </a:lnTo>
                  <a:lnTo>
                    <a:pt x="7938983" y="1681057"/>
                  </a:lnTo>
                  <a:lnTo>
                    <a:pt x="7940040" y="1682355"/>
                  </a:lnTo>
                  <a:lnTo>
                    <a:pt x="7941098" y="1684173"/>
                  </a:lnTo>
                  <a:lnTo>
                    <a:pt x="7942156" y="1686718"/>
                  </a:lnTo>
                  <a:lnTo>
                    <a:pt x="7943214" y="1690271"/>
                  </a:lnTo>
                  <a:lnTo>
                    <a:pt x="7944272" y="1694819"/>
                  </a:lnTo>
                  <a:lnTo>
                    <a:pt x="7945330" y="1700199"/>
                  </a:lnTo>
                  <a:lnTo>
                    <a:pt x="7946388" y="1707187"/>
                  </a:lnTo>
                  <a:lnTo>
                    <a:pt x="7947445" y="1716146"/>
                  </a:lnTo>
                  <a:lnTo>
                    <a:pt x="7948503" y="1727547"/>
                  </a:lnTo>
                  <a:lnTo>
                    <a:pt x="7949561" y="1742197"/>
                  </a:lnTo>
                  <a:lnTo>
                    <a:pt x="7950619" y="1760866"/>
                  </a:lnTo>
                  <a:lnTo>
                    <a:pt x="7951677" y="1782898"/>
                  </a:lnTo>
                  <a:lnTo>
                    <a:pt x="7952735" y="1808022"/>
                  </a:lnTo>
                  <a:lnTo>
                    <a:pt x="7953792" y="1835130"/>
                  </a:lnTo>
                  <a:lnTo>
                    <a:pt x="7954850" y="1862983"/>
                  </a:lnTo>
                  <a:lnTo>
                    <a:pt x="7955908" y="1890687"/>
                  </a:lnTo>
                  <a:lnTo>
                    <a:pt x="7956966" y="1917840"/>
                  </a:lnTo>
                  <a:lnTo>
                    <a:pt x="7958024" y="1944279"/>
                  </a:lnTo>
                  <a:lnTo>
                    <a:pt x="7959082" y="1970234"/>
                  </a:lnTo>
                  <a:lnTo>
                    <a:pt x="7960139" y="1995551"/>
                  </a:lnTo>
                  <a:lnTo>
                    <a:pt x="7961197" y="2019971"/>
                  </a:lnTo>
                  <a:lnTo>
                    <a:pt x="7962255" y="2042098"/>
                  </a:lnTo>
                  <a:lnTo>
                    <a:pt x="7963313" y="2061652"/>
                  </a:lnTo>
                  <a:lnTo>
                    <a:pt x="7964371" y="2077848"/>
                  </a:lnTo>
                  <a:lnTo>
                    <a:pt x="7965429" y="2089574"/>
                  </a:lnTo>
                  <a:lnTo>
                    <a:pt x="7966486" y="2095382"/>
                  </a:lnTo>
                  <a:lnTo>
                    <a:pt x="7967544" y="2096084"/>
                  </a:lnTo>
                  <a:lnTo>
                    <a:pt x="7968602" y="2091268"/>
                  </a:lnTo>
                  <a:lnTo>
                    <a:pt x="7969660" y="2082447"/>
                  </a:lnTo>
                  <a:lnTo>
                    <a:pt x="7970718" y="2070471"/>
                  </a:lnTo>
                  <a:lnTo>
                    <a:pt x="7971776" y="2055825"/>
                  </a:lnTo>
                  <a:lnTo>
                    <a:pt x="7972834" y="2039456"/>
                  </a:lnTo>
                  <a:lnTo>
                    <a:pt x="7973891" y="2021765"/>
                  </a:lnTo>
                  <a:lnTo>
                    <a:pt x="7974949" y="2002705"/>
                  </a:lnTo>
                  <a:lnTo>
                    <a:pt x="7976007" y="1982909"/>
                  </a:lnTo>
                  <a:lnTo>
                    <a:pt x="7977065" y="1962987"/>
                  </a:lnTo>
                  <a:lnTo>
                    <a:pt x="7978123" y="1943144"/>
                  </a:lnTo>
                  <a:lnTo>
                    <a:pt x="7979181" y="1923011"/>
                  </a:lnTo>
                  <a:lnTo>
                    <a:pt x="7980238" y="1902473"/>
                  </a:lnTo>
                  <a:lnTo>
                    <a:pt x="7981296" y="1881826"/>
                  </a:lnTo>
                  <a:lnTo>
                    <a:pt x="7982354" y="1861673"/>
                  </a:lnTo>
                  <a:lnTo>
                    <a:pt x="7983412" y="1842502"/>
                  </a:lnTo>
                  <a:lnTo>
                    <a:pt x="7984470" y="1825250"/>
                  </a:lnTo>
                  <a:lnTo>
                    <a:pt x="7985528" y="1810246"/>
                  </a:lnTo>
                  <a:lnTo>
                    <a:pt x="7986585" y="1798538"/>
                  </a:lnTo>
                  <a:lnTo>
                    <a:pt x="7987643" y="1790610"/>
                  </a:lnTo>
                  <a:lnTo>
                    <a:pt x="7988701" y="1785809"/>
                  </a:lnTo>
                  <a:lnTo>
                    <a:pt x="7989759" y="1783405"/>
                  </a:lnTo>
                  <a:lnTo>
                    <a:pt x="7990817" y="1782576"/>
                  </a:lnTo>
                  <a:lnTo>
                    <a:pt x="7991875" y="1782105"/>
                  </a:lnTo>
                  <a:lnTo>
                    <a:pt x="7992932" y="1781228"/>
                  </a:lnTo>
                  <a:lnTo>
                    <a:pt x="7993990" y="1779615"/>
                  </a:lnTo>
                  <a:lnTo>
                    <a:pt x="7995048" y="1777113"/>
                  </a:lnTo>
                  <a:lnTo>
                    <a:pt x="7996106" y="1773605"/>
                  </a:lnTo>
                  <a:lnTo>
                    <a:pt x="7997164" y="1769371"/>
                  </a:lnTo>
                  <a:lnTo>
                    <a:pt x="7998222" y="1764324"/>
                  </a:lnTo>
                  <a:lnTo>
                    <a:pt x="7999280" y="1758484"/>
                  </a:lnTo>
                  <a:lnTo>
                    <a:pt x="8000337" y="1751674"/>
                  </a:lnTo>
                  <a:lnTo>
                    <a:pt x="8001395" y="1743809"/>
                  </a:lnTo>
                  <a:lnTo>
                    <a:pt x="8002453" y="1734356"/>
                  </a:lnTo>
                  <a:lnTo>
                    <a:pt x="8003511" y="1723462"/>
                  </a:lnTo>
                  <a:lnTo>
                    <a:pt x="8004569" y="1711634"/>
                  </a:lnTo>
                  <a:lnTo>
                    <a:pt x="8005627" y="1699491"/>
                  </a:lnTo>
                  <a:lnTo>
                    <a:pt x="8006684" y="1687704"/>
                  </a:lnTo>
                  <a:lnTo>
                    <a:pt x="8007742" y="1676823"/>
                  </a:lnTo>
                  <a:lnTo>
                    <a:pt x="8008800" y="1667169"/>
                  </a:lnTo>
                  <a:lnTo>
                    <a:pt x="8009858" y="1659142"/>
                  </a:lnTo>
                  <a:lnTo>
                    <a:pt x="8010916" y="1652628"/>
                  </a:lnTo>
                  <a:lnTo>
                    <a:pt x="8011974" y="1647765"/>
                  </a:lnTo>
                  <a:lnTo>
                    <a:pt x="8013031" y="1644261"/>
                  </a:lnTo>
                  <a:lnTo>
                    <a:pt x="8014089" y="1642093"/>
                  </a:lnTo>
                  <a:lnTo>
                    <a:pt x="8015147" y="1640961"/>
                  </a:lnTo>
                  <a:lnTo>
                    <a:pt x="8016205" y="1640639"/>
                  </a:lnTo>
                  <a:lnTo>
                    <a:pt x="8017263" y="1641110"/>
                  </a:lnTo>
                  <a:lnTo>
                    <a:pt x="8018321" y="1642592"/>
                  </a:lnTo>
                  <a:lnTo>
                    <a:pt x="8019378" y="1644934"/>
                  </a:lnTo>
                  <a:lnTo>
                    <a:pt x="8020436" y="1647909"/>
                  </a:lnTo>
                  <a:lnTo>
                    <a:pt x="8021494" y="1651775"/>
                  </a:lnTo>
                  <a:lnTo>
                    <a:pt x="8022552" y="1656425"/>
                  </a:lnTo>
                  <a:lnTo>
                    <a:pt x="8023610" y="1662155"/>
                  </a:lnTo>
                  <a:lnTo>
                    <a:pt x="8024668" y="1669216"/>
                  </a:lnTo>
                  <a:lnTo>
                    <a:pt x="8025726" y="1677118"/>
                  </a:lnTo>
                  <a:lnTo>
                    <a:pt x="8026783" y="1685895"/>
                  </a:lnTo>
                  <a:lnTo>
                    <a:pt x="8027841" y="1695329"/>
                  </a:lnTo>
                  <a:lnTo>
                    <a:pt x="8028899" y="1705295"/>
                  </a:lnTo>
                  <a:lnTo>
                    <a:pt x="8029957" y="1715451"/>
                  </a:lnTo>
                  <a:lnTo>
                    <a:pt x="8031015" y="1725979"/>
                  </a:lnTo>
                  <a:lnTo>
                    <a:pt x="8032073" y="1737046"/>
                  </a:lnTo>
                  <a:lnTo>
                    <a:pt x="8033130" y="1748473"/>
                  </a:lnTo>
                  <a:lnTo>
                    <a:pt x="8034188" y="1759923"/>
                  </a:lnTo>
                  <a:lnTo>
                    <a:pt x="8035246" y="1770924"/>
                  </a:lnTo>
                  <a:lnTo>
                    <a:pt x="8036304" y="1781206"/>
                  </a:lnTo>
                  <a:lnTo>
                    <a:pt x="8037362" y="1790038"/>
                  </a:lnTo>
                  <a:lnTo>
                    <a:pt x="8038420" y="1796913"/>
                  </a:lnTo>
                  <a:lnTo>
                    <a:pt x="8039477" y="1801116"/>
                  </a:lnTo>
                  <a:lnTo>
                    <a:pt x="8040535" y="1802435"/>
                  </a:lnTo>
                  <a:lnTo>
                    <a:pt x="8041593" y="1801292"/>
                  </a:lnTo>
                  <a:lnTo>
                    <a:pt x="8042651" y="1798069"/>
                  </a:lnTo>
                  <a:lnTo>
                    <a:pt x="8043709" y="1793298"/>
                  </a:lnTo>
                  <a:lnTo>
                    <a:pt x="8044767" y="1787726"/>
                  </a:lnTo>
                  <a:lnTo>
                    <a:pt x="8045824" y="1782329"/>
                  </a:lnTo>
                  <a:lnTo>
                    <a:pt x="8046882" y="1777705"/>
                  </a:lnTo>
                  <a:lnTo>
                    <a:pt x="8047940" y="1774238"/>
                  </a:lnTo>
                  <a:lnTo>
                    <a:pt x="8048998" y="1772464"/>
                  </a:lnTo>
                  <a:lnTo>
                    <a:pt x="8050056" y="1772089"/>
                  </a:lnTo>
                  <a:lnTo>
                    <a:pt x="8051114" y="1773289"/>
                  </a:lnTo>
                  <a:lnTo>
                    <a:pt x="8052172" y="1776050"/>
                  </a:lnTo>
                  <a:lnTo>
                    <a:pt x="8053229" y="1780418"/>
                  </a:lnTo>
                  <a:lnTo>
                    <a:pt x="8054287" y="1786625"/>
                  </a:lnTo>
                  <a:lnTo>
                    <a:pt x="8055345" y="1794950"/>
                  </a:lnTo>
                  <a:lnTo>
                    <a:pt x="8056403" y="1805050"/>
                  </a:lnTo>
                  <a:lnTo>
                    <a:pt x="8057461" y="1816866"/>
                  </a:lnTo>
                  <a:lnTo>
                    <a:pt x="8058519" y="1830538"/>
                  </a:lnTo>
                  <a:lnTo>
                    <a:pt x="8059576" y="1846227"/>
                  </a:lnTo>
                  <a:lnTo>
                    <a:pt x="8060634" y="1863665"/>
                  </a:lnTo>
                  <a:lnTo>
                    <a:pt x="8061692" y="1882225"/>
                  </a:lnTo>
                  <a:lnTo>
                    <a:pt x="8062750" y="1900782"/>
                  </a:lnTo>
                  <a:lnTo>
                    <a:pt x="8063808" y="1918865"/>
                  </a:lnTo>
                  <a:lnTo>
                    <a:pt x="8064866" y="1935567"/>
                  </a:lnTo>
                  <a:lnTo>
                    <a:pt x="8065923" y="1951058"/>
                  </a:lnTo>
                  <a:lnTo>
                    <a:pt x="8066981" y="1964968"/>
                  </a:lnTo>
                  <a:lnTo>
                    <a:pt x="8068039" y="1977298"/>
                  </a:lnTo>
                  <a:lnTo>
                    <a:pt x="8069097" y="1988012"/>
                  </a:lnTo>
                  <a:lnTo>
                    <a:pt x="8070155" y="1997185"/>
                  </a:lnTo>
                  <a:lnTo>
                    <a:pt x="8071213" y="2004819"/>
                  </a:lnTo>
                  <a:lnTo>
                    <a:pt x="8072270" y="2011212"/>
                  </a:lnTo>
                  <a:lnTo>
                    <a:pt x="8073328" y="2016588"/>
                  </a:lnTo>
                  <a:lnTo>
                    <a:pt x="8074386" y="2020852"/>
                  </a:lnTo>
                  <a:lnTo>
                    <a:pt x="8075444" y="2024101"/>
                  </a:lnTo>
                  <a:lnTo>
                    <a:pt x="8076502" y="2026483"/>
                  </a:lnTo>
                  <a:lnTo>
                    <a:pt x="8077560" y="2028124"/>
                  </a:lnTo>
                  <a:lnTo>
                    <a:pt x="8078618" y="2029622"/>
                  </a:lnTo>
                  <a:lnTo>
                    <a:pt x="8079675" y="2031104"/>
                  </a:lnTo>
                  <a:lnTo>
                    <a:pt x="8080733" y="2033027"/>
                  </a:lnTo>
                  <a:lnTo>
                    <a:pt x="8081791" y="2035014"/>
                  </a:lnTo>
                  <a:lnTo>
                    <a:pt x="8082849" y="2037418"/>
                  </a:lnTo>
                  <a:lnTo>
                    <a:pt x="8083907" y="2040325"/>
                  </a:lnTo>
                  <a:lnTo>
                    <a:pt x="8084965" y="2044080"/>
                  </a:lnTo>
                  <a:lnTo>
                    <a:pt x="8086022" y="2049197"/>
                  </a:lnTo>
                  <a:lnTo>
                    <a:pt x="8087080" y="2055737"/>
                  </a:lnTo>
                  <a:lnTo>
                    <a:pt x="8088138" y="2063885"/>
                  </a:lnTo>
                  <a:lnTo>
                    <a:pt x="8089196" y="2073709"/>
                  </a:lnTo>
                  <a:lnTo>
                    <a:pt x="8090254" y="2085175"/>
                  </a:lnTo>
                  <a:lnTo>
                    <a:pt x="8091312" y="2098523"/>
                  </a:lnTo>
                  <a:lnTo>
                    <a:pt x="8092369" y="2113965"/>
                  </a:lnTo>
                  <a:lnTo>
                    <a:pt x="8093427" y="2131223"/>
                  </a:lnTo>
                  <a:lnTo>
                    <a:pt x="8094485" y="2150350"/>
                  </a:lnTo>
                  <a:lnTo>
                    <a:pt x="8095543" y="2171724"/>
                  </a:lnTo>
                  <a:lnTo>
                    <a:pt x="8096601" y="2195534"/>
                  </a:lnTo>
                  <a:lnTo>
                    <a:pt x="8097659" y="2222229"/>
                  </a:lnTo>
                  <a:lnTo>
                    <a:pt x="8098716" y="2251698"/>
                  </a:lnTo>
                  <a:lnTo>
                    <a:pt x="8099774" y="2282873"/>
                  </a:lnTo>
                  <a:lnTo>
                    <a:pt x="8100832" y="2314860"/>
                  </a:lnTo>
                  <a:lnTo>
                    <a:pt x="8101890" y="2346586"/>
                  </a:lnTo>
                  <a:lnTo>
                    <a:pt x="8102948" y="2377445"/>
                  </a:lnTo>
                  <a:lnTo>
                    <a:pt x="8104006" y="2406364"/>
                  </a:lnTo>
                  <a:lnTo>
                    <a:pt x="8105064" y="2432779"/>
                  </a:lnTo>
                  <a:lnTo>
                    <a:pt x="8106121" y="2456736"/>
                  </a:lnTo>
                  <a:lnTo>
                    <a:pt x="8107179" y="2477389"/>
                  </a:lnTo>
                  <a:lnTo>
                    <a:pt x="8108237" y="2493688"/>
                  </a:lnTo>
                  <a:lnTo>
                    <a:pt x="8109295" y="2505615"/>
                  </a:lnTo>
                  <a:lnTo>
                    <a:pt x="8110353" y="2513534"/>
                  </a:lnTo>
                  <a:lnTo>
                    <a:pt x="8111411" y="2516732"/>
                  </a:lnTo>
                  <a:lnTo>
                    <a:pt x="8112468" y="2514116"/>
                  </a:lnTo>
                  <a:lnTo>
                    <a:pt x="8113526" y="2504935"/>
                  </a:lnTo>
                  <a:lnTo>
                    <a:pt x="8114584" y="2490473"/>
                  </a:lnTo>
                  <a:lnTo>
                    <a:pt x="8115642" y="2474105"/>
                  </a:lnTo>
                  <a:lnTo>
                    <a:pt x="8116700" y="2457282"/>
                  </a:lnTo>
                  <a:lnTo>
                    <a:pt x="8117758" y="2440888"/>
                  </a:lnTo>
                  <a:lnTo>
                    <a:pt x="8118815" y="2425626"/>
                  </a:lnTo>
                  <a:lnTo>
                    <a:pt x="8119873" y="2412292"/>
                  </a:lnTo>
                  <a:lnTo>
                    <a:pt x="8120931" y="2401559"/>
                  </a:lnTo>
                  <a:lnTo>
                    <a:pt x="8121989" y="2393706"/>
                  </a:lnTo>
                  <a:lnTo>
                    <a:pt x="8123047" y="2388654"/>
                  </a:lnTo>
                  <a:lnTo>
                    <a:pt x="8124105" y="2386142"/>
                  </a:lnTo>
                  <a:lnTo>
                    <a:pt x="8125162" y="2386216"/>
                  </a:lnTo>
                  <a:lnTo>
                    <a:pt x="8126220" y="2388111"/>
                  </a:lnTo>
                  <a:lnTo>
                    <a:pt x="8127278" y="2391537"/>
                  </a:lnTo>
                  <a:lnTo>
                    <a:pt x="8128336" y="2396384"/>
                  </a:lnTo>
                  <a:lnTo>
                    <a:pt x="8129394" y="2402966"/>
                  </a:lnTo>
                  <a:lnTo>
                    <a:pt x="8130452" y="2410808"/>
                  </a:lnTo>
                  <a:lnTo>
                    <a:pt x="8131510" y="2418802"/>
                  </a:lnTo>
                  <a:lnTo>
                    <a:pt x="8132567" y="2426449"/>
                  </a:lnTo>
                  <a:lnTo>
                    <a:pt x="8133625" y="2433406"/>
                  </a:lnTo>
                  <a:lnTo>
                    <a:pt x="8134683" y="2439545"/>
                  </a:lnTo>
                  <a:lnTo>
                    <a:pt x="8135741" y="2444018"/>
                  </a:lnTo>
                  <a:lnTo>
                    <a:pt x="8136799" y="2445404"/>
                  </a:lnTo>
                  <a:lnTo>
                    <a:pt x="8137857" y="2443177"/>
                  </a:lnTo>
                  <a:lnTo>
                    <a:pt x="8138914" y="2437342"/>
                  </a:lnTo>
                  <a:lnTo>
                    <a:pt x="8139972" y="2428514"/>
                  </a:lnTo>
                  <a:lnTo>
                    <a:pt x="8141030" y="2417230"/>
                  </a:lnTo>
                  <a:lnTo>
                    <a:pt x="8142088" y="2403910"/>
                  </a:lnTo>
                  <a:lnTo>
                    <a:pt x="8143146" y="2389165"/>
                  </a:lnTo>
                  <a:lnTo>
                    <a:pt x="8144204" y="2373977"/>
                  </a:lnTo>
                  <a:lnTo>
                    <a:pt x="8145261" y="2359078"/>
                  </a:lnTo>
                  <a:lnTo>
                    <a:pt x="8146319" y="2344709"/>
                  </a:lnTo>
                  <a:lnTo>
                    <a:pt x="8147377" y="2330837"/>
                  </a:lnTo>
                  <a:lnTo>
                    <a:pt x="8148435" y="2317370"/>
                  </a:lnTo>
                  <a:lnTo>
                    <a:pt x="8149493" y="2304496"/>
                  </a:lnTo>
                  <a:lnTo>
                    <a:pt x="8150551" y="2292341"/>
                  </a:lnTo>
                  <a:lnTo>
                    <a:pt x="8151608" y="2281546"/>
                  </a:lnTo>
                  <a:lnTo>
                    <a:pt x="8152666" y="2272698"/>
                  </a:lnTo>
                  <a:lnTo>
                    <a:pt x="8153724" y="2265929"/>
                  </a:lnTo>
                  <a:lnTo>
                    <a:pt x="8154782" y="2260998"/>
                  </a:lnTo>
                  <a:lnTo>
                    <a:pt x="8155840" y="2258149"/>
                  </a:lnTo>
                  <a:lnTo>
                    <a:pt x="8156898" y="2257607"/>
                  </a:lnTo>
                  <a:lnTo>
                    <a:pt x="8157956" y="2259340"/>
                  </a:lnTo>
                  <a:lnTo>
                    <a:pt x="8159013" y="2262775"/>
                  </a:lnTo>
                  <a:lnTo>
                    <a:pt x="8160071" y="2267052"/>
                  </a:lnTo>
                  <a:lnTo>
                    <a:pt x="8161129" y="2271640"/>
                  </a:lnTo>
                  <a:lnTo>
                    <a:pt x="8162187" y="2276304"/>
                  </a:lnTo>
                  <a:lnTo>
                    <a:pt x="8163245" y="2280561"/>
                  </a:lnTo>
                  <a:lnTo>
                    <a:pt x="8164303" y="2284307"/>
                  </a:lnTo>
                  <a:lnTo>
                    <a:pt x="8165360" y="2287470"/>
                  </a:lnTo>
                  <a:lnTo>
                    <a:pt x="8166418" y="2290545"/>
                  </a:lnTo>
                  <a:lnTo>
                    <a:pt x="8167476" y="2293421"/>
                  </a:lnTo>
                  <a:lnTo>
                    <a:pt x="8168534" y="2295788"/>
                  </a:lnTo>
                  <a:lnTo>
                    <a:pt x="8169592" y="2297988"/>
                  </a:lnTo>
                  <a:lnTo>
                    <a:pt x="8170650" y="2300108"/>
                  </a:lnTo>
                  <a:lnTo>
                    <a:pt x="8171707" y="2301322"/>
                  </a:lnTo>
                  <a:lnTo>
                    <a:pt x="8172765" y="2301150"/>
                  </a:lnTo>
                  <a:lnTo>
                    <a:pt x="8173823" y="2299433"/>
                  </a:lnTo>
                  <a:lnTo>
                    <a:pt x="8174881" y="2296308"/>
                  </a:lnTo>
                  <a:lnTo>
                    <a:pt x="8175939" y="2292137"/>
                  </a:lnTo>
                  <a:lnTo>
                    <a:pt x="8176997" y="2286932"/>
                  </a:lnTo>
                  <a:lnTo>
                    <a:pt x="8178054" y="2280275"/>
                  </a:lnTo>
                  <a:lnTo>
                    <a:pt x="8179112" y="2273314"/>
                  </a:lnTo>
                  <a:lnTo>
                    <a:pt x="8180170" y="2266431"/>
                  </a:lnTo>
                  <a:lnTo>
                    <a:pt x="8181228" y="2259590"/>
                  </a:lnTo>
                  <a:lnTo>
                    <a:pt x="8182286" y="2252352"/>
                  </a:lnTo>
                  <a:lnTo>
                    <a:pt x="8183344" y="2244530"/>
                  </a:lnTo>
                  <a:lnTo>
                    <a:pt x="8184402" y="2235758"/>
                  </a:lnTo>
                  <a:lnTo>
                    <a:pt x="8185459" y="2226181"/>
                  </a:lnTo>
                  <a:lnTo>
                    <a:pt x="8186517" y="2216025"/>
                  </a:lnTo>
                  <a:lnTo>
                    <a:pt x="8187575" y="2205327"/>
                  </a:lnTo>
                  <a:lnTo>
                    <a:pt x="8188633" y="2194182"/>
                  </a:lnTo>
                  <a:lnTo>
                    <a:pt x="8189691" y="2182704"/>
                  </a:lnTo>
                  <a:lnTo>
                    <a:pt x="8190749" y="2171060"/>
                  </a:lnTo>
                  <a:lnTo>
                    <a:pt x="8191806" y="2160026"/>
                  </a:lnTo>
                  <a:lnTo>
                    <a:pt x="8192864" y="2149542"/>
                  </a:lnTo>
                  <a:lnTo>
                    <a:pt x="8193922" y="2139528"/>
                  </a:lnTo>
                  <a:lnTo>
                    <a:pt x="8194980" y="2130063"/>
                  </a:lnTo>
                  <a:lnTo>
                    <a:pt x="8196038" y="2120919"/>
                  </a:lnTo>
                  <a:lnTo>
                    <a:pt x="8197096" y="2111777"/>
                  </a:lnTo>
                  <a:lnTo>
                    <a:pt x="8198153" y="2102255"/>
                  </a:lnTo>
                  <a:lnTo>
                    <a:pt x="8199211" y="2092511"/>
                  </a:lnTo>
                  <a:lnTo>
                    <a:pt x="8200269" y="2083364"/>
                  </a:lnTo>
                  <a:lnTo>
                    <a:pt x="8201327" y="2074801"/>
                  </a:lnTo>
                  <a:lnTo>
                    <a:pt x="8202385" y="2066720"/>
                  </a:lnTo>
                  <a:lnTo>
                    <a:pt x="8203443" y="2059304"/>
                  </a:lnTo>
                  <a:lnTo>
                    <a:pt x="8204500" y="2052478"/>
                  </a:lnTo>
                  <a:lnTo>
                    <a:pt x="8205558" y="2046345"/>
                  </a:lnTo>
                  <a:lnTo>
                    <a:pt x="8206616" y="2040744"/>
                  </a:lnTo>
                  <a:lnTo>
                    <a:pt x="8207674" y="2035125"/>
                  </a:lnTo>
                  <a:lnTo>
                    <a:pt x="8208732" y="2029748"/>
                  </a:lnTo>
                  <a:lnTo>
                    <a:pt x="8209790" y="2025062"/>
                  </a:lnTo>
                  <a:lnTo>
                    <a:pt x="8210848" y="2020737"/>
                  </a:lnTo>
                  <a:lnTo>
                    <a:pt x="8211905" y="2016971"/>
                  </a:lnTo>
                  <a:lnTo>
                    <a:pt x="8212963" y="2014171"/>
                  </a:lnTo>
                  <a:lnTo>
                    <a:pt x="8214021" y="2012878"/>
                  </a:lnTo>
                  <a:lnTo>
                    <a:pt x="8215079" y="2013319"/>
                  </a:lnTo>
                  <a:lnTo>
                    <a:pt x="8216137" y="2015269"/>
                  </a:lnTo>
                  <a:lnTo>
                    <a:pt x="8217195" y="2018321"/>
                  </a:lnTo>
                  <a:lnTo>
                    <a:pt x="8218252" y="2022443"/>
                  </a:lnTo>
                  <a:lnTo>
                    <a:pt x="8219310" y="2027721"/>
                  </a:lnTo>
                  <a:lnTo>
                    <a:pt x="8220368" y="2034014"/>
                  </a:lnTo>
                  <a:lnTo>
                    <a:pt x="8221426" y="2040750"/>
                  </a:lnTo>
                  <a:lnTo>
                    <a:pt x="8222484" y="2047091"/>
                  </a:lnTo>
                  <a:lnTo>
                    <a:pt x="8223542" y="2052799"/>
                  </a:lnTo>
                  <a:lnTo>
                    <a:pt x="8224599" y="2057927"/>
                  </a:lnTo>
                  <a:lnTo>
                    <a:pt x="8225657" y="2062729"/>
                  </a:lnTo>
                  <a:lnTo>
                    <a:pt x="8226715" y="2067489"/>
                  </a:lnTo>
                  <a:lnTo>
                    <a:pt x="8227773" y="2072183"/>
                  </a:lnTo>
                  <a:lnTo>
                    <a:pt x="8228831" y="2076476"/>
                  </a:lnTo>
                  <a:lnTo>
                    <a:pt x="8229889" y="2080656"/>
                  </a:lnTo>
                  <a:lnTo>
                    <a:pt x="8230946" y="2084931"/>
                  </a:lnTo>
                  <a:lnTo>
                    <a:pt x="8232004" y="2088750"/>
                  </a:lnTo>
                  <a:lnTo>
                    <a:pt x="8233062" y="2092058"/>
                  </a:lnTo>
                  <a:lnTo>
                    <a:pt x="8234120" y="2094667"/>
                  </a:lnTo>
                  <a:lnTo>
                    <a:pt x="8235178" y="2096391"/>
                  </a:lnTo>
                  <a:lnTo>
                    <a:pt x="8236236" y="2097552"/>
                  </a:lnTo>
                  <a:lnTo>
                    <a:pt x="8237294" y="2099396"/>
                  </a:lnTo>
                  <a:lnTo>
                    <a:pt x="8238351" y="2102542"/>
                  </a:lnTo>
                  <a:lnTo>
                    <a:pt x="8239409" y="2106754"/>
                  </a:lnTo>
                  <a:lnTo>
                    <a:pt x="8240467" y="2112471"/>
                  </a:lnTo>
                  <a:lnTo>
                    <a:pt x="8241525" y="2119920"/>
                  </a:lnTo>
                  <a:lnTo>
                    <a:pt x="8242583" y="2129275"/>
                  </a:lnTo>
                  <a:lnTo>
                    <a:pt x="8243641" y="2140589"/>
                  </a:lnTo>
                  <a:lnTo>
                    <a:pt x="8244698" y="2153397"/>
                  </a:lnTo>
                  <a:lnTo>
                    <a:pt x="8245756" y="2167396"/>
                  </a:lnTo>
                  <a:lnTo>
                    <a:pt x="8246814" y="2182581"/>
                  </a:lnTo>
                  <a:lnTo>
                    <a:pt x="8247872" y="2199047"/>
                  </a:lnTo>
                  <a:lnTo>
                    <a:pt x="8248930" y="2216745"/>
                  </a:lnTo>
                  <a:lnTo>
                    <a:pt x="8249988" y="2235875"/>
                  </a:lnTo>
                  <a:lnTo>
                    <a:pt x="8251045" y="2257148"/>
                  </a:lnTo>
                  <a:lnTo>
                    <a:pt x="8252103" y="2280587"/>
                  </a:lnTo>
                  <a:lnTo>
                    <a:pt x="8253161" y="2304862"/>
                  </a:lnTo>
                  <a:lnTo>
                    <a:pt x="8254219" y="2329899"/>
                  </a:lnTo>
                  <a:lnTo>
                    <a:pt x="8255277" y="2356131"/>
                  </a:lnTo>
                  <a:lnTo>
                    <a:pt x="8256335" y="2382667"/>
                  </a:lnTo>
                  <a:lnTo>
                    <a:pt x="8257392" y="2408384"/>
                  </a:lnTo>
                  <a:lnTo>
                    <a:pt x="8258450" y="2431653"/>
                  </a:lnTo>
                  <a:lnTo>
                    <a:pt x="8259508" y="2451621"/>
                  </a:lnTo>
                  <a:lnTo>
                    <a:pt x="8260566" y="2469093"/>
                  </a:lnTo>
                  <a:lnTo>
                    <a:pt x="8261624" y="2483027"/>
                  </a:lnTo>
                  <a:lnTo>
                    <a:pt x="8262682" y="2492415"/>
                  </a:lnTo>
                  <a:lnTo>
                    <a:pt x="8263740" y="2498166"/>
                  </a:lnTo>
                  <a:lnTo>
                    <a:pt x="8264797" y="2501304"/>
                  </a:lnTo>
                  <a:lnTo>
                    <a:pt x="8265855" y="2501914"/>
                  </a:lnTo>
                  <a:lnTo>
                    <a:pt x="8266913" y="2499569"/>
                  </a:lnTo>
                  <a:lnTo>
                    <a:pt x="8267971" y="2494358"/>
                  </a:lnTo>
                  <a:lnTo>
                    <a:pt x="8269029" y="2487329"/>
                  </a:lnTo>
                  <a:lnTo>
                    <a:pt x="8270087" y="2479176"/>
                  </a:lnTo>
                  <a:lnTo>
                    <a:pt x="8271144" y="2470479"/>
                  </a:lnTo>
                  <a:lnTo>
                    <a:pt x="8272202" y="2461614"/>
                  </a:lnTo>
                  <a:lnTo>
                    <a:pt x="8273260" y="2452867"/>
                  </a:lnTo>
                  <a:lnTo>
                    <a:pt x="8274318" y="2445292"/>
                  </a:lnTo>
                  <a:lnTo>
                    <a:pt x="8275376" y="2440023"/>
                  </a:lnTo>
                  <a:lnTo>
                    <a:pt x="8276434" y="2437035"/>
                  </a:lnTo>
                  <a:lnTo>
                    <a:pt x="8277491" y="2437015"/>
                  </a:lnTo>
                  <a:lnTo>
                    <a:pt x="8278549" y="2439363"/>
                  </a:lnTo>
                  <a:lnTo>
                    <a:pt x="8279607" y="2443000"/>
                  </a:lnTo>
                  <a:lnTo>
                    <a:pt x="8280665" y="2446639"/>
                  </a:lnTo>
                  <a:lnTo>
                    <a:pt x="8281723" y="2450212"/>
                  </a:lnTo>
                  <a:lnTo>
                    <a:pt x="8282781" y="2453438"/>
                  </a:lnTo>
                  <a:lnTo>
                    <a:pt x="8283838" y="2456466"/>
                  </a:lnTo>
                  <a:lnTo>
                    <a:pt x="8284896" y="2459116"/>
                  </a:lnTo>
                  <a:lnTo>
                    <a:pt x="8285954" y="2461410"/>
                  </a:lnTo>
                  <a:lnTo>
                    <a:pt x="8287012" y="2462949"/>
                  </a:lnTo>
                  <a:lnTo>
                    <a:pt x="8288070" y="2464397"/>
                  </a:lnTo>
                  <a:lnTo>
                    <a:pt x="8289128" y="2466398"/>
                  </a:lnTo>
                  <a:lnTo>
                    <a:pt x="8290186" y="2468195"/>
                  </a:lnTo>
                  <a:lnTo>
                    <a:pt x="8291243" y="2469144"/>
                  </a:lnTo>
                  <a:lnTo>
                    <a:pt x="8292301" y="2470061"/>
                  </a:lnTo>
                  <a:lnTo>
                    <a:pt x="8293359" y="2470305"/>
                  </a:lnTo>
                  <a:lnTo>
                    <a:pt x="8294417" y="2470226"/>
                  </a:lnTo>
                  <a:lnTo>
                    <a:pt x="8295475" y="2470459"/>
                  </a:lnTo>
                  <a:lnTo>
                    <a:pt x="8296533" y="2471415"/>
                  </a:lnTo>
                  <a:lnTo>
                    <a:pt x="8297590" y="2472991"/>
                  </a:lnTo>
                  <a:lnTo>
                    <a:pt x="8298648" y="2475151"/>
                  </a:lnTo>
                  <a:lnTo>
                    <a:pt x="8299706" y="2477608"/>
                  </a:lnTo>
                  <a:lnTo>
                    <a:pt x="8300764" y="2480430"/>
                  </a:lnTo>
                  <a:lnTo>
                    <a:pt x="8301822" y="2483688"/>
                  </a:lnTo>
                  <a:lnTo>
                    <a:pt x="8302880" y="2487723"/>
                  </a:lnTo>
                  <a:lnTo>
                    <a:pt x="8303937" y="2491788"/>
                  </a:lnTo>
                  <a:lnTo>
                    <a:pt x="8304995" y="2495313"/>
                  </a:lnTo>
                  <a:lnTo>
                    <a:pt x="8306053" y="2498756"/>
                  </a:lnTo>
                  <a:lnTo>
                    <a:pt x="8307111" y="2502030"/>
                  </a:lnTo>
                  <a:lnTo>
                    <a:pt x="8308169" y="2503972"/>
                  </a:lnTo>
                  <a:lnTo>
                    <a:pt x="8309227" y="2504945"/>
                  </a:lnTo>
                  <a:lnTo>
                    <a:pt x="8310284" y="2505292"/>
                  </a:lnTo>
                  <a:lnTo>
                    <a:pt x="8311342" y="2505561"/>
                  </a:lnTo>
                  <a:lnTo>
                    <a:pt x="8312400" y="2505901"/>
                  </a:lnTo>
                  <a:lnTo>
                    <a:pt x="8313458" y="2505785"/>
                  </a:lnTo>
                  <a:lnTo>
                    <a:pt x="8314516" y="2505226"/>
                  </a:lnTo>
                  <a:lnTo>
                    <a:pt x="8315574" y="2505125"/>
                  </a:lnTo>
                  <a:lnTo>
                    <a:pt x="8316632" y="2505534"/>
                  </a:lnTo>
                  <a:lnTo>
                    <a:pt x="8317689" y="2505879"/>
                  </a:lnTo>
                  <a:lnTo>
                    <a:pt x="8318747" y="2505832"/>
                  </a:lnTo>
                  <a:lnTo>
                    <a:pt x="8319805" y="2505196"/>
                  </a:lnTo>
                  <a:lnTo>
                    <a:pt x="8320863" y="2503570"/>
                  </a:lnTo>
                  <a:lnTo>
                    <a:pt x="8321921" y="2501246"/>
                  </a:lnTo>
                  <a:lnTo>
                    <a:pt x="8322979" y="2498389"/>
                  </a:lnTo>
                  <a:lnTo>
                    <a:pt x="8324036" y="2494769"/>
                  </a:lnTo>
                  <a:lnTo>
                    <a:pt x="8325094" y="2489733"/>
                  </a:lnTo>
                  <a:lnTo>
                    <a:pt x="8326152" y="2483114"/>
                  </a:lnTo>
                  <a:lnTo>
                    <a:pt x="8327210" y="2474403"/>
                  </a:lnTo>
                  <a:lnTo>
                    <a:pt x="8328268" y="2464525"/>
                  </a:lnTo>
                  <a:lnTo>
                    <a:pt x="8329326" y="2454718"/>
                  </a:lnTo>
                  <a:lnTo>
                    <a:pt x="8330383" y="2444670"/>
                  </a:lnTo>
                  <a:lnTo>
                    <a:pt x="8331441" y="2434075"/>
                  </a:lnTo>
                  <a:lnTo>
                    <a:pt x="8332499" y="2423385"/>
                  </a:lnTo>
                  <a:lnTo>
                    <a:pt x="8333557" y="2413544"/>
                  </a:lnTo>
                  <a:lnTo>
                    <a:pt x="8334615" y="2405286"/>
                  </a:lnTo>
                  <a:lnTo>
                    <a:pt x="8335673" y="2398259"/>
                  </a:lnTo>
                  <a:lnTo>
                    <a:pt x="8336730" y="2392577"/>
                  </a:lnTo>
                  <a:lnTo>
                    <a:pt x="8337788" y="2388118"/>
                  </a:lnTo>
                  <a:lnTo>
                    <a:pt x="8338846" y="2384930"/>
                  </a:lnTo>
                  <a:lnTo>
                    <a:pt x="8339904" y="2383888"/>
                  </a:lnTo>
                  <a:lnTo>
                    <a:pt x="8340962" y="2384968"/>
                  </a:lnTo>
                  <a:lnTo>
                    <a:pt x="8342020" y="2387824"/>
                  </a:lnTo>
                  <a:lnTo>
                    <a:pt x="8343078" y="2392575"/>
                  </a:lnTo>
                  <a:lnTo>
                    <a:pt x="8344135" y="2398496"/>
                  </a:lnTo>
                  <a:lnTo>
                    <a:pt x="8345193" y="2404712"/>
                  </a:lnTo>
                  <a:lnTo>
                    <a:pt x="8346251" y="2411397"/>
                  </a:lnTo>
                  <a:lnTo>
                    <a:pt x="8347309" y="2418111"/>
                  </a:lnTo>
                  <a:lnTo>
                    <a:pt x="8348367" y="2424164"/>
                  </a:lnTo>
                  <a:lnTo>
                    <a:pt x="8349425" y="2429085"/>
                  </a:lnTo>
                  <a:lnTo>
                    <a:pt x="8350482" y="2432449"/>
                  </a:lnTo>
                  <a:lnTo>
                    <a:pt x="8351540" y="2434679"/>
                  </a:lnTo>
                  <a:lnTo>
                    <a:pt x="8352598" y="2436144"/>
                  </a:lnTo>
                  <a:lnTo>
                    <a:pt x="8353656" y="2436787"/>
                  </a:lnTo>
                  <a:lnTo>
                    <a:pt x="8354714" y="2436553"/>
                  </a:lnTo>
                  <a:lnTo>
                    <a:pt x="8355772" y="2434879"/>
                  </a:lnTo>
                  <a:lnTo>
                    <a:pt x="8356829" y="2432008"/>
                  </a:lnTo>
                  <a:lnTo>
                    <a:pt x="8357887" y="2428230"/>
                  </a:lnTo>
                  <a:lnTo>
                    <a:pt x="8358945" y="2423465"/>
                  </a:lnTo>
                  <a:lnTo>
                    <a:pt x="8360003" y="2417136"/>
                  </a:lnTo>
                  <a:lnTo>
                    <a:pt x="8361061" y="2409510"/>
                  </a:lnTo>
                  <a:lnTo>
                    <a:pt x="8362119" y="2400724"/>
                  </a:lnTo>
                  <a:lnTo>
                    <a:pt x="8363176" y="2390722"/>
                  </a:lnTo>
                  <a:lnTo>
                    <a:pt x="8364234" y="2380299"/>
                  </a:lnTo>
                  <a:lnTo>
                    <a:pt x="8365292" y="2370255"/>
                  </a:lnTo>
                  <a:lnTo>
                    <a:pt x="8366350" y="2361434"/>
                  </a:lnTo>
                  <a:lnTo>
                    <a:pt x="8367408" y="2354409"/>
                  </a:lnTo>
                  <a:lnTo>
                    <a:pt x="8368466" y="2348486"/>
                  </a:lnTo>
                  <a:lnTo>
                    <a:pt x="8369524" y="2343019"/>
                  </a:lnTo>
                  <a:lnTo>
                    <a:pt x="8370581" y="2337897"/>
                  </a:lnTo>
                  <a:lnTo>
                    <a:pt x="8371639" y="2333308"/>
                  </a:lnTo>
                  <a:lnTo>
                    <a:pt x="8372697" y="2329292"/>
                  </a:lnTo>
                  <a:lnTo>
                    <a:pt x="8373755" y="2325304"/>
                  </a:lnTo>
                  <a:lnTo>
                    <a:pt x="8374813" y="2320729"/>
                  </a:lnTo>
                  <a:lnTo>
                    <a:pt x="8375871" y="2316433"/>
                  </a:lnTo>
                  <a:lnTo>
                    <a:pt x="8376928" y="2312815"/>
                  </a:lnTo>
                  <a:lnTo>
                    <a:pt x="8377986" y="2310239"/>
                  </a:lnTo>
                  <a:lnTo>
                    <a:pt x="8379044" y="2308950"/>
                  </a:lnTo>
                  <a:lnTo>
                    <a:pt x="8380102" y="2306922"/>
                  </a:lnTo>
                  <a:lnTo>
                    <a:pt x="8381160" y="2302990"/>
                  </a:lnTo>
                  <a:lnTo>
                    <a:pt x="8382218" y="2295996"/>
                  </a:lnTo>
                  <a:lnTo>
                    <a:pt x="8383275" y="2284387"/>
                  </a:lnTo>
                  <a:lnTo>
                    <a:pt x="8384333" y="2267354"/>
                  </a:lnTo>
                  <a:lnTo>
                    <a:pt x="8385391" y="2245272"/>
                  </a:lnTo>
                  <a:lnTo>
                    <a:pt x="8386449" y="2218991"/>
                  </a:lnTo>
                  <a:lnTo>
                    <a:pt x="8387507" y="2190186"/>
                  </a:lnTo>
                  <a:lnTo>
                    <a:pt x="8388565" y="2159985"/>
                  </a:lnTo>
                  <a:lnTo>
                    <a:pt x="8389622" y="2129325"/>
                  </a:lnTo>
                  <a:lnTo>
                    <a:pt x="8390680" y="2099488"/>
                  </a:lnTo>
                  <a:lnTo>
                    <a:pt x="8391738" y="2070022"/>
                  </a:lnTo>
                  <a:lnTo>
                    <a:pt x="8392796" y="2041106"/>
                  </a:lnTo>
                  <a:lnTo>
                    <a:pt x="8393854" y="2012546"/>
                  </a:lnTo>
                  <a:lnTo>
                    <a:pt x="8394912" y="1984122"/>
                  </a:lnTo>
                  <a:lnTo>
                    <a:pt x="8395970" y="1956743"/>
                  </a:lnTo>
                  <a:lnTo>
                    <a:pt x="8397027" y="1930410"/>
                  </a:lnTo>
                  <a:lnTo>
                    <a:pt x="8398085" y="1905394"/>
                  </a:lnTo>
                  <a:lnTo>
                    <a:pt x="8399143" y="1882712"/>
                  </a:lnTo>
                  <a:lnTo>
                    <a:pt x="8400201" y="1862941"/>
                  </a:lnTo>
                  <a:lnTo>
                    <a:pt x="8401259" y="1846302"/>
                  </a:lnTo>
                  <a:lnTo>
                    <a:pt x="8402317" y="1832361"/>
                  </a:lnTo>
                  <a:lnTo>
                    <a:pt x="8403374" y="1820117"/>
                  </a:lnTo>
                  <a:lnTo>
                    <a:pt x="8404432" y="1809315"/>
                  </a:lnTo>
                  <a:lnTo>
                    <a:pt x="8405490" y="1799722"/>
                  </a:lnTo>
                  <a:lnTo>
                    <a:pt x="8406548" y="1790890"/>
                  </a:lnTo>
                  <a:lnTo>
                    <a:pt x="8407606" y="1782896"/>
                  </a:lnTo>
                  <a:lnTo>
                    <a:pt x="8408664" y="1775450"/>
                  </a:lnTo>
                  <a:lnTo>
                    <a:pt x="8409721" y="1768408"/>
                  </a:lnTo>
                  <a:lnTo>
                    <a:pt x="8410779" y="1762139"/>
                  </a:lnTo>
                  <a:lnTo>
                    <a:pt x="8411837" y="1756923"/>
                  </a:lnTo>
                  <a:lnTo>
                    <a:pt x="8412895" y="1753153"/>
                  </a:lnTo>
                  <a:lnTo>
                    <a:pt x="8413953" y="1750801"/>
                  </a:lnTo>
                  <a:lnTo>
                    <a:pt x="8415011" y="1749508"/>
                  </a:lnTo>
                  <a:lnTo>
                    <a:pt x="8416068" y="1749312"/>
                  </a:lnTo>
                  <a:lnTo>
                    <a:pt x="8417126" y="1749843"/>
                  </a:lnTo>
                  <a:lnTo>
                    <a:pt x="8418184" y="1751019"/>
                  </a:lnTo>
                  <a:lnTo>
                    <a:pt x="8419242" y="1752808"/>
                  </a:lnTo>
                  <a:lnTo>
                    <a:pt x="8420300" y="1754862"/>
                  </a:lnTo>
                  <a:lnTo>
                    <a:pt x="8421358" y="1757082"/>
                  </a:lnTo>
                  <a:lnTo>
                    <a:pt x="8422416" y="1759258"/>
                  </a:lnTo>
                  <a:lnTo>
                    <a:pt x="8423473" y="1761316"/>
                  </a:lnTo>
                  <a:lnTo>
                    <a:pt x="8424531" y="1763132"/>
                  </a:lnTo>
                  <a:lnTo>
                    <a:pt x="8425589" y="1764404"/>
                  </a:lnTo>
                  <a:lnTo>
                    <a:pt x="8426647" y="1765111"/>
                  </a:lnTo>
                  <a:lnTo>
                    <a:pt x="8427705" y="1765214"/>
                  </a:lnTo>
                  <a:lnTo>
                    <a:pt x="8428763" y="1764276"/>
                  </a:lnTo>
                  <a:lnTo>
                    <a:pt x="8429820" y="1762295"/>
                  </a:lnTo>
                  <a:lnTo>
                    <a:pt x="8430878" y="1759223"/>
                  </a:lnTo>
                  <a:lnTo>
                    <a:pt x="8431936" y="1754988"/>
                  </a:lnTo>
                  <a:lnTo>
                    <a:pt x="8432994" y="1750638"/>
                  </a:lnTo>
                  <a:lnTo>
                    <a:pt x="8434052" y="1746501"/>
                  </a:lnTo>
                  <a:lnTo>
                    <a:pt x="8435110" y="1742818"/>
                  </a:lnTo>
                  <a:lnTo>
                    <a:pt x="8436167" y="1740339"/>
                  </a:lnTo>
                  <a:lnTo>
                    <a:pt x="8437225" y="1739806"/>
                  </a:lnTo>
                  <a:lnTo>
                    <a:pt x="8438283" y="1741461"/>
                  </a:lnTo>
                  <a:lnTo>
                    <a:pt x="8439341" y="1744992"/>
                  </a:lnTo>
                  <a:lnTo>
                    <a:pt x="8440399" y="1750069"/>
                  </a:lnTo>
                  <a:lnTo>
                    <a:pt x="8441457" y="1757106"/>
                  </a:lnTo>
                  <a:lnTo>
                    <a:pt x="8442514" y="1765932"/>
                  </a:lnTo>
                  <a:lnTo>
                    <a:pt x="8443572" y="1776016"/>
                  </a:lnTo>
                  <a:lnTo>
                    <a:pt x="8444630" y="1787735"/>
                  </a:lnTo>
                  <a:lnTo>
                    <a:pt x="8445688" y="1800693"/>
                  </a:lnTo>
                  <a:lnTo>
                    <a:pt x="8446746" y="1815122"/>
                  </a:lnTo>
                  <a:lnTo>
                    <a:pt x="8447804" y="1831342"/>
                  </a:lnTo>
                  <a:lnTo>
                    <a:pt x="8448862" y="1848554"/>
                  </a:lnTo>
                  <a:lnTo>
                    <a:pt x="8449919" y="1866763"/>
                  </a:lnTo>
                  <a:lnTo>
                    <a:pt x="8450977" y="1885850"/>
                  </a:lnTo>
                  <a:lnTo>
                    <a:pt x="8452035" y="1904608"/>
                  </a:lnTo>
                  <a:lnTo>
                    <a:pt x="8453093" y="1922167"/>
                  </a:lnTo>
                  <a:lnTo>
                    <a:pt x="8454151" y="1938113"/>
                  </a:lnTo>
                  <a:lnTo>
                    <a:pt x="8455209" y="1952885"/>
                  </a:lnTo>
                  <a:lnTo>
                    <a:pt x="8456266" y="1967244"/>
                  </a:lnTo>
                  <a:lnTo>
                    <a:pt x="8457324" y="1980990"/>
                  </a:lnTo>
                  <a:lnTo>
                    <a:pt x="8458382" y="1994101"/>
                  </a:lnTo>
                  <a:lnTo>
                    <a:pt x="8459440" y="2006883"/>
                  </a:lnTo>
                  <a:lnTo>
                    <a:pt x="8460498" y="2019095"/>
                  </a:lnTo>
                  <a:lnTo>
                    <a:pt x="8461556" y="2031337"/>
                  </a:lnTo>
                  <a:lnTo>
                    <a:pt x="8462613" y="2043686"/>
                  </a:lnTo>
                  <a:lnTo>
                    <a:pt x="8463671" y="2055481"/>
                  </a:lnTo>
                  <a:lnTo>
                    <a:pt x="8464729" y="2066104"/>
                  </a:lnTo>
                  <a:lnTo>
                    <a:pt x="8465787" y="2075098"/>
                  </a:lnTo>
                  <a:lnTo>
                    <a:pt x="8466845" y="2082437"/>
                  </a:lnTo>
                  <a:lnTo>
                    <a:pt x="8467903" y="2088399"/>
                  </a:lnTo>
                  <a:lnTo>
                    <a:pt x="8468960" y="2092903"/>
                  </a:lnTo>
                  <a:lnTo>
                    <a:pt x="8470018" y="2096044"/>
                  </a:lnTo>
                  <a:lnTo>
                    <a:pt x="8471076" y="2097981"/>
                  </a:lnTo>
                  <a:lnTo>
                    <a:pt x="8472134" y="2098664"/>
                  </a:lnTo>
                  <a:lnTo>
                    <a:pt x="8473192" y="2098771"/>
                  </a:lnTo>
                  <a:lnTo>
                    <a:pt x="8474250" y="2098445"/>
                  </a:lnTo>
                  <a:lnTo>
                    <a:pt x="8475308" y="2098229"/>
                  </a:lnTo>
                  <a:lnTo>
                    <a:pt x="8476365" y="2098116"/>
                  </a:lnTo>
                  <a:lnTo>
                    <a:pt x="8477423" y="2098087"/>
                  </a:lnTo>
                  <a:lnTo>
                    <a:pt x="8478481" y="2098657"/>
                  </a:lnTo>
                  <a:lnTo>
                    <a:pt x="8479539" y="2100406"/>
                  </a:lnTo>
                  <a:lnTo>
                    <a:pt x="8480597" y="2103658"/>
                  </a:lnTo>
                  <a:lnTo>
                    <a:pt x="8481655" y="2108318"/>
                  </a:lnTo>
                  <a:lnTo>
                    <a:pt x="8482712" y="2114591"/>
                  </a:lnTo>
                  <a:lnTo>
                    <a:pt x="8483770" y="2122927"/>
                  </a:lnTo>
                  <a:lnTo>
                    <a:pt x="8484828" y="2133755"/>
                  </a:lnTo>
                  <a:lnTo>
                    <a:pt x="8485886" y="2146959"/>
                  </a:lnTo>
                  <a:lnTo>
                    <a:pt x="8486944" y="2162209"/>
                  </a:lnTo>
                  <a:lnTo>
                    <a:pt x="8488002" y="2179130"/>
                  </a:lnTo>
                  <a:lnTo>
                    <a:pt x="8489059" y="2197180"/>
                  </a:lnTo>
                  <a:lnTo>
                    <a:pt x="8490117" y="2215848"/>
                  </a:lnTo>
                  <a:lnTo>
                    <a:pt x="8491175" y="2235037"/>
                  </a:lnTo>
                  <a:lnTo>
                    <a:pt x="8492233" y="2255511"/>
                  </a:lnTo>
                  <a:lnTo>
                    <a:pt x="8493291" y="2277009"/>
                  </a:lnTo>
                  <a:lnTo>
                    <a:pt x="8494349" y="2297524"/>
                  </a:lnTo>
                  <a:lnTo>
                    <a:pt x="8495406" y="2316066"/>
                  </a:lnTo>
                  <a:lnTo>
                    <a:pt x="8496464" y="2332656"/>
                  </a:lnTo>
                  <a:lnTo>
                    <a:pt x="8497522" y="2347476"/>
                  </a:lnTo>
                  <a:lnTo>
                    <a:pt x="8498580" y="2360277"/>
                  </a:lnTo>
                  <a:lnTo>
                    <a:pt x="8499638" y="2369653"/>
                  </a:lnTo>
                  <a:lnTo>
                    <a:pt x="8500696" y="2374873"/>
                  </a:lnTo>
                  <a:lnTo>
                    <a:pt x="8501754" y="2376607"/>
                  </a:lnTo>
                  <a:lnTo>
                    <a:pt x="8502811" y="2375338"/>
                  </a:lnTo>
                  <a:lnTo>
                    <a:pt x="8503869" y="2371581"/>
                  </a:lnTo>
                  <a:lnTo>
                    <a:pt x="8504927" y="2365948"/>
                  </a:lnTo>
                  <a:lnTo>
                    <a:pt x="8505985" y="2358918"/>
                  </a:lnTo>
                  <a:lnTo>
                    <a:pt x="8507043" y="2358918"/>
                  </a:lnTo>
                  <a:lnTo>
                    <a:pt x="8508101" y="2358918"/>
                  </a:lnTo>
                  <a:lnTo>
                    <a:pt x="8509158" y="2358918"/>
                  </a:lnTo>
                  <a:lnTo>
                    <a:pt x="8510216" y="2358918"/>
                  </a:lnTo>
                  <a:lnTo>
                    <a:pt x="8511274" y="2358918"/>
                  </a:lnTo>
                  <a:lnTo>
                    <a:pt x="8512332" y="2358918"/>
                  </a:lnTo>
                  <a:lnTo>
                    <a:pt x="8513390" y="2358918"/>
                  </a:lnTo>
                  <a:lnTo>
                    <a:pt x="8514448" y="2358918"/>
                  </a:lnTo>
                  <a:lnTo>
                    <a:pt x="8515505" y="2358918"/>
                  </a:lnTo>
                  <a:lnTo>
                    <a:pt x="8516563" y="2358918"/>
                  </a:lnTo>
                  <a:lnTo>
                    <a:pt x="8517621" y="2358918"/>
                  </a:lnTo>
                  <a:lnTo>
                    <a:pt x="8518679" y="2358918"/>
                  </a:lnTo>
                  <a:lnTo>
                    <a:pt x="8519737" y="2358918"/>
                  </a:lnTo>
                  <a:lnTo>
                    <a:pt x="8520795" y="2358918"/>
                  </a:lnTo>
                  <a:lnTo>
                    <a:pt x="8521852" y="2358918"/>
                  </a:lnTo>
                  <a:lnTo>
                    <a:pt x="8522910" y="2358918"/>
                  </a:lnTo>
                  <a:lnTo>
                    <a:pt x="8523968" y="2358918"/>
                  </a:lnTo>
                  <a:lnTo>
                    <a:pt x="8525026" y="2358918"/>
                  </a:lnTo>
                  <a:lnTo>
                    <a:pt x="8526084" y="2358918"/>
                  </a:lnTo>
                  <a:lnTo>
                    <a:pt x="8527142" y="2358918"/>
                  </a:lnTo>
                  <a:lnTo>
                    <a:pt x="8528200" y="2358918"/>
                  </a:lnTo>
                  <a:lnTo>
                    <a:pt x="8529257" y="2358918"/>
                  </a:lnTo>
                  <a:lnTo>
                    <a:pt x="8530315" y="2358918"/>
                  </a:lnTo>
                  <a:lnTo>
                    <a:pt x="8531373" y="2358918"/>
                  </a:lnTo>
                  <a:lnTo>
                    <a:pt x="8532431" y="2358918"/>
                  </a:lnTo>
                  <a:lnTo>
                    <a:pt x="8532431" y="3082869"/>
                  </a:lnTo>
                  <a:lnTo>
                    <a:pt x="8531373" y="3082869"/>
                  </a:lnTo>
                  <a:lnTo>
                    <a:pt x="8530315" y="3082869"/>
                  </a:lnTo>
                  <a:lnTo>
                    <a:pt x="8529257" y="3082869"/>
                  </a:lnTo>
                  <a:lnTo>
                    <a:pt x="8528200" y="3082869"/>
                  </a:lnTo>
                  <a:lnTo>
                    <a:pt x="8527142" y="3082869"/>
                  </a:lnTo>
                  <a:lnTo>
                    <a:pt x="8526084" y="3082869"/>
                  </a:lnTo>
                  <a:lnTo>
                    <a:pt x="8525026" y="3082869"/>
                  </a:lnTo>
                  <a:lnTo>
                    <a:pt x="8523968" y="3082869"/>
                  </a:lnTo>
                  <a:lnTo>
                    <a:pt x="8522910" y="3082869"/>
                  </a:lnTo>
                  <a:lnTo>
                    <a:pt x="8521852" y="3082869"/>
                  </a:lnTo>
                  <a:lnTo>
                    <a:pt x="8520795" y="3082869"/>
                  </a:lnTo>
                  <a:lnTo>
                    <a:pt x="8519737" y="3082869"/>
                  </a:lnTo>
                  <a:lnTo>
                    <a:pt x="8518679" y="3082869"/>
                  </a:lnTo>
                  <a:lnTo>
                    <a:pt x="8517621" y="3082869"/>
                  </a:lnTo>
                  <a:lnTo>
                    <a:pt x="8516563" y="3082869"/>
                  </a:lnTo>
                  <a:lnTo>
                    <a:pt x="8515505" y="3082869"/>
                  </a:lnTo>
                  <a:lnTo>
                    <a:pt x="8514448" y="3082869"/>
                  </a:lnTo>
                  <a:lnTo>
                    <a:pt x="8513390" y="3082869"/>
                  </a:lnTo>
                  <a:lnTo>
                    <a:pt x="8512332" y="3082869"/>
                  </a:lnTo>
                  <a:lnTo>
                    <a:pt x="8511274" y="3082869"/>
                  </a:lnTo>
                  <a:lnTo>
                    <a:pt x="8510216" y="3082869"/>
                  </a:lnTo>
                  <a:lnTo>
                    <a:pt x="8509158" y="3082869"/>
                  </a:lnTo>
                  <a:lnTo>
                    <a:pt x="8508101" y="3082869"/>
                  </a:lnTo>
                  <a:lnTo>
                    <a:pt x="8507043" y="3082869"/>
                  </a:lnTo>
                  <a:lnTo>
                    <a:pt x="8505985" y="3082869"/>
                  </a:lnTo>
                  <a:lnTo>
                    <a:pt x="8504927" y="3082869"/>
                  </a:lnTo>
                  <a:lnTo>
                    <a:pt x="8503869" y="3082869"/>
                  </a:lnTo>
                  <a:lnTo>
                    <a:pt x="8502811" y="3082869"/>
                  </a:lnTo>
                  <a:lnTo>
                    <a:pt x="8501754" y="3082869"/>
                  </a:lnTo>
                  <a:lnTo>
                    <a:pt x="8500696" y="3082869"/>
                  </a:lnTo>
                  <a:lnTo>
                    <a:pt x="8499638" y="3082869"/>
                  </a:lnTo>
                  <a:lnTo>
                    <a:pt x="8498580" y="3082869"/>
                  </a:lnTo>
                  <a:lnTo>
                    <a:pt x="8497522" y="3082869"/>
                  </a:lnTo>
                  <a:lnTo>
                    <a:pt x="8496464" y="3082869"/>
                  </a:lnTo>
                  <a:lnTo>
                    <a:pt x="8495406" y="3082869"/>
                  </a:lnTo>
                  <a:lnTo>
                    <a:pt x="8494349" y="3082869"/>
                  </a:lnTo>
                  <a:lnTo>
                    <a:pt x="8493291" y="3082869"/>
                  </a:lnTo>
                  <a:lnTo>
                    <a:pt x="8492233" y="3082869"/>
                  </a:lnTo>
                  <a:lnTo>
                    <a:pt x="8491175" y="3082869"/>
                  </a:lnTo>
                  <a:lnTo>
                    <a:pt x="8490117" y="3082869"/>
                  </a:lnTo>
                  <a:lnTo>
                    <a:pt x="8489059" y="3082869"/>
                  </a:lnTo>
                  <a:lnTo>
                    <a:pt x="8488002" y="3082869"/>
                  </a:lnTo>
                  <a:lnTo>
                    <a:pt x="8486944" y="3082869"/>
                  </a:lnTo>
                  <a:lnTo>
                    <a:pt x="8485886" y="3082869"/>
                  </a:lnTo>
                  <a:lnTo>
                    <a:pt x="8484828" y="3082869"/>
                  </a:lnTo>
                  <a:lnTo>
                    <a:pt x="8483770" y="3082869"/>
                  </a:lnTo>
                  <a:lnTo>
                    <a:pt x="8482712" y="3082869"/>
                  </a:lnTo>
                  <a:lnTo>
                    <a:pt x="8481655" y="3082869"/>
                  </a:lnTo>
                  <a:lnTo>
                    <a:pt x="8480597" y="3082869"/>
                  </a:lnTo>
                  <a:lnTo>
                    <a:pt x="8479539" y="3082869"/>
                  </a:lnTo>
                  <a:lnTo>
                    <a:pt x="8478481" y="3082869"/>
                  </a:lnTo>
                  <a:lnTo>
                    <a:pt x="8477423" y="3082869"/>
                  </a:lnTo>
                  <a:lnTo>
                    <a:pt x="8476365" y="3082869"/>
                  </a:lnTo>
                  <a:lnTo>
                    <a:pt x="8475308" y="3082869"/>
                  </a:lnTo>
                  <a:lnTo>
                    <a:pt x="8474250" y="3082869"/>
                  </a:lnTo>
                  <a:lnTo>
                    <a:pt x="8473192" y="3082869"/>
                  </a:lnTo>
                  <a:lnTo>
                    <a:pt x="8472134" y="3082869"/>
                  </a:lnTo>
                  <a:lnTo>
                    <a:pt x="8471076" y="3082869"/>
                  </a:lnTo>
                  <a:lnTo>
                    <a:pt x="8470018" y="3082869"/>
                  </a:lnTo>
                  <a:lnTo>
                    <a:pt x="8468960" y="3082869"/>
                  </a:lnTo>
                  <a:lnTo>
                    <a:pt x="8467903" y="3082869"/>
                  </a:lnTo>
                  <a:lnTo>
                    <a:pt x="8466845" y="3082869"/>
                  </a:lnTo>
                  <a:lnTo>
                    <a:pt x="8465787" y="3082869"/>
                  </a:lnTo>
                  <a:lnTo>
                    <a:pt x="8464729" y="3082869"/>
                  </a:lnTo>
                  <a:lnTo>
                    <a:pt x="8463671" y="3082869"/>
                  </a:lnTo>
                  <a:lnTo>
                    <a:pt x="8462613" y="3082869"/>
                  </a:lnTo>
                  <a:lnTo>
                    <a:pt x="8461556" y="3082869"/>
                  </a:lnTo>
                  <a:lnTo>
                    <a:pt x="8460498" y="3082869"/>
                  </a:lnTo>
                  <a:lnTo>
                    <a:pt x="8459440" y="3082869"/>
                  </a:lnTo>
                  <a:lnTo>
                    <a:pt x="8458382" y="3082869"/>
                  </a:lnTo>
                  <a:lnTo>
                    <a:pt x="8457324" y="3082869"/>
                  </a:lnTo>
                  <a:lnTo>
                    <a:pt x="8456266" y="3082869"/>
                  </a:lnTo>
                  <a:lnTo>
                    <a:pt x="8455209" y="3082869"/>
                  </a:lnTo>
                  <a:lnTo>
                    <a:pt x="8454151" y="3082869"/>
                  </a:lnTo>
                  <a:lnTo>
                    <a:pt x="8453093" y="3082869"/>
                  </a:lnTo>
                  <a:lnTo>
                    <a:pt x="8452035" y="3082869"/>
                  </a:lnTo>
                  <a:lnTo>
                    <a:pt x="8450977" y="3082869"/>
                  </a:lnTo>
                  <a:lnTo>
                    <a:pt x="8449919" y="3082869"/>
                  </a:lnTo>
                  <a:lnTo>
                    <a:pt x="8448862" y="3082869"/>
                  </a:lnTo>
                  <a:lnTo>
                    <a:pt x="8447804" y="3082869"/>
                  </a:lnTo>
                  <a:lnTo>
                    <a:pt x="8446746" y="3082869"/>
                  </a:lnTo>
                  <a:lnTo>
                    <a:pt x="8445688" y="3082869"/>
                  </a:lnTo>
                  <a:lnTo>
                    <a:pt x="8444630" y="3082869"/>
                  </a:lnTo>
                  <a:lnTo>
                    <a:pt x="8443572" y="3082869"/>
                  </a:lnTo>
                  <a:lnTo>
                    <a:pt x="8442514" y="3082869"/>
                  </a:lnTo>
                  <a:lnTo>
                    <a:pt x="8441457" y="3082869"/>
                  </a:lnTo>
                  <a:lnTo>
                    <a:pt x="8440399" y="3082869"/>
                  </a:lnTo>
                  <a:lnTo>
                    <a:pt x="8439341" y="3082869"/>
                  </a:lnTo>
                  <a:lnTo>
                    <a:pt x="8438283" y="3082869"/>
                  </a:lnTo>
                  <a:lnTo>
                    <a:pt x="8437225" y="3082869"/>
                  </a:lnTo>
                  <a:lnTo>
                    <a:pt x="8436167" y="3082869"/>
                  </a:lnTo>
                  <a:lnTo>
                    <a:pt x="8435110" y="3082869"/>
                  </a:lnTo>
                  <a:lnTo>
                    <a:pt x="8434052" y="3082869"/>
                  </a:lnTo>
                  <a:lnTo>
                    <a:pt x="8432994" y="3082869"/>
                  </a:lnTo>
                  <a:lnTo>
                    <a:pt x="8431936" y="3082869"/>
                  </a:lnTo>
                  <a:lnTo>
                    <a:pt x="8430878" y="3082869"/>
                  </a:lnTo>
                  <a:lnTo>
                    <a:pt x="8429820" y="3082869"/>
                  </a:lnTo>
                  <a:lnTo>
                    <a:pt x="8428763" y="3082869"/>
                  </a:lnTo>
                  <a:lnTo>
                    <a:pt x="8427705" y="3082869"/>
                  </a:lnTo>
                  <a:lnTo>
                    <a:pt x="8426647" y="3082869"/>
                  </a:lnTo>
                  <a:lnTo>
                    <a:pt x="8425589" y="3082869"/>
                  </a:lnTo>
                  <a:lnTo>
                    <a:pt x="8424531" y="3082869"/>
                  </a:lnTo>
                  <a:lnTo>
                    <a:pt x="8423473" y="3082869"/>
                  </a:lnTo>
                  <a:lnTo>
                    <a:pt x="8422416" y="3082869"/>
                  </a:lnTo>
                  <a:lnTo>
                    <a:pt x="8421358" y="3082869"/>
                  </a:lnTo>
                  <a:lnTo>
                    <a:pt x="8420300" y="3082869"/>
                  </a:lnTo>
                  <a:lnTo>
                    <a:pt x="8419242" y="3082869"/>
                  </a:lnTo>
                  <a:lnTo>
                    <a:pt x="8418184" y="3082869"/>
                  </a:lnTo>
                  <a:lnTo>
                    <a:pt x="8417126" y="3082869"/>
                  </a:lnTo>
                  <a:lnTo>
                    <a:pt x="8416068" y="3082869"/>
                  </a:lnTo>
                  <a:lnTo>
                    <a:pt x="8415011" y="3082869"/>
                  </a:lnTo>
                  <a:lnTo>
                    <a:pt x="8413953" y="3082869"/>
                  </a:lnTo>
                  <a:lnTo>
                    <a:pt x="8412895" y="3082869"/>
                  </a:lnTo>
                  <a:lnTo>
                    <a:pt x="8411837" y="3082869"/>
                  </a:lnTo>
                  <a:lnTo>
                    <a:pt x="8410779" y="3082869"/>
                  </a:lnTo>
                  <a:lnTo>
                    <a:pt x="8409721" y="3082869"/>
                  </a:lnTo>
                  <a:lnTo>
                    <a:pt x="8408664" y="3082869"/>
                  </a:lnTo>
                  <a:lnTo>
                    <a:pt x="8407606" y="3082869"/>
                  </a:lnTo>
                  <a:lnTo>
                    <a:pt x="8406548" y="3082869"/>
                  </a:lnTo>
                  <a:lnTo>
                    <a:pt x="8405490" y="3082869"/>
                  </a:lnTo>
                  <a:lnTo>
                    <a:pt x="8404432" y="3082869"/>
                  </a:lnTo>
                  <a:lnTo>
                    <a:pt x="8403374" y="3082869"/>
                  </a:lnTo>
                  <a:lnTo>
                    <a:pt x="8402317" y="3082869"/>
                  </a:lnTo>
                  <a:lnTo>
                    <a:pt x="8401259" y="3082869"/>
                  </a:lnTo>
                  <a:lnTo>
                    <a:pt x="8400201" y="3082869"/>
                  </a:lnTo>
                  <a:lnTo>
                    <a:pt x="8399143" y="3082869"/>
                  </a:lnTo>
                  <a:lnTo>
                    <a:pt x="8398085" y="3082869"/>
                  </a:lnTo>
                  <a:lnTo>
                    <a:pt x="8397027" y="3082869"/>
                  </a:lnTo>
                  <a:lnTo>
                    <a:pt x="8395970" y="3082869"/>
                  </a:lnTo>
                  <a:lnTo>
                    <a:pt x="8394912" y="3082869"/>
                  </a:lnTo>
                  <a:lnTo>
                    <a:pt x="8393854" y="3082869"/>
                  </a:lnTo>
                  <a:lnTo>
                    <a:pt x="8392796" y="3082869"/>
                  </a:lnTo>
                  <a:lnTo>
                    <a:pt x="8391738" y="3082869"/>
                  </a:lnTo>
                  <a:lnTo>
                    <a:pt x="8390680" y="3082869"/>
                  </a:lnTo>
                  <a:lnTo>
                    <a:pt x="8389622" y="3082869"/>
                  </a:lnTo>
                  <a:lnTo>
                    <a:pt x="8388565" y="3082869"/>
                  </a:lnTo>
                  <a:lnTo>
                    <a:pt x="8387507" y="3082869"/>
                  </a:lnTo>
                  <a:lnTo>
                    <a:pt x="8386449" y="3082869"/>
                  </a:lnTo>
                  <a:lnTo>
                    <a:pt x="8385391" y="3082869"/>
                  </a:lnTo>
                  <a:lnTo>
                    <a:pt x="8384333" y="3082869"/>
                  </a:lnTo>
                  <a:lnTo>
                    <a:pt x="8383275" y="3082869"/>
                  </a:lnTo>
                  <a:lnTo>
                    <a:pt x="8382218" y="3082869"/>
                  </a:lnTo>
                  <a:lnTo>
                    <a:pt x="8381160" y="3082869"/>
                  </a:lnTo>
                  <a:lnTo>
                    <a:pt x="8380102" y="3082869"/>
                  </a:lnTo>
                  <a:lnTo>
                    <a:pt x="8379044" y="3082869"/>
                  </a:lnTo>
                  <a:lnTo>
                    <a:pt x="8377986" y="3082869"/>
                  </a:lnTo>
                  <a:lnTo>
                    <a:pt x="8376928" y="3082869"/>
                  </a:lnTo>
                  <a:lnTo>
                    <a:pt x="8375871" y="3082869"/>
                  </a:lnTo>
                  <a:lnTo>
                    <a:pt x="8374813" y="3082869"/>
                  </a:lnTo>
                  <a:lnTo>
                    <a:pt x="8373755" y="3082869"/>
                  </a:lnTo>
                  <a:lnTo>
                    <a:pt x="8372697" y="3082869"/>
                  </a:lnTo>
                  <a:lnTo>
                    <a:pt x="8371639" y="3082869"/>
                  </a:lnTo>
                  <a:lnTo>
                    <a:pt x="8370581" y="3082869"/>
                  </a:lnTo>
                  <a:lnTo>
                    <a:pt x="8369524" y="3082869"/>
                  </a:lnTo>
                  <a:lnTo>
                    <a:pt x="8368466" y="3082869"/>
                  </a:lnTo>
                  <a:lnTo>
                    <a:pt x="8367408" y="3082869"/>
                  </a:lnTo>
                  <a:lnTo>
                    <a:pt x="8366350" y="3082869"/>
                  </a:lnTo>
                  <a:lnTo>
                    <a:pt x="8365292" y="3082869"/>
                  </a:lnTo>
                  <a:lnTo>
                    <a:pt x="8364234" y="3082869"/>
                  </a:lnTo>
                  <a:lnTo>
                    <a:pt x="8363176" y="3082869"/>
                  </a:lnTo>
                  <a:lnTo>
                    <a:pt x="8362119" y="3082869"/>
                  </a:lnTo>
                  <a:lnTo>
                    <a:pt x="8361061" y="3082869"/>
                  </a:lnTo>
                  <a:lnTo>
                    <a:pt x="8360003" y="3082869"/>
                  </a:lnTo>
                  <a:lnTo>
                    <a:pt x="8358945" y="3082869"/>
                  </a:lnTo>
                  <a:lnTo>
                    <a:pt x="8357887" y="3082869"/>
                  </a:lnTo>
                  <a:lnTo>
                    <a:pt x="8356829" y="3082869"/>
                  </a:lnTo>
                  <a:lnTo>
                    <a:pt x="8355772" y="3082869"/>
                  </a:lnTo>
                  <a:lnTo>
                    <a:pt x="8354714" y="3082869"/>
                  </a:lnTo>
                  <a:lnTo>
                    <a:pt x="8353656" y="3082869"/>
                  </a:lnTo>
                  <a:lnTo>
                    <a:pt x="8352598" y="3082869"/>
                  </a:lnTo>
                  <a:lnTo>
                    <a:pt x="8351540" y="3082869"/>
                  </a:lnTo>
                  <a:lnTo>
                    <a:pt x="8350482" y="3082869"/>
                  </a:lnTo>
                  <a:lnTo>
                    <a:pt x="8349425" y="3082869"/>
                  </a:lnTo>
                  <a:lnTo>
                    <a:pt x="8348367" y="3082869"/>
                  </a:lnTo>
                  <a:lnTo>
                    <a:pt x="8347309" y="3082869"/>
                  </a:lnTo>
                  <a:lnTo>
                    <a:pt x="8346251" y="3082869"/>
                  </a:lnTo>
                  <a:lnTo>
                    <a:pt x="8345193" y="3082869"/>
                  </a:lnTo>
                  <a:lnTo>
                    <a:pt x="8344135" y="3082869"/>
                  </a:lnTo>
                  <a:lnTo>
                    <a:pt x="8343078" y="3082869"/>
                  </a:lnTo>
                  <a:lnTo>
                    <a:pt x="8342020" y="3082869"/>
                  </a:lnTo>
                  <a:lnTo>
                    <a:pt x="8340962" y="3082869"/>
                  </a:lnTo>
                  <a:lnTo>
                    <a:pt x="8339904" y="3082869"/>
                  </a:lnTo>
                  <a:lnTo>
                    <a:pt x="8338846" y="3082869"/>
                  </a:lnTo>
                  <a:lnTo>
                    <a:pt x="8337788" y="3082869"/>
                  </a:lnTo>
                  <a:lnTo>
                    <a:pt x="8336730" y="3082869"/>
                  </a:lnTo>
                  <a:lnTo>
                    <a:pt x="8335673" y="3082869"/>
                  </a:lnTo>
                  <a:lnTo>
                    <a:pt x="8334615" y="3082869"/>
                  </a:lnTo>
                  <a:lnTo>
                    <a:pt x="8333557" y="3082869"/>
                  </a:lnTo>
                  <a:lnTo>
                    <a:pt x="8332499" y="3082869"/>
                  </a:lnTo>
                  <a:lnTo>
                    <a:pt x="8331441" y="3082869"/>
                  </a:lnTo>
                  <a:lnTo>
                    <a:pt x="8330383" y="3082869"/>
                  </a:lnTo>
                  <a:lnTo>
                    <a:pt x="8329326" y="3082869"/>
                  </a:lnTo>
                  <a:lnTo>
                    <a:pt x="8328268" y="3082869"/>
                  </a:lnTo>
                  <a:lnTo>
                    <a:pt x="8327210" y="3082869"/>
                  </a:lnTo>
                  <a:lnTo>
                    <a:pt x="8326152" y="3082869"/>
                  </a:lnTo>
                  <a:lnTo>
                    <a:pt x="8325094" y="3082869"/>
                  </a:lnTo>
                  <a:lnTo>
                    <a:pt x="8324036" y="3082869"/>
                  </a:lnTo>
                  <a:lnTo>
                    <a:pt x="8322979" y="3082869"/>
                  </a:lnTo>
                  <a:lnTo>
                    <a:pt x="8321921" y="3082869"/>
                  </a:lnTo>
                  <a:lnTo>
                    <a:pt x="8320863" y="3082869"/>
                  </a:lnTo>
                  <a:lnTo>
                    <a:pt x="8319805" y="3082869"/>
                  </a:lnTo>
                  <a:lnTo>
                    <a:pt x="8318747" y="3082869"/>
                  </a:lnTo>
                  <a:lnTo>
                    <a:pt x="8317689" y="3082869"/>
                  </a:lnTo>
                  <a:lnTo>
                    <a:pt x="8316632" y="3082869"/>
                  </a:lnTo>
                  <a:lnTo>
                    <a:pt x="8315574" y="3082869"/>
                  </a:lnTo>
                  <a:lnTo>
                    <a:pt x="8314516" y="3082869"/>
                  </a:lnTo>
                  <a:lnTo>
                    <a:pt x="8313458" y="3082869"/>
                  </a:lnTo>
                  <a:lnTo>
                    <a:pt x="8312400" y="3082869"/>
                  </a:lnTo>
                  <a:lnTo>
                    <a:pt x="8311342" y="3082869"/>
                  </a:lnTo>
                  <a:lnTo>
                    <a:pt x="8310284" y="3082869"/>
                  </a:lnTo>
                  <a:lnTo>
                    <a:pt x="8309227" y="3082869"/>
                  </a:lnTo>
                  <a:lnTo>
                    <a:pt x="8308169" y="3082869"/>
                  </a:lnTo>
                  <a:lnTo>
                    <a:pt x="8307111" y="3082869"/>
                  </a:lnTo>
                  <a:lnTo>
                    <a:pt x="8306053" y="3082869"/>
                  </a:lnTo>
                  <a:lnTo>
                    <a:pt x="8304995" y="3082869"/>
                  </a:lnTo>
                  <a:lnTo>
                    <a:pt x="8303937" y="3082869"/>
                  </a:lnTo>
                  <a:lnTo>
                    <a:pt x="8302880" y="3082869"/>
                  </a:lnTo>
                  <a:lnTo>
                    <a:pt x="8301822" y="3082869"/>
                  </a:lnTo>
                  <a:lnTo>
                    <a:pt x="8300764" y="3082869"/>
                  </a:lnTo>
                  <a:lnTo>
                    <a:pt x="8299706" y="3082869"/>
                  </a:lnTo>
                  <a:lnTo>
                    <a:pt x="8298648" y="3082869"/>
                  </a:lnTo>
                  <a:lnTo>
                    <a:pt x="8297590" y="3082869"/>
                  </a:lnTo>
                  <a:lnTo>
                    <a:pt x="8296533" y="3082869"/>
                  </a:lnTo>
                  <a:lnTo>
                    <a:pt x="8295475" y="3082869"/>
                  </a:lnTo>
                  <a:lnTo>
                    <a:pt x="8294417" y="3082869"/>
                  </a:lnTo>
                  <a:lnTo>
                    <a:pt x="8293359" y="3082869"/>
                  </a:lnTo>
                  <a:lnTo>
                    <a:pt x="8292301" y="3082869"/>
                  </a:lnTo>
                  <a:lnTo>
                    <a:pt x="8291243" y="3082869"/>
                  </a:lnTo>
                  <a:lnTo>
                    <a:pt x="8290186" y="3082869"/>
                  </a:lnTo>
                  <a:lnTo>
                    <a:pt x="8289128" y="3082869"/>
                  </a:lnTo>
                  <a:lnTo>
                    <a:pt x="8288070" y="3082869"/>
                  </a:lnTo>
                  <a:lnTo>
                    <a:pt x="8287012" y="3082869"/>
                  </a:lnTo>
                  <a:lnTo>
                    <a:pt x="8285954" y="3082869"/>
                  </a:lnTo>
                  <a:lnTo>
                    <a:pt x="8284896" y="3082869"/>
                  </a:lnTo>
                  <a:lnTo>
                    <a:pt x="8283838" y="3082869"/>
                  </a:lnTo>
                  <a:lnTo>
                    <a:pt x="8282781" y="3082869"/>
                  </a:lnTo>
                  <a:lnTo>
                    <a:pt x="8281723" y="3082869"/>
                  </a:lnTo>
                  <a:lnTo>
                    <a:pt x="8280665" y="3082869"/>
                  </a:lnTo>
                  <a:lnTo>
                    <a:pt x="8279607" y="3082869"/>
                  </a:lnTo>
                  <a:lnTo>
                    <a:pt x="8278549" y="3082869"/>
                  </a:lnTo>
                  <a:lnTo>
                    <a:pt x="8277491" y="3082869"/>
                  </a:lnTo>
                  <a:lnTo>
                    <a:pt x="8276434" y="3082869"/>
                  </a:lnTo>
                  <a:lnTo>
                    <a:pt x="8275376" y="3082869"/>
                  </a:lnTo>
                  <a:lnTo>
                    <a:pt x="8274318" y="3082869"/>
                  </a:lnTo>
                  <a:lnTo>
                    <a:pt x="8273260" y="3082869"/>
                  </a:lnTo>
                  <a:lnTo>
                    <a:pt x="8272202" y="3082869"/>
                  </a:lnTo>
                  <a:lnTo>
                    <a:pt x="8271144" y="3082869"/>
                  </a:lnTo>
                  <a:lnTo>
                    <a:pt x="8270087" y="3082869"/>
                  </a:lnTo>
                  <a:lnTo>
                    <a:pt x="8269029" y="3082869"/>
                  </a:lnTo>
                  <a:lnTo>
                    <a:pt x="8267971" y="3082869"/>
                  </a:lnTo>
                  <a:lnTo>
                    <a:pt x="8266913" y="3082869"/>
                  </a:lnTo>
                  <a:lnTo>
                    <a:pt x="8265855" y="3082869"/>
                  </a:lnTo>
                  <a:lnTo>
                    <a:pt x="8264797" y="3082869"/>
                  </a:lnTo>
                  <a:lnTo>
                    <a:pt x="8263740" y="3082869"/>
                  </a:lnTo>
                  <a:lnTo>
                    <a:pt x="8262682" y="3082869"/>
                  </a:lnTo>
                  <a:lnTo>
                    <a:pt x="8261624" y="3082869"/>
                  </a:lnTo>
                  <a:lnTo>
                    <a:pt x="8260566" y="3082869"/>
                  </a:lnTo>
                  <a:lnTo>
                    <a:pt x="8259508" y="3082869"/>
                  </a:lnTo>
                  <a:lnTo>
                    <a:pt x="8258450" y="3082869"/>
                  </a:lnTo>
                  <a:lnTo>
                    <a:pt x="8257392" y="3082869"/>
                  </a:lnTo>
                  <a:lnTo>
                    <a:pt x="8256335" y="3082869"/>
                  </a:lnTo>
                  <a:lnTo>
                    <a:pt x="8255277" y="3082869"/>
                  </a:lnTo>
                  <a:lnTo>
                    <a:pt x="8254219" y="3082869"/>
                  </a:lnTo>
                  <a:lnTo>
                    <a:pt x="8253161" y="3082869"/>
                  </a:lnTo>
                  <a:lnTo>
                    <a:pt x="8252103" y="3082869"/>
                  </a:lnTo>
                  <a:lnTo>
                    <a:pt x="8251045" y="3082869"/>
                  </a:lnTo>
                  <a:lnTo>
                    <a:pt x="8249988" y="3082869"/>
                  </a:lnTo>
                  <a:lnTo>
                    <a:pt x="8248930" y="3082869"/>
                  </a:lnTo>
                  <a:lnTo>
                    <a:pt x="8247872" y="3082869"/>
                  </a:lnTo>
                  <a:lnTo>
                    <a:pt x="8246814" y="3082869"/>
                  </a:lnTo>
                  <a:lnTo>
                    <a:pt x="8245756" y="3082869"/>
                  </a:lnTo>
                  <a:lnTo>
                    <a:pt x="8244698" y="3082869"/>
                  </a:lnTo>
                  <a:lnTo>
                    <a:pt x="8243641" y="3082869"/>
                  </a:lnTo>
                  <a:lnTo>
                    <a:pt x="8242583" y="3082869"/>
                  </a:lnTo>
                  <a:lnTo>
                    <a:pt x="8241525" y="3082869"/>
                  </a:lnTo>
                  <a:lnTo>
                    <a:pt x="8240467" y="3082869"/>
                  </a:lnTo>
                  <a:lnTo>
                    <a:pt x="8239409" y="3082869"/>
                  </a:lnTo>
                  <a:lnTo>
                    <a:pt x="8238351" y="3082869"/>
                  </a:lnTo>
                  <a:lnTo>
                    <a:pt x="8237294" y="3082869"/>
                  </a:lnTo>
                  <a:lnTo>
                    <a:pt x="8236236" y="3082869"/>
                  </a:lnTo>
                  <a:lnTo>
                    <a:pt x="8235178" y="3082869"/>
                  </a:lnTo>
                  <a:lnTo>
                    <a:pt x="8234120" y="3082869"/>
                  </a:lnTo>
                  <a:lnTo>
                    <a:pt x="8233062" y="3082869"/>
                  </a:lnTo>
                  <a:lnTo>
                    <a:pt x="8232004" y="3082869"/>
                  </a:lnTo>
                  <a:lnTo>
                    <a:pt x="8230946" y="3082869"/>
                  </a:lnTo>
                  <a:lnTo>
                    <a:pt x="8229889" y="3082869"/>
                  </a:lnTo>
                  <a:lnTo>
                    <a:pt x="8228831" y="3082869"/>
                  </a:lnTo>
                  <a:lnTo>
                    <a:pt x="8227773" y="3082869"/>
                  </a:lnTo>
                  <a:lnTo>
                    <a:pt x="8226715" y="3082869"/>
                  </a:lnTo>
                  <a:lnTo>
                    <a:pt x="8225657" y="3082869"/>
                  </a:lnTo>
                  <a:lnTo>
                    <a:pt x="8224599" y="3082869"/>
                  </a:lnTo>
                  <a:lnTo>
                    <a:pt x="8223542" y="3082869"/>
                  </a:lnTo>
                  <a:lnTo>
                    <a:pt x="8222484" y="3082869"/>
                  </a:lnTo>
                  <a:lnTo>
                    <a:pt x="8221426" y="3082869"/>
                  </a:lnTo>
                  <a:lnTo>
                    <a:pt x="8220368" y="3082869"/>
                  </a:lnTo>
                  <a:lnTo>
                    <a:pt x="8219310" y="3082869"/>
                  </a:lnTo>
                  <a:lnTo>
                    <a:pt x="8218252" y="3082869"/>
                  </a:lnTo>
                  <a:lnTo>
                    <a:pt x="8217195" y="3082869"/>
                  </a:lnTo>
                  <a:lnTo>
                    <a:pt x="8216137" y="3082869"/>
                  </a:lnTo>
                  <a:lnTo>
                    <a:pt x="8215079" y="3082869"/>
                  </a:lnTo>
                  <a:lnTo>
                    <a:pt x="8214021" y="3082869"/>
                  </a:lnTo>
                  <a:lnTo>
                    <a:pt x="8212963" y="3082869"/>
                  </a:lnTo>
                  <a:lnTo>
                    <a:pt x="8211905" y="3082869"/>
                  </a:lnTo>
                  <a:lnTo>
                    <a:pt x="8210848" y="3082869"/>
                  </a:lnTo>
                  <a:lnTo>
                    <a:pt x="8209790" y="3082869"/>
                  </a:lnTo>
                  <a:lnTo>
                    <a:pt x="8208732" y="3082869"/>
                  </a:lnTo>
                  <a:lnTo>
                    <a:pt x="8207674" y="3082869"/>
                  </a:lnTo>
                  <a:lnTo>
                    <a:pt x="8206616" y="3082869"/>
                  </a:lnTo>
                  <a:lnTo>
                    <a:pt x="8205558" y="3082869"/>
                  </a:lnTo>
                  <a:lnTo>
                    <a:pt x="8204500" y="3082869"/>
                  </a:lnTo>
                  <a:lnTo>
                    <a:pt x="8203443" y="3082869"/>
                  </a:lnTo>
                  <a:lnTo>
                    <a:pt x="8202385" y="3082869"/>
                  </a:lnTo>
                  <a:lnTo>
                    <a:pt x="8201327" y="3082869"/>
                  </a:lnTo>
                  <a:lnTo>
                    <a:pt x="8200269" y="3082869"/>
                  </a:lnTo>
                  <a:lnTo>
                    <a:pt x="8199211" y="3082869"/>
                  </a:lnTo>
                  <a:lnTo>
                    <a:pt x="8198153" y="3082869"/>
                  </a:lnTo>
                  <a:lnTo>
                    <a:pt x="8197096" y="3082869"/>
                  </a:lnTo>
                  <a:lnTo>
                    <a:pt x="8196038" y="3082869"/>
                  </a:lnTo>
                  <a:lnTo>
                    <a:pt x="8194980" y="3082869"/>
                  </a:lnTo>
                  <a:lnTo>
                    <a:pt x="8193922" y="3082869"/>
                  </a:lnTo>
                  <a:lnTo>
                    <a:pt x="8192864" y="3082869"/>
                  </a:lnTo>
                  <a:lnTo>
                    <a:pt x="8191806" y="3082869"/>
                  </a:lnTo>
                  <a:lnTo>
                    <a:pt x="8190749" y="3082869"/>
                  </a:lnTo>
                  <a:lnTo>
                    <a:pt x="8189691" y="3082869"/>
                  </a:lnTo>
                  <a:lnTo>
                    <a:pt x="8188633" y="3082869"/>
                  </a:lnTo>
                  <a:lnTo>
                    <a:pt x="8187575" y="3082869"/>
                  </a:lnTo>
                  <a:lnTo>
                    <a:pt x="8186517" y="3082869"/>
                  </a:lnTo>
                  <a:lnTo>
                    <a:pt x="8185459" y="3082869"/>
                  </a:lnTo>
                  <a:lnTo>
                    <a:pt x="8184402" y="3082869"/>
                  </a:lnTo>
                  <a:lnTo>
                    <a:pt x="8183344" y="3082869"/>
                  </a:lnTo>
                  <a:lnTo>
                    <a:pt x="8182286" y="3082869"/>
                  </a:lnTo>
                  <a:lnTo>
                    <a:pt x="8181228" y="3082869"/>
                  </a:lnTo>
                  <a:lnTo>
                    <a:pt x="8180170" y="3082869"/>
                  </a:lnTo>
                  <a:lnTo>
                    <a:pt x="8179112" y="3082869"/>
                  </a:lnTo>
                  <a:lnTo>
                    <a:pt x="8178054" y="3082869"/>
                  </a:lnTo>
                  <a:lnTo>
                    <a:pt x="8176997" y="3082869"/>
                  </a:lnTo>
                  <a:lnTo>
                    <a:pt x="8175939" y="3082869"/>
                  </a:lnTo>
                  <a:lnTo>
                    <a:pt x="8174881" y="3082869"/>
                  </a:lnTo>
                  <a:lnTo>
                    <a:pt x="8173823" y="3082869"/>
                  </a:lnTo>
                  <a:lnTo>
                    <a:pt x="8172765" y="3082869"/>
                  </a:lnTo>
                  <a:lnTo>
                    <a:pt x="8171707" y="3082869"/>
                  </a:lnTo>
                  <a:lnTo>
                    <a:pt x="8170650" y="3082869"/>
                  </a:lnTo>
                  <a:lnTo>
                    <a:pt x="8169592" y="3082869"/>
                  </a:lnTo>
                  <a:lnTo>
                    <a:pt x="8168534" y="3082869"/>
                  </a:lnTo>
                  <a:lnTo>
                    <a:pt x="8167476" y="3082869"/>
                  </a:lnTo>
                  <a:lnTo>
                    <a:pt x="8166418" y="3082869"/>
                  </a:lnTo>
                  <a:lnTo>
                    <a:pt x="8165360" y="3082869"/>
                  </a:lnTo>
                  <a:lnTo>
                    <a:pt x="8164303" y="3082869"/>
                  </a:lnTo>
                  <a:lnTo>
                    <a:pt x="8163245" y="3082869"/>
                  </a:lnTo>
                  <a:lnTo>
                    <a:pt x="8162187" y="3082869"/>
                  </a:lnTo>
                  <a:lnTo>
                    <a:pt x="8161129" y="3082869"/>
                  </a:lnTo>
                  <a:lnTo>
                    <a:pt x="8160071" y="3082869"/>
                  </a:lnTo>
                  <a:lnTo>
                    <a:pt x="8159013" y="3082869"/>
                  </a:lnTo>
                  <a:lnTo>
                    <a:pt x="8157956" y="3082869"/>
                  </a:lnTo>
                  <a:lnTo>
                    <a:pt x="8156898" y="3082869"/>
                  </a:lnTo>
                  <a:lnTo>
                    <a:pt x="8155840" y="3082869"/>
                  </a:lnTo>
                  <a:lnTo>
                    <a:pt x="8154782" y="3082869"/>
                  </a:lnTo>
                  <a:lnTo>
                    <a:pt x="8153724" y="3082869"/>
                  </a:lnTo>
                  <a:lnTo>
                    <a:pt x="8152666" y="3082869"/>
                  </a:lnTo>
                  <a:lnTo>
                    <a:pt x="8151608" y="3082869"/>
                  </a:lnTo>
                  <a:lnTo>
                    <a:pt x="8150551" y="3082869"/>
                  </a:lnTo>
                  <a:lnTo>
                    <a:pt x="8149493" y="3082869"/>
                  </a:lnTo>
                  <a:lnTo>
                    <a:pt x="8148435" y="3082869"/>
                  </a:lnTo>
                  <a:lnTo>
                    <a:pt x="8147377" y="3082869"/>
                  </a:lnTo>
                  <a:lnTo>
                    <a:pt x="8146319" y="3082869"/>
                  </a:lnTo>
                  <a:lnTo>
                    <a:pt x="8145261" y="3082869"/>
                  </a:lnTo>
                  <a:lnTo>
                    <a:pt x="8144204" y="3082869"/>
                  </a:lnTo>
                  <a:lnTo>
                    <a:pt x="8143146" y="3082869"/>
                  </a:lnTo>
                  <a:lnTo>
                    <a:pt x="8142088" y="3082869"/>
                  </a:lnTo>
                  <a:lnTo>
                    <a:pt x="8141030" y="3082869"/>
                  </a:lnTo>
                  <a:lnTo>
                    <a:pt x="8139972" y="3082869"/>
                  </a:lnTo>
                  <a:lnTo>
                    <a:pt x="8138914" y="3082869"/>
                  </a:lnTo>
                  <a:lnTo>
                    <a:pt x="8137857" y="3082869"/>
                  </a:lnTo>
                  <a:lnTo>
                    <a:pt x="8136799" y="3082869"/>
                  </a:lnTo>
                  <a:lnTo>
                    <a:pt x="8135741" y="3082869"/>
                  </a:lnTo>
                  <a:lnTo>
                    <a:pt x="8134683" y="3082869"/>
                  </a:lnTo>
                  <a:lnTo>
                    <a:pt x="8133625" y="3082869"/>
                  </a:lnTo>
                  <a:lnTo>
                    <a:pt x="8132567" y="3082869"/>
                  </a:lnTo>
                  <a:lnTo>
                    <a:pt x="8131510" y="3082869"/>
                  </a:lnTo>
                  <a:lnTo>
                    <a:pt x="8130452" y="3082869"/>
                  </a:lnTo>
                  <a:lnTo>
                    <a:pt x="8129394" y="3082869"/>
                  </a:lnTo>
                  <a:lnTo>
                    <a:pt x="8128336" y="3082869"/>
                  </a:lnTo>
                  <a:lnTo>
                    <a:pt x="8127278" y="3082869"/>
                  </a:lnTo>
                  <a:lnTo>
                    <a:pt x="8126220" y="3082869"/>
                  </a:lnTo>
                  <a:lnTo>
                    <a:pt x="8125162" y="3082869"/>
                  </a:lnTo>
                  <a:lnTo>
                    <a:pt x="8124105" y="3082869"/>
                  </a:lnTo>
                  <a:lnTo>
                    <a:pt x="8123047" y="3082869"/>
                  </a:lnTo>
                  <a:lnTo>
                    <a:pt x="8121989" y="3082869"/>
                  </a:lnTo>
                  <a:lnTo>
                    <a:pt x="8120931" y="3082869"/>
                  </a:lnTo>
                  <a:lnTo>
                    <a:pt x="8119873" y="3082869"/>
                  </a:lnTo>
                  <a:lnTo>
                    <a:pt x="8118815" y="3082869"/>
                  </a:lnTo>
                  <a:lnTo>
                    <a:pt x="8117758" y="3082869"/>
                  </a:lnTo>
                  <a:lnTo>
                    <a:pt x="8116700" y="3082869"/>
                  </a:lnTo>
                  <a:lnTo>
                    <a:pt x="8115642" y="3082869"/>
                  </a:lnTo>
                  <a:lnTo>
                    <a:pt x="8114584" y="3082869"/>
                  </a:lnTo>
                  <a:lnTo>
                    <a:pt x="8113526" y="3082869"/>
                  </a:lnTo>
                  <a:lnTo>
                    <a:pt x="8112468" y="3082869"/>
                  </a:lnTo>
                  <a:lnTo>
                    <a:pt x="8111411" y="3082869"/>
                  </a:lnTo>
                  <a:lnTo>
                    <a:pt x="8110353" y="3082869"/>
                  </a:lnTo>
                  <a:lnTo>
                    <a:pt x="8109295" y="3082869"/>
                  </a:lnTo>
                  <a:lnTo>
                    <a:pt x="8108237" y="3082869"/>
                  </a:lnTo>
                  <a:lnTo>
                    <a:pt x="8107179" y="3082869"/>
                  </a:lnTo>
                  <a:lnTo>
                    <a:pt x="8106121" y="3082869"/>
                  </a:lnTo>
                  <a:lnTo>
                    <a:pt x="8105064" y="3082869"/>
                  </a:lnTo>
                  <a:lnTo>
                    <a:pt x="8104006" y="3082869"/>
                  </a:lnTo>
                  <a:lnTo>
                    <a:pt x="8102948" y="3082869"/>
                  </a:lnTo>
                  <a:lnTo>
                    <a:pt x="8101890" y="3082869"/>
                  </a:lnTo>
                  <a:lnTo>
                    <a:pt x="8100832" y="3082869"/>
                  </a:lnTo>
                  <a:lnTo>
                    <a:pt x="8099774" y="3082869"/>
                  </a:lnTo>
                  <a:lnTo>
                    <a:pt x="8098716" y="3082869"/>
                  </a:lnTo>
                  <a:lnTo>
                    <a:pt x="8097659" y="3082869"/>
                  </a:lnTo>
                  <a:lnTo>
                    <a:pt x="8096601" y="3082869"/>
                  </a:lnTo>
                  <a:lnTo>
                    <a:pt x="8095543" y="3082869"/>
                  </a:lnTo>
                  <a:lnTo>
                    <a:pt x="8094485" y="3082869"/>
                  </a:lnTo>
                  <a:lnTo>
                    <a:pt x="8093427" y="3082869"/>
                  </a:lnTo>
                  <a:lnTo>
                    <a:pt x="8092369" y="3082869"/>
                  </a:lnTo>
                  <a:lnTo>
                    <a:pt x="8091312" y="3082869"/>
                  </a:lnTo>
                  <a:lnTo>
                    <a:pt x="8090254" y="3082869"/>
                  </a:lnTo>
                  <a:lnTo>
                    <a:pt x="8089196" y="3082869"/>
                  </a:lnTo>
                  <a:lnTo>
                    <a:pt x="8088138" y="3082869"/>
                  </a:lnTo>
                  <a:lnTo>
                    <a:pt x="8087080" y="3082869"/>
                  </a:lnTo>
                  <a:lnTo>
                    <a:pt x="8086022" y="3082869"/>
                  </a:lnTo>
                  <a:lnTo>
                    <a:pt x="8084965" y="3082869"/>
                  </a:lnTo>
                  <a:lnTo>
                    <a:pt x="8083907" y="3082869"/>
                  </a:lnTo>
                  <a:lnTo>
                    <a:pt x="8082849" y="3082869"/>
                  </a:lnTo>
                  <a:lnTo>
                    <a:pt x="8081791" y="3082869"/>
                  </a:lnTo>
                  <a:lnTo>
                    <a:pt x="8080733" y="3082869"/>
                  </a:lnTo>
                  <a:lnTo>
                    <a:pt x="8079675" y="3082869"/>
                  </a:lnTo>
                  <a:lnTo>
                    <a:pt x="8078618" y="3082869"/>
                  </a:lnTo>
                  <a:lnTo>
                    <a:pt x="8077560" y="3082869"/>
                  </a:lnTo>
                  <a:lnTo>
                    <a:pt x="8076502" y="3082869"/>
                  </a:lnTo>
                  <a:lnTo>
                    <a:pt x="8075444" y="3082869"/>
                  </a:lnTo>
                  <a:lnTo>
                    <a:pt x="8074386" y="3082869"/>
                  </a:lnTo>
                  <a:lnTo>
                    <a:pt x="8073328" y="3082869"/>
                  </a:lnTo>
                  <a:lnTo>
                    <a:pt x="8072270" y="3082869"/>
                  </a:lnTo>
                  <a:lnTo>
                    <a:pt x="8071213" y="3082869"/>
                  </a:lnTo>
                  <a:lnTo>
                    <a:pt x="8070155" y="3082869"/>
                  </a:lnTo>
                  <a:lnTo>
                    <a:pt x="8069097" y="3082869"/>
                  </a:lnTo>
                  <a:lnTo>
                    <a:pt x="8068039" y="3082869"/>
                  </a:lnTo>
                  <a:lnTo>
                    <a:pt x="8066981" y="3082869"/>
                  </a:lnTo>
                  <a:lnTo>
                    <a:pt x="8065923" y="3082869"/>
                  </a:lnTo>
                  <a:lnTo>
                    <a:pt x="8064866" y="3082869"/>
                  </a:lnTo>
                  <a:lnTo>
                    <a:pt x="8063808" y="3082869"/>
                  </a:lnTo>
                  <a:lnTo>
                    <a:pt x="8062750" y="3082869"/>
                  </a:lnTo>
                  <a:lnTo>
                    <a:pt x="8061692" y="3082869"/>
                  </a:lnTo>
                  <a:lnTo>
                    <a:pt x="8060634" y="3082869"/>
                  </a:lnTo>
                  <a:lnTo>
                    <a:pt x="8059576" y="3082869"/>
                  </a:lnTo>
                  <a:lnTo>
                    <a:pt x="8058519" y="3082869"/>
                  </a:lnTo>
                  <a:lnTo>
                    <a:pt x="8057461" y="3082869"/>
                  </a:lnTo>
                  <a:lnTo>
                    <a:pt x="8056403" y="3082869"/>
                  </a:lnTo>
                  <a:lnTo>
                    <a:pt x="8055345" y="3082869"/>
                  </a:lnTo>
                  <a:lnTo>
                    <a:pt x="8054287" y="3082869"/>
                  </a:lnTo>
                  <a:lnTo>
                    <a:pt x="8053229" y="3082869"/>
                  </a:lnTo>
                  <a:lnTo>
                    <a:pt x="8052172" y="3082869"/>
                  </a:lnTo>
                  <a:lnTo>
                    <a:pt x="8051114" y="3082869"/>
                  </a:lnTo>
                  <a:lnTo>
                    <a:pt x="8050056" y="3082869"/>
                  </a:lnTo>
                  <a:lnTo>
                    <a:pt x="8048998" y="3082869"/>
                  </a:lnTo>
                  <a:lnTo>
                    <a:pt x="8047940" y="3082869"/>
                  </a:lnTo>
                  <a:lnTo>
                    <a:pt x="8046882" y="3082869"/>
                  </a:lnTo>
                  <a:lnTo>
                    <a:pt x="8045824" y="3082869"/>
                  </a:lnTo>
                  <a:lnTo>
                    <a:pt x="8044767" y="3082869"/>
                  </a:lnTo>
                  <a:lnTo>
                    <a:pt x="8043709" y="3082869"/>
                  </a:lnTo>
                  <a:lnTo>
                    <a:pt x="8042651" y="3082869"/>
                  </a:lnTo>
                  <a:lnTo>
                    <a:pt x="8041593" y="3082869"/>
                  </a:lnTo>
                  <a:lnTo>
                    <a:pt x="8040535" y="3082869"/>
                  </a:lnTo>
                  <a:lnTo>
                    <a:pt x="8039477" y="3082869"/>
                  </a:lnTo>
                  <a:lnTo>
                    <a:pt x="8038420" y="3082869"/>
                  </a:lnTo>
                  <a:lnTo>
                    <a:pt x="8037362" y="3082869"/>
                  </a:lnTo>
                  <a:lnTo>
                    <a:pt x="8036304" y="3082869"/>
                  </a:lnTo>
                  <a:lnTo>
                    <a:pt x="8035246" y="3082869"/>
                  </a:lnTo>
                  <a:lnTo>
                    <a:pt x="8034188" y="3082869"/>
                  </a:lnTo>
                  <a:lnTo>
                    <a:pt x="8033130" y="3082869"/>
                  </a:lnTo>
                  <a:lnTo>
                    <a:pt x="8032073" y="3082869"/>
                  </a:lnTo>
                  <a:lnTo>
                    <a:pt x="8031015" y="3082869"/>
                  </a:lnTo>
                  <a:lnTo>
                    <a:pt x="8029957" y="3082869"/>
                  </a:lnTo>
                  <a:lnTo>
                    <a:pt x="8028899" y="3082869"/>
                  </a:lnTo>
                  <a:lnTo>
                    <a:pt x="8027841" y="3082869"/>
                  </a:lnTo>
                  <a:lnTo>
                    <a:pt x="8026783" y="3082869"/>
                  </a:lnTo>
                  <a:lnTo>
                    <a:pt x="8025726" y="3082869"/>
                  </a:lnTo>
                  <a:lnTo>
                    <a:pt x="8024668" y="3082869"/>
                  </a:lnTo>
                  <a:lnTo>
                    <a:pt x="8023610" y="3082869"/>
                  </a:lnTo>
                  <a:lnTo>
                    <a:pt x="8022552" y="3082869"/>
                  </a:lnTo>
                  <a:lnTo>
                    <a:pt x="8021494" y="3082869"/>
                  </a:lnTo>
                  <a:lnTo>
                    <a:pt x="8020436" y="3082869"/>
                  </a:lnTo>
                  <a:lnTo>
                    <a:pt x="8019378" y="3082869"/>
                  </a:lnTo>
                  <a:lnTo>
                    <a:pt x="8018321" y="3082869"/>
                  </a:lnTo>
                  <a:lnTo>
                    <a:pt x="8017263" y="3082869"/>
                  </a:lnTo>
                  <a:lnTo>
                    <a:pt x="8016205" y="3082869"/>
                  </a:lnTo>
                  <a:lnTo>
                    <a:pt x="8015147" y="3082869"/>
                  </a:lnTo>
                  <a:lnTo>
                    <a:pt x="8014089" y="3082869"/>
                  </a:lnTo>
                  <a:lnTo>
                    <a:pt x="8013031" y="3082869"/>
                  </a:lnTo>
                  <a:lnTo>
                    <a:pt x="8011974" y="3082869"/>
                  </a:lnTo>
                  <a:lnTo>
                    <a:pt x="8010916" y="3082869"/>
                  </a:lnTo>
                  <a:lnTo>
                    <a:pt x="8009858" y="3082869"/>
                  </a:lnTo>
                  <a:lnTo>
                    <a:pt x="8008800" y="3082869"/>
                  </a:lnTo>
                  <a:lnTo>
                    <a:pt x="8007742" y="3082869"/>
                  </a:lnTo>
                  <a:lnTo>
                    <a:pt x="8006684" y="3082869"/>
                  </a:lnTo>
                  <a:lnTo>
                    <a:pt x="8005627" y="3082869"/>
                  </a:lnTo>
                  <a:lnTo>
                    <a:pt x="8004569" y="3082869"/>
                  </a:lnTo>
                  <a:lnTo>
                    <a:pt x="8003511" y="3082869"/>
                  </a:lnTo>
                  <a:lnTo>
                    <a:pt x="8002453" y="3082869"/>
                  </a:lnTo>
                  <a:lnTo>
                    <a:pt x="8001395" y="3082869"/>
                  </a:lnTo>
                  <a:lnTo>
                    <a:pt x="8000337" y="3082869"/>
                  </a:lnTo>
                  <a:lnTo>
                    <a:pt x="7999280" y="3082869"/>
                  </a:lnTo>
                  <a:lnTo>
                    <a:pt x="7998222" y="3082869"/>
                  </a:lnTo>
                  <a:lnTo>
                    <a:pt x="7997164" y="3082869"/>
                  </a:lnTo>
                  <a:lnTo>
                    <a:pt x="7996106" y="3082869"/>
                  </a:lnTo>
                  <a:lnTo>
                    <a:pt x="7995048" y="3082869"/>
                  </a:lnTo>
                  <a:lnTo>
                    <a:pt x="7993990" y="3082869"/>
                  </a:lnTo>
                  <a:lnTo>
                    <a:pt x="7992932" y="3082869"/>
                  </a:lnTo>
                  <a:lnTo>
                    <a:pt x="7991875" y="3082869"/>
                  </a:lnTo>
                  <a:lnTo>
                    <a:pt x="7990817" y="3082869"/>
                  </a:lnTo>
                  <a:lnTo>
                    <a:pt x="7989759" y="3082869"/>
                  </a:lnTo>
                  <a:lnTo>
                    <a:pt x="7988701" y="3082869"/>
                  </a:lnTo>
                  <a:lnTo>
                    <a:pt x="7987643" y="3082869"/>
                  </a:lnTo>
                  <a:lnTo>
                    <a:pt x="7986585" y="3082869"/>
                  </a:lnTo>
                  <a:lnTo>
                    <a:pt x="7985528" y="3082869"/>
                  </a:lnTo>
                  <a:lnTo>
                    <a:pt x="7984470" y="3082869"/>
                  </a:lnTo>
                  <a:lnTo>
                    <a:pt x="7983412" y="3082869"/>
                  </a:lnTo>
                  <a:lnTo>
                    <a:pt x="7982354" y="3082869"/>
                  </a:lnTo>
                  <a:lnTo>
                    <a:pt x="7981296" y="3082869"/>
                  </a:lnTo>
                  <a:lnTo>
                    <a:pt x="7980238" y="3082869"/>
                  </a:lnTo>
                  <a:lnTo>
                    <a:pt x="7979181" y="3082869"/>
                  </a:lnTo>
                  <a:lnTo>
                    <a:pt x="7978123" y="3082869"/>
                  </a:lnTo>
                  <a:lnTo>
                    <a:pt x="7977065" y="3082869"/>
                  </a:lnTo>
                  <a:lnTo>
                    <a:pt x="7976007" y="3082869"/>
                  </a:lnTo>
                  <a:lnTo>
                    <a:pt x="7974949" y="3082869"/>
                  </a:lnTo>
                  <a:lnTo>
                    <a:pt x="7973891" y="3082869"/>
                  </a:lnTo>
                  <a:lnTo>
                    <a:pt x="7972834" y="3082869"/>
                  </a:lnTo>
                  <a:lnTo>
                    <a:pt x="7971776" y="3082869"/>
                  </a:lnTo>
                  <a:lnTo>
                    <a:pt x="7970718" y="3082869"/>
                  </a:lnTo>
                  <a:lnTo>
                    <a:pt x="7969660" y="3082869"/>
                  </a:lnTo>
                  <a:lnTo>
                    <a:pt x="7968602" y="3082869"/>
                  </a:lnTo>
                  <a:lnTo>
                    <a:pt x="7967544" y="3082869"/>
                  </a:lnTo>
                  <a:lnTo>
                    <a:pt x="7966486" y="3082869"/>
                  </a:lnTo>
                  <a:lnTo>
                    <a:pt x="7965429" y="3082869"/>
                  </a:lnTo>
                  <a:lnTo>
                    <a:pt x="7964371" y="3082869"/>
                  </a:lnTo>
                  <a:lnTo>
                    <a:pt x="7963313" y="3082869"/>
                  </a:lnTo>
                  <a:lnTo>
                    <a:pt x="7962255" y="3082869"/>
                  </a:lnTo>
                  <a:lnTo>
                    <a:pt x="7961197" y="3082869"/>
                  </a:lnTo>
                  <a:lnTo>
                    <a:pt x="7960139" y="3082869"/>
                  </a:lnTo>
                  <a:lnTo>
                    <a:pt x="7959082" y="3082869"/>
                  </a:lnTo>
                  <a:lnTo>
                    <a:pt x="7958024" y="3082869"/>
                  </a:lnTo>
                  <a:lnTo>
                    <a:pt x="7956966" y="3082869"/>
                  </a:lnTo>
                  <a:lnTo>
                    <a:pt x="7955908" y="3082869"/>
                  </a:lnTo>
                  <a:lnTo>
                    <a:pt x="7954850" y="3082869"/>
                  </a:lnTo>
                  <a:lnTo>
                    <a:pt x="7953792" y="3082869"/>
                  </a:lnTo>
                  <a:lnTo>
                    <a:pt x="7952735" y="3082869"/>
                  </a:lnTo>
                  <a:lnTo>
                    <a:pt x="7951677" y="3082869"/>
                  </a:lnTo>
                  <a:lnTo>
                    <a:pt x="7950619" y="3082869"/>
                  </a:lnTo>
                  <a:lnTo>
                    <a:pt x="7949561" y="3082869"/>
                  </a:lnTo>
                  <a:lnTo>
                    <a:pt x="7948503" y="3082869"/>
                  </a:lnTo>
                  <a:lnTo>
                    <a:pt x="7947445" y="3082869"/>
                  </a:lnTo>
                  <a:lnTo>
                    <a:pt x="7946388" y="3082869"/>
                  </a:lnTo>
                  <a:lnTo>
                    <a:pt x="7945330" y="3082869"/>
                  </a:lnTo>
                  <a:lnTo>
                    <a:pt x="7944272" y="3082869"/>
                  </a:lnTo>
                  <a:lnTo>
                    <a:pt x="7943214" y="3082869"/>
                  </a:lnTo>
                  <a:lnTo>
                    <a:pt x="7942156" y="3082869"/>
                  </a:lnTo>
                  <a:lnTo>
                    <a:pt x="7941098" y="3082869"/>
                  </a:lnTo>
                  <a:lnTo>
                    <a:pt x="7940040" y="3082869"/>
                  </a:lnTo>
                  <a:lnTo>
                    <a:pt x="7938983" y="3082869"/>
                  </a:lnTo>
                  <a:lnTo>
                    <a:pt x="7937925" y="3082869"/>
                  </a:lnTo>
                  <a:lnTo>
                    <a:pt x="7936867" y="3082869"/>
                  </a:lnTo>
                  <a:lnTo>
                    <a:pt x="7935809" y="3082869"/>
                  </a:lnTo>
                  <a:lnTo>
                    <a:pt x="7934751" y="3082869"/>
                  </a:lnTo>
                  <a:lnTo>
                    <a:pt x="7933693" y="3082869"/>
                  </a:lnTo>
                  <a:lnTo>
                    <a:pt x="7932636" y="3082869"/>
                  </a:lnTo>
                  <a:lnTo>
                    <a:pt x="7931578" y="3082869"/>
                  </a:lnTo>
                  <a:lnTo>
                    <a:pt x="7930520" y="3082869"/>
                  </a:lnTo>
                  <a:lnTo>
                    <a:pt x="7929462" y="3082869"/>
                  </a:lnTo>
                  <a:lnTo>
                    <a:pt x="7928404" y="3082869"/>
                  </a:lnTo>
                  <a:lnTo>
                    <a:pt x="7927346" y="3082869"/>
                  </a:lnTo>
                  <a:lnTo>
                    <a:pt x="7926289" y="3082869"/>
                  </a:lnTo>
                  <a:lnTo>
                    <a:pt x="7925231" y="3082869"/>
                  </a:lnTo>
                  <a:lnTo>
                    <a:pt x="7924173" y="3082869"/>
                  </a:lnTo>
                  <a:lnTo>
                    <a:pt x="7923115" y="3082869"/>
                  </a:lnTo>
                  <a:lnTo>
                    <a:pt x="7922057" y="3082869"/>
                  </a:lnTo>
                  <a:lnTo>
                    <a:pt x="7920999" y="3082869"/>
                  </a:lnTo>
                  <a:lnTo>
                    <a:pt x="7919942" y="3082869"/>
                  </a:lnTo>
                  <a:lnTo>
                    <a:pt x="7918884" y="3082869"/>
                  </a:lnTo>
                  <a:lnTo>
                    <a:pt x="7917826" y="3082869"/>
                  </a:lnTo>
                  <a:lnTo>
                    <a:pt x="7916768" y="3082869"/>
                  </a:lnTo>
                  <a:lnTo>
                    <a:pt x="7915710" y="3082869"/>
                  </a:lnTo>
                  <a:lnTo>
                    <a:pt x="7914652" y="3082869"/>
                  </a:lnTo>
                  <a:lnTo>
                    <a:pt x="7913594" y="3082869"/>
                  </a:lnTo>
                  <a:lnTo>
                    <a:pt x="7912537" y="3082869"/>
                  </a:lnTo>
                  <a:lnTo>
                    <a:pt x="7911479" y="3082869"/>
                  </a:lnTo>
                  <a:lnTo>
                    <a:pt x="7910421" y="3082869"/>
                  </a:lnTo>
                  <a:lnTo>
                    <a:pt x="7909363" y="3082869"/>
                  </a:lnTo>
                  <a:lnTo>
                    <a:pt x="7908305" y="3082869"/>
                  </a:lnTo>
                  <a:lnTo>
                    <a:pt x="7907247" y="3082869"/>
                  </a:lnTo>
                  <a:lnTo>
                    <a:pt x="7906190" y="3082869"/>
                  </a:lnTo>
                  <a:lnTo>
                    <a:pt x="7905132" y="3082869"/>
                  </a:lnTo>
                  <a:lnTo>
                    <a:pt x="7904074" y="3082869"/>
                  </a:lnTo>
                  <a:lnTo>
                    <a:pt x="7903016" y="3082869"/>
                  </a:lnTo>
                  <a:lnTo>
                    <a:pt x="7901958" y="3082869"/>
                  </a:lnTo>
                  <a:lnTo>
                    <a:pt x="7900900" y="3082869"/>
                  </a:lnTo>
                  <a:lnTo>
                    <a:pt x="7899843" y="3082869"/>
                  </a:lnTo>
                  <a:lnTo>
                    <a:pt x="7898785" y="3082869"/>
                  </a:lnTo>
                  <a:lnTo>
                    <a:pt x="7897727" y="3082869"/>
                  </a:lnTo>
                  <a:lnTo>
                    <a:pt x="7896669" y="3082869"/>
                  </a:lnTo>
                  <a:lnTo>
                    <a:pt x="7895611" y="3082869"/>
                  </a:lnTo>
                  <a:lnTo>
                    <a:pt x="7894553" y="3082869"/>
                  </a:lnTo>
                  <a:lnTo>
                    <a:pt x="7893496" y="3082869"/>
                  </a:lnTo>
                  <a:lnTo>
                    <a:pt x="7892438" y="3082869"/>
                  </a:lnTo>
                  <a:lnTo>
                    <a:pt x="7891380" y="3082869"/>
                  </a:lnTo>
                  <a:lnTo>
                    <a:pt x="7890322" y="3082869"/>
                  </a:lnTo>
                  <a:lnTo>
                    <a:pt x="7889264" y="3082869"/>
                  </a:lnTo>
                  <a:lnTo>
                    <a:pt x="7888206" y="3082869"/>
                  </a:lnTo>
                  <a:lnTo>
                    <a:pt x="7887148" y="3082869"/>
                  </a:lnTo>
                  <a:lnTo>
                    <a:pt x="7886091" y="3082869"/>
                  </a:lnTo>
                  <a:lnTo>
                    <a:pt x="7885033" y="3082869"/>
                  </a:lnTo>
                  <a:lnTo>
                    <a:pt x="7883975" y="3082869"/>
                  </a:lnTo>
                  <a:lnTo>
                    <a:pt x="7882917" y="3082869"/>
                  </a:lnTo>
                  <a:lnTo>
                    <a:pt x="7881859" y="3082869"/>
                  </a:lnTo>
                  <a:lnTo>
                    <a:pt x="7880801" y="3082869"/>
                  </a:lnTo>
                  <a:lnTo>
                    <a:pt x="7879744" y="3082869"/>
                  </a:lnTo>
                  <a:lnTo>
                    <a:pt x="7878686" y="3082869"/>
                  </a:lnTo>
                  <a:lnTo>
                    <a:pt x="7877628" y="3082869"/>
                  </a:lnTo>
                  <a:lnTo>
                    <a:pt x="7876570" y="3082869"/>
                  </a:lnTo>
                  <a:lnTo>
                    <a:pt x="7875512" y="3082869"/>
                  </a:lnTo>
                  <a:lnTo>
                    <a:pt x="7874454" y="3082869"/>
                  </a:lnTo>
                  <a:lnTo>
                    <a:pt x="7873397" y="3082869"/>
                  </a:lnTo>
                  <a:lnTo>
                    <a:pt x="7872339" y="3082869"/>
                  </a:lnTo>
                  <a:lnTo>
                    <a:pt x="7871281" y="3082869"/>
                  </a:lnTo>
                  <a:lnTo>
                    <a:pt x="7870223" y="3082869"/>
                  </a:lnTo>
                  <a:lnTo>
                    <a:pt x="7869165" y="3082869"/>
                  </a:lnTo>
                  <a:lnTo>
                    <a:pt x="7868107" y="3082869"/>
                  </a:lnTo>
                  <a:lnTo>
                    <a:pt x="7867050" y="3082869"/>
                  </a:lnTo>
                  <a:lnTo>
                    <a:pt x="7865992" y="3082869"/>
                  </a:lnTo>
                  <a:lnTo>
                    <a:pt x="7864934" y="3082869"/>
                  </a:lnTo>
                  <a:lnTo>
                    <a:pt x="7863876" y="3082869"/>
                  </a:lnTo>
                  <a:lnTo>
                    <a:pt x="7862818" y="3082869"/>
                  </a:lnTo>
                  <a:lnTo>
                    <a:pt x="7861760" y="3082869"/>
                  </a:lnTo>
                  <a:lnTo>
                    <a:pt x="7860702" y="3082869"/>
                  </a:lnTo>
                  <a:lnTo>
                    <a:pt x="7859645" y="3082869"/>
                  </a:lnTo>
                  <a:lnTo>
                    <a:pt x="7858587" y="3082869"/>
                  </a:lnTo>
                  <a:lnTo>
                    <a:pt x="7857529" y="3082869"/>
                  </a:lnTo>
                  <a:lnTo>
                    <a:pt x="7856471" y="3082869"/>
                  </a:lnTo>
                  <a:lnTo>
                    <a:pt x="7855413" y="3082869"/>
                  </a:lnTo>
                  <a:lnTo>
                    <a:pt x="7854355" y="3082869"/>
                  </a:lnTo>
                  <a:lnTo>
                    <a:pt x="7853298" y="3082869"/>
                  </a:lnTo>
                  <a:lnTo>
                    <a:pt x="7852240" y="3082869"/>
                  </a:lnTo>
                  <a:lnTo>
                    <a:pt x="7851182" y="3082869"/>
                  </a:lnTo>
                  <a:lnTo>
                    <a:pt x="7850124" y="3082869"/>
                  </a:lnTo>
                  <a:lnTo>
                    <a:pt x="7849066" y="3082869"/>
                  </a:lnTo>
                  <a:lnTo>
                    <a:pt x="7848008" y="3082869"/>
                  </a:lnTo>
                  <a:lnTo>
                    <a:pt x="7846951" y="3082869"/>
                  </a:lnTo>
                  <a:lnTo>
                    <a:pt x="7845893" y="3082869"/>
                  </a:lnTo>
                  <a:lnTo>
                    <a:pt x="7844835" y="3082869"/>
                  </a:lnTo>
                  <a:lnTo>
                    <a:pt x="7843777" y="3082869"/>
                  </a:lnTo>
                  <a:lnTo>
                    <a:pt x="7842719" y="3082869"/>
                  </a:lnTo>
                  <a:lnTo>
                    <a:pt x="7841661" y="3082869"/>
                  </a:lnTo>
                  <a:lnTo>
                    <a:pt x="7840604" y="3082869"/>
                  </a:lnTo>
                  <a:lnTo>
                    <a:pt x="7839546" y="3082869"/>
                  </a:lnTo>
                  <a:lnTo>
                    <a:pt x="7838488" y="3082869"/>
                  </a:lnTo>
                  <a:lnTo>
                    <a:pt x="7837430" y="3082869"/>
                  </a:lnTo>
                  <a:lnTo>
                    <a:pt x="7836372" y="3082869"/>
                  </a:lnTo>
                  <a:lnTo>
                    <a:pt x="7835314" y="3082869"/>
                  </a:lnTo>
                  <a:lnTo>
                    <a:pt x="7834256" y="3082869"/>
                  </a:lnTo>
                  <a:lnTo>
                    <a:pt x="7833199" y="3082869"/>
                  </a:lnTo>
                  <a:lnTo>
                    <a:pt x="7832141" y="3082869"/>
                  </a:lnTo>
                  <a:lnTo>
                    <a:pt x="7831083" y="3082869"/>
                  </a:lnTo>
                  <a:lnTo>
                    <a:pt x="7830025" y="3082869"/>
                  </a:lnTo>
                  <a:lnTo>
                    <a:pt x="7828967" y="3082869"/>
                  </a:lnTo>
                  <a:lnTo>
                    <a:pt x="7827909" y="3082869"/>
                  </a:lnTo>
                  <a:lnTo>
                    <a:pt x="7826852" y="3082869"/>
                  </a:lnTo>
                  <a:lnTo>
                    <a:pt x="7825794" y="3082869"/>
                  </a:lnTo>
                  <a:lnTo>
                    <a:pt x="7824736" y="3082869"/>
                  </a:lnTo>
                  <a:lnTo>
                    <a:pt x="7823678" y="3082869"/>
                  </a:lnTo>
                  <a:lnTo>
                    <a:pt x="7822620" y="3082869"/>
                  </a:lnTo>
                  <a:lnTo>
                    <a:pt x="7821562" y="3082869"/>
                  </a:lnTo>
                  <a:lnTo>
                    <a:pt x="7820505" y="3082869"/>
                  </a:lnTo>
                  <a:lnTo>
                    <a:pt x="7819447" y="3082869"/>
                  </a:lnTo>
                  <a:lnTo>
                    <a:pt x="7818389" y="3082869"/>
                  </a:lnTo>
                  <a:lnTo>
                    <a:pt x="7817331" y="3082869"/>
                  </a:lnTo>
                  <a:lnTo>
                    <a:pt x="7816273" y="3082869"/>
                  </a:lnTo>
                  <a:lnTo>
                    <a:pt x="7815215" y="3082869"/>
                  </a:lnTo>
                  <a:lnTo>
                    <a:pt x="7814158" y="3082869"/>
                  </a:lnTo>
                  <a:lnTo>
                    <a:pt x="7813100" y="3082869"/>
                  </a:lnTo>
                  <a:lnTo>
                    <a:pt x="7812042" y="3082869"/>
                  </a:lnTo>
                  <a:lnTo>
                    <a:pt x="7810984" y="3082869"/>
                  </a:lnTo>
                  <a:lnTo>
                    <a:pt x="7809926" y="3082869"/>
                  </a:lnTo>
                  <a:lnTo>
                    <a:pt x="7808868" y="3082869"/>
                  </a:lnTo>
                  <a:lnTo>
                    <a:pt x="7807810" y="3082869"/>
                  </a:lnTo>
                  <a:lnTo>
                    <a:pt x="7806753" y="3082869"/>
                  </a:lnTo>
                  <a:lnTo>
                    <a:pt x="7805695" y="3082869"/>
                  </a:lnTo>
                  <a:lnTo>
                    <a:pt x="7804637" y="3082869"/>
                  </a:lnTo>
                  <a:lnTo>
                    <a:pt x="7803579" y="3082869"/>
                  </a:lnTo>
                  <a:lnTo>
                    <a:pt x="7802521" y="3082869"/>
                  </a:lnTo>
                  <a:lnTo>
                    <a:pt x="7801463" y="3082869"/>
                  </a:lnTo>
                  <a:lnTo>
                    <a:pt x="7800406" y="3082869"/>
                  </a:lnTo>
                  <a:lnTo>
                    <a:pt x="7799348" y="3082869"/>
                  </a:lnTo>
                  <a:lnTo>
                    <a:pt x="7798290" y="3082869"/>
                  </a:lnTo>
                  <a:lnTo>
                    <a:pt x="7797232" y="3082869"/>
                  </a:lnTo>
                  <a:lnTo>
                    <a:pt x="7796174" y="3082869"/>
                  </a:lnTo>
                  <a:lnTo>
                    <a:pt x="7795116" y="3082869"/>
                  </a:lnTo>
                  <a:lnTo>
                    <a:pt x="7794059" y="3082869"/>
                  </a:lnTo>
                  <a:lnTo>
                    <a:pt x="7793001" y="3082869"/>
                  </a:lnTo>
                  <a:lnTo>
                    <a:pt x="7791943" y="3082869"/>
                  </a:lnTo>
                  <a:lnTo>
                    <a:pt x="7790885" y="3082869"/>
                  </a:lnTo>
                  <a:lnTo>
                    <a:pt x="7789827" y="3082869"/>
                  </a:lnTo>
                  <a:lnTo>
                    <a:pt x="7788769" y="3082869"/>
                  </a:lnTo>
                  <a:lnTo>
                    <a:pt x="7787712" y="3082869"/>
                  </a:lnTo>
                  <a:lnTo>
                    <a:pt x="7786654" y="3082869"/>
                  </a:lnTo>
                  <a:lnTo>
                    <a:pt x="7785596" y="3082869"/>
                  </a:lnTo>
                  <a:lnTo>
                    <a:pt x="7784538" y="3082869"/>
                  </a:lnTo>
                  <a:lnTo>
                    <a:pt x="7783480" y="3082869"/>
                  </a:lnTo>
                  <a:lnTo>
                    <a:pt x="7782422" y="3082869"/>
                  </a:lnTo>
                  <a:lnTo>
                    <a:pt x="7781364" y="3082869"/>
                  </a:lnTo>
                  <a:lnTo>
                    <a:pt x="7780307" y="3082869"/>
                  </a:lnTo>
                  <a:lnTo>
                    <a:pt x="7779249" y="3082869"/>
                  </a:lnTo>
                  <a:lnTo>
                    <a:pt x="7778191" y="3082869"/>
                  </a:lnTo>
                  <a:lnTo>
                    <a:pt x="7777133" y="3082869"/>
                  </a:lnTo>
                  <a:lnTo>
                    <a:pt x="7776075" y="3082869"/>
                  </a:lnTo>
                  <a:lnTo>
                    <a:pt x="7775017" y="3082869"/>
                  </a:lnTo>
                  <a:lnTo>
                    <a:pt x="7773960" y="3082869"/>
                  </a:lnTo>
                  <a:lnTo>
                    <a:pt x="7772902" y="3082869"/>
                  </a:lnTo>
                  <a:lnTo>
                    <a:pt x="7771844" y="3082869"/>
                  </a:lnTo>
                  <a:lnTo>
                    <a:pt x="7770786" y="3082869"/>
                  </a:lnTo>
                  <a:lnTo>
                    <a:pt x="7769728" y="3082869"/>
                  </a:lnTo>
                  <a:lnTo>
                    <a:pt x="7768670" y="3082869"/>
                  </a:lnTo>
                  <a:lnTo>
                    <a:pt x="7767613" y="3082869"/>
                  </a:lnTo>
                  <a:lnTo>
                    <a:pt x="7766555" y="3082869"/>
                  </a:lnTo>
                  <a:lnTo>
                    <a:pt x="7765497" y="3082869"/>
                  </a:lnTo>
                  <a:lnTo>
                    <a:pt x="7764439" y="3082869"/>
                  </a:lnTo>
                  <a:lnTo>
                    <a:pt x="7763381" y="3082869"/>
                  </a:lnTo>
                  <a:lnTo>
                    <a:pt x="7762323" y="3082869"/>
                  </a:lnTo>
                  <a:lnTo>
                    <a:pt x="7761266" y="3082869"/>
                  </a:lnTo>
                  <a:lnTo>
                    <a:pt x="7760208" y="3082869"/>
                  </a:lnTo>
                  <a:lnTo>
                    <a:pt x="7759150" y="3082869"/>
                  </a:lnTo>
                  <a:lnTo>
                    <a:pt x="7758092" y="3082869"/>
                  </a:lnTo>
                  <a:lnTo>
                    <a:pt x="7757034" y="3082869"/>
                  </a:lnTo>
                  <a:lnTo>
                    <a:pt x="7755976" y="3082869"/>
                  </a:lnTo>
                  <a:lnTo>
                    <a:pt x="7754918" y="3082869"/>
                  </a:lnTo>
                  <a:lnTo>
                    <a:pt x="7753861" y="3082869"/>
                  </a:lnTo>
                  <a:lnTo>
                    <a:pt x="7752803" y="3082869"/>
                  </a:lnTo>
                  <a:lnTo>
                    <a:pt x="7751745" y="3082869"/>
                  </a:lnTo>
                  <a:lnTo>
                    <a:pt x="7750687" y="3082869"/>
                  </a:lnTo>
                  <a:lnTo>
                    <a:pt x="7749629" y="3082869"/>
                  </a:lnTo>
                  <a:lnTo>
                    <a:pt x="7748571" y="3082869"/>
                  </a:lnTo>
                  <a:lnTo>
                    <a:pt x="7747514" y="3082869"/>
                  </a:lnTo>
                  <a:lnTo>
                    <a:pt x="7746456" y="3082869"/>
                  </a:lnTo>
                  <a:lnTo>
                    <a:pt x="7745398" y="3082869"/>
                  </a:lnTo>
                  <a:lnTo>
                    <a:pt x="7744340" y="3082869"/>
                  </a:lnTo>
                  <a:lnTo>
                    <a:pt x="7743282" y="3082869"/>
                  </a:lnTo>
                  <a:lnTo>
                    <a:pt x="7742224" y="3082869"/>
                  </a:lnTo>
                  <a:lnTo>
                    <a:pt x="7741167" y="3082869"/>
                  </a:lnTo>
                  <a:lnTo>
                    <a:pt x="7740109" y="3082869"/>
                  </a:lnTo>
                  <a:lnTo>
                    <a:pt x="7739051" y="3082869"/>
                  </a:lnTo>
                  <a:lnTo>
                    <a:pt x="7737993" y="3082869"/>
                  </a:lnTo>
                  <a:lnTo>
                    <a:pt x="7736935" y="3082869"/>
                  </a:lnTo>
                  <a:lnTo>
                    <a:pt x="7735877" y="3082869"/>
                  </a:lnTo>
                  <a:lnTo>
                    <a:pt x="7734820" y="3082869"/>
                  </a:lnTo>
                  <a:lnTo>
                    <a:pt x="7733762" y="3082869"/>
                  </a:lnTo>
                  <a:lnTo>
                    <a:pt x="7732704" y="3082869"/>
                  </a:lnTo>
                  <a:lnTo>
                    <a:pt x="7731646" y="3082869"/>
                  </a:lnTo>
                  <a:lnTo>
                    <a:pt x="7730588" y="3082869"/>
                  </a:lnTo>
                  <a:lnTo>
                    <a:pt x="7729530" y="3082869"/>
                  </a:lnTo>
                  <a:lnTo>
                    <a:pt x="7728472" y="3082869"/>
                  </a:lnTo>
                  <a:lnTo>
                    <a:pt x="7727415" y="3082869"/>
                  </a:lnTo>
                  <a:lnTo>
                    <a:pt x="7726357" y="3082869"/>
                  </a:lnTo>
                  <a:lnTo>
                    <a:pt x="7725299" y="3082869"/>
                  </a:lnTo>
                  <a:lnTo>
                    <a:pt x="7724241" y="3082869"/>
                  </a:lnTo>
                  <a:lnTo>
                    <a:pt x="7723183" y="3082869"/>
                  </a:lnTo>
                  <a:lnTo>
                    <a:pt x="7722125" y="3082869"/>
                  </a:lnTo>
                  <a:lnTo>
                    <a:pt x="7721068" y="3082869"/>
                  </a:lnTo>
                  <a:lnTo>
                    <a:pt x="7720010" y="3082869"/>
                  </a:lnTo>
                  <a:lnTo>
                    <a:pt x="7718952" y="3082869"/>
                  </a:lnTo>
                  <a:lnTo>
                    <a:pt x="7717894" y="3082869"/>
                  </a:lnTo>
                  <a:lnTo>
                    <a:pt x="7716836" y="3082869"/>
                  </a:lnTo>
                  <a:lnTo>
                    <a:pt x="7715778" y="3082869"/>
                  </a:lnTo>
                  <a:lnTo>
                    <a:pt x="7714721" y="3082869"/>
                  </a:lnTo>
                  <a:lnTo>
                    <a:pt x="7713663" y="3082869"/>
                  </a:lnTo>
                  <a:lnTo>
                    <a:pt x="7712605" y="3082869"/>
                  </a:lnTo>
                  <a:lnTo>
                    <a:pt x="7711547" y="3082869"/>
                  </a:lnTo>
                  <a:lnTo>
                    <a:pt x="7710489" y="3082869"/>
                  </a:lnTo>
                  <a:lnTo>
                    <a:pt x="7709431" y="3082869"/>
                  </a:lnTo>
                  <a:lnTo>
                    <a:pt x="7708374" y="3082869"/>
                  </a:lnTo>
                  <a:lnTo>
                    <a:pt x="7707316" y="3082869"/>
                  </a:lnTo>
                  <a:lnTo>
                    <a:pt x="7706258" y="3082869"/>
                  </a:lnTo>
                  <a:lnTo>
                    <a:pt x="7705200" y="3082869"/>
                  </a:lnTo>
                  <a:lnTo>
                    <a:pt x="7704142" y="3082869"/>
                  </a:lnTo>
                  <a:lnTo>
                    <a:pt x="7703084" y="3082869"/>
                  </a:lnTo>
                  <a:lnTo>
                    <a:pt x="7702026" y="3082869"/>
                  </a:lnTo>
                  <a:lnTo>
                    <a:pt x="7700969" y="3082869"/>
                  </a:lnTo>
                  <a:lnTo>
                    <a:pt x="7699911" y="3082869"/>
                  </a:lnTo>
                  <a:lnTo>
                    <a:pt x="7698853" y="3082869"/>
                  </a:lnTo>
                  <a:lnTo>
                    <a:pt x="7697795" y="3082869"/>
                  </a:lnTo>
                  <a:lnTo>
                    <a:pt x="7696737" y="3082869"/>
                  </a:lnTo>
                  <a:lnTo>
                    <a:pt x="7695679" y="3082869"/>
                  </a:lnTo>
                  <a:lnTo>
                    <a:pt x="7694622" y="3082869"/>
                  </a:lnTo>
                  <a:lnTo>
                    <a:pt x="7693564" y="3082869"/>
                  </a:lnTo>
                  <a:lnTo>
                    <a:pt x="7692506" y="3082869"/>
                  </a:lnTo>
                  <a:lnTo>
                    <a:pt x="7691448" y="3082869"/>
                  </a:lnTo>
                  <a:lnTo>
                    <a:pt x="7690390" y="3082869"/>
                  </a:lnTo>
                  <a:lnTo>
                    <a:pt x="7689332" y="3082869"/>
                  </a:lnTo>
                  <a:lnTo>
                    <a:pt x="7688275" y="3082869"/>
                  </a:lnTo>
                  <a:lnTo>
                    <a:pt x="7687217" y="3082869"/>
                  </a:lnTo>
                  <a:lnTo>
                    <a:pt x="7686159" y="3082869"/>
                  </a:lnTo>
                  <a:lnTo>
                    <a:pt x="7685101" y="3082869"/>
                  </a:lnTo>
                  <a:lnTo>
                    <a:pt x="7684043" y="3082869"/>
                  </a:lnTo>
                  <a:lnTo>
                    <a:pt x="7682985" y="3082869"/>
                  </a:lnTo>
                  <a:lnTo>
                    <a:pt x="7681928" y="3082869"/>
                  </a:lnTo>
                  <a:lnTo>
                    <a:pt x="7680870" y="3082869"/>
                  </a:lnTo>
                  <a:lnTo>
                    <a:pt x="7679812" y="3082869"/>
                  </a:lnTo>
                  <a:lnTo>
                    <a:pt x="7678754" y="3082869"/>
                  </a:lnTo>
                  <a:lnTo>
                    <a:pt x="7677696" y="3082869"/>
                  </a:lnTo>
                  <a:lnTo>
                    <a:pt x="7676638" y="3082869"/>
                  </a:lnTo>
                  <a:lnTo>
                    <a:pt x="7675580" y="3082869"/>
                  </a:lnTo>
                  <a:lnTo>
                    <a:pt x="7674523" y="3082869"/>
                  </a:lnTo>
                  <a:lnTo>
                    <a:pt x="7673465" y="3082869"/>
                  </a:lnTo>
                  <a:lnTo>
                    <a:pt x="7672407" y="3082869"/>
                  </a:lnTo>
                  <a:lnTo>
                    <a:pt x="7671349" y="3082869"/>
                  </a:lnTo>
                  <a:lnTo>
                    <a:pt x="7670291" y="3082869"/>
                  </a:lnTo>
                  <a:lnTo>
                    <a:pt x="7669233" y="3082869"/>
                  </a:lnTo>
                  <a:lnTo>
                    <a:pt x="7668176" y="3082869"/>
                  </a:lnTo>
                  <a:lnTo>
                    <a:pt x="7667118" y="3082869"/>
                  </a:lnTo>
                  <a:lnTo>
                    <a:pt x="7666060" y="3082869"/>
                  </a:lnTo>
                  <a:lnTo>
                    <a:pt x="7665002" y="3082869"/>
                  </a:lnTo>
                  <a:lnTo>
                    <a:pt x="7663944" y="3082869"/>
                  </a:lnTo>
                  <a:lnTo>
                    <a:pt x="7662886" y="3082869"/>
                  </a:lnTo>
                  <a:lnTo>
                    <a:pt x="7661829" y="3082869"/>
                  </a:lnTo>
                  <a:lnTo>
                    <a:pt x="7660771" y="3082869"/>
                  </a:lnTo>
                  <a:lnTo>
                    <a:pt x="7659713" y="3082869"/>
                  </a:lnTo>
                  <a:lnTo>
                    <a:pt x="7658655" y="3082869"/>
                  </a:lnTo>
                  <a:lnTo>
                    <a:pt x="7657597" y="3082869"/>
                  </a:lnTo>
                  <a:lnTo>
                    <a:pt x="7656539" y="3082869"/>
                  </a:lnTo>
                  <a:lnTo>
                    <a:pt x="7655482" y="3082869"/>
                  </a:lnTo>
                  <a:lnTo>
                    <a:pt x="7654424" y="3082869"/>
                  </a:lnTo>
                  <a:lnTo>
                    <a:pt x="7653366" y="3082869"/>
                  </a:lnTo>
                  <a:lnTo>
                    <a:pt x="7652308" y="3082869"/>
                  </a:lnTo>
                  <a:lnTo>
                    <a:pt x="7651250" y="3082869"/>
                  </a:lnTo>
                  <a:lnTo>
                    <a:pt x="7650192" y="3082869"/>
                  </a:lnTo>
                  <a:lnTo>
                    <a:pt x="7649134" y="3082869"/>
                  </a:lnTo>
                  <a:lnTo>
                    <a:pt x="7648077" y="3082869"/>
                  </a:lnTo>
                  <a:lnTo>
                    <a:pt x="7647019" y="3082869"/>
                  </a:lnTo>
                  <a:lnTo>
                    <a:pt x="7645961" y="3082869"/>
                  </a:lnTo>
                  <a:lnTo>
                    <a:pt x="7644903" y="3082869"/>
                  </a:lnTo>
                  <a:lnTo>
                    <a:pt x="7643845" y="3082869"/>
                  </a:lnTo>
                  <a:lnTo>
                    <a:pt x="7642787" y="3082869"/>
                  </a:lnTo>
                  <a:lnTo>
                    <a:pt x="7641730" y="3082869"/>
                  </a:lnTo>
                  <a:lnTo>
                    <a:pt x="7640672" y="3082869"/>
                  </a:lnTo>
                  <a:lnTo>
                    <a:pt x="7639614" y="3082869"/>
                  </a:lnTo>
                  <a:lnTo>
                    <a:pt x="7638556" y="3082869"/>
                  </a:lnTo>
                  <a:lnTo>
                    <a:pt x="7637498" y="3082869"/>
                  </a:lnTo>
                  <a:lnTo>
                    <a:pt x="7636440" y="3082869"/>
                  </a:lnTo>
                  <a:lnTo>
                    <a:pt x="7635383" y="3082869"/>
                  </a:lnTo>
                  <a:lnTo>
                    <a:pt x="7634325" y="3082869"/>
                  </a:lnTo>
                  <a:lnTo>
                    <a:pt x="7633267" y="3082869"/>
                  </a:lnTo>
                  <a:lnTo>
                    <a:pt x="7632209" y="3082869"/>
                  </a:lnTo>
                  <a:lnTo>
                    <a:pt x="7631151" y="3082869"/>
                  </a:lnTo>
                  <a:lnTo>
                    <a:pt x="7630093" y="3082869"/>
                  </a:lnTo>
                  <a:lnTo>
                    <a:pt x="7629036" y="3082869"/>
                  </a:lnTo>
                  <a:lnTo>
                    <a:pt x="7627978" y="3082869"/>
                  </a:lnTo>
                  <a:lnTo>
                    <a:pt x="7626920" y="3082869"/>
                  </a:lnTo>
                  <a:lnTo>
                    <a:pt x="7625862" y="3082869"/>
                  </a:lnTo>
                  <a:lnTo>
                    <a:pt x="7624804" y="3082869"/>
                  </a:lnTo>
                  <a:lnTo>
                    <a:pt x="7623746" y="3082869"/>
                  </a:lnTo>
                  <a:lnTo>
                    <a:pt x="7622688" y="3082869"/>
                  </a:lnTo>
                  <a:lnTo>
                    <a:pt x="7621631" y="3082869"/>
                  </a:lnTo>
                  <a:lnTo>
                    <a:pt x="7620573" y="3082869"/>
                  </a:lnTo>
                  <a:lnTo>
                    <a:pt x="7619515" y="3082869"/>
                  </a:lnTo>
                  <a:lnTo>
                    <a:pt x="7618457" y="3082869"/>
                  </a:lnTo>
                  <a:lnTo>
                    <a:pt x="7617399" y="3082869"/>
                  </a:lnTo>
                  <a:lnTo>
                    <a:pt x="7616341" y="3082869"/>
                  </a:lnTo>
                  <a:lnTo>
                    <a:pt x="7615284" y="3082869"/>
                  </a:lnTo>
                  <a:lnTo>
                    <a:pt x="7614226" y="3082869"/>
                  </a:lnTo>
                  <a:lnTo>
                    <a:pt x="7613168" y="3082869"/>
                  </a:lnTo>
                  <a:lnTo>
                    <a:pt x="7612110" y="3082869"/>
                  </a:lnTo>
                  <a:lnTo>
                    <a:pt x="7611052" y="3082869"/>
                  </a:lnTo>
                  <a:lnTo>
                    <a:pt x="7609994" y="3082869"/>
                  </a:lnTo>
                  <a:lnTo>
                    <a:pt x="7608937" y="3082869"/>
                  </a:lnTo>
                  <a:lnTo>
                    <a:pt x="7607879" y="3082869"/>
                  </a:lnTo>
                  <a:lnTo>
                    <a:pt x="7606821" y="3082869"/>
                  </a:lnTo>
                  <a:lnTo>
                    <a:pt x="7605763" y="3082869"/>
                  </a:lnTo>
                  <a:lnTo>
                    <a:pt x="7604705" y="3082869"/>
                  </a:lnTo>
                  <a:lnTo>
                    <a:pt x="7603647" y="3082869"/>
                  </a:lnTo>
                  <a:lnTo>
                    <a:pt x="7602590" y="3082869"/>
                  </a:lnTo>
                  <a:lnTo>
                    <a:pt x="7601532" y="3082869"/>
                  </a:lnTo>
                  <a:lnTo>
                    <a:pt x="7600474" y="3082869"/>
                  </a:lnTo>
                  <a:lnTo>
                    <a:pt x="7599416" y="3082869"/>
                  </a:lnTo>
                  <a:lnTo>
                    <a:pt x="7598358" y="3082869"/>
                  </a:lnTo>
                  <a:lnTo>
                    <a:pt x="7597300" y="3082869"/>
                  </a:lnTo>
                  <a:lnTo>
                    <a:pt x="7596242" y="3082869"/>
                  </a:lnTo>
                  <a:lnTo>
                    <a:pt x="7595185" y="3082869"/>
                  </a:lnTo>
                  <a:lnTo>
                    <a:pt x="7594127" y="3082869"/>
                  </a:lnTo>
                  <a:lnTo>
                    <a:pt x="7593069" y="3082869"/>
                  </a:lnTo>
                  <a:lnTo>
                    <a:pt x="7592011" y="3082869"/>
                  </a:lnTo>
                  <a:lnTo>
                    <a:pt x="7590953" y="3082869"/>
                  </a:lnTo>
                  <a:lnTo>
                    <a:pt x="7589895" y="3082869"/>
                  </a:lnTo>
                  <a:lnTo>
                    <a:pt x="7588838" y="3082869"/>
                  </a:lnTo>
                  <a:lnTo>
                    <a:pt x="7587780" y="3082869"/>
                  </a:lnTo>
                  <a:lnTo>
                    <a:pt x="7586722" y="3082869"/>
                  </a:lnTo>
                  <a:lnTo>
                    <a:pt x="7585664" y="3082869"/>
                  </a:lnTo>
                  <a:lnTo>
                    <a:pt x="7584606" y="3082869"/>
                  </a:lnTo>
                  <a:lnTo>
                    <a:pt x="7583548" y="3082869"/>
                  </a:lnTo>
                  <a:lnTo>
                    <a:pt x="7582491" y="3082869"/>
                  </a:lnTo>
                  <a:lnTo>
                    <a:pt x="7581433" y="3082869"/>
                  </a:lnTo>
                  <a:lnTo>
                    <a:pt x="7580375" y="3082869"/>
                  </a:lnTo>
                  <a:lnTo>
                    <a:pt x="7579317" y="3082869"/>
                  </a:lnTo>
                  <a:lnTo>
                    <a:pt x="7578259" y="3082869"/>
                  </a:lnTo>
                  <a:lnTo>
                    <a:pt x="7577201" y="3082869"/>
                  </a:lnTo>
                  <a:lnTo>
                    <a:pt x="7576144" y="3082869"/>
                  </a:lnTo>
                  <a:lnTo>
                    <a:pt x="7575086" y="3082869"/>
                  </a:lnTo>
                  <a:lnTo>
                    <a:pt x="7574028" y="3082869"/>
                  </a:lnTo>
                  <a:lnTo>
                    <a:pt x="7572970" y="3082869"/>
                  </a:lnTo>
                  <a:lnTo>
                    <a:pt x="7571912" y="3082869"/>
                  </a:lnTo>
                  <a:lnTo>
                    <a:pt x="7570854" y="3082869"/>
                  </a:lnTo>
                  <a:lnTo>
                    <a:pt x="7569796" y="3082869"/>
                  </a:lnTo>
                  <a:lnTo>
                    <a:pt x="7568739" y="3082869"/>
                  </a:lnTo>
                  <a:lnTo>
                    <a:pt x="7567681" y="3082869"/>
                  </a:lnTo>
                  <a:lnTo>
                    <a:pt x="7566623" y="3082869"/>
                  </a:lnTo>
                  <a:lnTo>
                    <a:pt x="7565565" y="3082869"/>
                  </a:lnTo>
                  <a:lnTo>
                    <a:pt x="7564507" y="3082869"/>
                  </a:lnTo>
                  <a:lnTo>
                    <a:pt x="7563449" y="3082869"/>
                  </a:lnTo>
                  <a:lnTo>
                    <a:pt x="7562392" y="3082869"/>
                  </a:lnTo>
                  <a:lnTo>
                    <a:pt x="7561334" y="3082869"/>
                  </a:lnTo>
                  <a:lnTo>
                    <a:pt x="7560276" y="3082869"/>
                  </a:lnTo>
                  <a:lnTo>
                    <a:pt x="7559218" y="3082869"/>
                  </a:lnTo>
                  <a:lnTo>
                    <a:pt x="7558160" y="3082869"/>
                  </a:lnTo>
                  <a:lnTo>
                    <a:pt x="7557102" y="3082869"/>
                  </a:lnTo>
                  <a:lnTo>
                    <a:pt x="7556045" y="3082869"/>
                  </a:lnTo>
                  <a:lnTo>
                    <a:pt x="7554987" y="3082869"/>
                  </a:lnTo>
                  <a:lnTo>
                    <a:pt x="7553929" y="3082869"/>
                  </a:lnTo>
                  <a:lnTo>
                    <a:pt x="7552871" y="3082869"/>
                  </a:lnTo>
                  <a:lnTo>
                    <a:pt x="7551813" y="3082869"/>
                  </a:lnTo>
                  <a:lnTo>
                    <a:pt x="7550755" y="3082869"/>
                  </a:lnTo>
                  <a:lnTo>
                    <a:pt x="7549698" y="3082869"/>
                  </a:lnTo>
                  <a:lnTo>
                    <a:pt x="7548640" y="3082869"/>
                  </a:lnTo>
                  <a:lnTo>
                    <a:pt x="7547582" y="3082869"/>
                  </a:lnTo>
                  <a:lnTo>
                    <a:pt x="7546524" y="3082869"/>
                  </a:lnTo>
                  <a:lnTo>
                    <a:pt x="7545466" y="3082869"/>
                  </a:lnTo>
                  <a:lnTo>
                    <a:pt x="7544408" y="3082869"/>
                  </a:lnTo>
                  <a:lnTo>
                    <a:pt x="7543350" y="3082869"/>
                  </a:lnTo>
                  <a:lnTo>
                    <a:pt x="7542293" y="3082869"/>
                  </a:lnTo>
                  <a:lnTo>
                    <a:pt x="7541235" y="3082869"/>
                  </a:lnTo>
                  <a:lnTo>
                    <a:pt x="7540177" y="3082869"/>
                  </a:lnTo>
                  <a:lnTo>
                    <a:pt x="7539119" y="3082869"/>
                  </a:lnTo>
                  <a:lnTo>
                    <a:pt x="7538061" y="3082869"/>
                  </a:lnTo>
                  <a:lnTo>
                    <a:pt x="7537003" y="3082869"/>
                  </a:lnTo>
                  <a:lnTo>
                    <a:pt x="7535946" y="3082869"/>
                  </a:lnTo>
                  <a:lnTo>
                    <a:pt x="7534888" y="3082869"/>
                  </a:lnTo>
                  <a:lnTo>
                    <a:pt x="7533830" y="3082869"/>
                  </a:lnTo>
                  <a:lnTo>
                    <a:pt x="7532772" y="3082869"/>
                  </a:lnTo>
                  <a:lnTo>
                    <a:pt x="7531714" y="3082869"/>
                  </a:lnTo>
                  <a:lnTo>
                    <a:pt x="7530656" y="3082869"/>
                  </a:lnTo>
                  <a:lnTo>
                    <a:pt x="7529599" y="3082869"/>
                  </a:lnTo>
                  <a:lnTo>
                    <a:pt x="7528541" y="3082869"/>
                  </a:lnTo>
                  <a:lnTo>
                    <a:pt x="7527483" y="3082869"/>
                  </a:lnTo>
                  <a:lnTo>
                    <a:pt x="7526425" y="3082869"/>
                  </a:lnTo>
                  <a:lnTo>
                    <a:pt x="7525367" y="3082869"/>
                  </a:lnTo>
                  <a:lnTo>
                    <a:pt x="7524309" y="3082869"/>
                  </a:lnTo>
                  <a:lnTo>
                    <a:pt x="7523252" y="3082869"/>
                  </a:lnTo>
                  <a:lnTo>
                    <a:pt x="7522194" y="3082869"/>
                  </a:lnTo>
                  <a:lnTo>
                    <a:pt x="7521136" y="3082869"/>
                  </a:lnTo>
                  <a:lnTo>
                    <a:pt x="7520078" y="3082869"/>
                  </a:lnTo>
                  <a:lnTo>
                    <a:pt x="7519020" y="3082869"/>
                  </a:lnTo>
                  <a:lnTo>
                    <a:pt x="7517962" y="3082869"/>
                  </a:lnTo>
                  <a:lnTo>
                    <a:pt x="7516904" y="3082869"/>
                  </a:lnTo>
                  <a:lnTo>
                    <a:pt x="7515847" y="3082869"/>
                  </a:lnTo>
                  <a:lnTo>
                    <a:pt x="7514789" y="3082869"/>
                  </a:lnTo>
                  <a:lnTo>
                    <a:pt x="7513731" y="3082869"/>
                  </a:lnTo>
                  <a:lnTo>
                    <a:pt x="7512673" y="3082869"/>
                  </a:lnTo>
                  <a:lnTo>
                    <a:pt x="7511615" y="3082869"/>
                  </a:lnTo>
                  <a:lnTo>
                    <a:pt x="7510557" y="3082869"/>
                  </a:lnTo>
                  <a:lnTo>
                    <a:pt x="7509500" y="3082869"/>
                  </a:lnTo>
                  <a:lnTo>
                    <a:pt x="7508442" y="3082869"/>
                  </a:lnTo>
                  <a:lnTo>
                    <a:pt x="7507384" y="3082869"/>
                  </a:lnTo>
                  <a:lnTo>
                    <a:pt x="7506326" y="3082869"/>
                  </a:lnTo>
                  <a:lnTo>
                    <a:pt x="7505268" y="3082869"/>
                  </a:lnTo>
                  <a:lnTo>
                    <a:pt x="7504210" y="3082869"/>
                  </a:lnTo>
                  <a:lnTo>
                    <a:pt x="7503153" y="3082869"/>
                  </a:lnTo>
                  <a:lnTo>
                    <a:pt x="7502095" y="3082869"/>
                  </a:lnTo>
                  <a:lnTo>
                    <a:pt x="7501037" y="3082869"/>
                  </a:lnTo>
                  <a:lnTo>
                    <a:pt x="7499979" y="3082869"/>
                  </a:lnTo>
                  <a:lnTo>
                    <a:pt x="7498921" y="3082869"/>
                  </a:lnTo>
                  <a:lnTo>
                    <a:pt x="7497863" y="3082869"/>
                  </a:lnTo>
                  <a:lnTo>
                    <a:pt x="7496806" y="3082869"/>
                  </a:lnTo>
                  <a:lnTo>
                    <a:pt x="7495748" y="3082869"/>
                  </a:lnTo>
                  <a:lnTo>
                    <a:pt x="7494690" y="3082869"/>
                  </a:lnTo>
                  <a:lnTo>
                    <a:pt x="7493632" y="3082869"/>
                  </a:lnTo>
                  <a:lnTo>
                    <a:pt x="7492574" y="3082869"/>
                  </a:lnTo>
                  <a:lnTo>
                    <a:pt x="7491516" y="3082869"/>
                  </a:lnTo>
                  <a:lnTo>
                    <a:pt x="7490458" y="3082869"/>
                  </a:lnTo>
                  <a:lnTo>
                    <a:pt x="7489401" y="3082869"/>
                  </a:lnTo>
                  <a:lnTo>
                    <a:pt x="7488343" y="3082869"/>
                  </a:lnTo>
                  <a:lnTo>
                    <a:pt x="7487285" y="3082869"/>
                  </a:lnTo>
                  <a:lnTo>
                    <a:pt x="7486227" y="3082869"/>
                  </a:lnTo>
                  <a:lnTo>
                    <a:pt x="7485169" y="3082869"/>
                  </a:lnTo>
                  <a:lnTo>
                    <a:pt x="7484111" y="3082869"/>
                  </a:lnTo>
                  <a:lnTo>
                    <a:pt x="7483054" y="3082869"/>
                  </a:lnTo>
                  <a:lnTo>
                    <a:pt x="7481996" y="3082869"/>
                  </a:lnTo>
                  <a:lnTo>
                    <a:pt x="7480938" y="3082869"/>
                  </a:lnTo>
                  <a:lnTo>
                    <a:pt x="7479880" y="3082869"/>
                  </a:lnTo>
                  <a:lnTo>
                    <a:pt x="7478822" y="3082869"/>
                  </a:lnTo>
                  <a:lnTo>
                    <a:pt x="7477764" y="3082869"/>
                  </a:lnTo>
                  <a:lnTo>
                    <a:pt x="7476707" y="3082869"/>
                  </a:lnTo>
                  <a:lnTo>
                    <a:pt x="7475649" y="3082869"/>
                  </a:lnTo>
                  <a:lnTo>
                    <a:pt x="7474591" y="3082869"/>
                  </a:lnTo>
                  <a:lnTo>
                    <a:pt x="7473533" y="3082869"/>
                  </a:lnTo>
                  <a:lnTo>
                    <a:pt x="7472475" y="3082869"/>
                  </a:lnTo>
                  <a:lnTo>
                    <a:pt x="7471417" y="3082869"/>
                  </a:lnTo>
                  <a:lnTo>
                    <a:pt x="7470360" y="3082869"/>
                  </a:lnTo>
                  <a:lnTo>
                    <a:pt x="7469302" y="3082869"/>
                  </a:lnTo>
                  <a:lnTo>
                    <a:pt x="7468244" y="3082869"/>
                  </a:lnTo>
                  <a:lnTo>
                    <a:pt x="7467186" y="3082869"/>
                  </a:lnTo>
                  <a:lnTo>
                    <a:pt x="7466128" y="3082869"/>
                  </a:lnTo>
                  <a:lnTo>
                    <a:pt x="7465070" y="3082869"/>
                  </a:lnTo>
                  <a:lnTo>
                    <a:pt x="7464012" y="3082869"/>
                  </a:lnTo>
                  <a:lnTo>
                    <a:pt x="7462955" y="3082869"/>
                  </a:lnTo>
                  <a:lnTo>
                    <a:pt x="7461897" y="3082869"/>
                  </a:lnTo>
                  <a:lnTo>
                    <a:pt x="7460839" y="3082869"/>
                  </a:lnTo>
                  <a:lnTo>
                    <a:pt x="7459781" y="3082869"/>
                  </a:lnTo>
                  <a:lnTo>
                    <a:pt x="7458723" y="3082869"/>
                  </a:lnTo>
                  <a:lnTo>
                    <a:pt x="7457665" y="3082869"/>
                  </a:lnTo>
                  <a:lnTo>
                    <a:pt x="7456608" y="3082869"/>
                  </a:lnTo>
                  <a:lnTo>
                    <a:pt x="7455550" y="3082869"/>
                  </a:lnTo>
                  <a:lnTo>
                    <a:pt x="7454492" y="3082869"/>
                  </a:lnTo>
                  <a:lnTo>
                    <a:pt x="7453434" y="3082869"/>
                  </a:lnTo>
                  <a:lnTo>
                    <a:pt x="7452376" y="3082869"/>
                  </a:lnTo>
                  <a:lnTo>
                    <a:pt x="7451318" y="3082869"/>
                  </a:lnTo>
                  <a:lnTo>
                    <a:pt x="7450261" y="3082869"/>
                  </a:lnTo>
                  <a:lnTo>
                    <a:pt x="7449203" y="3082869"/>
                  </a:lnTo>
                  <a:lnTo>
                    <a:pt x="7448145" y="3082869"/>
                  </a:lnTo>
                  <a:lnTo>
                    <a:pt x="7447087" y="3082869"/>
                  </a:lnTo>
                  <a:lnTo>
                    <a:pt x="7446029" y="3082869"/>
                  </a:lnTo>
                  <a:lnTo>
                    <a:pt x="7444971" y="3082869"/>
                  </a:lnTo>
                  <a:lnTo>
                    <a:pt x="7443914" y="3082869"/>
                  </a:lnTo>
                  <a:lnTo>
                    <a:pt x="7442856" y="3082869"/>
                  </a:lnTo>
                  <a:lnTo>
                    <a:pt x="7441798" y="3082869"/>
                  </a:lnTo>
                  <a:lnTo>
                    <a:pt x="7440740" y="3082869"/>
                  </a:lnTo>
                  <a:lnTo>
                    <a:pt x="7439682" y="3082869"/>
                  </a:lnTo>
                  <a:lnTo>
                    <a:pt x="7438624" y="3082869"/>
                  </a:lnTo>
                  <a:lnTo>
                    <a:pt x="7437566" y="3082869"/>
                  </a:lnTo>
                  <a:lnTo>
                    <a:pt x="7436509" y="3082869"/>
                  </a:lnTo>
                  <a:lnTo>
                    <a:pt x="7435451" y="3082869"/>
                  </a:lnTo>
                  <a:lnTo>
                    <a:pt x="7434393" y="3082869"/>
                  </a:lnTo>
                  <a:lnTo>
                    <a:pt x="7433335" y="3082869"/>
                  </a:lnTo>
                  <a:lnTo>
                    <a:pt x="7432277" y="3082869"/>
                  </a:lnTo>
                  <a:lnTo>
                    <a:pt x="7431219" y="3082869"/>
                  </a:lnTo>
                  <a:lnTo>
                    <a:pt x="7430162" y="3082869"/>
                  </a:lnTo>
                  <a:lnTo>
                    <a:pt x="7429104" y="3082869"/>
                  </a:lnTo>
                  <a:lnTo>
                    <a:pt x="7428046" y="3082869"/>
                  </a:lnTo>
                  <a:lnTo>
                    <a:pt x="7426988" y="3082869"/>
                  </a:lnTo>
                  <a:lnTo>
                    <a:pt x="7425930" y="3082869"/>
                  </a:lnTo>
                  <a:lnTo>
                    <a:pt x="7424872" y="3082869"/>
                  </a:lnTo>
                  <a:lnTo>
                    <a:pt x="7423815" y="3082869"/>
                  </a:lnTo>
                  <a:lnTo>
                    <a:pt x="7422757" y="3082869"/>
                  </a:lnTo>
                  <a:lnTo>
                    <a:pt x="7421699" y="3082869"/>
                  </a:lnTo>
                  <a:lnTo>
                    <a:pt x="7420641" y="3082869"/>
                  </a:lnTo>
                  <a:lnTo>
                    <a:pt x="7419583" y="3082869"/>
                  </a:lnTo>
                  <a:lnTo>
                    <a:pt x="7418525" y="3082869"/>
                  </a:lnTo>
                  <a:lnTo>
                    <a:pt x="7417468" y="3082869"/>
                  </a:lnTo>
                  <a:lnTo>
                    <a:pt x="7416410" y="3082869"/>
                  </a:lnTo>
                  <a:lnTo>
                    <a:pt x="7415352" y="3082869"/>
                  </a:lnTo>
                  <a:lnTo>
                    <a:pt x="7414294" y="3082869"/>
                  </a:lnTo>
                  <a:lnTo>
                    <a:pt x="7413236" y="3082869"/>
                  </a:lnTo>
                  <a:lnTo>
                    <a:pt x="7412178" y="3082869"/>
                  </a:lnTo>
                  <a:lnTo>
                    <a:pt x="7411121" y="3082869"/>
                  </a:lnTo>
                  <a:lnTo>
                    <a:pt x="7410063" y="3082869"/>
                  </a:lnTo>
                  <a:lnTo>
                    <a:pt x="7409005" y="3082869"/>
                  </a:lnTo>
                  <a:lnTo>
                    <a:pt x="7407947" y="3082869"/>
                  </a:lnTo>
                  <a:lnTo>
                    <a:pt x="7406889" y="3082869"/>
                  </a:lnTo>
                  <a:lnTo>
                    <a:pt x="7405831" y="3082869"/>
                  </a:lnTo>
                  <a:lnTo>
                    <a:pt x="7404773" y="3082869"/>
                  </a:lnTo>
                  <a:lnTo>
                    <a:pt x="7403716" y="3082869"/>
                  </a:lnTo>
                  <a:lnTo>
                    <a:pt x="7402658" y="3082869"/>
                  </a:lnTo>
                  <a:lnTo>
                    <a:pt x="7401600" y="3082869"/>
                  </a:lnTo>
                  <a:lnTo>
                    <a:pt x="7400542" y="3082869"/>
                  </a:lnTo>
                  <a:lnTo>
                    <a:pt x="7399484" y="3082869"/>
                  </a:lnTo>
                  <a:lnTo>
                    <a:pt x="7398426" y="3082869"/>
                  </a:lnTo>
                  <a:lnTo>
                    <a:pt x="7397369" y="3082869"/>
                  </a:lnTo>
                  <a:lnTo>
                    <a:pt x="7396311" y="3082869"/>
                  </a:lnTo>
                  <a:lnTo>
                    <a:pt x="7395253" y="3082869"/>
                  </a:lnTo>
                  <a:lnTo>
                    <a:pt x="7394195" y="3082869"/>
                  </a:lnTo>
                  <a:lnTo>
                    <a:pt x="7393137" y="3082869"/>
                  </a:lnTo>
                  <a:lnTo>
                    <a:pt x="7392079" y="3082869"/>
                  </a:lnTo>
                  <a:lnTo>
                    <a:pt x="7391022" y="3082869"/>
                  </a:lnTo>
                  <a:lnTo>
                    <a:pt x="7389964" y="3082869"/>
                  </a:lnTo>
                  <a:lnTo>
                    <a:pt x="7388906" y="3082869"/>
                  </a:lnTo>
                  <a:lnTo>
                    <a:pt x="7387848" y="3082869"/>
                  </a:lnTo>
                  <a:lnTo>
                    <a:pt x="7386790" y="3082869"/>
                  </a:lnTo>
                  <a:lnTo>
                    <a:pt x="7385732" y="3082869"/>
                  </a:lnTo>
                  <a:lnTo>
                    <a:pt x="7384675" y="3082869"/>
                  </a:lnTo>
                  <a:lnTo>
                    <a:pt x="7383617" y="3082869"/>
                  </a:lnTo>
                  <a:lnTo>
                    <a:pt x="7382559" y="3082869"/>
                  </a:lnTo>
                  <a:lnTo>
                    <a:pt x="7381501" y="3082869"/>
                  </a:lnTo>
                  <a:lnTo>
                    <a:pt x="7380443" y="3082869"/>
                  </a:lnTo>
                  <a:lnTo>
                    <a:pt x="7379385" y="3082869"/>
                  </a:lnTo>
                  <a:lnTo>
                    <a:pt x="7378327" y="3082869"/>
                  </a:lnTo>
                  <a:lnTo>
                    <a:pt x="7377270" y="3082869"/>
                  </a:lnTo>
                  <a:lnTo>
                    <a:pt x="7376212" y="3082869"/>
                  </a:lnTo>
                  <a:lnTo>
                    <a:pt x="7375154" y="3082869"/>
                  </a:lnTo>
                  <a:lnTo>
                    <a:pt x="7374096" y="3082869"/>
                  </a:lnTo>
                  <a:lnTo>
                    <a:pt x="7373038" y="3082869"/>
                  </a:lnTo>
                  <a:lnTo>
                    <a:pt x="7371980" y="3082869"/>
                  </a:lnTo>
                  <a:lnTo>
                    <a:pt x="7370923" y="3082869"/>
                  </a:lnTo>
                  <a:lnTo>
                    <a:pt x="7369865" y="3082869"/>
                  </a:lnTo>
                  <a:lnTo>
                    <a:pt x="7368807" y="3082869"/>
                  </a:lnTo>
                  <a:lnTo>
                    <a:pt x="7367749" y="3082869"/>
                  </a:lnTo>
                  <a:lnTo>
                    <a:pt x="7366691" y="3082869"/>
                  </a:lnTo>
                  <a:lnTo>
                    <a:pt x="7365633" y="3082869"/>
                  </a:lnTo>
                  <a:lnTo>
                    <a:pt x="7364576" y="3082869"/>
                  </a:lnTo>
                  <a:lnTo>
                    <a:pt x="7363518" y="3082869"/>
                  </a:lnTo>
                  <a:lnTo>
                    <a:pt x="7362460" y="3082869"/>
                  </a:lnTo>
                  <a:lnTo>
                    <a:pt x="7361402" y="3082869"/>
                  </a:lnTo>
                  <a:lnTo>
                    <a:pt x="7360344" y="3082869"/>
                  </a:lnTo>
                  <a:lnTo>
                    <a:pt x="7359286" y="3082869"/>
                  </a:lnTo>
                  <a:lnTo>
                    <a:pt x="7358229" y="3082869"/>
                  </a:lnTo>
                  <a:lnTo>
                    <a:pt x="7357171" y="3082869"/>
                  </a:lnTo>
                  <a:lnTo>
                    <a:pt x="7356113" y="3082869"/>
                  </a:lnTo>
                  <a:lnTo>
                    <a:pt x="7355055" y="3082869"/>
                  </a:lnTo>
                  <a:lnTo>
                    <a:pt x="7353997" y="3082869"/>
                  </a:lnTo>
                  <a:lnTo>
                    <a:pt x="7352939" y="3082869"/>
                  </a:lnTo>
                  <a:lnTo>
                    <a:pt x="7351881" y="3082869"/>
                  </a:lnTo>
                  <a:lnTo>
                    <a:pt x="7350824" y="3082869"/>
                  </a:lnTo>
                  <a:lnTo>
                    <a:pt x="7349766" y="3082869"/>
                  </a:lnTo>
                  <a:lnTo>
                    <a:pt x="7348708" y="3082869"/>
                  </a:lnTo>
                  <a:lnTo>
                    <a:pt x="7347650" y="3082869"/>
                  </a:lnTo>
                  <a:lnTo>
                    <a:pt x="7346592" y="3082869"/>
                  </a:lnTo>
                  <a:lnTo>
                    <a:pt x="7345534" y="3082869"/>
                  </a:lnTo>
                  <a:lnTo>
                    <a:pt x="7344477" y="3082869"/>
                  </a:lnTo>
                  <a:lnTo>
                    <a:pt x="7343419" y="3082869"/>
                  </a:lnTo>
                  <a:lnTo>
                    <a:pt x="7342361" y="3082869"/>
                  </a:lnTo>
                  <a:lnTo>
                    <a:pt x="7341303" y="3082869"/>
                  </a:lnTo>
                  <a:lnTo>
                    <a:pt x="7340245" y="3082869"/>
                  </a:lnTo>
                  <a:lnTo>
                    <a:pt x="7339187" y="3082869"/>
                  </a:lnTo>
                  <a:lnTo>
                    <a:pt x="7338130" y="3082869"/>
                  </a:lnTo>
                  <a:lnTo>
                    <a:pt x="7337072" y="3082869"/>
                  </a:lnTo>
                  <a:lnTo>
                    <a:pt x="7336014" y="3082869"/>
                  </a:lnTo>
                  <a:lnTo>
                    <a:pt x="7334956" y="3082869"/>
                  </a:lnTo>
                  <a:lnTo>
                    <a:pt x="7333898" y="3082869"/>
                  </a:lnTo>
                  <a:lnTo>
                    <a:pt x="7332840" y="3082869"/>
                  </a:lnTo>
                  <a:lnTo>
                    <a:pt x="7331783" y="3082869"/>
                  </a:lnTo>
                  <a:lnTo>
                    <a:pt x="7330725" y="3082869"/>
                  </a:lnTo>
                  <a:lnTo>
                    <a:pt x="7329667" y="3082869"/>
                  </a:lnTo>
                  <a:lnTo>
                    <a:pt x="7328609" y="3082869"/>
                  </a:lnTo>
                  <a:lnTo>
                    <a:pt x="7327551" y="3082869"/>
                  </a:lnTo>
                  <a:lnTo>
                    <a:pt x="7326493" y="3082869"/>
                  </a:lnTo>
                  <a:lnTo>
                    <a:pt x="7325435" y="3082869"/>
                  </a:lnTo>
                  <a:lnTo>
                    <a:pt x="7324378" y="3082869"/>
                  </a:lnTo>
                  <a:lnTo>
                    <a:pt x="7323320" y="3082869"/>
                  </a:lnTo>
                  <a:lnTo>
                    <a:pt x="7322262" y="3082869"/>
                  </a:lnTo>
                  <a:lnTo>
                    <a:pt x="7321204" y="3082869"/>
                  </a:lnTo>
                  <a:lnTo>
                    <a:pt x="7320146" y="3082869"/>
                  </a:lnTo>
                  <a:lnTo>
                    <a:pt x="7319088" y="3082869"/>
                  </a:lnTo>
                  <a:lnTo>
                    <a:pt x="7318031" y="3082869"/>
                  </a:lnTo>
                  <a:lnTo>
                    <a:pt x="7316973" y="3082869"/>
                  </a:lnTo>
                  <a:lnTo>
                    <a:pt x="7315915" y="3082869"/>
                  </a:lnTo>
                  <a:lnTo>
                    <a:pt x="7314857" y="3082869"/>
                  </a:lnTo>
                  <a:lnTo>
                    <a:pt x="7313799" y="3082869"/>
                  </a:lnTo>
                  <a:lnTo>
                    <a:pt x="7312741" y="3082869"/>
                  </a:lnTo>
                  <a:lnTo>
                    <a:pt x="7311684" y="3082869"/>
                  </a:lnTo>
                  <a:lnTo>
                    <a:pt x="7310626" y="3082869"/>
                  </a:lnTo>
                  <a:lnTo>
                    <a:pt x="7309568" y="3082869"/>
                  </a:lnTo>
                  <a:lnTo>
                    <a:pt x="7308510" y="3082869"/>
                  </a:lnTo>
                  <a:lnTo>
                    <a:pt x="7307452" y="3082869"/>
                  </a:lnTo>
                  <a:lnTo>
                    <a:pt x="7306394" y="3082869"/>
                  </a:lnTo>
                  <a:lnTo>
                    <a:pt x="7305337" y="3082869"/>
                  </a:lnTo>
                  <a:lnTo>
                    <a:pt x="7304279" y="3082869"/>
                  </a:lnTo>
                  <a:lnTo>
                    <a:pt x="7303221" y="3082869"/>
                  </a:lnTo>
                  <a:lnTo>
                    <a:pt x="7302163" y="3082869"/>
                  </a:lnTo>
                  <a:lnTo>
                    <a:pt x="7301105" y="3082869"/>
                  </a:lnTo>
                  <a:lnTo>
                    <a:pt x="7300047" y="3082869"/>
                  </a:lnTo>
                  <a:lnTo>
                    <a:pt x="7298989" y="3082869"/>
                  </a:lnTo>
                  <a:lnTo>
                    <a:pt x="7297932" y="3082869"/>
                  </a:lnTo>
                  <a:lnTo>
                    <a:pt x="7296874" y="3082869"/>
                  </a:lnTo>
                  <a:lnTo>
                    <a:pt x="7295816" y="3082869"/>
                  </a:lnTo>
                  <a:lnTo>
                    <a:pt x="7294758" y="3082869"/>
                  </a:lnTo>
                  <a:lnTo>
                    <a:pt x="7293700" y="3082869"/>
                  </a:lnTo>
                  <a:lnTo>
                    <a:pt x="7292642" y="3082869"/>
                  </a:lnTo>
                  <a:lnTo>
                    <a:pt x="7291585" y="3082869"/>
                  </a:lnTo>
                  <a:lnTo>
                    <a:pt x="7290527" y="3082869"/>
                  </a:lnTo>
                  <a:lnTo>
                    <a:pt x="7289469" y="3082869"/>
                  </a:lnTo>
                  <a:lnTo>
                    <a:pt x="7288411" y="3082869"/>
                  </a:lnTo>
                  <a:lnTo>
                    <a:pt x="7287353" y="3082869"/>
                  </a:lnTo>
                  <a:lnTo>
                    <a:pt x="7286295" y="3082869"/>
                  </a:lnTo>
                  <a:lnTo>
                    <a:pt x="7285238" y="3082869"/>
                  </a:lnTo>
                  <a:lnTo>
                    <a:pt x="7284180" y="3082869"/>
                  </a:lnTo>
                  <a:lnTo>
                    <a:pt x="7283122" y="3082869"/>
                  </a:lnTo>
                  <a:lnTo>
                    <a:pt x="7282064" y="3082869"/>
                  </a:lnTo>
                  <a:lnTo>
                    <a:pt x="7281006" y="3082869"/>
                  </a:lnTo>
                  <a:lnTo>
                    <a:pt x="7279948" y="3082869"/>
                  </a:lnTo>
                  <a:lnTo>
                    <a:pt x="7278891" y="3082869"/>
                  </a:lnTo>
                  <a:lnTo>
                    <a:pt x="7277833" y="3082869"/>
                  </a:lnTo>
                  <a:lnTo>
                    <a:pt x="7276775" y="3082869"/>
                  </a:lnTo>
                  <a:lnTo>
                    <a:pt x="7275717" y="3082869"/>
                  </a:lnTo>
                  <a:lnTo>
                    <a:pt x="7274659" y="3082869"/>
                  </a:lnTo>
                  <a:lnTo>
                    <a:pt x="7273601" y="3082869"/>
                  </a:lnTo>
                  <a:lnTo>
                    <a:pt x="7272543" y="3082869"/>
                  </a:lnTo>
                  <a:lnTo>
                    <a:pt x="7271486" y="3082869"/>
                  </a:lnTo>
                  <a:lnTo>
                    <a:pt x="7270428" y="3082869"/>
                  </a:lnTo>
                  <a:lnTo>
                    <a:pt x="7269370" y="3082869"/>
                  </a:lnTo>
                  <a:lnTo>
                    <a:pt x="7268312" y="3082869"/>
                  </a:lnTo>
                  <a:lnTo>
                    <a:pt x="7267254" y="3082869"/>
                  </a:lnTo>
                  <a:lnTo>
                    <a:pt x="7266196" y="3082869"/>
                  </a:lnTo>
                  <a:lnTo>
                    <a:pt x="7265139" y="3082869"/>
                  </a:lnTo>
                  <a:lnTo>
                    <a:pt x="7264081" y="3082869"/>
                  </a:lnTo>
                  <a:lnTo>
                    <a:pt x="7263023" y="3082869"/>
                  </a:lnTo>
                  <a:lnTo>
                    <a:pt x="7261965" y="3082869"/>
                  </a:lnTo>
                  <a:lnTo>
                    <a:pt x="7260907" y="3082869"/>
                  </a:lnTo>
                  <a:lnTo>
                    <a:pt x="7259849" y="3082869"/>
                  </a:lnTo>
                  <a:lnTo>
                    <a:pt x="7258792" y="3082869"/>
                  </a:lnTo>
                  <a:lnTo>
                    <a:pt x="7257734" y="3082869"/>
                  </a:lnTo>
                  <a:lnTo>
                    <a:pt x="7256676" y="3082869"/>
                  </a:lnTo>
                  <a:lnTo>
                    <a:pt x="7255618" y="3082869"/>
                  </a:lnTo>
                  <a:lnTo>
                    <a:pt x="7254560" y="3082869"/>
                  </a:lnTo>
                  <a:lnTo>
                    <a:pt x="7253502" y="3082869"/>
                  </a:lnTo>
                  <a:lnTo>
                    <a:pt x="7252445" y="3082869"/>
                  </a:lnTo>
                  <a:lnTo>
                    <a:pt x="7251387" y="3082869"/>
                  </a:lnTo>
                  <a:lnTo>
                    <a:pt x="7250329" y="3082869"/>
                  </a:lnTo>
                  <a:lnTo>
                    <a:pt x="7249271" y="3082869"/>
                  </a:lnTo>
                  <a:lnTo>
                    <a:pt x="7248213" y="3082869"/>
                  </a:lnTo>
                  <a:lnTo>
                    <a:pt x="7247155" y="3082869"/>
                  </a:lnTo>
                  <a:lnTo>
                    <a:pt x="7246097" y="3082869"/>
                  </a:lnTo>
                  <a:lnTo>
                    <a:pt x="7245040" y="3082869"/>
                  </a:lnTo>
                  <a:lnTo>
                    <a:pt x="7243982" y="3082869"/>
                  </a:lnTo>
                  <a:lnTo>
                    <a:pt x="7242924" y="3082869"/>
                  </a:lnTo>
                  <a:lnTo>
                    <a:pt x="7241866" y="3082869"/>
                  </a:lnTo>
                  <a:lnTo>
                    <a:pt x="7240808" y="3082869"/>
                  </a:lnTo>
                  <a:lnTo>
                    <a:pt x="7239750" y="3082869"/>
                  </a:lnTo>
                  <a:lnTo>
                    <a:pt x="7238693" y="3082869"/>
                  </a:lnTo>
                  <a:lnTo>
                    <a:pt x="7237635" y="3082869"/>
                  </a:lnTo>
                  <a:lnTo>
                    <a:pt x="7236577" y="3082869"/>
                  </a:lnTo>
                  <a:lnTo>
                    <a:pt x="7235519" y="3082869"/>
                  </a:lnTo>
                  <a:lnTo>
                    <a:pt x="7234461" y="3082869"/>
                  </a:lnTo>
                  <a:lnTo>
                    <a:pt x="7233403" y="3082869"/>
                  </a:lnTo>
                  <a:lnTo>
                    <a:pt x="7232346" y="3082869"/>
                  </a:lnTo>
                  <a:lnTo>
                    <a:pt x="7231288" y="3082869"/>
                  </a:lnTo>
                  <a:lnTo>
                    <a:pt x="7230230" y="3082869"/>
                  </a:lnTo>
                  <a:lnTo>
                    <a:pt x="7229172" y="3082869"/>
                  </a:lnTo>
                  <a:lnTo>
                    <a:pt x="7228114" y="3082869"/>
                  </a:lnTo>
                  <a:lnTo>
                    <a:pt x="7227056" y="3082869"/>
                  </a:lnTo>
                  <a:lnTo>
                    <a:pt x="7225999" y="3082869"/>
                  </a:lnTo>
                  <a:lnTo>
                    <a:pt x="7224941" y="3082869"/>
                  </a:lnTo>
                  <a:lnTo>
                    <a:pt x="7223883" y="3082869"/>
                  </a:lnTo>
                  <a:lnTo>
                    <a:pt x="7222825" y="3082869"/>
                  </a:lnTo>
                  <a:lnTo>
                    <a:pt x="7221767" y="3082869"/>
                  </a:lnTo>
                  <a:lnTo>
                    <a:pt x="7220709" y="3082869"/>
                  </a:lnTo>
                  <a:lnTo>
                    <a:pt x="7219651" y="3082869"/>
                  </a:lnTo>
                  <a:lnTo>
                    <a:pt x="7218594" y="3082869"/>
                  </a:lnTo>
                  <a:lnTo>
                    <a:pt x="7217536" y="3082869"/>
                  </a:lnTo>
                  <a:lnTo>
                    <a:pt x="7216478" y="3082869"/>
                  </a:lnTo>
                  <a:lnTo>
                    <a:pt x="7215420" y="3082869"/>
                  </a:lnTo>
                  <a:lnTo>
                    <a:pt x="7214362" y="3082869"/>
                  </a:lnTo>
                  <a:lnTo>
                    <a:pt x="7213304" y="3082869"/>
                  </a:lnTo>
                  <a:lnTo>
                    <a:pt x="7212247" y="3082869"/>
                  </a:lnTo>
                  <a:lnTo>
                    <a:pt x="7211189" y="3082869"/>
                  </a:lnTo>
                  <a:lnTo>
                    <a:pt x="7210131" y="3082869"/>
                  </a:lnTo>
                  <a:lnTo>
                    <a:pt x="7209073" y="3082869"/>
                  </a:lnTo>
                  <a:lnTo>
                    <a:pt x="7208015" y="3082869"/>
                  </a:lnTo>
                  <a:lnTo>
                    <a:pt x="7206957" y="3082869"/>
                  </a:lnTo>
                  <a:lnTo>
                    <a:pt x="7205900" y="3082869"/>
                  </a:lnTo>
                  <a:lnTo>
                    <a:pt x="7204842" y="3082869"/>
                  </a:lnTo>
                  <a:lnTo>
                    <a:pt x="7203784" y="3082869"/>
                  </a:lnTo>
                  <a:lnTo>
                    <a:pt x="7202726" y="3082869"/>
                  </a:lnTo>
                  <a:lnTo>
                    <a:pt x="7201668" y="3082869"/>
                  </a:lnTo>
                  <a:lnTo>
                    <a:pt x="7200610" y="3082869"/>
                  </a:lnTo>
                  <a:lnTo>
                    <a:pt x="7199553" y="3082869"/>
                  </a:lnTo>
                  <a:lnTo>
                    <a:pt x="7198495" y="3082869"/>
                  </a:lnTo>
                  <a:lnTo>
                    <a:pt x="7197437" y="3082869"/>
                  </a:lnTo>
                  <a:lnTo>
                    <a:pt x="7196379" y="3082869"/>
                  </a:lnTo>
                  <a:lnTo>
                    <a:pt x="7195321" y="3082869"/>
                  </a:lnTo>
                  <a:lnTo>
                    <a:pt x="7194263" y="3082869"/>
                  </a:lnTo>
                  <a:lnTo>
                    <a:pt x="7193205" y="3082869"/>
                  </a:lnTo>
                  <a:lnTo>
                    <a:pt x="7192148" y="3082869"/>
                  </a:lnTo>
                  <a:lnTo>
                    <a:pt x="7191090" y="3082869"/>
                  </a:lnTo>
                  <a:lnTo>
                    <a:pt x="7190032" y="3082869"/>
                  </a:lnTo>
                  <a:lnTo>
                    <a:pt x="7188974" y="3082869"/>
                  </a:lnTo>
                  <a:lnTo>
                    <a:pt x="7187916" y="3082869"/>
                  </a:lnTo>
                  <a:lnTo>
                    <a:pt x="7186858" y="3082869"/>
                  </a:lnTo>
                  <a:lnTo>
                    <a:pt x="7185801" y="3082869"/>
                  </a:lnTo>
                  <a:lnTo>
                    <a:pt x="7184743" y="3082869"/>
                  </a:lnTo>
                  <a:lnTo>
                    <a:pt x="7183685" y="3082869"/>
                  </a:lnTo>
                  <a:lnTo>
                    <a:pt x="7182627" y="3082869"/>
                  </a:lnTo>
                  <a:lnTo>
                    <a:pt x="7181569" y="3082869"/>
                  </a:lnTo>
                  <a:lnTo>
                    <a:pt x="7180511" y="3082869"/>
                  </a:lnTo>
                  <a:lnTo>
                    <a:pt x="7179454" y="3082869"/>
                  </a:lnTo>
                  <a:lnTo>
                    <a:pt x="7178396" y="3082869"/>
                  </a:lnTo>
                  <a:lnTo>
                    <a:pt x="7177338" y="3082869"/>
                  </a:lnTo>
                  <a:lnTo>
                    <a:pt x="7176280" y="3082869"/>
                  </a:lnTo>
                  <a:lnTo>
                    <a:pt x="7175222" y="3082869"/>
                  </a:lnTo>
                  <a:lnTo>
                    <a:pt x="7174164" y="3082869"/>
                  </a:lnTo>
                  <a:lnTo>
                    <a:pt x="7173107" y="3082869"/>
                  </a:lnTo>
                  <a:lnTo>
                    <a:pt x="7172049" y="3082869"/>
                  </a:lnTo>
                  <a:lnTo>
                    <a:pt x="7170991" y="3082869"/>
                  </a:lnTo>
                  <a:lnTo>
                    <a:pt x="7169933" y="3082869"/>
                  </a:lnTo>
                  <a:lnTo>
                    <a:pt x="7168875" y="3082869"/>
                  </a:lnTo>
                  <a:lnTo>
                    <a:pt x="7167817" y="3082869"/>
                  </a:lnTo>
                  <a:lnTo>
                    <a:pt x="7166759" y="3082869"/>
                  </a:lnTo>
                  <a:lnTo>
                    <a:pt x="7165702" y="3082869"/>
                  </a:lnTo>
                  <a:lnTo>
                    <a:pt x="7164644" y="3082869"/>
                  </a:lnTo>
                  <a:lnTo>
                    <a:pt x="7163586" y="3082869"/>
                  </a:lnTo>
                  <a:lnTo>
                    <a:pt x="7162528" y="3082869"/>
                  </a:lnTo>
                  <a:lnTo>
                    <a:pt x="7161470" y="3082869"/>
                  </a:lnTo>
                  <a:lnTo>
                    <a:pt x="7160412" y="3082869"/>
                  </a:lnTo>
                  <a:lnTo>
                    <a:pt x="7159355" y="3082869"/>
                  </a:lnTo>
                  <a:lnTo>
                    <a:pt x="7158297" y="3082869"/>
                  </a:lnTo>
                  <a:lnTo>
                    <a:pt x="7157239" y="3082869"/>
                  </a:lnTo>
                  <a:lnTo>
                    <a:pt x="7156181" y="3082869"/>
                  </a:lnTo>
                  <a:lnTo>
                    <a:pt x="7155123" y="3082869"/>
                  </a:lnTo>
                  <a:lnTo>
                    <a:pt x="7154065" y="3082869"/>
                  </a:lnTo>
                  <a:lnTo>
                    <a:pt x="7153008" y="3082869"/>
                  </a:lnTo>
                  <a:lnTo>
                    <a:pt x="7151950" y="3082869"/>
                  </a:lnTo>
                  <a:lnTo>
                    <a:pt x="7150892" y="3082869"/>
                  </a:lnTo>
                  <a:lnTo>
                    <a:pt x="7149834" y="3082869"/>
                  </a:lnTo>
                  <a:lnTo>
                    <a:pt x="7148776" y="3082869"/>
                  </a:lnTo>
                  <a:lnTo>
                    <a:pt x="7147718" y="3082869"/>
                  </a:lnTo>
                  <a:lnTo>
                    <a:pt x="7146661" y="3082869"/>
                  </a:lnTo>
                  <a:lnTo>
                    <a:pt x="7145603" y="3082869"/>
                  </a:lnTo>
                  <a:lnTo>
                    <a:pt x="7144545" y="3082869"/>
                  </a:lnTo>
                  <a:lnTo>
                    <a:pt x="7143487" y="3082869"/>
                  </a:lnTo>
                  <a:lnTo>
                    <a:pt x="7142429" y="3082869"/>
                  </a:lnTo>
                  <a:lnTo>
                    <a:pt x="7141371" y="3082869"/>
                  </a:lnTo>
                  <a:lnTo>
                    <a:pt x="7140313" y="3082869"/>
                  </a:lnTo>
                  <a:lnTo>
                    <a:pt x="7139256" y="3082869"/>
                  </a:lnTo>
                  <a:lnTo>
                    <a:pt x="7138198" y="3082869"/>
                  </a:lnTo>
                  <a:lnTo>
                    <a:pt x="7137140" y="3082869"/>
                  </a:lnTo>
                  <a:lnTo>
                    <a:pt x="7136082" y="3082869"/>
                  </a:lnTo>
                  <a:lnTo>
                    <a:pt x="7135024" y="3082869"/>
                  </a:lnTo>
                  <a:lnTo>
                    <a:pt x="7133966" y="3082869"/>
                  </a:lnTo>
                  <a:lnTo>
                    <a:pt x="7132909" y="3082869"/>
                  </a:lnTo>
                  <a:lnTo>
                    <a:pt x="7131851" y="3082869"/>
                  </a:lnTo>
                  <a:lnTo>
                    <a:pt x="7130793" y="3082869"/>
                  </a:lnTo>
                  <a:lnTo>
                    <a:pt x="7129735" y="3082869"/>
                  </a:lnTo>
                  <a:lnTo>
                    <a:pt x="7128677" y="3082869"/>
                  </a:lnTo>
                  <a:lnTo>
                    <a:pt x="7127619" y="3082869"/>
                  </a:lnTo>
                  <a:lnTo>
                    <a:pt x="7126562" y="3082869"/>
                  </a:lnTo>
                  <a:lnTo>
                    <a:pt x="7125504" y="3082869"/>
                  </a:lnTo>
                  <a:lnTo>
                    <a:pt x="7124446" y="3082869"/>
                  </a:lnTo>
                  <a:lnTo>
                    <a:pt x="7123388" y="3082869"/>
                  </a:lnTo>
                  <a:lnTo>
                    <a:pt x="7122330" y="3082869"/>
                  </a:lnTo>
                  <a:lnTo>
                    <a:pt x="7121272" y="3082869"/>
                  </a:lnTo>
                  <a:lnTo>
                    <a:pt x="7120215" y="3082869"/>
                  </a:lnTo>
                  <a:lnTo>
                    <a:pt x="7119157" y="3082869"/>
                  </a:lnTo>
                  <a:lnTo>
                    <a:pt x="7118099" y="3082869"/>
                  </a:lnTo>
                  <a:lnTo>
                    <a:pt x="7117041" y="3082869"/>
                  </a:lnTo>
                  <a:lnTo>
                    <a:pt x="7115983" y="3082869"/>
                  </a:lnTo>
                  <a:lnTo>
                    <a:pt x="7114925" y="3082869"/>
                  </a:lnTo>
                  <a:lnTo>
                    <a:pt x="7113867" y="3082869"/>
                  </a:lnTo>
                  <a:lnTo>
                    <a:pt x="7112810" y="3082869"/>
                  </a:lnTo>
                  <a:lnTo>
                    <a:pt x="7111752" y="3082869"/>
                  </a:lnTo>
                  <a:lnTo>
                    <a:pt x="7110694" y="3082869"/>
                  </a:lnTo>
                  <a:lnTo>
                    <a:pt x="7109636" y="3082869"/>
                  </a:lnTo>
                  <a:lnTo>
                    <a:pt x="7108578" y="3082869"/>
                  </a:lnTo>
                  <a:lnTo>
                    <a:pt x="7107520" y="3082869"/>
                  </a:lnTo>
                  <a:lnTo>
                    <a:pt x="7106463" y="3082869"/>
                  </a:lnTo>
                  <a:lnTo>
                    <a:pt x="7105405" y="3082869"/>
                  </a:lnTo>
                  <a:lnTo>
                    <a:pt x="7104347" y="3082869"/>
                  </a:lnTo>
                  <a:lnTo>
                    <a:pt x="7103289" y="3082869"/>
                  </a:lnTo>
                  <a:lnTo>
                    <a:pt x="7102231" y="3082869"/>
                  </a:lnTo>
                  <a:lnTo>
                    <a:pt x="7101173" y="3082869"/>
                  </a:lnTo>
                  <a:lnTo>
                    <a:pt x="7100116" y="3082869"/>
                  </a:lnTo>
                  <a:lnTo>
                    <a:pt x="7099058" y="3082869"/>
                  </a:lnTo>
                  <a:lnTo>
                    <a:pt x="7098000" y="3082869"/>
                  </a:lnTo>
                  <a:lnTo>
                    <a:pt x="7096942" y="3082869"/>
                  </a:lnTo>
                  <a:lnTo>
                    <a:pt x="7095884" y="3082869"/>
                  </a:lnTo>
                  <a:lnTo>
                    <a:pt x="7094826" y="3082869"/>
                  </a:lnTo>
                  <a:lnTo>
                    <a:pt x="7093769" y="3082869"/>
                  </a:lnTo>
                  <a:lnTo>
                    <a:pt x="7092711" y="3082869"/>
                  </a:lnTo>
                  <a:lnTo>
                    <a:pt x="7091653" y="3082869"/>
                  </a:lnTo>
                  <a:lnTo>
                    <a:pt x="7090595" y="3082869"/>
                  </a:lnTo>
                  <a:lnTo>
                    <a:pt x="7089537" y="3082869"/>
                  </a:lnTo>
                  <a:lnTo>
                    <a:pt x="7088479" y="3082869"/>
                  </a:lnTo>
                  <a:lnTo>
                    <a:pt x="7087421" y="3082869"/>
                  </a:lnTo>
                  <a:lnTo>
                    <a:pt x="7086364" y="3082869"/>
                  </a:lnTo>
                  <a:lnTo>
                    <a:pt x="7085306" y="3082869"/>
                  </a:lnTo>
                  <a:lnTo>
                    <a:pt x="7084248" y="3082869"/>
                  </a:lnTo>
                  <a:lnTo>
                    <a:pt x="7083190" y="3082869"/>
                  </a:lnTo>
                  <a:lnTo>
                    <a:pt x="7082132" y="3082869"/>
                  </a:lnTo>
                  <a:lnTo>
                    <a:pt x="7081074" y="3082869"/>
                  </a:lnTo>
                  <a:lnTo>
                    <a:pt x="7080017" y="3082869"/>
                  </a:lnTo>
                  <a:lnTo>
                    <a:pt x="7078959" y="3082869"/>
                  </a:lnTo>
                  <a:lnTo>
                    <a:pt x="7077901" y="3082869"/>
                  </a:lnTo>
                  <a:lnTo>
                    <a:pt x="7076843" y="3082869"/>
                  </a:lnTo>
                  <a:lnTo>
                    <a:pt x="7075785" y="3082869"/>
                  </a:lnTo>
                  <a:lnTo>
                    <a:pt x="7074727" y="3082869"/>
                  </a:lnTo>
                  <a:lnTo>
                    <a:pt x="7073670" y="3082869"/>
                  </a:lnTo>
                  <a:lnTo>
                    <a:pt x="7072612" y="3082869"/>
                  </a:lnTo>
                  <a:lnTo>
                    <a:pt x="7071554" y="3082869"/>
                  </a:lnTo>
                  <a:lnTo>
                    <a:pt x="7070496" y="3082869"/>
                  </a:lnTo>
                  <a:lnTo>
                    <a:pt x="7069438" y="3082869"/>
                  </a:lnTo>
                  <a:lnTo>
                    <a:pt x="7068380" y="3082869"/>
                  </a:lnTo>
                  <a:lnTo>
                    <a:pt x="7067323" y="3082869"/>
                  </a:lnTo>
                  <a:lnTo>
                    <a:pt x="7066265" y="3082869"/>
                  </a:lnTo>
                  <a:lnTo>
                    <a:pt x="7065207" y="3082869"/>
                  </a:lnTo>
                  <a:lnTo>
                    <a:pt x="7064149" y="3082869"/>
                  </a:lnTo>
                  <a:lnTo>
                    <a:pt x="7063091" y="3082869"/>
                  </a:lnTo>
                  <a:lnTo>
                    <a:pt x="7062033" y="3082869"/>
                  </a:lnTo>
                  <a:lnTo>
                    <a:pt x="7060975" y="3082869"/>
                  </a:lnTo>
                  <a:lnTo>
                    <a:pt x="7059918" y="3082869"/>
                  </a:lnTo>
                  <a:lnTo>
                    <a:pt x="7058860" y="3082869"/>
                  </a:lnTo>
                  <a:lnTo>
                    <a:pt x="7057802" y="3082869"/>
                  </a:lnTo>
                  <a:lnTo>
                    <a:pt x="7056744" y="3082869"/>
                  </a:lnTo>
                  <a:lnTo>
                    <a:pt x="7055686" y="3082869"/>
                  </a:lnTo>
                  <a:lnTo>
                    <a:pt x="7054628" y="3082869"/>
                  </a:lnTo>
                  <a:lnTo>
                    <a:pt x="7053571" y="3082869"/>
                  </a:lnTo>
                  <a:lnTo>
                    <a:pt x="7052513" y="3082869"/>
                  </a:lnTo>
                  <a:lnTo>
                    <a:pt x="7051455" y="3082869"/>
                  </a:lnTo>
                  <a:lnTo>
                    <a:pt x="7050397" y="3082869"/>
                  </a:lnTo>
                  <a:lnTo>
                    <a:pt x="7049339" y="3082869"/>
                  </a:lnTo>
                  <a:lnTo>
                    <a:pt x="7048281" y="3082869"/>
                  </a:lnTo>
                  <a:lnTo>
                    <a:pt x="7047224" y="3082869"/>
                  </a:lnTo>
                  <a:lnTo>
                    <a:pt x="7046166" y="3082869"/>
                  </a:lnTo>
                  <a:lnTo>
                    <a:pt x="7045108" y="3082869"/>
                  </a:lnTo>
                  <a:lnTo>
                    <a:pt x="7044050" y="3082869"/>
                  </a:lnTo>
                  <a:lnTo>
                    <a:pt x="7042992" y="3082869"/>
                  </a:lnTo>
                  <a:lnTo>
                    <a:pt x="7041934" y="3082869"/>
                  </a:lnTo>
                  <a:lnTo>
                    <a:pt x="7040877" y="3082869"/>
                  </a:lnTo>
                  <a:lnTo>
                    <a:pt x="7039819" y="3082869"/>
                  </a:lnTo>
                  <a:lnTo>
                    <a:pt x="7038761" y="3082869"/>
                  </a:lnTo>
                  <a:lnTo>
                    <a:pt x="7037703" y="3082869"/>
                  </a:lnTo>
                  <a:lnTo>
                    <a:pt x="7036645" y="3082869"/>
                  </a:lnTo>
                  <a:lnTo>
                    <a:pt x="7035587" y="3082869"/>
                  </a:lnTo>
                  <a:lnTo>
                    <a:pt x="7034529" y="3082869"/>
                  </a:lnTo>
                  <a:lnTo>
                    <a:pt x="7033472" y="3082869"/>
                  </a:lnTo>
                  <a:lnTo>
                    <a:pt x="7032414" y="3082869"/>
                  </a:lnTo>
                  <a:lnTo>
                    <a:pt x="7031356" y="3082869"/>
                  </a:lnTo>
                  <a:lnTo>
                    <a:pt x="7030298" y="3082869"/>
                  </a:lnTo>
                  <a:lnTo>
                    <a:pt x="7029240" y="3082869"/>
                  </a:lnTo>
                  <a:lnTo>
                    <a:pt x="7028182" y="3082869"/>
                  </a:lnTo>
                  <a:lnTo>
                    <a:pt x="7027125" y="3082869"/>
                  </a:lnTo>
                  <a:lnTo>
                    <a:pt x="7026067" y="3082869"/>
                  </a:lnTo>
                  <a:lnTo>
                    <a:pt x="7025009" y="3082869"/>
                  </a:lnTo>
                  <a:lnTo>
                    <a:pt x="7023951" y="3082869"/>
                  </a:lnTo>
                  <a:lnTo>
                    <a:pt x="7022893" y="3082869"/>
                  </a:lnTo>
                  <a:lnTo>
                    <a:pt x="7021835" y="3082869"/>
                  </a:lnTo>
                  <a:lnTo>
                    <a:pt x="7020778" y="3082869"/>
                  </a:lnTo>
                  <a:lnTo>
                    <a:pt x="7019720" y="3082869"/>
                  </a:lnTo>
                  <a:lnTo>
                    <a:pt x="7018662" y="3082869"/>
                  </a:lnTo>
                  <a:lnTo>
                    <a:pt x="7017604" y="3082869"/>
                  </a:lnTo>
                  <a:lnTo>
                    <a:pt x="7016546" y="3082869"/>
                  </a:lnTo>
                  <a:lnTo>
                    <a:pt x="7015488" y="3082869"/>
                  </a:lnTo>
                  <a:lnTo>
                    <a:pt x="7014431" y="3082869"/>
                  </a:lnTo>
                  <a:lnTo>
                    <a:pt x="7013373" y="3082869"/>
                  </a:lnTo>
                  <a:lnTo>
                    <a:pt x="7012315" y="3082869"/>
                  </a:lnTo>
                  <a:lnTo>
                    <a:pt x="7011257" y="3082869"/>
                  </a:lnTo>
                  <a:lnTo>
                    <a:pt x="7010199" y="3082869"/>
                  </a:lnTo>
                  <a:lnTo>
                    <a:pt x="7009141" y="3082869"/>
                  </a:lnTo>
                  <a:lnTo>
                    <a:pt x="7008083" y="3082869"/>
                  </a:lnTo>
                  <a:lnTo>
                    <a:pt x="7007026" y="3082869"/>
                  </a:lnTo>
                  <a:lnTo>
                    <a:pt x="7005968" y="3082869"/>
                  </a:lnTo>
                  <a:lnTo>
                    <a:pt x="7004910" y="3082869"/>
                  </a:lnTo>
                  <a:lnTo>
                    <a:pt x="7003852" y="3082869"/>
                  </a:lnTo>
                  <a:lnTo>
                    <a:pt x="7002794" y="3082869"/>
                  </a:lnTo>
                  <a:lnTo>
                    <a:pt x="7001736" y="3082869"/>
                  </a:lnTo>
                  <a:lnTo>
                    <a:pt x="7000679" y="3082869"/>
                  </a:lnTo>
                  <a:lnTo>
                    <a:pt x="6999621" y="3082869"/>
                  </a:lnTo>
                  <a:lnTo>
                    <a:pt x="6998563" y="3082869"/>
                  </a:lnTo>
                  <a:lnTo>
                    <a:pt x="6997505" y="3082869"/>
                  </a:lnTo>
                  <a:lnTo>
                    <a:pt x="6996447" y="3082869"/>
                  </a:lnTo>
                  <a:lnTo>
                    <a:pt x="6995389" y="3082869"/>
                  </a:lnTo>
                  <a:lnTo>
                    <a:pt x="6994332" y="3082869"/>
                  </a:lnTo>
                  <a:lnTo>
                    <a:pt x="6993274" y="3082869"/>
                  </a:lnTo>
                  <a:lnTo>
                    <a:pt x="6992216" y="3082869"/>
                  </a:lnTo>
                  <a:lnTo>
                    <a:pt x="6991158" y="3082869"/>
                  </a:lnTo>
                  <a:lnTo>
                    <a:pt x="6990100" y="3082869"/>
                  </a:lnTo>
                  <a:lnTo>
                    <a:pt x="6989042" y="3082869"/>
                  </a:lnTo>
                  <a:lnTo>
                    <a:pt x="6987985" y="3082869"/>
                  </a:lnTo>
                  <a:lnTo>
                    <a:pt x="6986927" y="3082869"/>
                  </a:lnTo>
                  <a:lnTo>
                    <a:pt x="6985869" y="3082869"/>
                  </a:lnTo>
                  <a:lnTo>
                    <a:pt x="6984811" y="3082869"/>
                  </a:lnTo>
                  <a:lnTo>
                    <a:pt x="6983753" y="3082869"/>
                  </a:lnTo>
                  <a:lnTo>
                    <a:pt x="6982695" y="3082869"/>
                  </a:lnTo>
                  <a:lnTo>
                    <a:pt x="6981637" y="3082869"/>
                  </a:lnTo>
                  <a:lnTo>
                    <a:pt x="6980580" y="3082869"/>
                  </a:lnTo>
                  <a:lnTo>
                    <a:pt x="6979522" y="3082869"/>
                  </a:lnTo>
                  <a:lnTo>
                    <a:pt x="6978464" y="3082869"/>
                  </a:lnTo>
                  <a:lnTo>
                    <a:pt x="6977406" y="3082869"/>
                  </a:lnTo>
                  <a:lnTo>
                    <a:pt x="6976348" y="3082869"/>
                  </a:lnTo>
                  <a:lnTo>
                    <a:pt x="6975290" y="3082869"/>
                  </a:lnTo>
                  <a:lnTo>
                    <a:pt x="6974233" y="3082869"/>
                  </a:lnTo>
                  <a:lnTo>
                    <a:pt x="6973175" y="3082869"/>
                  </a:lnTo>
                  <a:lnTo>
                    <a:pt x="6972117" y="3082869"/>
                  </a:lnTo>
                  <a:lnTo>
                    <a:pt x="6971059" y="3082869"/>
                  </a:lnTo>
                  <a:lnTo>
                    <a:pt x="6970001" y="3082869"/>
                  </a:lnTo>
                  <a:lnTo>
                    <a:pt x="6968943" y="3082869"/>
                  </a:lnTo>
                  <a:lnTo>
                    <a:pt x="6967886" y="3082869"/>
                  </a:lnTo>
                  <a:lnTo>
                    <a:pt x="6966828" y="3082869"/>
                  </a:lnTo>
                  <a:lnTo>
                    <a:pt x="6965770" y="3082869"/>
                  </a:lnTo>
                  <a:lnTo>
                    <a:pt x="6964712" y="3082869"/>
                  </a:lnTo>
                  <a:lnTo>
                    <a:pt x="6963654" y="3082869"/>
                  </a:lnTo>
                  <a:lnTo>
                    <a:pt x="6962596" y="3082869"/>
                  </a:lnTo>
                  <a:lnTo>
                    <a:pt x="6961539" y="3082869"/>
                  </a:lnTo>
                  <a:lnTo>
                    <a:pt x="6960481" y="3082869"/>
                  </a:lnTo>
                  <a:lnTo>
                    <a:pt x="6959423" y="3082869"/>
                  </a:lnTo>
                  <a:lnTo>
                    <a:pt x="6958365" y="3082869"/>
                  </a:lnTo>
                  <a:lnTo>
                    <a:pt x="6957307" y="3082869"/>
                  </a:lnTo>
                  <a:lnTo>
                    <a:pt x="6956249" y="3082869"/>
                  </a:lnTo>
                  <a:lnTo>
                    <a:pt x="6955191" y="3082869"/>
                  </a:lnTo>
                  <a:lnTo>
                    <a:pt x="6954134" y="3082869"/>
                  </a:lnTo>
                  <a:lnTo>
                    <a:pt x="6953076" y="3082869"/>
                  </a:lnTo>
                  <a:lnTo>
                    <a:pt x="6952018" y="3082869"/>
                  </a:lnTo>
                  <a:lnTo>
                    <a:pt x="6950960" y="3082869"/>
                  </a:lnTo>
                  <a:lnTo>
                    <a:pt x="6949902" y="3082869"/>
                  </a:lnTo>
                  <a:lnTo>
                    <a:pt x="6948844" y="3082869"/>
                  </a:lnTo>
                  <a:lnTo>
                    <a:pt x="6947787" y="3082869"/>
                  </a:lnTo>
                  <a:lnTo>
                    <a:pt x="6946729" y="3082869"/>
                  </a:lnTo>
                  <a:lnTo>
                    <a:pt x="6945671" y="3082869"/>
                  </a:lnTo>
                  <a:lnTo>
                    <a:pt x="6944613" y="3082869"/>
                  </a:lnTo>
                  <a:lnTo>
                    <a:pt x="6943555" y="3082869"/>
                  </a:lnTo>
                  <a:lnTo>
                    <a:pt x="6942497" y="3082869"/>
                  </a:lnTo>
                  <a:lnTo>
                    <a:pt x="6941440" y="3082869"/>
                  </a:lnTo>
                  <a:lnTo>
                    <a:pt x="6940382" y="3082869"/>
                  </a:lnTo>
                  <a:lnTo>
                    <a:pt x="6939324" y="3082869"/>
                  </a:lnTo>
                  <a:lnTo>
                    <a:pt x="6938266" y="3082869"/>
                  </a:lnTo>
                  <a:lnTo>
                    <a:pt x="6937208" y="3082869"/>
                  </a:lnTo>
                  <a:lnTo>
                    <a:pt x="6936150" y="3082869"/>
                  </a:lnTo>
                  <a:lnTo>
                    <a:pt x="6935093" y="3082869"/>
                  </a:lnTo>
                  <a:lnTo>
                    <a:pt x="6934035" y="3082869"/>
                  </a:lnTo>
                  <a:lnTo>
                    <a:pt x="6932977" y="3082869"/>
                  </a:lnTo>
                  <a:lnTo>
                    <a:pt x="6931919" y="3082869"/>
                  </a:lnTo>
                  <a:lnTo>
                    <a:pt x="6930861" y="3082869"/>
                  </a:lnTo>
                  <a:lnTo>
                    <a:pt x="6929803" y="3082869"/>
                  </a:lnTo>
                  <a:lnTo>
                    <a:pt x="6928745" y="3082869"/>
                  </a:lnTo>
                  <a:lnTo>
                    <a:pt x="6927688" y="3082869"/>
                  </a:lnTo>
                  <a:lnTo>
                    <a:pt x="6926630" y="3082869"/>
                  </a:lnTo>
                  <a:lnTo>
                    <a:pt x="6925572" y="3082869"/>
                  </a:lnTo>
                  <a:lnTo>
                    <a:pt x="6924514" y="3082869"/>
                  </a:lnTo>
                  <a:lnTo>
                    <a:pt x="6923456" y="3082869"/>
                  </a:lnTo>
                  <a:lnTo>
                    <a:pt x="6922398" y="3082869"/>
                  </a:lnTo>
                  <a:lnTo>
                    <a:pt x="6921341" y="3082869"/>
                  </a:lnTo>
                  <a:lnTo>
                    <a:pt x="6920283" y="3082869"/>
                  </a:lnTo>
                  <a:lnTo>
                    <a:pt x="6919225" y="3082869"/>
                  </a:lnTo>
                  <a:lnTo>
                    <a:pt x="6918167" y="3082869"/>
                  </a:lnTo>
                  <a:lnTo>
                    <a:pt x="6917109" y="3082869"/>
                  </a:lnTo>
                  <a:lnTo>
                    <a:pt x="6916051" y="3082869"/>
                  </a:lnTo>
                  <a:lnTo>
                    <a:pt x="6914994" y="3082869"/>
                  </a:lnTo>
                  <a:lnTo>
                    <a:pt x="6913936" y="3082869"/>
                  </a:lnTo>
                  <a:lnTo>
                    <a:pt x="6912878" y="3082869"/>
                  </a:lnTo>
                  <a:lnTo>
                    <a:pt x="6911820" y="3082869"/>
                  </a:lnTo>
                  <a:lnTo>
                    <a:pt x="6910762" y="3082869"/>
                  </a:lnTo>
                  <a:lnTo>
                    <a:pt x="6909704" y="3082869"/>
                  </a:lnTo>
                  <a:lnTo>
                    <a:pt x="6908647" y="3082869"/>
                  </a:lnTo>
                  <a:lnTo>
                    <a:pt x="6907589" y="3082869"/>
                  </a:lnTo>
                  <a:lnTo>
                    <a:pt x="6906531" y="3082869"/>
                  </a:lnTo>
                  <a:lnTo>
                    <a:pt x="6905473" y="3082869"/>
                  </a:lnTo>
                  <a:lnTo>
                    <a:pt x="6904415" y="3082869"/>
                  </a:lnTo>
                  <a:lnTo>
                    <a:pt x="6903357" y="3082869"/>
                  </a:lnTo>
                  <a:lnTo>
                    <a:pt x="6902299" y="3082869"/>
                  </a:lnTo>
                  <a:lnTo>
                    <a:pt x="6901242" y="3082869"/>
                  </a:lnTo>
                  <a:lnTo>
                    <a:pt x="6900184" y="3082869"/>
                  </a:lnTo>
                  <a:lnTo>
                    <a:pt x="6899126" y="3082869"/>
                  </a:lnTo>
                  <a:lnTo>
                    <a:pt x="6898068" y="3082869"/>
                  </a:lnTo>
                  <a:lnTo>
                    <a:pt x="6897010" y="3082869"/>
                  </a:lnTo>
                  <a:lnTo>
                    <a:pt x="6895952" y="3082869"/>
                  </a:lnTo>
                  <a:lnTo>
                    <a:pt x="6894895" y="3082869"/>
                  </a:lnTo>
                  <a:lnTo>
                    <a:pt x="6893837" y="3082869"/>
                  </a:lnTo>
                  <a:lnTo>
                    <a:pt x="6892779" y="3082869"/>
                  </a:lnTo>
                  <a:lnTo>
                    <a:pt x="6891721" y="3082869"/>
                  </a:lnTo>
                  <a:lnTo>
                    <a:pt x="6890663" y="3082869"/>
                  </a:lnTo>
                  <a:lnTo>
                    <a:pt x="6889605" y="3082869"/>
                  </a:lnTo>
                  <a:lnTo>
                    <a:pt x="6888548" y="3082869"/>
                  </a:lnTo>
                  <a:lnTo>
                    <a:pt x="6887490" y="3082869"/>
                  </a:lnTo>
                  <a:lnTo>
                    <a:pt x="6886432" y="3082869"/>
                  </a:lnTo>
                  <a:lnTo>
                    <a:pt x="6885374" y="3082869"/>
                  </a:lnTo>
                  <a:lnTo>
                    <a:pt x="6884316" y="3082869"/>
                  </a:lnTo>
                  <a:lnTo>
                    <a:pt x="6883258" y="3082869"/>
                  </a:lnTo>
                  <a:lnTo>
                    <a:pt x="6882201" y="3082869"/>
                  </a:lnTo>
                  <a:lnTo>
                    <a:pt x="6881143" y="3082869"/>
                  </a:lnTo>
                  <a:lnTo>
                    <a:pt x="6880085" y="3082869"/>
                  </a:lnTo>
                  <a:lnTo>
                    <a:pt x="6879027" y="3082869"/>
                  </a:lnTo>
                  <a:lnTo>
                    <a:pt x="6877969" y="3082869"/>
                  </a:lnTo>
                  <a:lnTo>
                    <a:pt x="6876911" y="3082869"/>
                  </a:lnTo>
                  <a:lnTo>
                    <a:pt x="6875853" y="3082869"/>
                  </a:lnTo>
                  <a:lnTo>
                    <a:pt x="6874796" y="3082869"/>
                  </a:lnTo>
                  <a:lnTo>
                    <a:pt x="6873738" y="3082869"/>
                  </a:lnTo>
                  <a:lnTo>
                    <a:pt x="6872680" y="3082869"/>
                  </a:lnTo>
                  <a:lnTo>
                    <a:pt x="6871622" y="3082869"/>
                  </a:lnTo>
                  <a:lnTo>
                    <a:pt x="6870564" y="3082869"/>
                  </a:lnTo>
                  <a:lnTo>
                    <a:pt x="6869506" y="3082869"/>
                  </a:lnTo>
                  <a:lnTo>
                    <a:pt x="6868449" y="3082869"/>
                  </a:lnTo>
                  <a:lnTo>
                    <a:pt x="6867391" y="3082869"/>
                  </a:lnTo>
                  <a:lnTo>
                    <a:pt x="6866333" y="3082869"/>
                  </a:lnTo>
                  <a:lnTo>
                    <a:pt x="6865275" y="3082869"/>
                  </a:lnTo>
                  <a:lnTo>
                    <a:pt x="6864217" y="3082869"/>
                  </a:lnTo>
                  <a:lnTo>
                    <a:pt x="6863159" y="3082869"/>
                  </a:lnTo>
                  <a:lnTo>
                    <a:pt x="6862102" y="3082869"/>
                  </a:lnTo>
                  <a:lnTo>
                    <a:pt x="6861044" y="3082869"/>
                  </a:lnTo>
                  <a:lnTo>
                    <a:pt x="6859986" y="3082869"/>
                  </a:lnTo>
                  <a:lnTo>
                    <a:pt x="6858928" y="3082869"/>
                  </a:lnTo>
                  <a:lnTo>
                    <a:pt x="6857870" y="3082869"/>
                  </a:lnTo>
                  <a:lnTo>
                    <a:pt x="6856812" y="3082869"/>
                  </a:lnTo>
                  <a:lnTo>
                    <a:pt x="6855755" y="3082869"/>
                  </a:lnTo>
                  <a:lnTo>
                    <a:pt x="6854697" y="3082869"/>
                  </a:lnTo>
                  <a:lnTo>
                    <a:pt x="6853639" y="3082869"/>
                  </a:lnTo>
                  <a:lnTo>
                    <a:pt x="6852581" y="3082869"/>
                  </a:lnTo>
                  <a:lnTo>
                    <a:pt x="6851523" y="3082869"/>
                  </a:lnTo>
                  <a:lnTo>
                    <a:pt x="6850465" y="3082869"/>
                  </a:lnTo>
                  <a:lnTo>
                    <a:pt x="6849407" y="3082869"/>
                  </a:lnTo>
                  <a:lnTo>
                    <a:pt x="6848350" y="3082869"/>
                  </a:lnTo>
                  <a:lnTo>
                    <a:pt x="6847292" y="3082869"/>
                  </a:lnTo>
                  <a:lnTo>
                    <a:pt x="6846234" y="3082869"/>
                  </a:lnTo>
                  <a:lnTo>
                    <a:pt x="6845176" y="3082869"/>
                  </a:lnTo>
                  <a:lnTo>
                    <a:pt x="6844118" y="3082869"/>
                  </a:lnTo>
                  <a:lnTo>
                    <a:pt x="6843060" y="3082869"/>
                  </a:lnTo>
                  <a:lnTo>
                    <a:pt x="6842003" y="3082869"/>
                  </a:lnTo>
                  <a:lnTo>
                    <a:pt x="6840945" y="3082869"/>
                  </a:lnTo>
                  <a:lnTo>
                    <a:pt x="6839887" y="3082869"/>
                  </a:lnTo>
                  <a:lnTo>
                    <a:pt x="6838829" y="3082869"/>
                  </a:lnTo>
                  <a:lnTo>
                    <a:pt x="6837771" y="3082869"/>
                  </a:lnTo>
                  <a:lnTo>
                    <a:pt x="6836713" y="3082869"/>
                  </a:lnTo>
                  <a:lnTo>
                    <a:pt x="6835656" y="3082869"/>
                  </a:lnTo>
                  <a:lnTo>
                    <a:pt x="6834598" y="3082869"/>
                  </a:lnTo>
                  <a:lnTo>
                    <a:pt x="6833540" y="3082869"/>
                  </a:lnTo>
                  <a:lnTo>
                    <a:pt x="6832482" y="3082869"/>
                  </a:lnTo>
                  <a:lnTo>
                    <a:pt x="6831424" y="3082869"/>
                  </a:lnTo>
                  <a:lnTo>
                    <a:pt x="6830366" y="3082869"/>
                  </a:lnTo>
                  <a:lnTo>
                    <a:pt x="6829309" y="3082869"/>
                  </a:lnTo>
                  <a:lnTo>
                    <a:pt x="6828251" y="3082869"/>
                  </a:lnTo>
                  <a:lnTo>
                    <a:pt x="6827193" y="3082869"/>
                  </a:lnTo>
                  <a:lnTo>
                    <a:pt x="6826135" y="3082869"/>
                  </a:lnTo>
                  <a:lnTo>
                    <a:pt x="6825077" y="3082869"/>
                  </a:lnTo>
                  <a:lnTo>
                    <a:pt x="6824019" y="3082869"/>
                  </a:lnTo>
                  <a:lnTo>
                    <a:pt x="6822961" y="3082869"/>
                  </a:lnTo>
                  <a:lnTo>
                    <a:pt x="6821904" y="3082869"/>
                  </a:lnTo>
                  <a:lnTo>
                    <a:pt x="6820846" y="3082869"/>
                  </a:lnTo>
                  <a:lnTo>
                    <a:pt x="6819788" y="3082869"/>
                  </a:lnTo>
                  <a:lnTo>
                    <a:pt x="6818730" y="3082869"/>
                  </a:lnTo>
                  <a:lnTo>
                    <a:pt x="6817672" y="3082869"/>
                  </a:lnTo>
                  <a:lnTo>
                    <a:pt x="6816614" y="3082869"/>
                  </a:lnTo>
                  <a:lnTo>
                    <a:pt x="6815557" y="3082869"/>
                  </a:lnTo>
                  <a:lnTo>
                    <a:pt x="6814499" y="3082869"/>
                  </a:lnTo>
                  <a:lnTo>
                    <a:pt x="6813441" y="3082869"/>
                  </a:lnTo>
                  <a:lnTo>
                    <a:pt x="6812383" y="3082869"/>
                  </a:lnTo>
                  <a:lnTo>
                    <a:pt x="6811325" y="3082869"/>
                  </a:lnTo>
                  <a:lnTo>
                    <a:pt x="6810267" y="3082869"/>
                  </a:lnTo>
                  <a:lnTo>
                    <a:pt x="6809210" y="3082869"/>
                  </a:lnTo>
                  <a:lnTo>
                    <a:pt x="6808152" y="3082869"/>
                  </a:lnTo>
                  <a:lnTo>
                    <a:pt x="6807094" y="3082869"/>
                  </a:lnTo>
                  <a:lnTo>
                    <a:pt x="6806036" y="3082869"/>
                  </a:lnTo>
                  <a:lnTo>
                    <a:pt x="6804978" y="3082869"/>
                  </a:lnTo>
                  <a:lnTo>
                    <a:pt x="6803920" y="3082869"/>
                  </a:lnTo>
                  <a:lnTo>
                    <a:pt x="6802863" y="3082869"/>
                  </a:lnTo>
                  <a:lnTo>
                    <a:pt x="6801805" y="3082869"/>
                  </a:lnTo>
                  <a:lnTo>
                    <a:pt x="6800747" y="3082869"/>
                  </a:lnTo>
                  <a:lnTo>
                    <a:pt x="6799689" y="3082869"/>
                  </a:lnTo>
                  <a:lnTo>
                    <a:pt x="6798631" y="3082869"/>
                  </a:lnTo>
                  <a:lnTo>
                    <a:pt x="6797573" y="3082869"/>
                  </a:lnTo>
                  <a:lnTo>
                    <a:pt x="6796515" y="3082869"/>
                  </a:lnTo>
                  <a:lnTo>
                    <a:pt x="6795458" y="3082869"/>
                  </a:lnTo>
                  <a:lnTo>
                    <a:pt x="6794400" y="3082869"/>
                  </a:lnTo>
                  <a:lnTo>
                    <a:pt x="6793342" y="3082869"/>
                  </a:lnTo>
                  <a:lnTo>
                    <a:pt x="6792284" y="3082869"/>
                  </a:lnTo>
                  <a:lnTo>
                    <a:pt x="6791226" y="3082869"/>
                  </a:lnTo>
                  <a:lnTo>
                    <a:pt x="6790168" y="3082869"/>
                  </a:lnTo>
                  <a:lnTo>
                    <a:pt x="6789111" y="3082869"/>
                  </a:lnTo>
                  <a:lnTo>
                    <a:pt x="6788053" y="3082869"/>
                  </a:lnTo>
                  <a:lnTo>
                    <a:pt x="6786995" y="3082869"/>
                  </a:lnTo>
                  <a:lnTo>
                    <a:pt x="6785937" y="3082869"/>
                  </a:lnTo>
                  <a:lnTo>
                    <a:pt x="6784879" y="3082869"/>
                  </a:lnTo>
                  <a:lnTo>
                    <a:pt x="6783821" y="3082869"/>
                  </a:lnTo>
                  <a:lnTo>
                    <a:pt x="6782764" y="3082869"/>
                  </a:lnTo>
                  <a:lnTo>
                    <a:pt x="6781706" y="3082869"/>
                  </a:lnTo>
                  <a:lnTo>
                    <a:pt x="6780648" y="3082869"/>
                  </a:lnTo>
                  <a:lnTo>
                    <a:pt x="6779590" y="3082869"/>
                  </a:lnTo>
                  <a:lnTo>
                    <a:pt x="6778532" y="3082869"/>
                  </a:lnTo>
                  <a:lnTo>
                    <a:pt x="6777474" y="3082869"/>
                  </a:lnTo>
                  <a:lnTo>
                    <a:pt x="6776417" y="3082869"/>
                  </a:lnTo>
                  <a:lnTo>
                    <a:pt x="6775359" y="3082869"/>
                  </a:lnTo>
                  <a:lnTo>
                    <a:pt x="6774301" y="3082869"/>
                  </a:lnTo>
                  <a:lnTo>
                    <a:pt x="6773243" y="3082869"/>
                  </a:lnTo>
                  <a:lnTo>
                    <a:pt x="6772185" y="3082869"/>
                  </a:lnTo>
                  <a:lnTo>
                    <a:pt x="6771127" y="3082869"/>
                  </a:lnTo>
                  <a:lnTo>
                    <a:pt x="6770069" y="3082869"/>
                  </a:lnTo>
                  <a:lnTo>
                    <a:pt x="6769012" y="3082869"/>
                  </a:lnTo>
                  <a:lnTo>
                    <a:pt x="6767954" y="3082869"/>
                  </a:lnTo>
                  <a:lnTo>
                    <a:pt x="6766896" y="3082869"/>
                  </a:lnTo>
                  <a:lnTo>
                    <a:pt x="6765838" y="3082869"/>
                  </a:lnTo>
                  <a:lnTo>
                    <a:pt x="6764780" y="3082869"/>
                  </a:lnTo>
                  <a:lnTo>
                    <a:pt x="6763722" y="3082869"/>
                  </a:lnTo>
                  <a:lnTo>
                    <a:pt x="6762665" y="3082869"/>
                  </a:lnTo>
                  <a:lnTo>
                    <a:pt x="6761607" y="3082869"/>
                  </a:lnTo>
                  <a:lnTo>
                    <a:pt x="6760549" y="3082869"/>
                  </a:lnTo>
                  <a:lnTo>
                    <a:pt x="6759491" y="3082869"/>
                  </a:lnTo>
                  <a:lnTo>
                    <a:pt x="6758433" y="3082869"/>
                  </a:lnTo>
                  <a:lnTo>
                    <a:pt x="6757375" y="3082869"/>
                  </a:lnTo>
                  <a:lnTo>
                    <a:pt x="6756318" y="3082869"/>
                  </a:lnTo>
                  <a:lnTo>
                    <a:pt x="6755260" y="3082869"/>
                  </a:lnTo>
                  <a:lnTo>
                    <a:pt x="6754202" y="3082869"/>
                  </a:lnTo>
                  <a:lnTo>
                    <a:pt x="6753144" y="3082869"/>
                  </a:lnTo>
                  <a:lnTo>
                    <a:pt x="6752086" y="3082869"/>
                  </a:lnTo>
                  <a:lnTo>
                    <a:pt x="6751028" y="3082869"/>
                  </a:lnTo>
                  <a:lnTo>
                    <a:pt x="6749971" y="3082869"/>
                  </a:lnTo>
                  <a:lnTo>
                    <a:pt x="6748913" y="3082869"/>
                  </a:lnTo>
                  <a:lnTo>
                    <a:pt x="6747855" y="3082869"/>
                  </a:lnTo>
                  <a:lnTo>
                    <a:pt x="6746797" y="3082869"/>
                  </a:lnTo>
                  <a:lnTo>
                    <a:pt x="6745739" y="3082869"/>
                  </a:lnTo>
                  <a:lnTo>
                    <a:pt x="6744681" y="3082869"/>
                  </a:lnTo>
                  <a:lnTo>
                    <a:pt x="6743623" y="3082869"/>
                  </a:lnTo>
                  <a:lnTo>
                    <a:pt x="6742566" y="3082869"/>
                  </a:lnTo>
                  <a:lnTo>
                    <a:pt x="6741508" y="3082869"/>
                  </a:lnTo>
                  <a:lnTo>
                    <a:pt x="6740450" y="3082869"/>
                  </a:lnTo>
                  <a:lnTo>
                    <a:pt x="6739392" y="3082869"/>
                  </a:lnTo>
                  <a:lnTo>
                    <a:pt x="6738334" y="3082869"/>
                  </a:lnTo>
                  <a:lnTo>
                    <a:pt x="6737276" y="3082869"/>
                  </a:lnTo>
                  <a:lnTo>
                    <a:pt x="6736219" y="3082869"/>
                  </a:lnTo>
                  <a:lnTo>
                    <a:pt x="6735161" y="3082869"/>
                  </a:lnTo>
                  <a:lnTo>
                    <a:pt x="6734103" y="3082869"/>
                  </a:lnTo>
                  <a:lnTo>
                    <a:pt x="6733045" y="3082869"/>
                  </a:lnTo>
                  <a:lnTo>
                    <a:pt x="6731987" y="3082869"/>
                  </a:lnTo>
                  <a:lnTo>
                    <a:pt x="6730929" y="3082869"/>
                  </a:lnTo>
                  <a:lnTo>
                    <a:pt x="6729872" y="3082869"/>
                  </a:lnTo>
                  <a:lnTo>
                    <a:pt x="6728814" y="3082869"/>
                  </a:lnTo>
                  <a:lnTo>
                    <a:pt x="6727756" y="3082869"/>
                  </a:lnTo>
                  <a:lnTo>
                    <a:pt x="6726698" y="3082869"/>
                  </a:lnTo>
                  <a:lnTo>
                    <a:pt x="6725640" y="3082869"/>
                  </a:lnTo>
                  <a:lnTo>
                    <a:pt x="6724582" y="3082869"/>
                  </a:lnTo>
                  <a:lnTo>
                    <a:pt x="6723525" y="3082869"/>
                  </a:lnTo>
                  <a:lnTo>
                    <a:pt x="6722467" y="3082869"/>
                  </a:lnTo>
                  <a:lnTo>
                    <a:pt x="6721409" y="3082869"/>
                  </a:lnTo>
                  <a:lnTo>
                    <a:pt x="6720351" y="3082869"/>
                  </a:lnTo>
                  <a:lnTo>
                    <a:pt x="6719293" y="3082869"/>
                  </a:lnTo>
                  <a:lnTo>
                    <a:pt x="6718235" y="3082869"/>
                  </a:lnTo>
                  <a:lnTo>
                    <a:pt x="6717177" y="3082869"/>
                  </a:lnTo>
                  <a:lnTo>
                    <a:pt x="6716120" y="3082869"/>
                  </a:lnTo>
                  <a:lnTo>
                    <a:pt x="6715062" y="3082869"/>
                  </a:lnTo>
                  <a:lnTo>
                    <a:pt x="6714004" y="3082869"/>
                  </a:lnTo>
                  <a:lnTo>
                    <a:pt x="6712946" y="3082869"/>
                  </a:lnTo>
                  <a:lnTo>
                    <a:pt x="6711888" y="3082869"/>
                  </a:lnTo>
                  <a:lnTo>
                    <a:pt x="6710830" y="3082869"/>
                  </a:lnTo>
                  <a:lnTo>
                    <a:pt x="6709773" y="3082869"/>
                  </a:lnTo>
                  <a:lnTo>
                    <a:pt x="6708715" y="3082869"/>
                  </a:lnTo>
                  <a:lnTo>
                    <a:pt x="6707657" y="3082869"/>
                  </a:lnTo>
                  <a:lnTo>
                    <a:pt x="6706599" y="3082869"/>
                  </a:lnTo>
                  <a:lnTo>
                    <a:pt x="6705541" y="3082869"/>
                  </a:lnTo>
                  <a:lnTo>
                    <a:pt x="6704483" y="3082869"/>
                  </a:lnTo>
                  <a:lnTo>
                    <a:pt x="6703426" y="3082869"/>
                  </a:lnTo>
                  <a:lnTo>
                    <a:pt x="6702368" y="3082869"/>
                  </a:lnTo>
                  <a:lnTo>
                    <a:pt x="6701310" y="3082869"/>
                  </a:lnTo>
                  <a:lnTo>
                    <a:pt x="6700252" y="3082869"/>
                  </a:lnTo>
                  <a:lnTo>
                    <a:pt x="6699194" y="3082869"/>
                  </a:lnTo>
                  <a:lnTo>
                    <a:pt x="6698136" y="3082869"/>
                  </a:lnTo>
                  <a:lnTo>
                    <a:pt x="6697079" y="3082869"/>
                  </a:lnTo>
                  <a:lnTo>
                    <a:pt x="6696021" y="3082869"/>
                  </a:lnTo>
                  <a:lnTo>
                    <a:pt x="6694963" y="3082869"/>
                  </a:lnTo>
                  <a:lnTo>
                    <a:pt x="6693905" y="3082869"/>
                  </a:lnTo>
                  <a:lnTo>
                    <a:pt x="6692847" y="3082869"/>
                  </a:lnTo>
                  <a:lnTo>
                    <a:pt x="6691789" y="3082869"/>
                  </a:lnTo>
                  <a:lnTo>
                    <a:pt x="6690731" y="3082869"/>
                  </a:lnTo>
                  <a:lnTo>
                    <a:pt x="6689674" y="3082869"/>
                  </a:lnTo>
                  <a:lnTo>
                    <a:pt x="6688616" y="3082869"/>
                  </a:lnTo>
                  <a:lnTo>
                    <a:pt x="6687558" y="3082869"/>
                  </a:lnTo>
                  <a:lnTo>
                    <a:pt x="6686500" y="3082869"/>
                  </a:lnTo>
                  <a:lnTo>
                    <a:pt x="6685442" y="3082869"/>
                  </a:lnTo>
                  <a:lnTo>
                    <a:pt x="6684384" y="3082869"/>
                  </a:lnTo>
                  <a:lnTo>
                    <a:pt x="6683327" y="3082869"/>
                  </a:lnTo>
                  <a:lnTo>
                    <a:pt x="6682269" y="3082869"/>
                  </a:lnTo>
                  <a:lnTo>
                    <a:pt x="6681211" y="3082869"/>
                  </a:lnTo>
                  <a:lnTo>
                    <a:pt x="6680153" y="3082869"/>
                  </a:lnTo>
                  <a:lnTo>
                    <a:pt x="6679095" y="3082869"/>
                  </a:lnTo>
                  <a:lnTo>
                    <a:pt x="6678037" y="3082869"/>
                  </a:lnTo>
                  <a:lnTo>
                    <a:pt x="6676980" y="3082869"/>
                  </a:lnTo>
                  <a:lnTo>
                    <a:pt x="6675922" y="3082869"/>
                  </a:lnTo>
                  <a:lnTo>
                    <a:pt x="6674864" y="3082869"/>
                  </a:lnTo>
                  <a:lnTo>
                    <a:pt x="6673806" y="3082869"/>
                  </a:lnTo>
                  <a:lnTo>
                    <a:pt x="6672748" y="3082869"/>
                  </a:lnTo>
                  <a:lnTo>
                    <a:pt x="6671690" y="3082869"/>
                  </a:lnTo>
                  <a:lnTo>
                    <a:pt x="6670633" y="3082869"/>
                  </a:lnTo>
                  <a:lnTo>
                    <a:pt x="6669575" y="3082869"/>
                  </a:lnTo>
                  <a:lnTo>
                    <a:pt x="6668517" y="3082869"/>
                  </a:lnTo>
                  <a:lnTo>
                    <a:pt x="6667459" y="3082869"/>
                  </a:lnTo>
                  <a:lnTo>
                    <a:pt x="6666401" y="3082869"/>
                  </a:lnTo>
                  <a:lnTo>
                    <a:pt x="6665343" y="3082869"/>
                  </a:lnTo>
                  <a:lnTo>
                    <a:pt x="6664285" y="3082869"/>
                  </a:lnTo>
                  <a:lnTo>
                    <a:pt x="6663228" y="3082869"/>
                  </a:lnTo>
                  <a:lnTo>
                    <a:pt x="6662170" y="3082869"/>
                  </a:lnTo>
                  <a:lnTo>
                    <a:pt x="6661112" y="3082869"/>
                  </a:lnTo>
                  <a:lnTo>
                    <a:pt x="6660054" y="3082869"/>
                  </a:lnTo>
                  <a:lnTo>
                    <a:pt x="6658996" y="3082869"/>
                  </a:lnTo>
                  <a:lnTo>
                    <a:pt x="6657938" y="3082869"/>
                  </a:lnTo>
                  <a:lnTo>
                    <a:pt x="6656881" y="3082869"/>
                  </a:lnTo>
                  <a:lnTo>
                    <a:pt x="6655823" y="3082869"/>
                  </a:lnTo>
                  <a:lnTo>
                    <a:pt x="6654765" y="3082869"/>
                  </a:lnTo>
                  <a:lnTo>
                    <a:pt x="6653707" y="3082869"/>
                  </a:lnTo>
                  <a:lnTo>
                    <a:pt x="6652649" y="3082869"/>
                  </a:lnTo>
                  <a:lnTo>
                    <a:pt x="6651591" y="3082869"/>
                  </a:lnTo>
                  <a:lnTo>
                    <a:pt x="6650534" y="3082869"/>
                  </a:lnTo>
                  <a:lnTo>
                    <a:pt x="6649476" y="3082869"/>
                  </a:lnTo>
                  <a:lnTo>
                    <a:pt x="6648418" y="3082869"/>
                  </a:lnTo>
                  <a:lnTo>
                    <a:pt x="6647360" y="3082869"/>
                  </a:lnTo>
                  <a:lnTo>
                    <a:pt x="6646302" y="3082869"/>
                  </a:lnTo>
                  <a:lnTo>
                    <a:pt x="6645244" y="3082869"/>
                  </a:lnTo>
                  <a:lnTo>
                    <a:pt x="6644187" y="3082869"/>
                  </a:lnTo>
                  <a:lnTo>
                    <a:pt x="6643129" y="3082869"/>
                  </a:lnTo>
                  <a:lnTo>
                    <a:pt x="6642071" y="3082869"/>
                  </a:lnTo>
                  <a:lnTo>
                    <a:pt x="6641013" y="3082869"/>
                  </a:lnTo>
                  <a:lnTo>
                    <a:pt x="6639955" y="3082869"/>
                  </a:lnTo>
                  <a:lnTo>
                    <a:pt x="6638897" y="3082869"/>
                  </a:lnTo>
                  <a:lnTo>
                    <a:pt x="6637839" y="3082869"/>
                  </a:lnTo>
                  <a:lnTo>
                    <a:pt x="6636782" y="3082869"/>
                  </a:lnTo>
                  <a:lnTo>
                    <a:pt x="6635724" y="3082869"/>
                  </a:lnTo>
                  <a:lnTo>
                    <a:pt x="6634666" y="3082869"/>
                  </a:lnTo>
                  <a:lnTo>
                    <a:pt x="6633608" y="3082869"/>
                  </a:lnTo>
                  <a:lnTo>
                    <a:pt x="6632550" y="3082869"/>
                  </a:lnTo>
                  <a:lnTo>
                    <a:pt x="6631492" y="3082869"/>
                  </a:lnTo>
                  <a:lnTo>
                    <a:pt x="6630435" y="3082869"/>
                  </a:lnTo>
                  <a:lnTo>
                    <a:pt x="6629377" y="3082869"/>
                  </a:lnTo>
                  <a:lnTo>
                    <a:pt x="6628319" y="3082869"/>
                  </a:lnTo>
                  <a:lnTo>
                    <a:pt x="6627261" y="3082869"/>
                  </a:lnTo>
                  <a:lnTo>
                    <a:pt x="6626203" y="3082869"/>
                  </a:lnTo>
                  <a:lnTo>
                    <a:pt x="6625145" y="3082869"/>
                  </a:lnTo>
                  <a:lnTo>
                    <a:pt x="6624088" y="3082869"/>
                  </a:lnTo>
                  <a:lnTo>
                    <a:pt x="6623030" y="3082869"/>
                  </a:lnTo>
                  <a:lnTo>
                    <a:pt x="6621972" y="3082869"/>
                  </a:lnTo>
                  <a:lnTo>
                    <a:pt x="6620914" y="3082869"/>
                  </a:lnTo>
                  <a:lnTo>
                    <a:pt x="6619856" y="3082869"/>
                  </a:lnTo>
                  <a:lnTo>
                    <a:pt x="6618798" y="3082869"/>
                  </a:lnTo>
                  <a:lnTo>
                    <a:pt x="6617741" y="3082869"/>
                  </a:lnTo>
                  <a:lnTo>
                    <a:pt x="6616683" y="3082869"/>
                  </a:lnTo>
                  <a:lnTo>
                    <a:pt x="6615625" y="3082869"/>
                  </a:lnTo>
                  <a:lnTo>
                    <a:pt x="6614567" y="3082869"/>
                  </a:lnTo>
                  <a:lnTo>
                    <a:pt x="6613509" y="3082869"/>
                  </a:lnTo>
                  <a:lnTo>
                    <a:pt x="6612451" y="3082869"/>
                  </a:lnTo>
                  <a:lnTo>
                    <a:pt x="6611393" y="3082869"/>
                  </a:lnTo>
                  <a:lnTo>
                    <a:pt x="6610336" y="3082869"/>
                  </a:lnTo>
                  <a:lnTo>
                    <a:pt x="6609278" y="3082869"/>
                  </a:lnTo>
                  <a:lnTo>
                    <a:pt x="6608220" y="3082869"/>
                  </a:lnTo>
                  <a:lnTo>
                    <a:pt x="6607162" y="3082869"/>
                  </a:lnTo>
                  <a:lnTo>
                    <a:pt x="6606104" y="3082869"/>
                  </a:lnTo>
                  <a:lnTo>
                    <a:pt x="6605046" y="3082869"/>
                  </a:lnTo>
                  <a:lnTo>
                    <a:pt x="6603989" y="3082869"/>
                  </a:lnTo>
                  <a:lnTo>
                    <a:pt x="6602931" y="3082869"/>
                  </a:lnTo>
                  <a:lnTo>
                    <a:pt x="6601873" y="3082869"/>
                  </a:lnTo>
                  <a:lnTo>
                    <a:pt x="6600815" y="3082869"/>
                  </a:lnTo>
                  <a:lnTo>
                    <a:pt x="6599757" y="3082869"/>
                  </a:lnTo>
                  <a:lnTo>
                    <a:pt x="6598699" y="3082869"/>
                  </a:lnTo>
                  <a:lnTo>
                    <a:pt x="6597642" y="3082869"/>
                  </a:lnTo>
                  <a:lnTo>
                    <a:pt x="6596584" y="3082869"/>
                  </a:lnTo>
                  <a:lnTo>
                    <a:pt x="6595526" y="3082869"/>
                  </a:lnTo>
                  <a:lnTo>
                    <a:pt x="6594468" y="3082869"/>
                  </a:lnTo>
                  <a:lnTo>
                    <a:pt x="6593410" y="3082869"/>
                  </a:lnTo>
                  <a:lnTo>
                    <a:pt x="6592352" y="3082869"/>
                  </a:lnTo>
                  <a:lnTo>
                    <a:pt x="6591295" y="3082869"/>
                  </a:lnTo>
                  <a:lnTo>
                    <a:pt x="6590237" y="3082869"/>
                  </a:lnTo>
                  <a:lnTo>
                    <a:pt x="6589179" y="3082869"/>
                  </a:lnTo>
                  <a:lnTo>
                    <a:pt x="6588121" y="3082869"/>
                  </a:lnTo>
                  <a:lnTo>
                    <a:pt x="6587063" y="3082869"/>
                  </a:lnTo>
                  <a:lnTo>
                    <a:pt x="6586005" y="3082869"/>
                  </a:lnTo>
                  <a:lnTo>
                    <a:pt x="6584947" y="3082869"/>
                  </a:lnTo>
                  <a:lnTo>
                    <a:pt x="6583890" y="3082869"/>
                  </a:lnTo>
                  <a:lnTo>
                    <a:pt x="6582832" y="3082869"/>
                  </a:lnTo>
                  <a:lnTo>
                    <a:pt x="6581774" y="3082869"/>
                  </a:lnTo>
                  <a:lnTo>
                    <a:pt x="6580716" y="3082869"/>
                  </a:lnTo>
                  <a:lnTo>
                    <a:pt x="6579658" y="3082869"/>
                  </a:lnTo>
                  <a:lnTo>
                    <a:pt x="6578600" y="3082869"/>
                  </a:lnTo>
                  <a:lnTo>
                    <a:pt x="6577543" y="3082869"/>
                  </a:lnTo>
                  <a:lnTo>
                    <a:pt x="6576485" y="3082869"/>
                  </a:lnTo>
                  <a:lnTo>
                    <a:pt x="6575427" y="3082869"/>
                  </a:lnTo>
                  <a:lnTo>
                    <a:pt x="6574369" y="3082869"/>
                  </a:lnTo>
                  <a:lnTo>
                    <a:pt x="6573311" y="3082869"/>
                  </a:lnTo>
                  <a:lnTo>
                    <a:pt x="6572253" y="3082869"/>
                  </a:lnTo>
                  <a:lnTo>
                    <a:pt x="6571196" y="3082869"/>
                  </a:lnTo>
                  <a:lnTo>
                    <a:pt x="6570138" y="3082869"/>
                  </a:lnTo>
                  <a:lnTo>
                    <a:pt x="6569080" y="3082869"/>
                  </a:lnTo>
                  <a:lnTo>
                    <a:pt x="6568022" y="3082869"/>
                  </a:lnTo>
                  <a:lnTo>
                    <a:pt x="6566964" y="3082869"/>
                  </a:lnTo>
                  <a:lnTo>
                    <a:pt x="6565906" y="3082869"/>
                  </a:lnTo>
                  <a:lnTo>
                    <a:pt x="6564849" y="3082869"/>
                  </a:lnTo>
                  <a:lnTo>
                    <a:pt x="6563791" y="3082869"/>
                  </a:lnTo>
                  <a:lnTo>
                    <a:pt x="6562733" y="3082869"/>
                  </a:lnTo>
                  <a:lnTo>
                    <a:pt x="6561675" y="3082869"/>
                  </a:lnTo>
                  <a:lnTo>
                    <a:pt x="6560617" y="3082869"/>
                  </a:lnTo>
                  <a:lnTo>
                    <a:pt x="6559559" y="3082869"/>
                  </a:lnTo>
                  <a:lnTo>
                    <a:pt x="6558501" y="3082869"/>
                  </a:lnTo>
                  <a:lnTo>
                    <a:pt x="6557444" y="3082869"/>
                  </a:lnTo>
                  <a:lnTo>
                    <a:pt x="6556386" y="3082869"/>
                  </a:lnTo>
                  <a:lnTo>
                    <a:pt x="6555328" y="3082869"/>
                  </a:lnTo>
                  <a:lnTo>
                    <a:pt x="6554270" y="3082869"/>
                  </a:lnTo>
                  <a:lnTo>
                    <a:pt x="6553212" y="3082869"/>
                  </a:lnTo>
                  <a:lnTo>
                    <a:pt x="6552154" y="3082869"/>
                  </a:lnTo>
                  <a:lnTo>
                    <a:pt x="6551097" y="3082869"/>
                  </a:lnTo>
                  <a:lnTo>
                    <a:pt x="6550039" y="3082869"/>
                  </a:lnTo>
                  <a:lnTo>
                    <a:pt x="6548981" y="3082869"/>
                  </a:lnTo>
                  <a:lnTo>
                    <a:pt x="6547923" y="3082869"/>
                  </a:lnTo>
                  <a:lnTo>
                    <a:pt x="6546865" y="3082869"/>
                  </a:lnTo>
                  <a:lnTo>
                    <a:pt x="6545807" y="3082869"/>
                  </a:lnTo>
                  <a:lnTo>
                    <a:pt x="6544750" y="3082869"/>
                  </a:lnTo>
                  <a:lnTo>
                    <a:pt x="6543692" y="3082869"/>
                  </a:lnTo>
                  <a:lnTo>
                    <a:pt x="6542634" y="3082869"/>
                  </a:lnTo>
                  <a:lnTo>
                    <a:pt x="6541576" y="3082869"/>
                  </a:lnTo>
                  <a:lnTo>
                    <a:pt x="6540518" y="3082869"/>
                  </a:lnTo>
                  <a:lnTo>
                    <a:pt x="6539460" y="3082869"/>
                  </a:lnTo>
                  <a:lnTo>
                    <a:pt x="6538403" y="3082869"/>
                  </a:lnTo>
                  <a:lnTo>
                    <a:pt x="6537345" y="3082869"/>
                  </a:lnTo>
                  <a:lnTo>
                    <a:pt x="6536287" y="3082869"/>
                  </a:lnTo>
                  <a:lnTo>
                    <a:pt x="6535229" y="3082869"/>
                  </a:lnTo>
                  <a:lnTo>
                    <a:pt x="6534171" y="3082869"/>
                  </a:lnTo>
                  <a:lnTo>
                    <a:pt x="6533113" y="3082869"/>
                  </a:lnTo>
                  <a:lnTo>
                    <a:pt x="6532055" y="3082869"/>
                  </a:lnTo>
                  <a:lnTo>
                    <a:pt x="6530998" y="3082869"/>
                  </a:lnTo>
                  <a:lnTo>
                    <a:pt x="6529940" y="3082869"/>
                  </a:lnTo>
                  <a:lnTo>
                    <a:pt x="6528882" y="3082869"/>
                  </a:lnTo>
                  <a:lnTo>
                    <a:pt x="6527824" y="3082869"/>
                  </a:lnTo>
                  <a:lnTo>
                    <a:pt x="6526766" y="3082869"/>
                  </a:lnTo>
                  <a:lnTo>
                    <a:pt x="6525708" y="3082869"/>
                  </a:lnTo>
                  <a:lnTo>
                    <a:pt x="6524651" y="3082869"/>
                  </a:lnTo>
                  <a:lnTo>
                    <a:pt x="6523593" y="3082869"/>
                  </a:lnTo>
                  <a:lnTo>
                    <a:pt x="6522535" y="3082869"/>
                  </a:lnTo>
                  <a:lnTo>
                    <a:pt x="6521477" y="3082869"/>
                  </a:lnTo>
                  <a:lnTo>
                    <a:pt x="6520419" y="3082869"/>
                  </a:lnTo>
                  <a:lnTo>
                    <a:pt x="6519361" y="3082869"/>
                  </a:lnTo>
                  <a:lnTo>
                    <a:pt x="6518304" y="3082869"/>
                  </a:lnTo>
                  <a:lnTo>
                    <a:pt x="6517246" y="3082869"/>
                  </a:lnTo>
                  <a:lnTo>
                    <a:pt x="6516188" y="3082869"/>
                  </a:lnTo>
                  <a:lnTo>
                    <a:pt x="6515130" y="3082869"/>
                  </a:lnTo>
                  <a:lnTo>
                    <a:pt x="6514072" y="3082869"/>
                  </a:lnTo>
                  <a:lnTo>
                    <a:pt x="6513014" y="3082869"/>
                  </a:lnTo>
                  <a:lnTo>
                    <a:pt x="6511957" y="3082869"/>
                  </a:lnTo>
                  <a:lnTo>
                    <a:pt x="6510899" y="3082869"/>
                  </a:lnTo>
                  <a:lnTo>
                    <a:pt x="6509841" y="3082869"/>
                  </a:lnTo>
                  <a:lnTo>
                    <a:pt x="6508783" y="3082869"/>
                  </a:lnTo>
                  <a:lnTo>
                    <a:pt x="6507725" y="3082869"/>
                  </a:lnTo>
                  <a:lnTo>
                    <a:pt x="6506667" y="3082869"/>
                  </a:lnTo>
                  <a:lnTo>
                    <a:pt x="6505609" y="3082869"/>
                  </a:lnTo>
                  <a:lnTo>
                    <a:pt x="6504552" y="3082869"/>
                  </a:lnTo>
                  <a:lnTo>
                    <a:pt x="6503494" y="3082869"/>
                  </a:lnTo>
                  <a:lnTo>
                    <a:pt x="6502436" y="3082869"/>
                  </a:lnTo>
                  <a:lnTo>
                    <a:pt x="6501378" y="3082869"/>
                  </a:lnTo>
                  <a:lnTo>
                    <a:pt x="6500320" y="3082869"/>
                  </a:lnTo>
                  <a:lnTo>
                    <a:pt x="6499262" y="3082869"/>
                  </a:lnTo>
                  <a:lnTo>
                    <a:pt x="6498205" y="3082869"/>
                  </a:lnTo>
                  <a:lnTo>
                    <a:pt x="6497147" y="3082869"/>
                  </a:lnTo>
                  <a:lnTo>
                    <a:pt x="6496089" y="3082869"/>
                  </a:lnTo>
                  <a:lnTo>
                    <a:pt x="6495031" y="3082869"/>
                  </a:lnTo>
                  <a:lnTo>
                    <a:pt x="6493973" y="3082869"/>
                  </a:lnTo>
                  <a:lnTo>
                    <a:pt x="6492915" y="3082869"/>
                  </a:lnTo>
                  <a:lnTo>
                    <a:pt x="6491858" y="3082869"/>
                  </a:lnTo>
                  <a:lnTo>
                    <a:pt x="6490800" y="3082869"/>
                  </a:lnTo>
                  <a:lnTo>
                    <a:pt x="6489742" y="3082869"/>
                  </a:lnTo>
                  <a:lnTo>
                    <a:pt x="6488684" y="3082869"/>
                  </a:lnTo>
                  <a:lnTo>
                    <a:pt x="6487626" y="3082869"/>
                  </a:lnTo>
                  <a:lnTo>
                    <a:pt x="6486568" y="3082869"/>
                  </a:lnTo>
                  <a:lnTo>
                    <a:pt x="6485511" y="3082869"/>
                  </a:lnTo>
                  <a:lnTo>
                    <a:pt x="6484453" y="3082869"/>
                  </a:lnTo>
                  <a:lnTo>
                    <a:pt x="6483395" y="3082869"/>
                  </a:lnTo>
                  <a:lnTo>
                    <a:pt x="6482337" y="3082869"/>
                  </a:lnTo>
                  <a:lnTo>
                    <a:pt x="6481279" y="3082869"/>
                  </a:lnTo>
                  <a:lnTo>
                    <a:pt x="6480221" y="3082869"/>
                  </a:lnTo>
                  <a:lnTo>
                    <a:pt x="6479163" y="3082869"/>
                  </a:lnTo>
                  <a:lnTo>
                    <a:pt x="6478106" y="3082869"/>
                  </a:lnTo>
                  <a:lnTo>
                    <a:pt x="6477048" y="3082869"/>
                  </a:lnTo>
                  <a:lnTo>
                    <a:pt x="6475990" y="3082869"/>
                  </a:lnTo>
                  <a:lnTo>
                    <a:pt x="6474932" y="3082869"/>
                  </a:lnTo>
                  <a:lnTo>
                    <a:pt x="6473874" y="3082869"/>
                  </a:lnTo>
                  <a:lnTo>
                    <a:pt x="6472816" y="3082869"/>
                  </a:lnTo>
                  <a:lnTo>
                    <a:pt x="6471759" y="3082869"/>
                  </a:lnTo>
                  <a:lnTo>
                    <a:pt x="6470701" y="3082869"/>
                  </a:lnTo>
                  <a:lnTo>
                    <a:pt x="6469643" y="3082869"/>
                  </a:lnTo>
                  <a:lnTo>
                    <a:pt x="6468585" y="3082869"/>
                  </a:lnTo>
                  <a:lnTo>
                    <a:pt x="6467527" y="3082869"/>
                  </a:lnTo>
                  <a:lnTo>
                    <a:pt x="6466469" y="3082869"/>
                  </a:lnTo>
                  <a:lnTo>
                    <a:pt x="6465412" y="3082869"/>
                  </a:lnTo>
                  <a:lnTo>
                    <a:pt x="6464354" y="3082869"/>
                  </a:lnTo>
                  <a:lnTo>
                    <a:pt x="6463296" y="3082869"/>
                  </a:lnTo>
                  <a:lnTo>
                    <a:pt x="6462238" y="3082869"/>
                  </a:lnTo>
                  <a:lnTo>
                    <a:pt x="6461180" y="3082869"/>
                  </a:lnTo>
                  <a:lnTo>
                    <a:pt x="6460122" y="3082869"/>
                  </a:lnTo>
                  <a:lnTo>
                    <a:pt x="6459065" y="3082869"/>
                  </a:lnTo>
                  <a:lnTo>
                    <a:pt x="6458007" y="3082869"/>
                  </a:lnTo>
                  <a:lnTo>
                    <a:pt x="6456949" y="3082869"/>
                  </a:lnTo>
                  <a:lnTo>
                    <a:pt x="6455891" y="3082869"/>
                  </a:lnTo>
                  <a:lnTo>
                    <a:pt x="6454833" y="3082869"/>
                  </a:lnTo>
                  <a:lnTo>
                    <a:pt x="6453775" y="3082869"/>
                  </a:lnTo>
                  <a:lnTo>
                    <a:pt x="6452717" y="3082869"/>
                  </a:lnTo>
                  <a:lnTo>
                    <a:pt x="6451660" y="3082869"/>
                  </a:lnTo>
                  <a:lnTo>
                    <a:pt x="6450602" y="3082869"/>
                  </a:lnTo>
                  <a:lnTo>
                    <a:pt x="6449544" y="3082869"/>
                  </a:lnTo>
                  <a:lnTo>
                    <a:pt x="6448486" y="3082869"/>
                  </a:lnTo>
                  <a:lnTo>
                    <a:pt x="6447428" y="3082869"/>
                  </a:lnTo>
                  <a:lnTo>
                    <a:pt x="6446370" y="3082869"/>
                  </a:lnTo>
                  <a:lnTo>
                    <a:pt x="6445313" y="3082869"/>
                  </a:lnTo>
                  <a:lnTo>
                    <a:pt x="6444255" y="3082869"/>
                  </a:lnTo>
                  <a:lnTo>
                    <a:pt x="6443197" y="3082869"/>
                  </a:lnTo>
                  <a:lnTo>
                    <a:pt x="6442139" y="3082869"/>
                  </a:lnTo>
                  <a:lnTo>
                    <a:pt x="6441081" y="3082869"/>
                  </a:lnTo>
                  <a:lnTo>
                    <a:pt x="6440023" y="3082869"/>
                  </a:lnTo>
                  <a:lnTo>
                    <a:pt x="6438966" y="3082869"/>
                  </a:lnTo>
                  <a:lnTo>
                    <a:pt x="6437908" y="3082869"/>
                  </a:lnTo>
                  <a:lnTo>
                    <a:pt x="6436850" y="3082869"/>
                  </a:lnTo>
                  <a:lnTo>
                    <a:pt x="6435792" y="3082869"/>
                  </a:lnTo>
                  <a:lnTo>
                    <a:pt x="6434734" y="3082869"/>
                  </a:lnTo>
                  <a:lnTo>
                    <a:pt x="6433676" y="3082869"/>
                  </a:lnTo>
                  <a:lnTo>
                    <a:pt x="6432619" y="3082869"/>
                  </a:lnTo>
                  <a:lnTo>
                    <a:pt x="6431561" y="3082869"/>
                  </a:lnTo>
                  <a:lnTo>
                    <a:pt x="6430503" y="3082869"/>
                  </a:lnTo>
                  <a:lnTo>
                    <a:pt x="6429445" y="3082869"/>
                  </a:lnTo>
                  <a:lnTo>
                    <a:pt x="6428387" y="3082869"/>
                  </a:lnTo>
                  <a:lnTo>
                    <a:pt x="6427329" y="3082869"/>
                  </a:lnTo>
                  <a:lnTo>
                    <a:pt x="6426271" y="3082869"/>
                  </a:lnTo>
                  <a:lnTo>
                    <a:pt x="6425214" y="3082869"/>
                  </a:lnTo>
                  <a:lnTo>
                    <a:pt x="6424156" y="3082869"/>
                  </a:lnTo>
                  <a:lnTo>
                    <a:pt x="6423098" y="3082869"/>
                  </a:lnTo>
                  <a:lnTo>
                    <a:pt x="6422040" y="3082869"/>
                  </a:lnTo>
                  <a:lnTo>
                    <a:pt x="6420982" y="3082869"/>
                  </a:lnTo>
                  <a:lnTo>
                    <a:pt x="6419924" y="3082869"/>
                  </a:lnTo>
                  <a:lnTo>
                    <a:pt x="6418867" y="3082869"/>
                  </a:lnTo>
                  <a:lnTo>
                    <a:pt x="6417809" y="3082869"/>
                  </a:lnTo>
                  <a:lnTo>
                    <a:pt x="6416751" y="3082869"/>
                  </a:lnTo>
                  <a:lnTo>
                    <a:pt x="6415693" y="3082869"/>
                  </a:lnTo>
                  <a:lnTo>
                    <a:pt x="6414635" y="3082869"/>
                  </a:lnTo>
                  <a:lnTo>
                    <a:pt x="6413577" y="3082869"/>
                  </a:lnTo>
                  <a:lnTo>
                    <a:pt x="6412520" y="3082869"/>
                  </a:lnTo>
                  <a:lnTo>
                    <a:pt x="6411462" y="3082869"/>
                  </a:lnTo>
                  <a:lnTo>
                    <a:pt x="6410404" y="3082869"/>
                  </a:lnTo>
                  <a:lnTo>
                    <a:pt x="6409346" y="3082869"/>
                  </a:lnTo>
                  <a:lnTo>
                    <a:pt x="6408288" y="3082869"/>
                  </a:lnTo>
                  <a:lnTo>
                    <a:pt x="6407230" y="3082869"/>
                  </a:lnTo>
                  <a:lnTo>
                    <a:pt x="6406173" y="3082869"/>
                  </a:lnTo>
                  <a:lnTo>
                    <a:pt x="6405115" y="3082869"/>
                  </a:lnTo>
                  <a:lnTo>
                    <a:pt x="6404057" y="3082869"/>
                  </a:lnTo>
                  <a:lnTo>
                    <a:pt x="6402999" y="3082869"/>
                  </a:lnTo>
                  <a:lnTo>
                    <a:pt x="6401941" y="3082869"/>
                  </a:lnTo>
                  <a:lnTo>
                    <a:pt x="6400883" y="3082869"/>
                  </a:lnTo>
                  <a:lnTo>
                    <a:pt x="6399825" y="3082869"/>
                  </a:lnTo>
                  <a:lnTo>
                    <a:pt x="6398768" y="3082869"/>
                  </a:lnTo>
                  <a:lnTo>
                    <a:pt x="6397710" y="3082869"/>
                  </a:lnTo>
                  <a:lnTo>
                    <a:pt x="6396652" y="3082869"/>
                  </a:lnTo>
                  <a:lnTo>
                    <a:pt x="6395594" y="3082869"/>
                  </a:lnTo>
                  <a:lnTo>
                    <a:pt x="6394536" y="3082869"/>
                  </a:lnTo>
                  <a:lnTo>
                    <a:pt x="6393478" y="3082869"/>
                  </a:lnTo>
                  <a:lnTo>
                    <a:pt x="6392421" y="3082869"/>
                  </a:lnTo>
                  <a:lnTo>
                    <a:pt x="6391363" y="3082869"/>
                  </a:lnTo>
                  <a:lnTo>
                    <a:pt x="6390305" y="3082869"/>
                  </a:lnTo>
                  <a:lnTo>
                    <a:pt x="6389247" y="3082869"/>
                  </a:lnTo>
                  <a:lnTo>
                    <a:pt x="6388189" y="3082869"/>
                  </a:lnTo>
                  <a:lnTo>
                    <a:pt x="6387131" y="3082869"/>
                  </a:lnTo>
                  <a:lnTo>
                    <a:pt x="6386074" y="3082869"/>
                  </a:lnTo>
                  <a:lnTo>
                    <a:pt x="6385016" y="3082869"/>
                  </a:lnTo>
                  <a:lnTo>
                    <a:pt x="6383958" y="3082869"/>
                  </a:lnTo>
                  <a:lnTo>
                    <a:pt x="6382900" y="3082869"/>
                  </a:lnTo>
                  <a:lnTo>
                    <a:pt x="6381842" y="3082869"/>
                  </a:lnTo>
                  <a:lnTo>
                    <a:pt x="6380784" y="3082869"/>
                  </a:lnTo>
                  <a:lnTo>
                    <a:pt x="6379727" y="3082869"/>
                  </a:lnTo>
                  <a:lnTo>
                    <a:pt x="6378669" y="3082869"/>
                  </a:lnTo>
                  <a:lnTo>
                    <a:pt x="6377611" y="3082869"/>
                  </a:lnTo>
                  <a:lnTo>
                    <a:pt x="6376553" y="3082869"/>
                  </a:lnTo>
                  <a:lnTo>
                    <a:pt x="6375495" y="3082869"/>
                  </a:lnTo>
                  <a:lnTo>
                    <a:pt x="6374437" y="3082869"/>
                  </a:lnTo>
                  <a:lnTo>
                    <a:pt x="6373379" y="3082869"/>
                  </a:lnTo>
                  <a:lnTo>
                    <a:pt x="6372322" y="3082869"/>
                  </a:lnTo>
                  <a:lnTo>
                    <a:pt x="6371264" y="3082869"/>
                  </a:lnTo>
                  <a:lnTo>
                    <a:pt x="6370206" y="3082869"/>
                  </a:lnTo>
                  <a:lnTo>
                    <a:pt x="6369148" y="3082869"/>
                  </a:lnTo>
                  <a:lnTo>
                    <a:pt x="6368090" y="3082869"/>
                  </a:lnTo>
                  <a:lnTo>
                    <a:pt x="6367032" y="3082869"/>
                  </a:lnTo>
                  <a:lnTo>
                    <a:pt x="6365975" y="3082869"/>
                  </a:lnTo>
                  <a:lnTo>
                    <a:pt x="6364917" y="3082869"/>
                  </a:lnTo>
                  <a:lnTo>
                    <a:pt x="6363859" y="3082869"/>
                  </a:lnTo>
                  <a:lnTo>
                    <a:pt x="6362801" y="3082869"/>
                  </a:lnTo>
                  <a:lnTo>
                    <a:pt x="6361743" y="3082869"/>
                  </a:lnTo>
                  <a:lnTo>
                    <a:pt x="6360685" y="3082869"/>
                  </a:lnTo>
                  <a:lnTo>
                    <a:pt x="6359628" y="3082869"/>
                  </a:lnTo>
                  <a:lnTo>
                    <a:pt x="6358570" y="3082869"/>
                  </a:lnTo>
                  <a:lnTo>
                    <a:pt x="6357512" y="3082869"/>
                  </a:lnTo>
                  <a:lnTo>
                    <a:pt x="6356454" y="3082869"/>
                  </a:lnTo>
                  <a:lnTo>
                    <a:pt x="6355396" y="3082869"/>
                  </a:lnTo>
                  <a:lnTo>
                    <a:pt x="6354338" y="3082869"/>
                  </a:lnTo>
                  <a:lnTo>
                    <a:pt x="6353281" y="3082869"/>
                  </a:lnTo>
                  <a:lnTo>
                    <a:pt x="6352223" y="3082869"/>
                  </a:lnTo>
                  <a:lnTo>
                    <a:pt x="6351165" y="3082869"/>
                  </a:lnTo>
                  <a:lnTo>
                    <a:pt x="6350107" y="3082869"/>
                  </a:lnTo>
                  <a:lnTo>
                    <a:pt x="6349049" y="3082869"/>
                  </a:lnTo>
                  <a:lnTo>
                    <a:pt x="6347991" y="3082869"/>
                  </a:lnTo>
                  <a:lnTo>
                    <a:pt x="6346933" y="3082869"/>
                  </a:lnTo>
                  <a:lnTo>
                    <a:pt x="6345876" y="3082869"/>
                  </a:lnTo>
                  <a:lnTo>
                    <a:pt x="6344818" y="3082869"/>
                  </a:lnTo>
                  <a:lnTo>
                    <a:pt x="6343760" y="3082869"/>
                  </a:lnTo>
                  <a:lnTo>
                    <a:pt x="6342702" y="3082869"/>
                  </a:lnTo>
                  <a:lnTo>
                    <a:pt x="6341644" y="3082869"/>
                  </a:lnTo>
                  <a:lnTo>
                    <a:pt x="6340586" y="3082869"/>
                  </a:lnTo>
                  <a:lnTo>
                    <a:pt x="6339529" y="3082869"/>
                  </a:lnTo>
                  <a:lnTo>
                    <a:pt x="6338471" y="3082869"/>
                  </a:lnTo>
                  <a:lnTo>
                    <a:pt x="6337413" y="3082869"/>
                  </a:lnTo>
                  <a:lnTo>
                    <a:pt x="6336355" y="3082869"/>
                  </a:lnTo>
                  <a:lnTo>
                    <a:pt x="6335297" y="3082869"/>
                  </a:lnTo>
                  <a:lnTo>
                    <a:pt x="6334239" y="3082869"/>
                  </a:lnTo>
                  <a:lnTo>
                    <a:pt x="6333182" y="3082869"/>
                  </a:lnTo>
                  <a:lnTo>
                    <a:pt x="6332124" y="3082869"/>
                  </a:lnTo>
                  <a:lnTo>
                    <a:pt x="6331066" y="3082869"/>
                  </a:lnTo>
                  <a:lnTo>
                    <a:pt x="6330008" y="3082869"/>
                  </a:lnTo>
                  <a:lnTo>
                    <a:pt x="6328950" y="3082869"/>
                  </a:lnTo>
                  <a:lnTo>
                    <a:pt x="6327892" y="3082869"/>
                  </a:lnTo>
                  <a:lnTo>
                    <a:pt x="6326835" y="3082869"/>
                  </a:lnTo>
                  <a:lnTo>
                    <a:pt x="6325777" y="3082869"/>
                  </a:lnTo>
                  <a:lnTo>
                    <a:pt x="6324719" y="3082869"/>
                  </a:lnTo>
                  <a:lnTo>
                    <a:pt x="6323661" y="3082869"/>
                  </a:lnTo>
                  <a:lnTo>
                    <a:pt x="6322603" y="3082869"/>
                  </a:lnTo>
                  <a:lnTo>
                    <a:pt x="6321545" y="3082869"/>
                  </a:lnTo>
                  <a:lnTo>
                    <a:pt x="6320487" y="3082869"/>
                  </a:lnTo>
                  <a:lnTo>
                    <a:pt x="6319430" y="3082869"/>
                  </a:lnTo>
                  <a:lnTo>
                    <a:pt x="6318372" y="3082869"/>
                  </a:lnTo>
                  <a:lnTo>
                    <a:pt x="6317314" y="3082869"/>
                  </a:lnTo>
                  <a:lnTo>
                    <a:pt x="6316256" y="3082869"/>
                  </a:lnTo>
                  <a:lnTo>
                    <a:pt x="6315198" y="3082869"/>
                  </a:lnTo>
                  <a:lnTo>
                    <a:pt x="6314140" y="3082869"/>
                  </a:lnTo>
                  <a:lnTo>
                    <a:pt x="6313083" y="3082869"/>
                  </a:lnTo>
                  <a:lnTo>
                    <a:pt x="6312025" y="3082869"/>
                  </a:lnTo>
                  <a:lnTo>
                    <a:pt x="6310967" y="3082869"/>
                  </a:lnTo>
                  <a:lnTo>
                    <a:pt x="6309909" y="3082869"/>
                  </a:lnTo>
                  <a:lnTo>
                    <a:pt x="6308851" y="3082869"/>
                  </a:lnTo>
                  <a:lnTo>
                    <a:pt x="6307793" y="3082869"/>
                  </a:lnTo>
                  <a:lnTo>
                    <a:pt x="6306736" y="3082869"/>
                  </a:lnTo>
                  <a:lnTo>
                    <a:pt x="6305678" y="3082869"/>
                  </a:lnTo>
                  <a:lnTo>
                    <a:pt x="6304620" y="3082869"/>
                  </a:lnTo>
                  <a:lnTo>
                    <a:pt x="6303562" y="3082869"/>
                  </a:lnTo>
                  <a:lnTo>
                    <a:pt x="6302504" y="3082869"/>
                  </a:lnTo>
                  <a:lnTo>
                    <a:pt x="6301446" y="3082869"/>
                  </a:lnTo>
                  <a:lnTo>
                    <a:pt x="6300389" y="3082869"/>
                  </a:lnTo>
                  <a:lnTo>
                    <a:pt x="6299331" y="3082869"/>
                  </a:lnTo>
                  <a:lnTo>
                    <a:pt x="6298273" y="3082869"/>
                  </a:lnTo>
                  <a:lnTo>
                    <a:pt x="6297215" y="3082869"/>
                  </a:lnTo>
                  <a:lnTo>
                    <a:pt x="6296157" y="3082869"/>
                  </a:lnTo>
                  <a:lnTo>
                    <a:pt x="6295099" y="3082869"/>
                  </a:lnTo>
                  <a:lnTo>
                    <a:pt x="6294041" y="3082869"/>
                  </a:lnTo>
                  <a:lnTo>
                    <a:pt x="6292984" y="3082869"/>
                  </a:lnTo>
                  <a:lnTo>
                    <a:pt x="6291926" y="3082869"/>
                  </a:lnTo>
                  <a:lnTo>
                    <a:pt x="6290868" y="3082869"/>
                  </a:lnTo>
                  <a:lnTo>
                    <a:pt x="6289810" y="3082869"/>
                  </a:lnTo>
                  <a:lnTo>
                    <a:pt x="6288752" y="3082869"/>
                  </a:lnTo>
                  <a:lnTo>
                    <a:pt x="6287694" y="3082869"/>
                  </a:lnTo>
                  <a:lnTo>
                    <a:pt x="6286637" y="3082869"/>
                  </a:lnTo>
                  <a:lnTo>
                    <a:pt x="6285579" y="3082869"/>
                  </a:lnTo>
                  <a:lnTo>
                    <a:pt x="6284521" y="3082869"/>
                  </a:lnTo>
                  <a:lnTo>
                    <a:pt x="6283463" y="3082869"/>
                  </a:lnTo>
                  <a:lnTo>
                    <a:pt x="6282405" y="3082869"/>
                  </a:lnTo>
                  <a:lnTo>
                    <a:pt x="6281347" y="3082869"/>
                  </a:lnTo>
                  <a:lnTo>
                    <a:pt x="6280290" y="3082869"/>
                  </a:lnTo>
                  <a:lnTo>
                    <a:pt x="6279232" y="3082869"/>
                  </a:lnTo>
                  <a:lnTo>
                    <a:pt x="6278174" y="3082869"/>
                  </a:lnTo>
                  <a:lnTo>
                    <a:pt x="6277116" y="3082869"/>
                  </a:lnTo>
                  <a:lnTo>
                    <a:pt x="6276058" y="3082869"/>
                  </a:lnTo>
                  <a:lnTo>
                    <a:pt x="6275000" y="3082869"/>
                  </a:lnTo>
                  <a:lnTo>
                    <a:pt x="6273943" y="3082869"/>
                  </a:lnTo>
                  <a:lnTo>
                    <a:pt x="6272885" y="3082869"/>
                  </a:lnTo>
                  <a:lnTo>
                    <a:pt x="6271827" y="3082869"/>
                  </a:lnTo>
                  <a:lnTo>
                    <a:pt x="6270769" y="3082869"/>
                  </a:lnTo>
                  <a:lnTo>
                    <a:pt x="6269711" y="3082869"/>
                  </a:lnTo>
                  <a:lnTo>
                    <a:pt x="6268653" y="3082869"/>
                  </a:lnTo>
                  <a:lnTo>
                    <a:pt x="6267595" y="3082869"/>
                  </a:lnTo>
                  <a:lnTo>
                    <a:pt x="6266538" y="3082869"/>
                  </a:lnTo>
                  <a:lnTo>
                    <a:pt x="6265480" y="3082869"/>
                  </a:lnTo>
                  <a:lnTo>
                    <a:pt x="6264422" y="3082869"/>
                  </a:lnTo>
                  <a:lnTo>
                    <a:pt x="6263364" y="3082869"/>
                  </a:lnTo>
                  <a:lnTo>
                    <a:pt x="6262306" y="3082869"/>
                  </a:lnTo>
                  <a:lnTo>
                    <a:pt x="6261248" y="3082869"/>
                  </a:lnTo>
                  <a:lnTo>
                    <a:pt x="6260191" y="3082869"/>
                  </a:lnTo>
                  <a:lnTo>
                    <a:pt x="6259133" y="3082869"/>
                  </a:lnTo>
                  <a:lnTo>
                    <a:pt x="6258075" y="3082869"/>
                  </a:lnTo>
                  <a:lnTo>
                    <a:pt x="6257017" y="3082869"/>
                  </a:lnTo>
                  <a:lnTo>
                    <a:pt x="6255959" y="3082869"/>
                  </a:lnTo>
                  <a:lnTo>
                    <a:pt x="6254901" y="3082869"/>
                  </a:lnTo>
                  <a:lnTo>
                    <a:pt x="6253844" y="3082869"/>
                  </a:lnTo>
                  <a:lnTo>
                    <a:pt x="6252786" y="3082869"/>
                  </a:lnTo>
                  <a:lnTo>
                    <a:pt x="6251728" y="3082869"/>
                  </a:lnTo>
                  <a:lnTo>
                    <a:pt x="6250670" y="3082869"/>
                  </a:lnTo>
                  <a:lnTo>
                    <a:pt x="6249612" y="3082869"/>
                  </a:lnTo>
                  <a:lnTo>
                    <a:pt x="6248554" y="3082869"/>
                  </a:lnTo>
                  <a:lnTo>
                    <a:pt x="6247497" y="3082869"/>
                  </a:lnTo>
                  <a:lnTo>
                    <a:pt x="6246439" y="3082869"/>
                  </a:lnTo>
                  <a:lnTo>
                    <a:pt x="6245381" y="3082869"/>
                  </a:lnTo>
                  <a:lnTo>
                    <a:pt x="6244323" y="3082869"/>
                  </a:lnTo>
                  <a:lnTo>
                    <a:pt x="6243265" y="3082869"/>
                  </a:lnTo>
                  <a:lnTo>
                    <a:pt x="6242207" y="3082869"/>
                  </a:lnTo>
                  <a:lnTo>
                    <a:pt x="6241150" y="3082869"/>
                  </a:lnTo>
                  <a:lnTo>
                    <a:pt x="6240092" y="3082869"/>
                  </a:lnTo>
                  <a:lnTo>
                    <a:pt x="6239034" y="3082869"/>
                  </a:lnTo>
                  <a:lnTo>
                    <a:pt x="6237976" y="3082869"/>
                  </a:lnTo>
                  <a:lnTo>
                    <a:pt x="6236918" y="3082869"/>
                  </a:lnTo>
                  <a:lnTo>
                    <a:pt x="6235860" y="3082869"/>
                  </a:lnTo>
                  <a:lnTo>
                    <a:pt x="6234802" y="3082869"/>
                  </a:lnTo>
                  <a:lnTo>
                    <a:pt x="6233745" y="3082869"/>
                  </a:lnTo>
                  <a:lnTo>
                    <a:pt x="6232687" y="3082869"/>
                  </a:lnTo>
                  <a:lnTo>
                    <a:pt x="6231629" y="3082869"/>
                  </a:lnTo>
                  <a:lnTo>
                    <a:pt x="6230571" y="3082869"/>
                  </a:lnTo>
                  <a:lnTo>
                    <a:pt x="6229513" y="3082869"/>
                  </a:lnTo>
                  <a:lnTo>
                    <a:pt x="6228455" y="3082869"/>
                  </a:lnTo>
                  <a:lnTo>
                    <a:pt x="6227398" y="3082869"/>
                  </a:lnTo>
                  <a:lnTo>
                    <a:pt x="6226340" y="3082869"/>
                  </a:lnTo>
                  <a:lnTo>
                    <a:pt x="6225282" y="3082869"/>
                  </a:lnTo>
                  <a:lnTo>
                    <a:pt x="6224224" y="3082869"/>
                  </a:lnTo>
                  <a:lnTo>
                    <a:pt x="6223166" y="3082869"/>
                  </a:lnTo>
                  <a:lnTo>
                    <a:pt x="6222108" y="3082869"/>
                  </a:lnTo>
                  <a:lnTo>
                    <a:pt x="6221051" y="3082869"/>
                  </a:lnTo>
                  <a:lnTo>
                    <a:pt x="6219993" y="3082869"/>
                  </a:lnTo>
                  <a:lnTo>
                    <a:pt x="6218935" y="3082869"/>
                  </a:lnTo>
                  <a:lnTo>
                    <a:pt x="6217877" y="3082869"/>
                  </a:lnTo>
                  <a:lnTo>
                    <a:pt x="6216819" y="3082869"/>
                  </a:lnTo>
                  <a:lnTo>
                    <a:pt x="6215761" y="3082869"/>
                  </a:lnTo>
                  <a:lnTo>
                    <a:pt x="6214704" y="3082869"/>
                  </a:lnTo>
                  <a:lnTo>
                    <a:pt x="6213646" y="3082869"/>
                  </a:lnTo>
                  <a:lnTo>
                    <a:pt x="6212588" y="3082869"/>
                  </a:lnTo>
                  <a:lnTo>
                    <a:pt x="6211530" y="3082869"/>
                  </a:lnTo>
                  <a:lnTo>
                    <a:pt x="6210472" y="3082869"/>
                  </a:lnTo>
                  <a:lnTo>
                    <a:pt x="6209414" y="3082869"/>
                  </a:lnTo>
                  <a:lnTo>
                    <a:pt x="6208356" y="3082869"/>
                  </a:lnTo>
                  <a:lnTo>
                    <a:pt x="6207299" y="3082869"/>
                  </a:lnTo>
                  <a:lnTo>
                    <a:pt x="6206241" y="3082869"/>
                  </a:lnTo>
                  <a:lnTo>
                    <a:pt x="6205183" y="3082869"/>
                  </a:lnTo>
                  <a:lnTo>
                    <a:pt x="6204125" y="3082869"/>
                  </a:lnTo>
                  <a:lnTo>
                    <a:pt x="6203067" y="3082869"/>
                  </a:lnTo>
                  <a:lnTo>
                    <a:pt x="6202009" y="3082869"/>
                  </a:lnTo>
                  <a:lnTo>
                    <a:pt x="6200952" y="3082869"/>
                  </a:lnTo>
                  <a:lnTo>
                    <a:pt x="6199894" y="3082869"/>
                  </a:lnTo>
                  <a:lnTo>
                    <a:pt x="6198836" y="3082869"/>
                  </a:lnTo>
                  <a:lnTo>
                    <a:pt x="6197778" y="3082869"/>
                  </a:lnTo>
                  <a:lnTo>
                    <a:pt x="6196720" y="3082869"/>
                  </a:lnTo>
                  <a:lnTo>
                    <a:pt x="6195662" y="3082869"/>
                  </a:lnTo>
                  <a:lnTo>
                    <a:pt x="6194605" y="3082869"/>
                  </a:lnTo>
                  <a:lnTo>
                    <a:pt x="6193547" y="3082869"/>
                  </a:lnTo>
                  <a:lnTo>
                    <a:pt x="6192489" y="3082869"/>
                  </a:lnTo>
                  <a:lnTo>
                    <a:pt x="6191431" y="3082869"/>
                  </a:lnTo>
                  <a:lnTo>
                    <a:pt x="6190373" y="3082869"/>
                  </a:lnTo>
                  <a:lnTo>
                    <a:pt x="6189315" y="3082869"/>
                  </a:lnTo>
                  <a:lnTo>
                    <a:pt x="6188258" y="3082869"/>
                  </a:lnTo>
                  <a:lnTo>
                    <a:pt x="6187200" y="3082869"/>
                  </a:lnTo>
                  <a:lnTo>
                    <a:pt x="6186142" y="3082869"/>
                  </a:lnTo>
                  <a:lnTo>
                    <a:pt x="6185084" y="3082869"/>
                  </a:lnTo>
                  <a:lnTo>
                    <a:pt x="6184026" y="3082869"/>
                  </a:lnTo>
                  <a:lnTo>
                    <a:pt x="6182968" y="3082869"/>
                  </a:lnTo>
                  <a:lnTo>
                    <a:pt x="6181910" y="3082869"/>
                  </a:lnTo>
                  <a:lnTo>
                    <a:pt x="6180853" y="3082869"/>
                  </a:lnTo>
                  <a:lnTo>
                    <a:pt x="6179795" y="3082869"/>
                  </a:lnTo>
                  <a:lnTo>
                    <a:pt x="6178737" y="3082869"/>
                  </a:lnTo>
                  <a:lnTo>
                    <a:pt x="6177679" y="3082869"/>
                  </a:lnTo>
                  <a:lnTo>
                    <a:pt x="6176621" y="3082869"/>
                  </a:lnTo>
                  <a:lnTo>
                    <a:pt x="6175563" y="3082869"/>
                  </a:lnTo>
                  <a:lnTo>
                    <a:pt x="6174506" y="3082869"/>
                  </a:lnTo>
                  <a:lnTo>
                    <a:pt x="6173448" y="3082869"/>
                  </a:lnTo>
                  <a:lnTo>
                    <a:pt x="6172390" y="3082869"/>
                  </a:lnTo>
                  <a:lnTo>
                    <a:pt x="6171332" y="3082869"/>
                  </a:lnTo>
                  <a:lnTo>
                    <a:pt x="6170274" y="3082869"/>
                  </a:lnTo>
                  <a:lnTo>
                    <a:pt x="6169216" y="3082869"/>
                  </a:lnTo>
                  <a:lnTo>
                    <a:pt x="6168159" y="3082869"/>
                  </a:lnTo>
                  <a:lnTo>
                    <a:pt x="6167101" y="3082869"/>
                  </a:lnTo>
                  <a:lnTo>
                    <a:pt x="6166043" y="3082869"/>
                  </a:lnTo>
                  <a:lnTo>
                    <a:pt x="6164985" y="3082869"/>
                  </a:lnTo>
                  <a:lnTo>
                    <a:pt x="6163927" y="3082869"/>
                  </a:lnTo>
                  <a:lnTo>
                    <a:pt x="6162869" y="3082869"/>
                  </a:lnTo>
                  <a:lnTo>
                    <a:pt x="6161812" y="3082869"/>
                  </a:lnTo>
                  <a:lnTo>
                    <a:pt x="6160754" y="3082869"/>
                  </a:lnTo>
                  <a:lnTo>
                    <a:pt x="6159696" y="3082869"/>
                  </a:lnTo>
                  <a:lnTo>
                    <a:pt x="6158638" y="3082869"/>
                  </a:lnTo>
                  <a:lnTo>
                    <a:pt x="6157580" y="3082869"/>
                  </a:lnTo>
                  <a:lnTo>
                    <a:pt x="6156522" y="3082869"/>
                  </a:lnTo>
                  <a:lnTo>
                    <a:pt x="6155464" y="3082869"/>
                  </a:lnTo>
                  <a:lnTo>
                    <a:pt x="6154407" y="3082869"/>
                  </a:lnTo>
                  <a:lnTo>
                    <a:pt x="6153349" y="3082869"/>
                  </a:lnTo>
                  <a:lnTo>
                    <a:pt x="6152291" y="3082869"/>
                  </a:lnTo>
                  <a:lnTo>
                    <a:pt x="6151233" y="3082869"/>
                  </a:lnTo>
                  <a:lnTo>
                    <a:pt x="6150175" y="3082869"/>
                  </a:lnTo>
                  <a:lnTo>
                    <a:pt x="6149117" y="3082869"/>
                  </a:lnTo>
                  <a:lnTo>
                    <a:pt x="6148060" y="3082869"/>
                  </a:lnTo>
                  <a:lnTo>
                    <a:pt x="6147002" y="3082869"/>
                  </a:lnTo>
                  <a:lnTo>
                    <a:pt x="6145944" y="3082869"/>
                  </a:lnTo>
                  <a:lnTo>
                    <a:pt x="6144886" y="3082869"/>
                  </a:lnTo>
                  <a:lnTo>
                    <a:pt x="6143828" y="3082869"/>
                  </a:lnTo>
                  <a:lnTo>
                    <a:pt x="6142770" y="3082869"/>
                  </a:lnTo>
                  <a:lnTo>
                    <a:pt x="6141713" y="3082869"/>
                  </a:lnTo>
                  <a:lnTo>
                    <a:pt x="6140655" y="3082869"/>
                  </a:lnTo>
                  <a:lnTo>
                    <a:pt x="6139597" y="3082869"/>
                  </a:lnTo>
                  <a:lnTo>
                    <a:pt x="6138539" y="3082869"/>
                  </a:lnTo>
                  <a:lnTo>
                    <a:pt x="6137481" y="3082869"/>
                  </a:lnTo>
                  <a:lnTo>
                    <a:pt x="6136423" y="3082869"/>
                  </a:lnTo>
                  <a:lnTo>
                    <a:pt x="6135366" y="3082869"/>
                  </a:lnTo>
                  <a:lnTo>
                    <a:pt x="6134308" y="3082869"/>
                  </a:lnTo>
                  <a:lnTo>
                    <a:pt x="6133250" y="3082869"/>
                  </a:lnTo>
                  <a:lnTo>
                    <a:pt x="6132192" y="3082869"/>
                  </a:lnTo>
                  <a:lnTo>
                    <a:pt x="6131134" y="3082869"/>
                  </a:lnTo>
                  <a:lnTo>
                    <a:pt x="6130076" y="3082869"/>
                  </a:lnTo>
                  <a:lnTo>
                    <a:pt x="6129018" y="3082869"/>
                  </a:lnTo>
                  <a:lnTo>
                    <a:pt x="6127961" y="3082869"/>
                  </a:lnTo>
                  <a:lnTo>
                    <a:pt x="6126903" y="3082869"/>
                  </a:lnTo>
                  <a:lnTo>
                    <a:pt x="6125845" y="3082869"/>
                  </a:lnTo>
                  <a:lnTo>
                    <a:pt x="6124787" y="3082869"/>
                  </a:lnTo>
                  <a:lnTo>
                    <a:pt x="6123729" y="3082869"/>
                  </a:lnTo>
                  <a:lnTo>
                    <a:pt x="6122671" y="3082869"/>
                  </a:lnTo>
                  <a:lnTo>
                    <a:pt x="6121614" y="3082869"/>
                  </a:lnTo>
                  <a:lnTo>
                    <a:pt x="6120556" y="3082869"/>
                  </a:lnTo>
                  <a:lnTo>
                    <a:pt x="6119498" y="3082869"/>
                  </a:lnTo>
                  <a:lnTo>
                    <a:pt x="6118440" y="3082869"/>
                  </a:lnTo>
                  <a:lnTo>
                    <a:pt x="6117382" y="3082869"/>
                  </a:lnTo>
                  <a:lnTo>
                    <a:pt x="6116324" y="3082869"/>
                  </a:lnTo>
                  <a:lnTo>
                    <a:pt x="6115267" y="3082869"/>
                  </a:lnTo>
                  <a:lnTo>
                    <a:pt x="6114209" y="3082869"/>
                  </a:lnTo>
                  <a:lnTo>
                    <a:pt x="6113151" y="3082869"/>
                  </a:lnTo>
                  <a:lnTo>
                    <a:pt x="6112093" y="3082869"/>
                  </a:lnTo>
                  <a:lnTo>
                    <a:pt x="6111035" y="3082869"/>
                  </a:lnTo>
                  <a:lnTo>
                    <a:pt x="6109977" y="3082869"/>
                  </a:lnTo>
                  <a:lnTo>
                    <a:pt x="6108920" y="3082869"/>
                  </a:lnTo>
                  <a:lnTo>
                    <a:pt x="6107862" y="3082869"/>
                  </a:lnTo>
                  <a:lnTo>
                    <a:pt x="6106804" y="3082869"/>
                  </a:lnTo>
                  <a:lnTo>
                    <a:pt x="6105746" y="3082869"/>
                  </a:lnTo>
                  <a:lnTo>
                    <a:pt x="6104688" y="3082869"/>
                  </a:lnTo>
                  <a:lnTo>
                    <a:pt x="6103630" y="3082869"/>
                  </a:lnTo>
                  <a:lnTo>
                    <a:pt x="6102572" y="3082869"/>
                  </a:lnTo>
                  <a:lnTo>
                    <a:pt x="6101515" y="3082869"/>
                  </a:lnTo>
                  <a:lnTo>
                    <a:pt x="6100457" y="3082869"/>
                  </a:lnTo>
                  <a:lnTo>
                    <a:pt x="6099399" y="3082869"/>
                  </a:lnTo>
                  <a:lnTo>
                    <a:pt x="6098341" y="3082869"/>
                  </a:lnTo>
                  <a:lnTo>
                    <a:pt x="6097283" y="3082869"/>
                  </a:lnTo>
                  <a:lnTo>
                    <a:pt x="6096225" y="3082869"/>
                  </a:lnTo>
                  <a:lnTo>
                    <a:pt x="6095168" y="3082869"/>
                  </a:lnTo>
                  <a:lnTo>
                    <a:pt x="6094110" y="3082869"/>
                  </a:lnTo>
                  <a:lnTo>
                    <a:pt x="6093052" y="3082869"/>
                  </a:lnTo>
                  <a:lnTo>
                    <a:pt x="6091994" y="3082869"/>
                  </a:lnTo>
                  <a:lnTo>
                    <a:pt x="6090936" y="3082869"/>
                  </a:lnTo>
                  <a:lnTo>
                    <a:pt x="6089878" y="3082869"/>
                  </a:lnTo>
                  <a:lnTo>
                    <a:pt x="6088821" y="3082869"/>
                  </a:lnTo>
                  <a:lnTo>
                    <a:pt x="6087763" y="3082869"/>
                  </a:lnTo>
                  <a:lnTo>
                    <a:pt x="6086705" y="3082869"/>
                  </a:lnTo>
                  <a:lnTo>
                    <a:pt x="6085647" y="3082869"/>
                  </a:lnTo>
                  <a:lnTo>
                    <a:pt x="6084589" y="3082869"/>
                  </a:lnTo>
                  <a:lnTo>
                    <a:pt x="6083531" y="3082869"/>
                  </a:lnTo>
                  <a:lnTo>
                    <a:pt x="6082474" y="3082869"/>
                  </a:lnTo>
                  <a:lnTo>
                    <a:pt x="6081416" y="3082869"/>
                  </a:lnTo>
                  <a:lnTo>
                    <a:pt x="6080358" y="3082869"/>
                  </a:lnTo>
                  <a:lnTo>
                    <a:pt x="6079300" y="3082869"/>
                  </a:lnTo>
                  <a:lnTo>
                    <a:pt x="6078242" y="3082869"/>
                  </a:lnTo>
                  <a:lnTo>
                    <a:pt x="6077184" y="3082869"/>
                  </a:lnTo>
                  <a:lnTo>
                    <a:pt x="6076126" y="3082869"/>
                  </a:lnTo>
                  <a:lnTo>
                    <a:pt x="6075069" y="3082869"/>
                  </a:lnTo>
                  <a:lnTo>
                    <a:pt x="6074011" y="3082869"/>
                  </a:lnTo>
                  <a:lnTo>
                    <a:pt x="6072953" y="3082869"/>
                  </a:lnTo>
                  <a:lnTo>
                    <a:pt x="6071895" y="3082869"/>
                  </a:lnTo>
                  <a:lnTo>
                    <a:pt x="6070837" y="3082869"/>
                  </a:lnTo>
                  <a:lnTo>
                    <a:pt x="6069779" y="3082869"/>
                  </a:lnTo>
                  <a:lnTo>
                    <a:pt x="6068722" y="3082869"/>
                  </a:lnTo>
                  <a:lnTo>
                    <a:pt x="6067664" y="3082869"/>
                  </a:lnTo>
                  <a:lnTo>
                    <a:pt x="6066606" y="3082869"/>
                  </a:lnTo>
                  <a:lnTo>
                    <a:pt x="6065548" y="3082869"/>
                  </a:lnTo>
                  <a:lnTo>
                    <a:pt x="6064490" y="3082869"/>
                  </a:lnTo>
                  <a:lnTo>
                    <a:pt x="6063432" y="3082869"/>
                  </a:lnTo>
                  <a:lnTo>
                    <a:pt x="6062375" y="3082869"/>
                  </a:lnTo>
                  <a:lnTo>
                    <a:pt x="6061317" y="3082869"/>
                  </a:lnTo>
                  <a:lnTo>
                    <a:pt x="6060259" y="3082869"/>
                  </a:lnTo>
                  <a:lnTo>
                    <a:pt x="6059201" y="3082869"/>
                  </a:lnTo>
                  <a:lnTo>
                    <a:pt x="6058143" y="3082869"/>
                  </a:lnTo>
                  <a:lnTo>
                    <a:pt x="6057085" y="3082869"/>
                  </a:lnTo>
                  <a:lnTo>
                    <a:pt x="6056028" y="3082869"/>
                  </a:lnTo>
                  <a:lnTo>
                    <a:pt x="6054970" y="3082869"/>
                  </a:lnTo>
                  <a:lnTo>
                    <a:pt x="6053912" y="3082869"/>
                  </a:lnTo>
                  <a:lnTo>
                    <a:pt x="6052854" y="3082869"/>
                  </a:lnTo>
                  <a:lnTo>
                    <a:pt x="6051796" y="3082869"/>
                  </a:lnTo>
                  <a:lnTo>
                    <a:pt x="6050738" y="3082869"/>
                  </a:lnTo>
                  <a:lnTo>
                    <a:pt x="6049680" y="3082869"/>
                  </a:lnTo>
                  <a:lnTo>
                    <a:pt x="6048623" y="3082869"/>
                  </a:lnTo>
                  <a:lnTo>
                    <a:pt x="6047565" y="3082869"/>
                  </a:lnTo>
                  <a:lnTo>
                    <a:pt x="6046507" y="3082869"/>
                  </a:lnTo>
                  <a:lnTo>
                    <a:pt x="6045449" y="3082869"/>
                  </a:lnTo>
                  <a:lnTo>
                    <a:pt x="6044391" y="3082869"/>
                  </a:lnTo>
                  <a:lnTo>
                    <a:pt x="6043333" y="3082869"/>
                  </a:lnTo>
                  <a:lnTo>
                    <a:pt x="6042276" y="3082869"/>
                  </a:lnTo>
                  <a:lnTo>
                    <a:pt x="6041218" y="3082869"/>
                  </a:lnTo>
                  <a:lnTo>
                    <a:pt x="6040160" y="3082869"/>
                  </a:lnTo>
                  <a:lnTo>
                    <a:pt x="6039102" y="3082869"/>
                  </a:lnTo>
                  <a:lnTo>
                    <a:pt x="6038044" y="3082869"/>
                  </a:lnTo>
                  <a:lnTo>
                    <a:pt x="6036986" y="3082869"/>
                  </a:lnTo>
                  <a:lnTo>
                    <a:pt x="6035929" y="3082869"/>
                  </a:lnTo>
                  <a:lnTo>
                    <a:pt x="6034871" y="3082869"/>
                  </a:lnTo>
                  <a:lnTo>
                    <a:pt x="6033813" y="3082869"/>
                  </a:lnTo>
                  <a:lnTo>
                    <a:pt x="6032755" y="3082869"/>
                  </a:lnTo>
                  <a:lnTo>
                    <a:pt x="6031697" y="3082869"/>
                  </a:lnTo>
                  <a:lnTo>
                    <a:pt x="6030639" y="3082869"/>
                  </a:lnTo>
                  <a:lnTo>
                    <a:pt x="6029582" y="3082869"/>
                  </a:lnTo>
                  <a:lnTo>
                    <a:pt x="6028524" y="3082869"/>
                  </a:lnTo>
                  <a:lnTo>
                    <a:pt x="6027466" y="3082869"/>
                  </a:lnTo>
                  <a:lnTo>
                    <a:pt x="6026408" y="3082869"/>
                  </a:lnTo>
                  <a:lnTo>
                    <a:pt x="6025350" y="3082869"/>
                  </a:lnTo>
                  <a:lnTo>
                    <a:pt x="6024292" y="3082869"/>
                  </a:lnTo>
                  <a:lnTo>
                    <a:pt x="6023234" y="3082869"/>
                  </a:lnTo>
                  <a:lnTo>
                    <a:pt x="6022177" y="3082869"/>
                  </a:lnTo>
                  <a:lnTo>
                    <a:pt x="6021119" y="3082869"/>
                  </a:lnTo>
                  <a:lnTo>
                    <a:pt x="6020061" y="3082869"/>
                  </a:lnTo>
                  <a:lnTo>
                    <a:pt x="6019003" y="3082869"/>
                  </a:lnTo>
                  <a:lnTo>
                    <a:pt x="6017945" y="3082869"/>
                  </a:lnTo>
                  <a:lnTo>
                    <a:pt x="6016887" y="3082869"/>
                  </a:lnTo>
                  <a:lnTo>
                    <a:pt x="6015830" y="3082869"/>
                  </a:lnTo>
                  <a:lnTo>
                    <a:pt x="6014772" y="3082869"/>
                  </a:lnTo>
                  <a:lnTo>
                    <a:pt x="6013714" y="3082869"/>
                  </a:lnTo>
                  <a:lnTo>
                    <a:pt x="6012656" y="3082869"/>
                  </a:lnTo>
                  <a:lnTo>
                    <a:pt x="6011598" y="3082869"/>
                  </a:lnTo>
                  <a:lnTo>
                    <a:pt x="6010540" y="3082869"/>
                  </a:lnTo>
                  <a:lnTo>
                    <a:pt x="6009483" y="3082869"/>
                  </a:lnTo>
                  <a:lnTo>
                    <a:pt x="6008425" y="3082869"/>
                  </a:lnTo>
                  <a:lnTo>
                    <a:pt x="6007367" y="3082869"/>
                  </a:lnTo>
                  <a:lnTo>
                    <a:pt x="6006309" y="3082869"/>
                  </a:lnTo>
                  <a:lnTo>
                    <a:pt x="6005251" y="3082869"/>
                  </a:lnTo>
                  <a:lnTo>
                    <a:pt x="6004193" y="3082869"/>
                  </a:lnTo>
                  <a:lnTo>
                    <a:pt x="6003136" y="3082869"/>
                  </a:lnTo>
                  <a:lnTo>
                    <a:pt x="6002078" y="3082869"/>
                  </a:lnTo>
                  <a:lnTo>
                    <a:pt x="6001020" y="3082869"/>
                  </a:lnTo>
                  <a:lnTo>
                    <a:pt x="5999962" y="3082869"/>
                  </a:lnTo>
                  <a:lnTo>
                    <a:pt x="5998904" y="3082869"/>
                  </a:lnTo>
                  <a:lnTo>
                    <a:pt x="5997846" y="3082869"/>
                  </a:lnTo>
                  <a:lnTo>
                    <a:pt x="5996788" y="3082869"/>
                  </a:lnTo>
                  <a:lnTo>
                    <a:pt x="5995731" y="3082869"/>
                  </a:lnTo>
                  <a:lnTo>
                    <a:pt x="5994673" y="3082869"/>
                  </a:lnTo>
                  <a:lnTo>
                    <a:pt x="5993615" y="3082869"/>
                  </a:lnTo>
                  <a:lnTo>
                    <a:pt x="5992557" y="3082869"/>
                  </a:lnTo>
                  <a:lnTo>
                    <a:pt x="5991499" y="3082869"/>
                  </a:lnTo>
                  <a:lnTo>
                    <a:pt x="5990441" y="3082869"/>
                  </a:lnTo>
                  <a:lnTo>
                    <a:pt x="5989384" y="3082869"/>
                  </a:lnTo>
                  <a:lnTo>
                    <a:pt x="5988326" y="3082869"/>
                  </a:lnTo>
                  <a:lnTo>
                    <a:pt x="5987268" y="3082869"/>
                  </a:lnTo>
                  <a:lnTo>
                    <a:pt x="5986210" y="3082869"/>
                  </a:lnTo>
                  <a:lnTo>
                    <a:pt x="5985152" y="3082869"/>
                  </a:lnTo>
                  <a:lnTo>
                    <a:pt x="5984094" y="3082869"/>
                  </a:lnTo>
                  <a:lnTo>
                    <a:pt x="5983037" y="3082869"/>
                  </a:lnTo>
                  <a:lnTo>
                    <a:pt x="5981979" y="3082869"/>
                  </a:lnTo>
                  <a:lnTo>
                    <a:pt x="5980921" y="3082869"/>
                  </a:lnTo>
                  <a:lnTo>
                    <a:pt x="5979863" y="3082869"/>
                  </a:lnTo>
                  <a:lnTo>
                    <a:pt x="5978805" y="3082869"/>
                  </a:lnTo>
                  <a:lnTo>
                    <a:pt x="5977747" y="3082869"/>
                  </a:lnTo>
                  <a:lnTo>
                    <a:pt x="5976690" y="3082869"/>
                  </a:lnTo>
                  <a:lnTo>
                    <a:pt x="5975632" y="3082869"/>
                  </a:lnTo>
                  <a:lnTo>
                    <a:pt x="5974574" y="3082869"/>
                  </a:lnTo>
                  <a:lnTo>
                    <a:pt x="5973516" y="3082869"/>
                  </a:lnTo>
                  <a:lnTo>
                    <a:pt x="5972458" y="3082869"/>
                  </a:lnTo>
                  <a:lnTo>
                    <a:pt x="5971400" y="3082869"/>
                  </a:lnTo>
                  <a:lnTo>
                    <a:pt x="5970342" y="3082869"/>
                  </a:lnTo>
                  <a:lnTo>
                    <a:pt x="5969285" y="3082869"/>
                  </a:lnTo>
                  <a:lnTo>
                    <a:pt x="5968227" y="3082869"/>
                  </a:lnTo>
                  <a:lnTo>
                    <a:pt x="5967169" y="3082869"/>
                  </a:lnTo>
                  <a:lnTo>
                    <a:pt x="5966111" y="3082869"/>
                  </a:lnTo>
                  <a:lnTo>
                    <a:pt x="5965053" y="3082869"/>
                  </a:lnTo>
                  <a:lnTo>
                    <a:pt x="5963995" y="3082869"/>
                  </a:lnTo>
                  <a:lnTo>
                    <a:pt x="5962938" y="3082869"/>
                  </a:lnTo>
                  <a:lnTo>
                    <a:pt x="5961880" y="3082869"/>
                  </a:lnTo>
                  <a:lnTo>
                    <a:pt x="5960822" y="3082869"/>
                  </a:lnTo>
                  <a:lnTo>
                    <a:pt x="5959764" y="3082869"/>
                  </a:lnTo>
                  <a:lnTo>
                    <a:pt x="5958706" y="3082869"/>
                  </a:lnTo>
                  <a:lnTo>
                    <a:pt x="5957648" y="3082869"/>
                  </a:lnTo>
                  <a:lnTo>
                    <a:pt x="5956591" y="3082869"/>
                  </a:lnTo>
                  <a:lnTo>
                    <a:pt x="5955533" y="3082869"/>
                  </a:lnTo>
                  <a:lnTo>
                    <a:pt x="5954475" y="3082869"/>
                  </a:lnTo>
                  <a:lnTo>
                    <a:pt x="5953417" y="3082869"/>
                  </a:lnTo>
                  <a:lnTo>
                    <a:pt x="5952359" y="3082869"/>
                  </a:lnTo>
                  <a:lnTo>
                    <a:pt x="5951301" y="3082869"/>
                  </a:lnTo>
                  <a:lnTo>
                    <a:pt x="5950244" y="3082869"/>
                  </a:lnTo>
                  <a:lnTo>
                    <a:pt x="5949186" y="3082869"/>
                  </a:lnTo>
                  <a:lnTo>
                    <a:pt x="5948128" y="3082869"/>
                  </a:lnTo>
                  <a:lnTo>
                    <a:pt x="5947070" y="3082869"/>
                  </a:lnTo>
                  <a:lnTo>
                    <a:pt x="5946012" y="3082869"/>
                  </a:lnTo>
                  <a:lnTo>
                    <a:pt x="5944954" y="3082869"/>
                  </a:lnTo>
                  <a:lnTo>
                    <a:pt x="5943896" y="3082869"/>
                  </a:lnTo>
                  <a:lnTo>
                    <a:pt x="5942839" y="3082869"/>
                  </a:lnTo>
                  <a:lnTo>
                    <a:pt x="5941781" y="3082869"/>
                  </a:lnTo>
                  <a:lnTo>
                    <a:pt x="5940723" y="3082869"/>
                  </a:lnTo>
                  <a:lnTo>
                    <a:pt x="5939665" y="3082869"/>
                  </a:lnTo>
                  <a:lnTo>
                    <a:pt x="5938607" y="3082869"/>
                  </a:lnTo>
                  <a:lnTo>
                    <a:pt x="5937549" y="3082869"/>
                  </a:lnTo>
                  <a:lnTo>
                    <a:pt x="5936492" y="3082869"/>
                  </a:lnTo>
                  <a:lnTo>
                    <a:pt x="5935434" y="3082869"/>
                  </a:lnTo>
                  <a:lnTo>
                    <a:pt x="5934376" y="3082869"/>
                  </a:lnTo>
                  <a:lnTo>
                    <a:pt x="5933318" y="3082869"/>
                  </a:lnTo>
                  <a:lnTo>
                    <a:pt x="5932260" y="3082869"/>
                  </a:lnTo>
                  <a:lnTo>
                    <a:pt x="5931202" y="3082869"/>
                  </a:lnTo>
                  <a:lnTo>
                    <a:pt x="5930145" y="3082869"/>
                  </a:lnTo>
                  <a:lnTo>
                    <a:pt x="5929087" y="3082869"/>
                  </a:lnTo>
                  <a:lnTo>
                    <a:pt x="5928029" y="3082869"/>
                  </a:lnTo>
                  <a:lnTo>
                    <a:pt x="5926971" y="3082869"/>
                  </a:lnTo>
                  <a:lnTo>
                    <a:pt x="5925913" y="3082869"/>
                  </a:lnTo>
                  <a:lnTo>
                    <a:pt x="5924855" y="3082869"/>
                  </a:lnTo>
                  <a:lnTo>
                    <a:pt x="5923798" y="3082869"/>
                  </a:lnTo>
                  <a:lnTo>
                    <a:pt x="5922740" y="3082869"/>
                  </a:lnTo>
                  <a:lnTo>
                    <a:pt x="5921682" y="3082869"/>
                  </a:lnTo>
                  <a:lnTo>
                    <a:pt x="5920624" y="3082869"/>
                  </a:lnTo>
                  <a:lnTo>
                    <a:pt x="5919566" y="3082869"/>
                  </a:lnTo>
                  <a:lnTo>
                    <a:pt x="5918508" y="3082869"/>
                  </a:lnTo>
                  <a:lnTo>
                    <a:pt x="5917450" y="3082869"/>
                  </a:lnTo>
                  <a:lnTo>
                    <a:pt x="5916393" y="3082869"/>
                  </a:lnTo>
                  <a:lnTo>
                    <a:pt x="5915335" y="3082869"/>
                  </a:lnTo>
                  <a:lnTo>
                    <a:pt x="5914277" y="3082869"/>
                  </a:lnTo>
                  <a:lnTo>
                    <a:pt x="5913219" y="3082869"/>
                  </a:lnTo>
                  <a:lnTo>
                    <a:pt x="5912161" y="3082869"/>
                  </a:lnTo>
                  <a:lnTo>
                    <a:pt x="5911103" y="3082869"/>
                  </a:lnTo>
                  <a:lnTo>
                    <a:pt x="5910046" y="3082869"/>
                  </a:lnTo>
                  <a:lnTo>
                    <a:pt x="5908988" y="3082869"/>
                  </a:lnTo>
                  <a:lnTo>
                    <a:pt x="5907930" y="3082869"/>
                  </a:lnTo>
                  <a:lnTo>
                    <a:pt x="5906872" y="3082869"/>
                  </a:lnTo>
                  <a:lnTo>
                    <a:pt x="5905814" y="3082869"/>
                  </a:lnTo>
                  <a:lnTo>
                    <a:pt x="5904756" y="3082869"/>
                  </a:lnTo>
                  <a:lnTo>
                    <a:pt x="5903699" y="3082869"/>
                  </a:lnTo>
                  <a:lnTo>
                    <a:pt x="5902641" y="3082869"/>
                  </a:lnTo>
                  <a:lnTo>
                    <a:pt x="5901583" y="3082869"/>
                  </a:lnTo>
                  <a:lnTo>
                    <a:pt x="5900525" y="3082869"/>
                  </a:lnTo>
                  <a:lnTo>
                    <a:pt x="5899467" y="3082869"/>
                  </a:lnTo>
                  <a:lnTo>
                    <a:pt x="5898409" y="3082869"/>
                  </a:lnTo>
                  <a:lnTo>
                    <a:pt x="5897352" y="3082869"/>
                  </a:lnTo>
                  <a:lnTo>
                    <a:pt x="5896294" y="3082869"/>
                  </a:lnTo>
                  <a:lnTo>
                    <a:pt x="5895236" y="3082869"/>
                  </a:lnTo>
                  <a:lnTo>
                    <a:pt x="5894178" y="3082869"/>
                  </a:lnTo>
                  <a:lnTo>
                    <a:pt x="5893120" y="3082869"/>
                  </a:lnTo>
                  <a:lnTo>
                    <a:pt x="5892062" y="3082869"/>
                  </a:lnTo>
                  <a:lnTo>
                    <a:pt x="5891004" y="3082869"/>
                  </a:lnTo>
                  <a:lnTo>
                    <a:pt x="5889947" y="3082869"/>
                  </a:lnTo>
                  <a:lnTo>
                    <a:pt x="5888889" y="3082869"/>
                  </a:lnTo>
                  <a:lnTo>
                    <a:pt x="5887831" y="3082869"/>
                  </a:lnTo>
                  <a:lnTo>
                    <a:pt x="5886773" y="3082869"/>
                  </a:lnTo>
                  <a:lnTo>
                    <a:pt x="5885715" y="3082869"/>
                  </a:lnTo>
                  <a:lnTo>
                    <a:pt x="5884657" y="3082869"/>
                  </a:lnTo>
                  <a:lnTo>
                    <a:pt x="5883600" y="3082869"/>
                  </a:lnTo>
                  <a:lnTo>
                    <a:pt x="5882542" y="3082869"/>
                  </a:lnTo>
                  <a:lnTo>
                    <a:pt x="5881484" y="3082869"/>
                  </a:lnTo>
                  <a:lnTo>
                    <a:pt x="5880426" y="3082869"/>
                  </a:lnTo>
                  <a:lnTo>
                    <a:pt x="5879368" y="3082869"/>
                  </a:lnTo>
                  <a:lnTo>
                    <a:pt x="5878310" y="3082869"/>
                  </a:lnTo>
                  <a:lnTo>
                    <a:pt x="5877253" y="3082869"/>
                  </a:lnTo>
                  <a:lnTo>
                    <a:pt x="5876195" y="3082869"/>
                  </a:lnTo>
                  <a:lnTo>
                    <a:pt x="5875137" y="3082869"/>
                  </a:lnTo>
                  <a:lnTo>
                    <a:pt x="5874079" y="3082869"/>
                  </a:lnTo>
                  <a:lnTo>
                    <a:pt x="5873021" y="3082869"/>
                  </a:lnTo>
                  <a:lnTo>
                    <a:pt x="5871963" y="3082869"/>
                  </a:lnTo>
                  <a:lnTo>
                    <a:pt x="5870906" y="3082869"/>
                  </a:lnTo>
                  <a:lnTo>
                    <a:pt x="5869848" y="3082869"/>
                  </a:lnTo>
                  <a:lnTo>
                    <a:pt x="5868790" y="3082869"/>
                  </a:lnTo>
                  <a:lnTo>
                    <a:pt x="5867732" y="3082869"/>
                  </a:lnTo>
                  <a:lnTo>
                    <a:pt x="5866674" y="3082869"/>
                  </a:lnTo>
                  <a:lnTo>
                    <a:pt x="5865616" y="3082869"/>
                  </a:lnTo>
                  <a:lnTo>
                    <a:pt x="5864558" y="3082869"/>
                  </a:lnTo>
                  <a:lnTo>
                    <a:pt x="5863501" y="3082869"/>
                  </a:lnTo>
                  <a:lnTo>
                    <a:pt x="5862443" y="3082869"/>
                  </a:lnTo>
                  <a:lnTo>
                    <a:pt x="5861385" y="3082869"/>
                  </a:lnTo>
                  <a:lnTo>
                    <a:pt x="5860327" y="3082869"/>
                  </a:lnTo>
                  <a:lnTo>
                    <a:pt x="5859269" y="3082869"/>
                  </a:lnTo>
                  <a:lnTo>
                    <a:pt x="5858211" y="3082869"/>
                  </a:lnTo>
                  <a:lnTo>
                    <a:pt x="5857154" y="3082869"/>
                  </a:lnTo>
                  <a:lnTo>
                    <a:pt x="5856096" y="3082869"/>
                  </a:lnTo>
                  <a:lnTo>
                    <a:pt x="5855038" y="3082869"/>
                  </a:lnTo>
                  <a:lnTo>
                    <a:pt x="5853980" y="3082869"/>
                  </a:lnTo>
                  <a:lnTo>
                    <a:pt x="5852922" y="3082869"/>
                  </a:lnTo>
                  <a:lnTo>
                    <a:pt x="5851864" y="3082869"/>
                  </a:lnTo>
                  <a:lnTo>
                    <a:pt x="5850807" y="3082869"/>
                  </a:lnTo>
                  <a:lnTo>
                    <a:pt x="5849749" y="3082869"/>
                  </a:lnTo>
                  <a:lnTo>
                    <a:pt x="5848691" y="3082869"/>
                  </a:lnTo>
                  <a:lnTo>
                    <a:pt x="5847633" y="3082869"/>
                  </a:lnTo>
                  <a:lnTo>
                    <a:pt x="5846575" y="3082869"/>
                  </a:lnTo>
                  <a:lnTo>
                    <a:pt x="5845517" y="3082869"/>
                  </a:lnTo>
                  <a:lnTo>
                    <a:pt x="5844460" y="3082869"/>
                  </a:lnTo>
                  <a:lnTo>
                    <a:pt x="5843402" y="3082869"/>
                  </a:lnTo>
                  <a:lnTo>
                    <a:pt x="5842344" y="3082869"/>
                  </a:lnTo>
                  <a:lnTo>
                    <a:pt x="5841286" y="3082869"/>
                  </a:lnTo>
                  <a:lnTo>
                    <a:pt x="5840228" y="3082869"/>
                  </a:lnTo>
                  <a:lnTo>
                    <a:pt x="5839170" y="3082869"/>
                  </a:lnTo>
                  <a:lnTo>
                    <a:pt x="5838112" y="3082869"/>
                  </a:lnTo>
                  <a:lnTo>
                    <a:pt x="5837055" y="3082869"/>
                  </a:lnTo>
                  <a:lnTo>
                    <a:pt x="5835997" y="3082869"/>
                  </a:lnTo>
                  <a:lnTo>
                    <a:pt x="5834939" y="3082869"/>
                  </a:lnTo>
                  <a:lnTo>
                    <a:pt x="5833881" y="3082869"/>
                  </a:lnTo>
                  <a:lnTo>
                    <a:pt x="5832823" y="3082869"/>
                  </a:lnTo>
                  <a:lnTo>
                    <a:pt x="5831765" y="3082869"/>
                  </a:lnTo>
                  <a:lnTo>
                    <a:pt x="5830708" y="3082869"/>
                  </a:lnTo>
                  <a:lnTo>
                    <a:pt x="5829650" y="3082869"/>
                  </a:lnTo>
                  <a:lnTo>
                    <a:pt x="5828592" y="3082869"/>
                  </a:lnTo>
                  <a:lnTo>
                    <a:pt x="5827534" y="3082869"/>
                  </a:lnTo>
                  <a:lnTo>
                    <a:pt x="5826476" y="3082869"/>
                  </a:lnTo>
                  <a:lnTo>
                    <a:pt x="5825418" y="3082869"/>
                  </a:lnTo>
                  <a:lnTo>
                    <a:pt x="5824361" y="3082869"/>
                  </a:lnTo>
                  <a:lnTo>
                    <a:pt x="5823303" y="3082869"/>
                  </a:lnTo>
                  <a:lnTo>
                    <a:pt x="5822245" y="3082869"/>
                  </a:lnTo>
                  <a:lnTo>
                    <a:pt x="5821187" y="3082869"/>
                  </a:lnTo>
                  <a:lnTo>
                    <a:pt x="5820129" y="3082869"/>
                  </a:lnTo>
                  <a:lnTo>
                    <a:pt x="5819071" y="3082869"/>
                  </a:lnTo>
                  <a:lnTo>
                    <a:pt x="5818014" y="3082869"/>
                  </a:lnTo>
                  <a:lnTo>
                    <a:pt x="5816956" y="3082869"/>
                  </a:lnTo>
                  <a:lnTo>
                    <a:pt x="5815898" y="3082869"/>
                  </a:lnTo>
                  <a:lnTo>
                    <a:pt x="5814840" y="3082869"/>
                  </a:lnTo>
                  <a:lnTo>
                    <a:pt x="5813782" y="3082869"/>
                  </a:lnTo>
                  <a:lnTo>
                    <a:pt x="5812724" y="3082869"/>
                  </a:lnTo>
                  <a:lnTo>
                    <a:pt x="5811666" y="3082869"/>
                  </a:lnTo>
                  <a:lnTo>
                    <a:pt x="5810609" y="3082869"/>
                  </a:lnTo>
                  <a:lnTo>
                    <a:pt x="5809551" y="3082869"/>
                  </a:lnTo>
                  <a:lnTo>
                    <a:pt x="5808493" y="3082869"/>
                  </a:lnTo>
                  <a:lnTo>
                    <a:pt x="5807435" y="3082869"/>
                  </a:lnTo>
                  <a:lnTo>
                    <a:pt x="5806377" y="3082869"/>
                  </a:lnTo>
                  <a:lnTo>
                    <a:pt x="5805319" y="3082869"/>
                  </a:lnTo>
                  <a:lnTo>
                    <a:pt x="5804262" y="3082869"/>
                  </a:lnTo>
                  <a:lnTo>
                    <a:pt x="5803204" y="3082869"/>
                  </a:lnTo>
                  <a:lnTo>
                    <a:pt x="5802146" y="3082869"/>
                  </a:lnTo>
                  <a:lnTo>
                    <a:pt x="5801088" y="3082869"/>
                  </a:lnTo>
                  <a:lnTo>
                    <a:pt x="5800030" y="3082869"/>
                  </a:lnTo>
                  <a:lnTo>
                    <a:pt x="5798972" y="3082869"/>
                  </a:lnTo>
                  <a:lnTo>
                    <a:pt x="5797915" y="3082869"/>
                  </a:lnTo>
                  <a:lnTo>
                    <a:pt x="5796857" y="3082869"/>
                  </a:lnTo>
                  <a:lnTo>
                    <a:pt x="5795799" y="3082869"/>
                  </a:lnTo>
                  <a:lnTo>
                    <a:pt x="5794741" y="3082869"/>
                  </a:lnTo>
                  <a:lnTo>
                    <a:pt x="5793683" y="3082869"/>
                  </a:lnTo>
                  <a:lnTo>
                    <a:pt x="5792625" y="3082869"/>
                  </a:lnTo>
                  <a:lnTo>
                    <a:pt x="5791568" y="3082869"/>
                  </a:lnTo>
                  <a:lnTo>
                    <a:pt x="5790510" y="3082869"/>
                  </a:lnTo>
                  <a:lnTo>
                    <a:pt x="5789452" y="3082869"/>
                  </a:lnTo>
                  <a:lnTo>
                    <a:pt x="5788394" y="3082869"/>
                  </a:lnTo>
                  <a:lnTo>
                    <a:pt x="5787336" y="3082869"/>
                  </a:lnTo>
                  <a:lnTo>
                    <a:pt x="5786278" y="3082869"/>
                  </a:lnTo>
                  <a:lnTo>
                    <a:pt x="5785220" y="3082869"/>
                  </a:lnTo>
                  <a:lnTo>
                    <a:pt x="5784163" y="3082869"/>
                  </a:lnTo>
                  <a:lnTo>
                    <a:pt x="5783105" y="3082869"/>
                  </a:lnTo>
                  <a:lnTo>
                    <a:pt x="5782047" y="3082869"/>
                  </a:lnTo>
                  <a:lnTo>
                    <a:pt x="5780989" y="3082869"/>
                  </a:lnTo>
                  <a:lnTo>
                    <a:pt x="5779931" y="3082869"/>
                  </a:lnTo>
                  <a:lnTo>
                    <a:pt x="5778873" y="3082869"/>
                  </a:lnTo>
                  <a:lnTo>
                    <a:pt x="5777816" y="3082869"/>
                  </a:lnTo>
                  <a:lnTo>
                    <a:pt x="5776758" y="3082869"/>
                  </a:lnTo>
                  <a:lnTo>
                    <a:pt x="5775700" y="3082869"/>
                  </a:lnTo>
                  <a:lnTo>
                    <a:pt x="5774642" y="3082869"/>
                  </a:lnTo>
                  <a:lnTo>
                    <a:pt x="5773584" y="3082869"/>
                  </a:lnTo>
                  <a:lnTo>
                    <a:pt x="5772526" y="3082869"/>
                  </a:lnTo>
                  <a:lnTo>
                    <a:pt x="5771469" y="3082869"/>
                  </a:lnTo>
                  <a:lnTo>
                    <a:pt x="5770411" y="3082869"/>
                  </a:lnTo>
                  <a:lnTo>
                    <a:pt x="5769353" y="3082869"/>
                  </a:lnTo>
                  <a:lnTo>
                    <a:pt x="5768295" y="3082869"/>
                  </a:lnTo>
                  <a:lnTo>
                    <a:pt x="5767237" y="3082869"/>
                  </a:lnTo>
                  <a:lnTo>
                    <a:pt x="5766179" y="3082869"/>
                  </a:lnTo>
                  <a:lnTo>
                    <a:pt x="5765122" y="3082869"/>
                  </a:lnTo>
                  <a:lnTo>
                    <a:pt x="5764064" y="3082869"/>
                  </a:lnTo>
                  <a:lnTo>
                    <a:pt x="5763006" y="3082869"/>
                  </a:lnTo>
                  <a:lnTo>
                    <a:pt x="5761948" y="3082869"/>
                  </a:lnTo>
                  <a:lnTo>
                    <a:pt x="5760890" y="3082869"/>
                  </a:lnTo>
                  <a:lnTo>
                    <a:pt x="5759832" y="3082869"/>
                  </a:lnTo>
                  <a:lnTo>
                    <a:pt x="5758774" y="3082869"/>
                  </a:lnTo>
                  <a:lnTo>
                    <a:pt x="5757717" y="3082869"/>
                  </a:lnTo>
                  <a:lnTo>
                    <a:pt x="5756659" y="3082869"/>
                  </a:lnTo>
                  <a:lnTo>
                    <a:pt x="5755601" y="3082869"/>
                  </a:lnTo>
                  <a:lnTo>
                    <a:pt x="5754543" y="3082869"/>
                  </a:lnTo>
                  <a:lnTo>
                    <a:pt x="5753485" y="3082869"/>
                  </a:lnTo>
                  <a:lnTo>
                    <a:pt x="5752427" y="3082869"/>
                  </a:lnTo>
                  <a:lnTo>
                    <a:pt x="5751370" y="3082869"/>
                  </a:lnTo>
                  <a:lnTo>
                    <a:pt x="5750312" y="3082869"/>
                  </a:lnTo>
                  <a:lnTo>
                    <a:pt x="5749254" y="3082869"/>
                  </a:lnTo>
                  <a:lnTo>
                    <a:pt x="5748196" y="3082869"/>
                  </a:lnTo>
                  <a:lnTo>
                    <a:pt x="5747138" y="3082869"/>
                  </a:lnTo>
                  <a:lnTo>
                    <a:pt x="5746080" y="3082869"/>
                  </a:lnTo>
                  <a:lnTo>
                    <a:pt x="5745023" y="3082869"/>
                  </a:lnTo>
                  <a:lnTo>
                    <a:pt x="5743965" y="3082869"/>
                  </a:lnTo>
                  <a:lnTo>
                    <a:pt x="5742907" y="3082869"/>
                  </a:lnTo>
                  <a:lnTo>
                    <a:pt x="5741849" y="3082869"/>
                  </a:lnTo>
                  <a:lnTo>
                    <a:pt x="5740791" y="3082869"/>
                  </a:lnTo>
                  <a:lnTo>
                    <a:pt x="5739733" y="3082869"/>
                  </a:lnTo>
                  <a:lnTo>
                    <a:pt x="5738676" y="3082869"/>
                  </a:lnTo>
                  <a:lnTo>
                    <a:pt x="5737618" y="3082869"/>
                  </a:lnTo>
                  <a:lnTo>
                    <a:pt x="5736560" y="3082869"/>
                  </a:lnTo>
                  <a:lnTo>
                    <a:pt x="5735502" y="3082869"/>
                  </a:lnTo>
                  <a:lnTo>
                    <a:pt x="5734444" y="3082869"/>
                  </a:lnTo>
                  <a:lnTo>
                    <a:pt x="5733386" y="3082869"/>
                  </a:lnTo>
                  <a:lnTo>
                    <a:pt x="5732328" y="3082869"/>
                  </a:lnTo>
                  <a:lnTo>
                    <a:pt x="5731271" y="3082869"/>
                  </a:lnTo>
                  <a:lnTo>
                    <a:pt x="5730213" y="3082869"/>
                  </a:lnTo>
                  <a:lnTo>
                    <a:pt x="5729155" y="3082869"/>
                  </a:lnTo>
                  <a:lnTo>
                    <a:pt x="5728097" y="3082869"/>
                  </a:lnTo>
                  <a:lnTo>
                    <a:pt x="5727039" y="3082869"/>
                  </a:lnTo>
                  <a:lnTo>
                    <a:pt x="5725981" y="3082869"/>
                  </a:lnTo>
                  <a:lnTo>
                    <a:pt x="5724924" y="3082869"/>
                  </a:lnTo>
                  <a:lnTo>
                    <a:pt x="5723866" y="3082869"/>
                  </a:lnTo>
                  <a:lnTo>
                    <a:pt x="5722808" y="3082869"/>
                  </a:lnTo>
                  <a:lnTo>
                    <a:pt x="5721750" y="3082869"/>
                  </a:lnTo>
                  <a:lnTo>
                    <a:pt x="5720692" y="3082869"/>
                  </a:lnTo>
                  <a:lnTo>
                    <a:pt x="5719634" y="3082869"/>
                  </a:lnTo>
                  <a:lnTo>
                    <a:pt x="5718577" y="3082869"/>
                  </a:lnTo>
                  <a:lnTo>
                    <a:pt x="5717519" y="3082869"/>
                  </a:lnTo>
                  <a:lnTo>
                    <a:pt x="5716461" y="3082869"/>
                  </a:lnTo>
                  <a:lnTo>
                    <a:pt x="5715403" y="3082869"/>
                  </a:lnTo>
                  <a:lnTo>
                    <a:pt x="5714345" y="3082869"/>
                  </a:lnTo>
                  <a:lnTo>
                    <a:pt x="5713287" y="3082869"/>
                  </a:lnTo>
                  <a:lnTo>
                    <a:pt x="5712230" y="3082869"/>
                  </a:lnTo>
                  <a:lnTo>
                    <a:pt x="5711172" y="3082869"/>
                  </a:lnTo>
                  <a:lnTo>
                    <a:pt x="5710114" y="3082869"/>
                  </a:lnTo>
                  <a:lnTo>
                    <a:pt x="5709056" y="3082869"/>
                  </a:lnTo>
                  <a:lnTo>
                    <a:pt x="5707998" y="3082869"/>
                  </a:lnTo>
                  <a:lnTo>
                    <a:pt x="5706940" y="3082869"/>
                  </a:lnTo>
                  <a:lnTo>
                    <a:pt x="5705882" y="3082869"/>
                  </a:lnTo>
                  <a:lnTo>
                    <a:pt x="5704825" y="3082869"/>
                  </a:lnTo>
                  <a:lnTo>
                    <a:pt x="5703767" y="3082869"/>
                  </a:lnTo>
                  <a:lnTo>
                    <a:pt x="5702709" y="3082869"/>
                  </a:lnTo>
                  <a:lnTo>
                    <a:pt x="5701651" y="3082869"/>
                  </a:lnTo>
                  <a:lnTo>
                    <a:pt x="5700593" y="3082869"/>
                  </a:lnTo>
                  <a:lnTo>
                    <a:pt x="5699535" y="3082869"/>
                  </a:lnTo>
                  <a:lnTo>
                    <a:pt x="5698478" y="3082869"/>
                  </a:lnTo>
                  <a:lnTo>
                    <a:pt x="5697420" y="3082869"/>
                  </a:lnTo>
                  <a:lnTo>
                    <a:pt x="5696362" y="3082869"/>
                  </a:lnTo>
                  <a:lnTo>
                    <a:pt x="5695304" y="3082869"/>
                  </a:lnTo>
                  <a:lnTo>
                    <a:pt x="5694246" y="3082869"/>
                  </a:lnTo>
                  <a:lnTo>
                    <a:pt x="5693188" y="3082869"/>
                  </a:lnTo>
                  <a:lnTo>
                    <a:pt x="5692131" y="3082869"/>
                  </a:lnTo>
                  <a:lnTo>
                    <a:pt x="5691073" y="3082869"/>
                  </a:lnTo>
                  <a:lnTo>
                    <a:pt x="5690015" y="3082869"/>
                  </a:lnTo>
                  <a:lnTo>
                    <a:pt x="5688957" y="3082869"/>
                  </a:lnTo>
                  <a:lnTo>
                    <a:pt x="5687899" y="3082869"/>
                  </a:lnTo>
                  <a:lnTo>
                    <a:pt x="5686841" y="3082869"/>
                  </a:lnTo>
                  <a:lnTo>
                    <a:pt x="5685784" y="3082869"/>
                  </a:lnTo>
                  <a:lnTo>
                    <a:pt x="5684726" y="3082869"/>
                  </a:lnTo>
                  <a:lnTo>
                    <a:pt x="5683668" y="3082869"/>
                  </a:lnTo>
                  <a:lnTo>
                    <a:pt x="5682610" y="3082869"/>
                  </a:lnTo>
                  <a:lnTo>
                    <a:pt x="5681552" y="3082869"/>
                  </a:lnTo>
                  <a:lnTo>
                    <a:pt x="5680494" y="3082869"/>
                  </a:lnTo>
                  <a:lnTo>
                    <a:pt x="5679436" y="3082869"/>
                  </a:lnTo>
                  <a:lnTo>
                    <a:pt x="5678379" y="3082869"/>
                  </a:lnTo>
                  <a:lnTo>
                    <a:pt x="5677321" y="3082869"/>
                  </a:lnTo>
                  <a:lnTo>
                    <a:pt x="5676263" y="3082869"/>
                  </a:lnTo>
                  <a:lnTo>
                    <a:pt x="5675205" y="3082869"/>
                  </a:lnTo>
                  <a:lnTo>
                    <a:pt x="5674147" y="3082869"/>
                  </a:lnTo>
                  <a:lnTo>
                    <a:pt x="5673089" y="3082869"/>
                  </a:lnTo>
                  <a:lnTo>
                    <a:pt x="5672032" y="3082869"/>
                  </a:lnTo>
                  <a:lnTo>
                    <a:pt x="5670974" y="3082869"/>
                  </a:lnTo>
                  <a:lnTo>
                    <a:pt x="5669916" y="3082869"/>
                  </a:lnTo>
                  <a:lnTo>
                    <a:pt x="5668858" y="3082869"/>
                  </a:lnTo>
                  <a:lnTo>
                    <a:pt x="5667800" y="3082869"/>
                  </a:lnTo>
                  <a:lnTo>
                    <a:pt x="5666742" y="3082869"/>
                  </a:lnTo>
                  <a:lnTo>
                    <a:pt x="5665685" y="3082869"/>
                  </a:lnTo>
                  <a:lnTo>
                    <a:pt x="5664627" y="3082869"/>
                  </a:lnTo>
                  <a:lnTo>
                    <a:pt x="5663569" y="3082869"/>
                  </a:lnTo>
                  <a:lnTo>
                    <a:pt x="5662511" y="3082869"/>
                  </a:lnTo>
                  <a:lnTo>
                    <a:pt x="5661453" y="3082869"/>
                  </a:lnTo>
                  <a:lnTo>
                    <a:pt x="5660395" y="3082869"/>
                  </a:lnTo>
                  <a:lnTo>
                    <a:pt x="5659338" y="3082869"/>
                  </a:lnTo>
                  <a:lnTo>
                    <a:pt x="5658280" y="3082869"/>
                  </a:lnTo>
                  <a:lnTo>
                    <a:pt x="5657222" y="3082869"/>
                  </a:lnTo>
                  <a:lnTo>
                    <a:pt x="5656164" y="3082869"/>
                  </a:lnTo>
                  <a:lnTo>
                    <a:pt x="5655106" y="3082869"/>
                  </a:lnTo>
                  <a:lnTo>
                    <a:pt x="5654048" y="3082869"/>
                  </a:lnTo>
                  <a:lnTo>
                    <a:pt x="5652990" y="3082869"/>
                  </a:lnTo>
                  <a:lnTo>
                    <a:pt x="5651933" y="3082869"/>
                  </a:lnTo>
                  <a:lnTo>
                    <a:pt x="5650875" y="3082869"/>
                  </a:lnTo>
                  <a:lnTo>
                    <a:pt x="5649817" y="3082869"/>
                  </a:lnTo>
                  <a:lnTo>
                    <a:pt x="5648759" y="3082869"/>
                  </a:lnTo>
                  <a:lnTo>
                    <a:pt x="5647701" y="3082869"/>
                  </a:lnTo>
                  <a:lnTo>
                    <a:pt x="5646643" y="3082869"/>
                  </a:lnTo>
                  <a:lnTo>
                    <a:pt x="5645586" y="3082869"/>
                  </a:lnTo>
                  <a:lnTo>
                    <a:pt x="5644528" y="3082869"/>
                  </a:lnTo>
                  <a:lnTo>
                    <a:pt x="5643470" y="3082869"/>
                  </a:lnTo>
                  <a:lnTo>
                    <a:pt x="5642412" y="3082869"/>
                  </a:lnTo>
                  <a:lnTo>
                    <a:pt x="5641354" y="3082869"/>
                  </a:lnTo>
                  <a:lnTo>
                    <a:pt x="5640296" y="3082869"/>
                  </a:lnTo>
                  <a:lnTo>
                    <a:pt x="5639239" y="3082869"/>
                  </a:lnTo>
                  <a:lnTo>
                    <a:pt x="5638181" y="3082869"/>
                  </a:lnTo>
                  <a:lnTo>
                    <a:pt x="5637123" y="3082869"/>
                  </a:lnTo>
                  <a:lnTo>
                    <a:pt x="5636065" y="3082869"/>
                  </a:lnTo>
                  <a:lnTo>
                    <a:pt x="5635007" y="3082869"/>
                  </a:lnTo>
                  <a:lnTo>
                    <a:pt x="5633949" y="3082869"/>
                  </a:lnTo>
                  <a:lnTo>
                    <a:pt x="5632892" y="3082869"/>
                  </a:lnTo>
                  <a:lnTo>
                    <a:pt x="5631834" y="3082869"/>
                  </a:lnTo>
                  <a:lnTo>
                    <a:pt x="5630776" y="3082869"/>
                  </a:lnTo>
                  <a:lnTo>
                    <a:pt x="5629718" y="3082869"/>
                  </a:lnTo>
                  <a:lnTo>
                    <a:pt x="5628660" y="3082869"/>
                  </a:lnTo>
                  <a:lnTo>
                    <a:pt x="5627602" y="3082869"/>
                  </a:lnTo>
                  <a:lnTo>
                    <a:pt x="5626544" y="3082869"/>
                  </a:lnTo>
                  <a:lnTo>
                    <a:pt x="5625487" y="3082869"/>
                  </a:lnTo>
                  <a:lnTo>
                    <a:pt x="5624429" y="3082869"/>
                  </a:lnTo>
                  <a:lnTo>
                    <a:pt x="5623371" y="3082869"/>
                  </a:lnTo>
                  <a:lnTo>
                    <a:pt x="5622313" y="3082869"/>
                  </a:lnTo>
                  <a:lnTo>
                    <a:pt x="5621255" y="3082869"/>
                  </a:lnTo>
                  <a:lnTo>
                    <a:pt x="5620197" y="3082869"/>
                  </a:lnTo>
                  <a:lnTo>
                    <a:pt x="5619140" y="3082869"/>
                  </a:lnTo>
                  <a:lnTo>
                    <a:pt x="5618082" y="3082869"/>
                  </a:lnTo>
                  <a:lnTo>
                    <a:pt x="5617024" y="3082869"/>
                  </a:lnTo>
                  <a:lnTo>
                    <a:pt x="5615966" y="3082869"/>
                  </a:lnTo>
                  <a:lnTo>
                    <a:pt x="5614908" y="3082869"/>
                  </a:lnTo>
                  <a:lnTo>
                    <a:pt x="5613850" y="3082869"/>
                  </a:lnTo>
                  <a:lnTo>
                    <a:pt x="5612793" y="3082869"/>
                  </a:lnTo>
                  <a:lnTo>
                    <a:pt x="5611735" y="3082869"/>
                  </a:lnTo>
                  <a:lnTo>
                    <a:pt x="5610677" y="3082869"/>
                  </a:lnTo>
                  <a:lnTo>
                    <a:pt x="5609619" y="3082869"/>
                  </a:lnTo>
                  <a:lnTo>
                    <a:pt x="5608561" y="3082869"/>
                  </a:lnTo>
                  <a:lnTo>
                    <a:pt x="5607503" y="3082869"/>
                  </a:lnTo>
                  <a:lnTo>
                    <a:pt x="5606446" y="3082869"/>
                  </a:lnTo>
                  <a:lnTo>
                    <a:pt x="5605388" y="3082869"/>
                  </a:lnTo>
                  <a:lnTo>
                    <a:pt x="5604330" y="3082869"/>
                  </a:lnTo>
                  <a:lnTo>
                    <a:pt x="5603272" y="3082869"/>
                  </a:lnTo>
                  <a:lnTo>
                    <a:pt x="5602214" y="3082869"/>
                  </a:lnTo>
                  <a:lnTo>
                    <a:pt x="5601156" y="3082869"/>
                  </a:lnTo>
                  <a:lnTo>
                    <a:pt x="5600098" y="3082869"/>
                  </a:lnTo>
                  <a:lnTo>
                    <a:pt x="5599041" y="3082869"/>
                  </a:lnTo>
                  <a:lnTo>
                    <a:pt x="5597983" y="3082869"/>
                  </a:lnTo>
                  <a:lnTo>
                    <a:pt x="5596925" y="3082869"/>
                  </a:lnTo>
                  <a:lnTo>
                    <a:pt x="5595867" y="3082869"/>
                  </a:lnTo>
                  <a:lnTo>
                    <a:pt x="5594809" y="3082869"/>
                  </a:lnTo>
                  <a:lnTo>
                    <a:pt x="5593751" y="3082869"/>
                  </a:lnTo>
                  <a:lnTo>
                    <a:pt x="5592694" y="3082869"/>
                  </a:lnTo>
                  <a:lnTo>
                    <a:pt x="5591636" y="3082869"/>
                  </a:lnTo>
                  <a:lnTo>
                    <a:pt x="5590578" y="3082869"/>
                  </a:lnTo>
                  <a:lnTo>
                    <a:pt x="5589520" y="3082869"/>
                  </a:lnTo>
                  <a:lnTo>
                    <a:pt x="5588462" y="3082869"/>
                  </a:lnTo>
                  <a:lnTo>
                    <a:pt x="5587404" y="3082869"/>
                  </a:lnTo>
                  <a:lnTo>
                    <a:pt x="5586347" y="3082869"/>
                  </a:lnTo>
                  <a:lnTo>
                    <a:pt x="5585289" y="3082869"/>
                  </a:lnTo>
                  <a:lnTo>
                    <a:pt x="5584231" y="3082869"/>
                  </a:lnTo>
                  <a:lnTo>
                    <a:pt x="5583173" y="3082869"/>
                  </a:lnTo>
                  <a:lnTo>
                    <a:pt x="5582115" y="3082869"/>
                  </a:lnTo>
                  <a:lnTo>
                    <a:pt x="5581057" y="3082869"/>
                  </a:lnTo>
                  <a:lnTo>
                    <a:pt x="5580000" y="3082869"/>
                  </a:lnTo>
                  <a:lnTo>
                    <a:pt x="5578942" y="3082869"/>
                  </a:lnTo>
                  <a:lnTo>
                    <a:pt x="5577884" y="3082869"/>
                  </a:lnTo>
                  <a:lnTo>
                    <a:pt x="5576826" y="3082869"/>
                  </a:lnTo>
                  <a:lnTo>
                    <a:pt x="5575768" y="3082869"/>
                  </a:lnTo>
                  <a:lnTo>
                    <a:pt x="5574710" y="3082869"/>
                  </a:lnTo>
                  <a:lnTo>
                    <a:pt x="5573652" y="3082869"/>
                  </a:lnTo>
                  <a:lnTo>
                    <a:pt x="5572595" y="3082869"/>
                  </a:lnTo>
                  <a:lnTo>
                    <a:pt x="5571537" y="3082869"/>
                  </a:lnTo>
                  <a:lnTo>
                    <a:pt x="5570479" y="3082869"/>
                  </a:lnTo>
                  <a:lnTo>
                    <a:pt x="5569421" y="3082869"/>
                  </a:lnTo>
                  <a:lnTo>
                    <a:pt x="5568363" y="3082869"/>
                  </a:lnTo>
                  <a:lnTo>
                    <a:pt x="5567305" y="3082869"/>
                  </a:lnTo>
                  <a:lnTo>
                    <a:pt x="5566248" y="3082869"/>
                  </a:lnTo>
                  <a:lnTo>
                    <a:pt x="5565190" y="3082869"/>
                  </a:lnTo>
                  <a:lnTo>
                    <a:pt x="5564132" y="3082869"/>
                  </a:lnTo>
                  <a:lnTo>
                    <a:pt x="5563074" y="3082869"/>
                  </a:lnTo>
                  <a:lnTo>
                    <a:pt x="5562016" y="3082869"/>
                  </a:lnTo>
                  <a:lnTo>
                    <a:pt x="5560958" y="3082869"/>
                  </a:lnTo>
                  <a:lnTo>
                    <a:pt x="5559901" y="3082869"/>
                  </a:lnTo>
                  <a:lnTo>
                    <a:pt x="5558843" y="3082869"/>
                  </a:lnTo>
                  <a:lnTo>
                    <a:pt x="5557785" y="3082869"/>
                  </a:lnTo>
                  <a:lnTo>
                    <a:pt x="5556727" y="3082869"/>
                  </a:lnTo>
                  <a:lnTo>
                    <a:pt x="5555669" y="3082869"/>
                  </a:lnTo>
                  <a:lnTo>
                    <a:pt x="5554611" y="3082869"/>
                  </a:lnTo>
                  <a:lnTo>
                    <a:pt x="5553554" y="3082869"/>
                  </a:lnTo>
                  <a:lnTo>
                    <a:pt x="5552496" y="3082869"/>
                  </a:lnTo>
                  <a:lnTo>
                    <a:pt x="5551438" y="3082869"/>
                  </a:lnTo>
                  <a:lnTo>
                    <a:pt x="5550380" y="3082869"/>
                  </a:lnTo>
                  <a:lnTo>
                    <a:pt x="5549322" y="3082869"/>
                  </a:lnTo>
                  <a:lnTo>
                    <a:pt x="5548264" y="3082869"/>
                  </a:lnTo>
                  <a:lnTo>
                    <a:pt x="5547206" y="3082869"/>
                  </a:lnTo>
                  <a:lnTo>
                    <a:pt x="5546149" y="3082869"/>
                  </a:lnTo>
                  <a:lnTo>
                    <a:pt x="5545091" y="3082869"/>
                  </a:lnTo>
                  <a:lnTo>
                    <a:pt x="5544033" y="3082869"/>
                  </a:lnTo>
                  <a:lnTo>
                    <a:pt x="5542975" y="3082869"/>
                  </a:lnTo>
                  <a:lnTo>
                    <a:pt x="5541917" y="3082869"/>
                  </a:lnTo>
                  <a:lnTo>
                    <a:pt x="5540859" y="3082869"/>
                  </a:lnTo>
                  <a:lnTo>
                    <a:pt x="5539802" y="3082869"/>
                  </a:lnTo>
                  <a:lnTo>
                    <a:pt x="5538744" y="3082869"/>
                  </a:lnTo>
                  <a:lnTo>
                    <a:pt x="5537686" y="3082869"/>
                  </a:lnTo>
                  <a:lnTo>
                    <a:pt x="5536628" y="3082869"/>
                  </a:lnTo>
                  <a:lnTo>
                    <a:pt x="5535570" y="3082869"/>
                  </a:lnTo>
                  <a:lnTo>
                    <a:pt x="5534512" y="3082869"/>
                  </a:lnTo>
                  <a:lnTo>
                    <a:pt x="5533455" y="3082869"/>
                  </a:lnTo>
                  <a:lnTo>
                    <a:pt x="5532397" y="3082869"/>
                  </a:lnTo>
                  <a:lnTo>
                    <a:pt x="5531339" y="3082869"/>
                  </a:lnTo>
                  <a:lnTo>
                    <a:pt x="5530281" y="3082869"/>
                  </a:lnTo>
                  <a:lnTo>
                    <a:pt x="5529223" y="3082869"/>
                  </a:lnTo>
                  <a:lnTo>
                    <a:pt x="5528165" y="3082869"/>
                  </a:lnTo>
                  <a:lnTo>
                    <a:pt x="5527108" y="3082869"/>
                  </a:lnTo>
                  <a:lnTo>
                    <a:pt x="5526050" y="3082869"/>
                  </a:lnTo>
                  <a:lnTo>
                    <a:pt x="5524992" y="3082869"/>
                  </a:lnTo>
                  <a:lnTo>
                    <a:pt x="5523934" y="3082869"/>
                  </a:lnTo>
                  <a:lnTo>
                    <a:pt x="5522876" y="3082869"/>
                  </a:lnTo>
                  <a:lnTo>
                    <a:pt x="5521818" y="3082869"/>
                  </a:lnTo>
                  <a:lnTo>
                    <a:pt x="5520760" y="3082869"/>
                  </a:lnTo>
                  <a:lnTo>
                    <a:pt x="5519703" y="3082869"/>
                  </a:lnTo>
                  <a:lnTo>
                    <a:pt x="5518645" y="3082869"/>
                  </a:lnTo>
                  <a:lnTo>
                    <a:pt x="5517587" y="3082869"/>
                  </a:lnTo>
                  <a:lnTo>
                    <a:pt x="5516529" y="3082869"/>
                  </a:lnTo>
                  <a:lnTo>
                    <a:pt x="5515471" y="3082869"/>
                  </a:lnTo>
                  <a:lnTo>
                    <a:pt x="5514413" y="3082869"/>
                  </a:lnTo>
                  <a:lnTo>
                    <a:pt x="5513356" y="3082869"/>
                  </a:lnTo>
                  <a:lnTo>
                    <a:pt x="5512298" y="3082869"/>
                  </a:lnTo>
                  <a:lnTo>
                    <a:pt x="5511240" y="3082869"/>
                  </a:lnTo>
                  <a:lnTo>
                    <a:pt x="5510182" y="3082869"/>
                  </a:lnTo>
                  <a:lnTo>
                    <a:pt x="5509124" y="3082869"/>
                  </a:lnTo>
                  <a:lnTo>
                    <a:pt x="5508066" y="3082869"/>
                  </a:lnTo>
                  <a:lnTo>
                    <a:pt x="5507009" y="3082869"/>
                  </a:lnTo>
                  <a:lnTo>
                    <a:pt x="5505951" y="3082869"/>
                  </a:lnTo>
                  <a:lnTo>
                    <a:pt x="5504893" y="3082869"/>
                  </a:lnTo>
                  <a:lnTo>
                    <a:pt x="5503835" y="3082869"/>
                  </a:lnTo>
                  <a:lnTo>
                    <a:pt x="5502777" y="3082869"/>
                  </a:lnTo>
                  <a:lnTo>
                    <a:pt x="5501719" y="3082869"/>
                  </a:lnTo>
                  <a:lnTo>
                    <a:pt x="5500662" y="3082869"/>
                  </a:lnTo>
                  <a:lnTo>
                    <a:pt x="5499604" y="3082869"/>
                  </a:lnTo>
                  <a:lnTo>
                    <a:pt x="5498546" y="3082869"/>
                  </a:lnTo>
                  <a:lnTo>
                    <a:pt x="5497488" y="3082869"/>
                  </a:lnTo>
                  <a:lnTo>
                    <a:pt x="5496430" y="3082869"/>
                  </a:lnTo>
                  <a:lnTo>
                    <a:pt x="5495372" y="3082869"/>
                  </a:lnTo>
                  <a:lnTo>
                    <a:pt x="5494314" y="3082869"/>
                  </a:lnTo>
                  <a:lnTo>
                    <a:pt x="5493257" y="3082869"/>
                  </a:lnTo>
                  <a:lnTo>
                    <a:pt x="5492199" y="3082869"/>
                  </a:lnTo>
                  <a:lnTo>
                    <a:pt x="5491141" y="3082869"/>
                  </a:lnTo>
                  <a:lnTo>
                    <a:pt x="5490083" y="3082869"/>
                  </a:lnTo>
                  <a:lnTo>
                    <a:pt x="5489025" y="3082869"/>
                  </a:lnTo>
                  <a:lnTo>
                    <a:pt x="5487967" y="3082869"/>
                  </a:lnTo>
                  <a:lnTo>
                    <a:pt x="5486910" y="3082869"/>
                  </a:lnTo>
                  <a:lnTo>
                    <a:pt x="5485852" y="3082869"/>
                  </a:lnTo>
                  <a:lnTo>
                    <a:pt x="5484794" y="3082869"/>
                  </a:lnTo>
                  <a:lnTo>
                    <a:pt x="5483736" y="3082869"/>
                  </a:lnTo>
                  <a:lnTo>
                    <a:pt x="5482678" y="3082869"/>
                  </a:lnTo>
                  <a:lnTo>
                    <a:pt x="5481620" y="3082869"/>
                  </a:lnTo>
                  <a:lnTo>
                    <a:pt x="5480563" y="3082869"/>
                  </a:lnTo>
                  <a:lnTo>
                    <a:pt x="5479505" y="3082869"/>
                  </a:lnTo>
                  <a:lnTo>
                    <a:pt x="5478447" y="3082869"/>
                  </a:lnTo>
                  <a:lnTo>
                    <a:pt x="5477389" y="3082869"/>
                  </a:lnTo>
                  <a:lnTo>
                    <a:pt x="5476331" y="3082869"/>
                  </a:lnTo>
                  <a:lnTo>
                    <a:pt x="5475273" y="3082869"/>
                  </a:lnTo>
                  <a:lnTo>
                    <a:pt x="5474216" y="3082869"/>
                  </a:lnTo>
                  <a:lnTo>
                    <a:pt x="5473158" y="3082869"/>
                  </a:lnTo>
                  <a:lnTo>
                    <a:pt x="5472100" y="3082869"/>
                  </a:lnTo>
                  <a:lnTo>
                    <a:pt x="5471042" y="3082869"/>
                  </a:lnTo>
                  <a:lnTo>
                    <a:pt x="5469984" y="3082869"/>
                  </a:lnTo>
                  <a:lnTo>
                    <a:pt x="5468926" y="3082869"/>
                  </a:lnTo>
                  <a:lnTo>
                    <a:pt x="5467868" y="3082869"/>
                  </a:lnTo>
                  <a:lnTo>
                    <a:pt x="5466811" y="3082869"/>
                  </a:lnTo>
                  <a:lnTo>
                    <a:pt x="5465753" y="3082869"/>
                  </a:lnTo>
                  <a:lnTo>
                    <a:pt x="5464695" y="3082869"/>
                  </a:lnTo>
                  <a:lnTo>
                    <a:pt x="5463637" y="3082869"/>
                  </a:lnTo>
                  <a:lnTo>
                    <a:pt x="5462579" y="3082869"/>
                  </a:lnTo>
                  <a:lnTo>
                    <a:pt x="5461521" y="3082869"/>
                  </a:lnTo>
                  <a:lnTo>
                    <a:pt x="5460464" y="3082869"/>
                  </a:lnTo>
                  <a:lnTo>
                    <a:pt x="5459406" y="3082869"/>
                  </a:lnTo>
                  <a:lnTo>
                    <a:pt x="5458348" y="3082869"/>
                  </a:lnTo>
                  <a:lnTo>
                    <a:pt x="5457290" y="3082869"/>
                  </a:lnTo>
                  <a:lnTo>
                    <a:pt x="5456232" y="3082869"/>
                  </a:lnTo>
                  <a:lnTo>
                    <a:pt x="5455174" y="3082869"/>
                  </a:lnTo>
                  <a:lnTo>
                    <a:pt x="5454117" y="3082869"/>
                  </a:lnTo>
                  <a:lnTo>
                    <a:pt x="5453059" y="3082869"/>
                  </a:lnTo>
                  <a:lnTo>
                    <a:pt x="5452001" y="3082869"/>
                  </a:lnTo>
                  <a:lnTo>
                    <a:pt x="5450943" y="3082869"/>
                  </a:lnTo>
                  <a:lnTo>
                    <a:pt x="5449885" y="3082869"/>
                  </a:lnTo>
                  <a:lnTo>
                    <a:pt x="5448827" y="3082869"/>
                  </a:lnTo>
                  <a:lnTo>
                    <a:pt x="5447770" y="3082869"/>
                  </a:lnTo>
                  <a:lnTo>
                    <a:pt x="5446712" y="3082869"/>
                  </a:lnTo>
                  <a:lnTo>
                    <a:pt x="5445654" y="3082869"/>
                  </a:lnTo>
                  <a:lnTo>
                    <a:pt x="5444596" y="3082869"/>
                  </a:lnTo>
                  <a:lnTo>
                    <a:pt x="5443538" y="3082869"/>
                  </a:lnTo>
                  <a:lnTo>
                    <a:pt x="5442480" y="3082869"/>
                  </a:lnTo>
                  <a:lnTo>
                    <a:pt x="5441422" y="3082869"/>
                  </a:lnTo>
                  <a:lnTo>
                    <a:pt x="5440365" y="3082869"/>
                  </a:lnTo>
                  <a:lnTo>
                    <a:pt x="5439307" y="3082869"/>
                  </a:lnTo>
                  <a:lnTo>
                    <a:pt x="5438249" y="3082869"/>
                  </a:lnTo>
                  <a:lnTo>
                    <a:pt x="5437191" y="3082869"/>
                  </a:lnTo>
                  <a:lnTo>
                    <a:pt x="5436133" y="3082869"/>
                  </a:lnTo>
                  <a:lnTo>
                    <a:pt x="5435075" y="3082869"/>
                  </a:lnTo>
                  <a:lnTo>
                    <a:pt x="5434018" y="3082869"/>
                  </a:lnTo>
                  <a:lnTo>
                    <a:pt x="5432960" y="3082869"/>
                  </a:lnTo>
                  <a:lnTo>
                    <a:pt x="5431902" y="3082869"/>
                  </a:lnTo>
                  <a:lnTo>
                    <a:pt x="5430844" y="3082869"/>
                  </a:lnTo>
                  <a:lnTo>
                    <a:pt x="5429786" y="3082869"/>
                  </a:lnTo>
                  <a:lnTo>
                    <a:pt x="5428728" y="3082869"/>
                  </a:lnTo>
                  <a:lnTo>
                    <a:pt x="5427671" y="3082869"/>
                  </a:lnTo>
                  <a:lnTo>
                    <a:pt x="5426613" y="3082869"/>
                  </a:lnTo>
                  <a:lnTo>
                    <a:pt x="5425555" y="3082869"/>
                  </a:lnTo>
                  <a:lnTo>
                    <a:pt x="5424497" y="3082869"/>
                  </a:lnTo>
                  <a:lnTo>
                    <a:pt x="5423439" y="3082869"/>
                  </a:lnTo>
                  <a:lnTo>
                    <a:pt x="5422381" y="3082869"/>
                  </a:lnTo>
                  <a:lnTo>
                    <a:pt x="5421324" y="3082869"/>
                  </a:lnTo>
                  <a:lnTo>
                    <a:pt x="5420266" y="3082869"/>
                  </a:lnTo>
                  <a:lnTo>
                    <a:pt x="5419208" y="3082869"/>
                  </a:lnTo>
                  <a:lnTo>
                    <a:pt x="5418150" y="3082869"/>
                  </a:lnTo>
                  <a:lnTo>
                    <a:pt x="5417092" y="3082869"/>
                  </a:lnTo>
                  <a:lnTo>
                    <a:pt x="5416034" y="3082869"/>
                  </a:lnTo>
                  <a:lnTo>
                    <a:pt x="5414976" y="3082869"/>
                  </a:lnTo>
                  <a:lnTo>
                    <a:pt x="5413919" y="3082869"/>
                  </a:lnTo>
                  <a:lnTo>
                    <a:pt x="5412861" y="3082869"/>
                  </a:lnTo>
                  <a:lnTo>
                    <a:pt x="5411803" y="3082869"/>
                  </a:lnTo>
                  <a:lnTo>
                    <a:pt x="5410745" y="3082869"/>
                  </a:lnTo>
                  <a:lnTo>
                    <a:pt x="5409687" y="3082869"/>
                  </a:lnTo>
                  <a:lnTo>
                    <a:pt x="5408629" y="3082869"/>
                  </a:lnTo>
                  <a:lnTo>
                    <a:pt x="5407572" y="3082869"/>
                  </a:lnTo>
                  <a:lnTo>
                    <a:pt x="5406514" y="3082869"/>
                  </a:lnTo>
                  <a:lnTo>
                    <a:pt x="5405456" y="3082869"/>
                  </a:lnTo>
                  <a:lnTo>
                    <a:pt x="5404398" y="3082869"/>
                  </a:lnTo>
                  <a:lnTo>
                    <a:pt x="5403340" y="3082869"/>
                  </a:lnTo>
                  <a:lnTo>
                    <a:pt x="5402282" y="3082869"/>
                  </a:lnTo>
                  <a:lnTo>
                    <a:pt x="5401225" y="3082869"/>
                  </a:lnTo>
                  <a:lnTo>
                    <a:pt x="5400167" y="3082869"/>
                  </a:lnTo>
                  <a:lnTo>
                    <a:pt x="5399109" y="3082869"/>
                  </a:lnTo>
                  <a:lnTo>
                    <a:pt x="5398051" y="3082869"/>
                  </a:lnTo>
                  <a:lnTo>
                    <a:pt x="5396993" y="3082869"/>
                  </a:lnTo>
                  <a:lnTo>
                    <a:pt x="5395935" y="3082869"/>
                  </a:lnTo>
                  <a:lnTo>
                    <a:pt x="5394878" y="3082869"/>
                  </a:lnTo>
                  <a:lnTo>
                    <a:pt x="5393820" y="3082869"/>
                  </a:lnTo>
                  <a:lnTo>
                    <a:pt x="5392762" y="3082869"/>
                  </a:lnTo>
                  <a:lnTo>
                    <a:pt x="5391704" y="3082869"/>
                  </a:lnTo>
                  <a:lnTo>
                    <a:pt x="5390646" y="3082869"/>
                  </a:lnTo>
                  <a:lnTo>
                    <a:pt x="5389588" y="3082869"/>
                  </a:lnTo>
                  <a:lnTo>
                    <a:pt x="5388530" y="3082869"/>
                  </a:lnTo>
                  <a:lnTo>
                    <a:pt x="5387473" y="3082869"/>
                  </a:lnTo>
                  <a:lnTo>
                    <a:pt x="5386415" y="3082869"/>
                  </a:lnTo>
                  <a:lnTo>
                    <a:pt x="5385357" y="3082869"/>
                  </a:lnTo>
                  <a:lnTo>
                    <a:pt x="5384299" y="3082869"/>
                  </a:lnTo>
                  <a:lnTo>
                    <a:pt x="5383241" y="3082869"/>
                  </a:lnTo>
                  <a:lnTo>
                    <a:pt x="5382183" y="3082869"/>
                  </a:lnTo>
                  <a:lnTo>
                    <a:pt x="5381126" y="3082869"/>
                  </a:lnTo>
                  <a:lnTo>
                    <a:pt x="5380068" y="3082869"/>
                  </a:lnTo>
                  <a:lnTo>
                    <a:pt x="5379010" y="3082869"/>
                  </a:lnTo>
                  <a:lnTo>
                    <a:pt x="5377952" y="3082869"/>
                  </a:lnTo>
                  <a:lnTo>
                    <a:pt x="5376894" y="3082869"/>
                  </a:lnTo>
                  <a:lnTo>
                    <a:pt x="5375836" y="3082869"/>
                  </a:lnTo>
                  <a:lnTo>
                    <a:pt x="5374779" y="3082869"/>
                  </a:lnTo>
                  <a:lnTo>
                    <a:pt x="5373721" y="3082869"/>
                  </a:lnTo>
                  <a:lnTo>
                    <a:pt x="5372663" y="3082869"/>
                  </a:lnTo>
                  <a:lnTo>
                    <a:pt x="5371605" y="3082869"/>
                  </a:lnTo>
                  <a:lnTo>
                    <a:pt x="5370547" y="3082869"/>
                  </a:lnTo>
                  <a:lnTo>
                    <a:pt x="5369489" y="3082869"/>
                  </a:lnTo>
                  <a:lnTo>
                    <a:pt x="5368432" y="3082869"/>
                  </a:lnTo>
                  <a:lnTo>
                    <a:pt x="5367374" y="3082869"/>
                  </a:lnTo>
                  <a:lnTo>
                    <a:pt x="5366316" y="3082869"/>
                  </a:lnTo>
                  <a:lnTo>
                    <a:pt x="5365258" y="3082869"/>
                  </a:lnTo>
                  <a:lnTo>
                    <a:pt x="5364200" y="3082869"/>
                  </a:lnTo>
                  <a:lnTo>
                    <a:pt x="5363142" y="3082869"/>
                  </a:lnTo>
                  <a:lnTo>
                    <a:pt x="5362084" y="3082869"/>
                  </a:lnTo>
                  <a:lnTo>
                    <a:pt x="5361027" y="3082869"/>
                  </a:lnTo>
                  <a:lnTo>
                    <a:pt x="5359969" y="3082869"/>
                  </a:lnTo>
                  <a:lnTo>
                    <a:pt x="5358911" y="3082869"/>
                  </a:lnTo>
                  <a:lnTo>
                    <a:pt x="5357853" y="3082869"/>
                  </a:lnTo>
                  <a:lnTo>
                    <a:pt x="5356795" y="3082869"/>
                  </a:lnTo>
                  <a:lnTo>
                    <a:pt x="5355737" y="3082869"/>
                  </a:lnTo>
                  <a:lnTo>
                    <a:pt x="5354680" y="3082869"/>
                  </a:lnTo>
                  <a:lnTo>
                    <a:pt x="5353622" y="3082869"/>
                  </a:lnTo>
                  <a:lnTo>
                    <a:pt x="5352564" y="3082869"/>
                  </a:lnTo>
                  <a:lnTo>
                    <a:pt x="5351506" y="3082869"/>
                  </a:lnTo>
                  <a:lnTo>
                    <a:pt x="5350448" y="3082869"/>
                  </a:lnTo>
                  <a:lnTo>
                    <a:pt x="5349390" y="3082869"/>
                  </a:lnTo>
                  <a:lnTo>
                    <a:pt x="5348333" y="3082869"/>
                  </a:lnTo>
                  <a:lnTo>
                    <a:pt x="5347275" y="3082869"/>
                  </a:lnTo>
                  <a:lnTo>
                    <a:pt x="5346217" y="3082869"/>
                  </a:lnTo>
                  <a:lnTo>
                    <a:pt x="5345159" y="3082869"/>
                  </a:lnTo>
                  <a:lnTo>
                    <a:pt x="5344101" y="3082869"/>
                  </a:lnTo>
                  <a:lnTo>
                    <a:pt x="5343043" y="3082869"/>
                  </a:lnTo>
                  <a:lnTo>
                    <a:pt x="5341986" y="3082869"/>
                  </a:lnTo>
                  <a:lnTo>
                    <a:pt x="5340928" y="3082869"/>
                  </a:lnTo>
                  <a:lnTo>
                    <a:pt x="5339870" y="3082869"/>
                  </a:lnTo>
                  <a:lnTo>
                    <a:pt x="5338812" y="3082869"/>
                  </a:lnTo>
                  <a:lnTo>
                    <a:pt x="5337754" y="3082869"/>
                  </a:lnTo>
                  <a:lnTo>
                    <a:pt x="5336696" y="3082869"/>
                  </a:lnTo>
                  <a:lnTo>
                    <a:pt x="5335638" y="3082869"/>
                  </a:lnTo>
                  <a:lnTo>
                    <a:pt x="5334581" y="3082869"/>
                  </a:lnTo>
                  <a:lnTo>
                    <a:pt x="5333523" y="3082869"/>
                  </a:lnTo>
                  <a:lnTo>
                    <a:pt x="5332465" y="3082869"/>
                  </a:lnTo>
                  <a:lnTo>
                    <a:pt x="5331407" y="3082869"/>
                  </a:lnTo>
                  <a:lnTo>
                    <a:pt x="5330349" y="3082869"/>
                  </a:lnTo>
                  <a:lnTo>
                    <a:pt x="5329291" y="3082869"/>
                  </a:lnTo>
                  <a:lnTo>
                    <a:pt x="5328234" y="3082869"/>
                  </a:lnTo>
                  <a:lnTo>
                    <a:pt x="5327176" y="3082869"/>
                  </a:lnTo>
                  <a:lnTo>
                    <a:pt x="5326118" y="3082869"/>
                  </a:lnTo>
                  <a:lnTo>
                    <a:pt x="5325060" y="3082869"/>
                  </a:lnTo>
                  <a:lnTo>
                    <a:pt x="5324002" y="3082869"/>
                  </a:lnTo>
                  <a:lnTo>
                    <a:pt x="5322944" y="3082869"/>
                  </a:lnTo>
                  <a:lnTo>
                    <a:pt x="5321887" y="3082869"/>
                  </a:lnTo>
                  <a:lnTo>
                    <a:pt x="5320829" y="3082869"/>
                  </a:lnTo>
                  <a:lnTo>
                    <a:pt x="5319771" y="3082869"/>
                  </a:lnTo>
                  <a:lnTo>
                    <a:pt x="5318713" y="3082869"/>
                  </a:lnTo>
                  <a:lnTo>
                    <a:pt x="5317655" y="3082869"/>
                  </a:lnTo>
                  <a:lnTo>
                    <a:pt x="5316597" y="3082869"/>
                  </a:lnTo>
                  <a:lnTo>
                    <a:pt x="5315540" y="3082869"/>
                  </a:lnTo>
                  <a:lnTo>
                    <a:pt x="5314482" y="3082869"/>
                  </a:lnTo>
                  <a:lnTo>
                    <a:pt x="5313424" y="3082869"/>
                  </a:lnTo>
                  <a:lnTo>
                    <a:pt x="5312366" y="3082869"/>
                  </a:lnTo>
                  <a:lnTo>
                    <a:pt x="5311308" y="3082869"/>
                  </a:lnTo>
                  <a:lnTo>
                    <a:pt x="5310250" y="3082869"/>
                  </a:lnTo>
                  <a:lnTo>
                    <a:pt x="5309192" y="3082869"/>
                  </a:lnTo>
                  <a:lnTo>
                    <a:pt x="5308135" y="3082869"/>
                  </a:lnTo>
                  <a:lnTo>
                    <a:pt x="5307077" y="3082869"/>
                  </a:lnTo>
                  <a:lnTo>
                    <a:pt x="5306019" y="3082869"/>
                  </a:lnTo>
                  <a:lnTo>
                    <a:pt x="5304961" y="3082869"/>
                  </a:lnTo>
                  <a:lnTo>
                    <a:pt x="5303903" y="3082869"/>
                  </a:lnTo>
                  <a:lnTo>
                    <a:pt x="5302845" y="3082869"/>
                  </a:lnTo>
                  <a:lnTo>
                    <a:pt x="5301788" y="3082869"/>
                  </a:lnTo>
                  <a:lnTo>
                    <a:pt x="5300730" y="3082869"/>
                  </a:lnTo>
                  <a:lnTo>
                    <a:pt x="5299672" y="3082869"/>
                  </a:lnTo>
                  <a:lnTo>
                    <a:pt x="5298614" y="3082869"/>
                  </a:lnTo>
                  <a:lnTo>
                    <a:pt x="5297556" y="3082869"/>
                  </a:lnTo>
                  <a:lnTo>
                    <a:pt x="5296498" y="3082869"/>
                  </a:lnTo>
                  <a:lnTo>
                    <a:pt x="5295441" y="3082869"/>
                  </a:lnTo>
                  <a:lnTo>
                    <a:pt x="5294383" y="3082869"/>
                  </a:lnTo>
                  <a:lnTo>
                    <a:pt x="5293325" y="3082869"/>
                  </a:lnTo>
                  <a:lnTo>
                    <a:pt x="5292267" y="3082869"/>
                  </a:lnTo>
                  <a:lnTo>
                    <a:pt x="5291209" y="3082869"/>
                  </a:lnTo>
                  <a:lnTo>
                    <a:pt x="5290151" y="3082869"/>
                  </a:lnTo>
                  <a:lnTo>
                    <a:pt x="5289094" y="3082869"/>
                  </a:lnTo>
                  <a:lnTo>
                    <a:pt x="5288036" y="3082869"/>
                  </a:lnTo>
                  <a:lnTo>
                    <a:pt x="5286978" y="3082869"/>
                  </a:lnTo>
                  <a:lnTo>
                    <a:pt x="5285920" y="3082869"/>
                  </a:lnTo>
                  <a:lnTo>
                    <a:pt x="5284862" y="3082869"/>
                  </a:lnTo>
                  <a:lnTo>
                    <a:pt x="5283804" y="3082869"/>
                  </a:lnTo>
                  <a:lnTo>
                    <a:pt x="5282746" y="3082869"/>
                  </a:lnTo>
                  <a:lnTo>
                    <a:pt x="5281689" y="3082869"/>
                  </a:lnTo>
                  <a:lnTo>
                    <a:pt x="5280631" y="3082869"/>
                  </a:lnTo>
                  <a:lnTo>
                    <a:pt x="5279573" y="3082869"/>
                  </a:lnTo>
                  <a:lnTo>
                    <a:pt x="5278515" y="3082869"/>
                  </a:lnTo>
                  <a:lnTo>
                    <a:pt x="5277457" y="3082869"/>
                  </a:lnTo>
                  <a:lnTo>
                    <a:pt x="5276399" y="3082869"/>
                  </a:lnTo>
                  <a:lnTo>
                    <a:pt x="5275342" y="3082869"/>
                  </a:lnTo>
                  <a:lnTo>
                    <a:pt x="5274284" y="3082869"/>
                  </a:lnTo>
                  <a:lnTo>
                    <a:pt x="5273226" y="3082869"/>
                  </a:lnTo>
                  <a:lnTo>
                    <a:pt x="5272168" y="3082869"/>
                  </a:lnTo>
                  <a:lnTo>
                    <a:pt x="5271110" y="3082869"/>
                  </a:lnTo>
                  <a:lnTo>
                    <a:pt x="5270052" y="3082869"/>
                  </a:lnTo>
                  <a:lnTo>
                    <a:pt x="5268995" y="3082869"/>
                  </a:lnTo>
                  <a:lnTo>
                    <a:pt x="5267937" y="3082869"/>
                  </a:lnTo>
                  <a:lnTo>
                    <a:pt x="5266879" y="3082869"/>
                  </a:lnTo>
                  <a:lnTo>
                    <a:pt x="5265821" y="3082869"/>
                  </a:lnTo>
                  <a:lnTo>
                    <a:pt x="5264763" y="3082869"/>
                  </a:lnTo>
                  <a:lnTo>
                    <a:pt x="5263705" y="3082869"/>
                  </a:lnTo>
                  <a:lnTo>
                    <a:pt x="5262648" y="3082869"/>
                  </a:lnTo>
                  <a:lnTo>
                    <a:pt x="5261590" y="3082869"/>
                  </a:lnTo>
                  <a:lnTo>
                    <a:pt x="5260532" y="3082869"/>
                  </a:lnTo>
                  <a:lnTo>
                    <a:pt x="5259474" y="3082869"/>
                  </a:lnTo>
                  <a:lnTo>
                    <a:pt x="5258416" y="3082869"/>
                  </a:lnTo>
                  <a:lnTo>
                    <a:pt x="5257358" y="3082869"/>
                  </a:lnTo>
                  <a:lnTo>
                    <a:pt x="5256300" y="3082869"/>
                  </a:lnTo>
                  <a:lnTo>
                    <a:pt x="5255243" y="3082869"/>
                  </a:lnTo>
                  <a:lnTo>
                    <a:pt x="5254185" y="3082869"/>
                  </a:lnTo>
                  <a:lnTo>
                    <a:pt x="5253127" y="3082869"/>
                  </a:lnTo>
                  <a:lnTo>
                    <a:pt x="5252069" y="3082869"/>
                  </a:lnTo>
                  <a:lnTo>
                    <a:pt x="5251011" y="3082869"/>
                  </a:lnTo>
                  <a:lnTo>
                    <a:pt x="5249953" y="3082869"/>
                  </a:lnTo>
                  <a:lnTo>
                    <a:pt x="5248896" y="3082869"/>
                  </a:lnTo>
                  <a:lnTo>
                    <a:pt x="5247838" y="3082869"/>
                  </a:lnTo>
                  <a:lnTo>
                    <a:pt x="5246780" y="3082869"/>
                  </a:lnTo>
                  <a:lnTo>
                    <a:pt x="5245722" y="3082869"/>
                  </a:lnTo>
                  <a:lnTo>
                    <a:pt x="5244664" y="3082869"/>
                  </a:lnTo>
                  <a:lnTo>
                    <a:pt x="5243606" y="3082869"/>
                  </a:lnTo>
                  <a:lnTo>
                    <a:pt x="5242549" y="3082869"/>
                  </a:lnTo>
                  <a:lnTo>
                    <a:pt x="5241491" y="3082869"/>
                  </a:lnTo>
                  <a:lnTo>
                    <a:pt x="5240433" y="3082869"/>
                  </a:lnTo>
                  <a:lnTo>
                    <a:pt x="5239375" y="3082869"/>
                  </a:lnTo>
                  <a:lnTo>
                    <a:pt x="5238317" y="3082869"/>
                  </a:lnTo>
                  <a:lnTo>
                    <a:pt x="5237259" y="3082869"/>
                  </a:lnTo>
                  <a:lnTo>
                    <a:pt x="5236202" y="3082869"/>
                  </a:lnTo>
                  <a:lnTo>
                    <a:pt x="5235144" y="3082869"/>
                  </a:lnTo>
                  <a:lnTo>
                    <a:pt x="5234086" y="3082869"/>
                  </a:lnTo>
                  <a:lnTo>
                    <a:pt x="5233028" y="3082869"/>
                  </a:lnTo>
                  <a:lnTo>
                    <a:pt x="5231970" y="3082869"/>
                  </a:lnTo>
                  <a:lnTo>
                    <a:pt x="5230912" y="3082869"/>
                  </a:lnTo>
                  <a:lnTo>
                    <a:pt x="5229854" y="3082869"/>
                  </a:lnTo>
                  <a:lnTo>
                    <a:pt x="5228797" y="3082869"/>
                  </a:lnTo>
                  <a:lnTo>
                    <a:pt x="5227739" y="3082869"/>
                  </a:lnTo>
                  <a:lnTo>
                    <a:pt x="5226681" y="3082869"/>
                  </a:lnTo>
                  <a:lnTo>
                    <a:pt x="5225623" y="3082869"/>
                  </a:lnTo>
                  <a:lnTo>
                    <a:pt x="5224565" y="3082869"/>
                  </a:lnTo>
                  <a:lnTo>
                    <a:pt x="5223507" y="3082869"/>
                  </a:lnTo>
                  <a:lnTo>
                    <a:pt x="5222450" y="3082869"/>
                  </a:lnTo>
                  <a:lnTo>
                    <a:pt x="5221392" y="3082869"/>
                  </a:lnTo>
                  <a:lnTo>
                    <a:pt x="5220334" y="3082869"/>
                  </a:lnTo>
                  <a:lnTo>
                    <a:pt x="5219276" y="3082869"/>
                  </a:lnTo>
                  <a:lnTo>
                    <a:pt x="5218218" y="3082869"/>
                  </a:lnTo>
                  <a:lnTo>
                    <a:pt x="5217160" y="3082869"/>
                  </a:lnTo>
                  <a:lnTo>
                    <a:pt x="5216103" y="3082869"/>
                  </a:lnTo>
                  <a:lnTo>
                    <a:pt x="5215045" y="3082869"/>
                  </a:lnTo>
                  <a:lnTo>
                    <a:pt x="5213987" y="3082869"/>
                  </a:lnTo>
                  <a:lnTo>
                    <a:pt x="5212929" y="3082869"/>
                  </a:lnTo>
                  <a:lnTo>
                    <a:pt x="5211871" y="3082869"/>
                  </a:lnTo>
                  <a:lnTo>
                    <a:pt x="5210813" y="3082869"/>
                  </a:lnTo>
                  <a:lnTo>
                    <a:pt x="5209756" y="3082869"/>
                  </a:lnTo>
                  <a:lnTo>
                    <a:pt x="5208698" y="3082869"/>
                  </a:lnTo>
                  <a:lnTo>
                    <a:pt x="5207640" y="3082869"/>
                  </a:lnTo>
                  <a:lnTo>
                    <a:pt x="5206582" y="3082869"/>
                  </a:lnTo>
                  <a:lnTo>
                    <a:pt x="5205524" y="3082869"/>
                  </a:lnTo>
                  <a:lnTo>
                    <a:pt x="5204466" y="3082869"/>
                  </a:lnTo>
                  <a:lnTo>
                    <a:pt x="5203408" y="3082869"/>
                  </a:lnTo>
                  <a:lnTo>
                    <a:pt x="5202351" y="3082869"/>
                  </a:lnTo>
                  <a:lnTo>
                    <a:pt x="5201293" y="3082869"/>
                  </a:lnTo>
                  <a:lnTo>
                    <a:pt x="5200235" y="3082869"/>
                  </a:lnTo>
                  <a:lnTo>
                    <a:pt x="5199177" y="3082869"/>
                  </a:lnTo>
                  <a:lnTo>
                    <a:pt x="5198119" y="3082869"/>
                  </a:lnTo>
                  <a:lnTo>
                    <a:pt x="5197061" y="3082869"/>
                  </a:lnTo>
                  <a:lnTo>
                    <a:pt x="5196004" y="3082869"/>
                  </a:lnTo>
                  <a:lnTo>
                    <a:pt x="5194946" y="3082869"/>
                  </a:lnTo>
                  <a:lnTo>
                    <a:pt x="5193888" y="3082869"/>
                  </a:lnTo>
                  <a:lnTo>
                    <a:pt x="5192830" y="3082869"/>
                  </a:lnTo>
                  <a:lnTo>
                    <a:pt x="5191772" y="3082869"/>
                  </a:lnTo>
                  <a:lnTo>
                    <a:pt x="5190714" y="3082869"/>
                  </a:lnTo>
                  <a:lnTo>
                    <a:pt x="5189657" y="3082869"/>
                  </a:lnTo>
                  <a:lnTo>
                    <a:pt x="5188599" y="3082869"/>
                  </a:lnTo>
                  <a:lnTo>
                    <a:pt x="5187541" y="3082869"/>
                  </a:lnTo>
                  <a:lnTo>
                    <a:pt x="5186483" y="3082869"/>
                  </a:lnTo>
                  <a:lnTo>
                    <a:pt x="5185425" y="3082869"/>
                  </a:lnTo>
                  <a:lnTo>
                    <a:pt x="5184367" y="3082869"/>
                  </a:lnTo>
                  <a:lnTo>
                    <a:pt x="5183310" y="3082869"/>
                  </a:lnTo>
                  <a:lnTo>
                    <a:pt x="5182252" y="3082869"/>
                  </a:lnTo>
                  <a:lnTo>
                    <a:pt x="5181194" y="3082869"/>
                  </a:lnTo>
                  <a:lnTo>
                    <a:pt x="5180136" y="3082869"/>
                  </a:lnTo>
                  <a:lnTo>
                    <a:pt x="5179078" y="3082869"/>
                  </a:lnTo>
                  <a:lnTo>
                    <a:pt x="5178020" y="3082869"/>
                  </a:lnTo>
                  <a:lnTo>
                    <a:pt x="5176962" y="3082869"/>
                  </a:lnTo>
                  <a:lnTo>
                    <a:pt x="5175905" y="3082869"/>
                  </a:lnTo>
                  <a:lnTo>
                    <a:pt x="5174847" y="3082869"/>
                  </a:lnTo>
                  <a:lnTo>
                    <a:pt x="5173789" y="3082869"/>
                  </a:lnTo>
                  <a:lnTo>
                    <a:pt x="5172731" y="3082869"/>
                  </a:lnTo>
                  <a:lnTo>
                    <a:pt x="5171673" y="3082869"/>
                  </a:lnTo>
                  <a:lnTo>
                    <a:pt x="5170615" y="3082869"/>
                  </a:lnTo>
                  <a:lnTo>
                    <a:pt x="5169558" y="3082869"/>
                  </a:lnTo>
                  <a:lnTo>
                    <a:pt x="5168500" y="3082869"/>
                  </a:lnTo>
                  <a:lnTo>
                    <a:pt x="5167442" y="3082869"/>
                  </a:lnTo>
                  <a:lnTo>
                    <a:pt x="5166384" y="3082869"/>
                  </a:lnTo>
                  <a:lnTo>
                    <a:pt x="5165326" y="3082869"/>
                  </a:lnTo>
                  <a:lnTo>
                    <a:pt x="5164268" y="3082869"/>
                  </a:lnTo>
                  <a:lnTo>
                    <a:pt x="5163211" y="3082869"/>
                  </a:lnTo>
                  <a:lnTo>
                    <a:pt x="5162153" y="3082869"/>
                  </a:lnTo>
                  <a:lnTo>
                    <a:pt x="5161095" y="3082869"/>
                  </a:lnTo>
                  <a:lnTo>
                    <a:pt x="5160037" y="3082869"/>
                  </a:lnTo>
                  <a:lnTo>
                    <a:pt x="5158979" y="3082869"/>
                  </a:lnTo>
                  <a:lnTo>
                    <a:pt x="5157921" y="3082869"/>
                  </a:lnTo>
                  <a:lnTo>
                    <a:pt x="5156864" y="3082869"/>
                  </a:lnTo>
                  <a:lnTo>
                    <a:pt x="5155806" y="3082869"/>
                  </a:lnTo>
                  <a:lnTo>
                    <a:pt x="5154748" y="3082869"/>
                  </a:lnTo>
                  <a:lnTo>
                    <a:pt x="5153690" y="3082869"/>
                  </a:lnTo>
                  <a:lnTo>
                    <a:pt x="5152632" y="3082869"/>
                  </a:lnTo>
                  <a:lnTo>
                    <a:pt x="5151574" y="3082869"/>
                  </a:lnTo>
                  <a:lnTo>
                    <a:pt x="5150516" y="3082869"/>
                  </a:lnTo>
                  <a:lnTo>
                    <a:pt x="5149459" y="3082869"/>
                  </a:lnTo>
                  <a:lnTo>
                    <a:pt x="5148401" y="3082869"/>
                  </a:lnTo>
                  <a:lnTo>
                    <a:pt x="5147343" y="3082869"/>
                  </a:lnTo>
                  <a:lnTo>
                    <a:pt x="5146285" y="3082869"/>
                  </a:lnTo>
                  <a:lnTo>
                    <a:pt x="5145227" y="3082869"/>
                  </a:lnTo>
                  <a:lnTo>
                    <a:pt x="5144169" y="3082869"/>
                  </a:lnTo>
                  <a:lnTo>
                    <a:pt x="5143112" y="3082869"/>
                  </a:lnTo>
                  <a:lnTo>
                    <a:pt x="5142054" y="3082869"/>
                  </a:lnTo>
                  <a:lnTo>
                    <a:pt x="5140996" y="3082869"/>
                  </a:lnTo>
                  <a:lnTo>
                    <a:pt x="5139938" y="3082869"/>
                  </a:lnTo>
                  <a:lnTo>
                    <a:pt x="5138880" y="3082869"/>
                  </a:lnTo>
                  <a:lnTo>
                    <a:pt x="5137822" y="3082869"/>
                  </a:lnTo>
                  <a:lnTo>
                    <a:pt x="5136765" y="3082869"/>
                  </a:lnTo>
                  <a:lnTo>
                    <a:pt x="5135707" y="3082869"/>
                  </a:lnTo>
                  <a:lnTo>
                    <a:pt x="5134649" y="3082869"/>
                  </a:lnTo>
                  <a:lnTo>
                    <a:pt x="5133591" y="3082869"/>
                  </a:lnTo>
                  <a:lnTo>
                    <a:pt x="5132533" y="3082869"/>
                  </a:lnTo>
                  <a:lnTo>
                    <a:pt x="5131475" y="3082869"/>
                  </a:lnTo>
                  <a:lnTo>
                    <a:pt x="5130418" y="3082869"/>
                  </a:lnTo>
                  <a:lnTo>
                    <a:pt x="5129360" y="3082869"/>
                  </a:lnTo>
                  <a:lnTo>
                    <a:pt x="5128302" y="3082869"/>
                  </a:lnTo>
                  <a:lnTo>
                    <a:pt x="5127244" y="3082869"/>
                  </a:lnTo>
                  <a:lnTo>
                    <a:pt x="5126186" y="3082869"/>
                  </a:lnTo>
                  <a:lnTo>
                    <a:pt x="5125128" y="3082869"/>
                  </a:lnTo>
                  <a:lnTo>
                    <a:pt x="5124070" y="3082869"/>
                  </a:lnTo>
                  <a:lnTo>
                    <a:pt x="5123013" y="3082869"/>
                  </a:lnTo>
                  <a:lnTo>
                    <a:pt x="5121955" y="3082869"/>
                  </a:lnTo>
                  <a:lnTo>
                    <a:pt x="5120897" y="3082869"/>
                  </a:lnTo>
                  <a:lnTo>
                    <a:pt x="5119839" y="3082869"/>
                  </a:lnTo>
                  <a:lnTo>
                    <a:pt x="5118781" y="3082869"/>
                  </a:lnTo>
                  <a:lnTo>
                    <a:pt x="5117723" y="3082869"/>
                  </a:lnTo>
                  <a:lnTo>
                    <a:pt x="5116666" y="3082869"/>
                  </a:lnTo>
                  <a:lnTo>
                    <a:pt x="5115608" y="3082869"/>
                  </a:lnTo>
                  <a:lnTo>
                    <a:pt x="5114550" y="3082869"/>
                  </a:lnTo>
                  <a:lnTo>
                    <a:pt x="5113492" y="3082869"/>
                  </a:lnTo>
                  <a:lnTo>
                    <a:pt x="5112434" y="3082869"/>
                  </a:lnTo>
                  <a:lnTo>
                    <a:pt x="5111376" y="3082869"/>
                  </a:lnTo>
                  <a:lnTo>
                    <a:pt x="5110319" y="3082869"/>
                  </a:lnTo>
                  <a:lnTo>
                    <a:pt x="5109261" y="3082869"/>
                  </a:lnTo>
                  <a:lnTo>
                    <a:pt x="5108203" y="3082869"/>
                  </a:lnTo>
                  <a:lnTo>
                    <a:pt x="5107145" y="3082869"/>
                  </a:lnTo>
                  <a:lnTo>
                    <a:pt x="5106087" y="3082869"/>
                  </a:lnTo>
                  <a:lnTo>
                    <a:pt x="5105029" y="3082869"/>
                  </a:lnTo>
                  <a:lnTo>
                    <a:pt x="5103972" y="3082869"/>
                  </a:lnTo>
                  <a:lnTo>
                    <a:pt x="5102914" y="3082869"/>
                  </a:lnTo>
                  <a:lnTo>
                    <a:pt x="5101856" y="3082869"/>
                  </a:lnTo>
                  <a:lnTo>
                    <a:pt x="5100798" y="3082869"/>
                  </a:lnTo>
                  <a:lnTo>
                    <a:pt x="5099740" y="3082869"/>
                  </a:lnTo>
                  <a:lnTo>
                    <a:pt x="5098682" y="3082869"/>
                  </a:lnTo>
                  <a:lnTo>
                    <a:pt x="5097624" y="3082869"/>
                  </a:lnTo>
                  <a:lnTo>
                    <a:pt x="5096567" y="3082869"/>
                  </a:lnTo>
                  <a:lnTo>
                    <a:pt x="5095509" y="3082869"/>
                  </a:lnTo>
                  <a:lnTo>
                    <a:pt x="5094451" y="3082869"/>
                  </a:lnTo>
                  <a:lnTo>
                    <a:pt x="5093393" y="3082869"/>
                  </a:lnTo>
                  <a:lnTo>
                    <a:pt x="5092335" y="3082869"/>
                  </a:lnTo>
                  <a:lnTo>
                    <a:pt x="5091277" y="3082869"/>
                  </a:lnTo>
                  <a:lnTo>
                    <a:pt x="5090220" y="3082869"/>
                  </a:lnTo>
                  <a:lnTo>
                    <a:pt x="5089162" y="3082869"/>
                  </a:lnTo>
                  <a:lnTo>
                    <a:pt x="5088104" y="3082869"/>
                  </a:lnTo>
                  <a:lnTo>
                    <a:pt x="5087046" y="3082869"/>
                  </a:lnTo>
                  <a:lnTo>
                    <a:pt x="5085988" y="3082869"/>
                  </a:lnTo>
                  <a:lnTo>
                    <a:pt x="5084930" y="3082869"/>
                  </a:lnTo>
                  <a:lnTo>
                    <a:pt x="5083873" y="3082869"/>
                  </a:lnTo>
                  <a:lnTo>
                    <a:pt x="5082815" y="3082869"/>
                  </a:lnTo>
                  <a:lnTo>
                    <a:pt x="5081757" y="3082869"/>
                  </a:lnTo>
                  <a:lnTo>
                    <a:pt x="5080699" y="3082869"/>
                  </a:lnTo>
                  <a:lnTo>
                    <a:pt x="5079641" y="3082869"/>
                  </a:lnTo>
                  <a:lnTo>
                    <a:pt x="5078583" y="3082869"/>
                  </a:lnTo>
                  <a:lnTo>
                    <a:pt x="5077526" y="3082869"/>
                  </a:lnTo>
                  <a:lnTo>
                    <a:pt x="5076468" y="3082869"/>
                  </a:lnTo>
                  <a:lnTo>
                    <a:pt x="5075410" y="3082869"/>
                  </a:lnTo>
                  <a:lnTo>
                    <a:pt x="5074352" y="3082869"/>
                  </a:lnTo>
                  <a:lnTo>
                    <a:pt x="5073294" y="3082869"/>
                  </a:lnTo>
                  <a:lnTo>
                    <a:pt x="5072236" y="3082869"/>
                  </a:lnTo>
                  <a:lnTo>
                    <a:pt x="5071179" y="3082869"/>
                  </a:lnTo>
                  <a:lnTo>
                    <a:pt x="5070121" y="3082869"/>
                  </a:lnTo>
                  <a:lnTo>
                    <a:pt x="5069063" y="3082869"/>
                  </a:lnTo>
                  <a:lnTo>
                    <a:pt x="5068005" y="3082869"/>
                  </a:lnTo>
                  <a:lnTo>
                    <a:pt x="5066947" y="3082869"/>
                  </a:lnTo>
                  <a:lnTo>
                    <a:pt x="5065889" y="3082869"/>
                  </a:lnTo>
                  <a:lnTo>
                    <a:pt x="5064831" y="3082869"/>
                  </a:lnTo>
                  <a:lnTo>
                    <a:pt x="5063774" y="3082869"/>
                  </a:lnTo>
                  <a:lnTo>
                    <a:pt x="5062716" y="3082869"/>
                  </a:lnTo>
                  <a:lnTo>
                    <a:pt x="5061658" y="3082869"/>
                  </a:lnTo>
                  <a:lnTo>
                    <a:pt x="5060600" y="3082869"/>
                  </a:lnTo>
                  <a:lnTo>
                    <a:pt x="5059542" y="3082869"/>
                  </a:lnTo>
                  <a:lnTo>
                    <a:pt x="5058484" y="3082869"/>
                  </a:lnTo>
                  <a:lnTo>
                    <a:pt x="5057427" y="3082869"/>
                  </a:lnTo>
                  <a:lnTo>
                    <a:pt x="5056369" y="3082869"/>
                  </a:lnTo>
                  <a:lnTo>
                    <a:pt x="5055311" y="3082869"/>
                  </a:lnTo>
                  <a:lnTo>
                    <a:pt x="5054253" y="3082869"/>
                  </a:lnTo>
                  <a:lnTo>
                    <a:pt x="5053195" y="3082869"/>
                  </a:lnTo>
                  <a:lnTo>
                    <a:pt x="5052137" y="3082869"/>
                  </a:lnTo>
                  <a:lnTo>
                    <a:pt x="5051080" y="3082869"/>
                  </a:lnTo>
                  <a:lnTo>
                    <a:pt x="5050022" y="3082869"/>
                  </a:lnTo>
                  <a:lnTo>
                    <a:pt x="5048964" y="3082869"/>
                  </a:lnTo>
                  <a:lnTo>
                    <a:pt x="5047906" y="3082869"/>
                  </a:lnTo>
                  <a:lnTo>
                    <a:pt x="5046848" y="3082869"/>
                  </a:lnTo>
                  <a:lnTo>
                    <a:pt x="5045790" y="3082869"/>
                  </a:lnTo>
                  <a:lnTo>
                    <a:pt x="5044733" y="3082869"/>
                  </a:lnTo>
                  <a:lnTo>
                    <a:pt x="5043675" y="3082869"/>
                  </a:lnTo>
                  <a:lnTo>
                    <a:pt x="5042617" y="3082869"/>
                  </a:lnTo>
                  <a:lnTo>
                    <a:pt x="5041559" y="3082869"/>
                  </a:lnTo>
                  <a:lnTo>
                    <a:pt x="5040501" y="3082869"/>
                  </a:lnTo>
                  <a:lnTo>
                    <a:pt x="5039443" y="3082869"/>
                  </a:lnTo>
                  <a:lnTo>
                    <a:pt x="5038385" y="3082869"/>
                  </a:lnTo>
                  <a:lnTo>
                    <a:pt x="5037328" y="3082869"/>
                  </a:lnTo>
                  <a:lnTo>
                    <a:pt x="5036270" y="3082869"/>
                  </a:lnTo>
                  <a:lnTo>
                    <a:pt x="5035212" y="3082869"/>
                  </a:lnTo>
                  <a:lnTo>
                    <a:pt x="5034154" y="3082869"/>
                  </a:lnTo>
                  <a:lnTo>
                    <a:pt x="5033096" y="3082869"/>
                  </a:lnTo>
                  <a:lnTo>
                    <a:pt x="5032038" y="3082869"/>
                  </a:lnTo>
                  <a:lnTo>
                    <a:pt x="5030981" y="3082869"/>
                  </a:lnTo>
                  <a:lnTo>
                    <a:pt x="5029923" y="3082869"/>
                  </a:lnTo>
                  <a:lnTo>
                    <a:pt x="5028865" y="3082869"/>
                  </a:lnTo>
                  <a:lnTo>
                    <a:pt x="5027807" y="3082869"/>
                  </a:lnTo>
                  <a:lnTo>
                    <a:pt x="5026749" y="3082869"/>
                  </a:lnTo>
                  <a:lnTo>
                    <a:pt x="5025691" y="3082869"/>
                  </a:lnTo>
                  <a:lnTo>
                    <a:pt x="5024634" y="3082869"/>
                  </a:lnTo>
                  <a:lnTo>
                    <a:pt x="5023576" y="3082869"/>
                  </a:lnTo>
                  <a:lnTo>
                    <a:pt x="5022518" y="3082869"/>
                  </a:lnTo>
                  <a:lnTo>
                    <a:pt x="5021460" y="3082869"/>
                  </a:lnTo>
                  <a:lnTo>
                    <a:pt x="5020402" y="3082869"/>
                  </a:lnTo>
                  <a:lnTo>
                    <a:pt x="5019344" y="3082869"/>
                  </a:lnTo>
                  <a:lnTo>
                    <a:pt x="5018287" y="3082869"/>
                  </a:lnTo>
                  <a:lnTo>
                    <a:pt x="5017229" y="3082869"/>
                  </a:lnTo>
                  <a:lnTo>
                    <a:pt x="5016171" y="3082869"/>
                  </a:lnTo>
                  <a:lnTo>
                    <a:pt x="5015113" y="3082869"/>
                  </a:lnTo>
                  <a:lnTo>
                    <a:pt x="5014055" y="3082869"/>
                  </a:lnTo>
                  <a:lnTo>
                    <a:pt x="5012997" y="3082869"/>
                  </a:lnTo>
                  <a:lnTo>
                    <a:pt x="5011939" y="3082869"/>
                  </a:lnTo>
                  <a:lnTo>
                    <a:pt x="5010882" y="3082869"/>
                  </a:lnTo>
                  <a:lnTo>
                    <a:pt x="5009824" y="3082869"/>
                  </a:lnTo>
                  <a:lnTo>
                    <a:pt x="5008766" y="3082869"/>
                  </a:lnTo>
                  <a:lnTo>
                    <a:pt x="5007708" y="3082869"/>
                  </a:lnTo>
                  <a:lnTo>
                    <a:pt x="5006650" y="3082869"/>
                  </a:lnTo>
                  <a:lnTo>
                    <a:pt x="5005592" y="3082869"/>
                  </a:lnTo>
                  <a:lnTo>
                    <a:pt x="5004535" y="3082869"/>
                  </a:lnTo>
                  <a:lnTo>
                    <a:pt x="5003477" y="3082869"/>
                  </a:lnTo>
                  <a:lnTo>
                    <a:pt x="5002419" y="3082869"/>
                  </a:lnTo>
                  <a:lnTo>
                    <a:pt x="5001361" y="3082869"/>
                  </a:lnTo>
                  <a:lnTo>
                    <a:pt x="5000303" y="3082869"/>
                  </a:lnTo>
                  <a:lnTo>
                    <a:pt x="4999245" y="3082869"/>
                  </a:lnTo>
                  <a:lnTo>
                    <a:pt x="4998188" y="3082869"/>
                  </a:lnTo>
                  <a:lnTo>
                    <a:pt x="4997130" y="3082869"/>
                  </a:lnTo>
                  <a:lnTo>
                    <a:pt x="4996072" y="3082869"/>
                  </a:lnTo>
                  <a:lnTo>
                    <a:pt x="4995014" y="3082869"/>
                  </a:lnTo>
                  <a:lnTo>
                    <a:pt x="4993956" y="3082869"/>
                  </a:lnTo>
                  <a:lnTo>
                    <a:pt x="4992898" y="3082869"/>
                  </a:lnTo>
                  <a:lnTo>
                    <a:pt x="4991841" y="3082869"/>
                  </a:lnTo>
                  <a:lnTo>
                    <a:pt x="4990783" y="3082869"/>
                  </a:lnTo>
                  <a:lnTo>
                    <a:pt x="4989725" y="3082869"/>
                  </a:lnTo>
                  <a:lnTo>
                    <a:pt x="4988667" y="3082869"/>
                  </a:lnTo>
                  <a:lnTo>
                    <a:pt x="4987609" y="3082869"/>
                  </a:lnTo>
                  <a:lnTo>
                    <a:pt x="4986551" y="3082869"/>
                  </a:lnTo>
                  <a:lnTo>
                    <a:pt x="4985493" y="3082869"/>
                  </a:lnTo>
                  <a:lnTo>
                    <a:pt x="4984436" y="3082869"/>
                  </a:lnTo>
                  <a:lnTo>
                    <a:pt x="4983378" y="3082869"/>
                  </a:lnTo>
                  <a:lnTo>
                    <a:pt x="4982320" y="3082869"/>
                  </a:lnTo>
                  <a:lnTo>
                    <a:pt x="4981262" y="3082869"/>
                  </a:lnTo>
                  <a:lnTo>
                    <a:pt x="4980204" y="3082869"/>
                  </a:lnTo>
                  <a:lnTo>
                    <a:pt x="4979146" y="3082869"/>
                  </a:lnTo>
                  <a:lnTo>
                    <a:pt x="4978089" y="3082869"/>
                  </a:lnTo>
                  <a:lnTo>
                    <a:pt x="4977031" y="3082869"/>
                  </a:lnTo>
                  <a:lnTo>
                    <a:pt x="4975973" y="3082869"/>
                  </a:lnTo>
                  <a:lnTo>
                    <a:pt x="4974915" y="3082869"/>
                  </a:lnTo>
                  <a:lnTo>
                    <a:pt x="4973857" y="3082869"/>
                  </a:lnTo>
                  <a:lnTo>
                    <a:pt x="4972799" y="3082869"/>
                  </a:lnTo>
                  <a:lnTo>
                    <a:pt x="4971742" y="3082869"/>
                  </a:lnTo>
                  <a:lnTo>
                    <a:pt x="4970684" y="3082869"/>
                  </a:lnTo>
                  <a:lnTo>
                    <a:pt x="4969626" y="3082869"/>
                  </a:lnTo>
                  <a:lnTo>
                    <a:pt x="4968568" y="3082869"/>
                  </a:lnTo>
                  <a:lnTo>
                    <a:pt x="4967510" y="3082869"/>
                  </a:lnTo>
                  <a:lnTo>
                    <a:pt x="4966452" y="3082869"/>
                  </a:lnTo>
                  <a:lnTo>
                    <a:pt x="4965395" y="3082869"/>
                  </a:lnTo>
                  <a:lnTo>
                    <a:pt x="4964337" y="3082869"/>
                  </a:lnTo>
                  <a:lnTo>
                    <a:pt x="4963279" y="3082869"/>
                  </a:lnTo>
                  <a:lnTo>
                    <a:pt x="4962221" y="3082869"/>
                  </a:lnTo>
                  <a:lnTo>
                    <a:pt x="4961163" y="3082869"/>
                  </a:lnTo>
                  <a:lnTo>
                    <a:pt x="4960105" y="3082869"/>
                  </a:lnTo>
                  <a:lnTo>
                    <a:pt x="4959047" y="3082869"/>
                  </a:lnTo>
                  <a:lnTo>
                    <a:pt x="4957990" y="3082869"/>
                  </a:lnTo>
                  <a:lnTo>
                    <a:pt x="4956932" y="3082869"/>
                  </a:lnTo>
                  <a:lnTo>
                    <a:pt x="4955874" y="3082869"/>
                  </a:lnTo>
                  <a:lnTo>
                    <a:pt x="4954816" y="3082869"/>
                  </a:lnTo>
                  <a:lnTo>
                    <a:pt x="4953758" y="3082869"/>
                  </a:lnTo>
                  <a:lnTo>
                    <a:pt x="4952700" y="3082869"/>
                  </a:lnTo>
                  <a:lnTo>
                    <a:pt x="4951643" y="3082869"/>
                  </a:lnTo>
                  <a:lnTo>
                    <a:pt x="4950585" y="3082869"/>
                  </a:lnTo>
                  <a:lnTo>
                    <a:pt x="4949527" y="3082869"/>
                  </a:lnTo>
                  <a:lnTo>
                    <a:pt x="4948469" y="3082869"/>
                  </a:lnTo>
                  <a:lnTo>
                    <a:pt x="4947411" y="3082869"/>
                  </a:lnTo>
                  <a:lnTo>
                    <a:pt x="4946353" y="3082869"/>
                  </a:lnTo>
                  <a:lnTo>
                    <a:pt x="4945296" y="3082869"/>
                  </a:lnTo>
                  <a:lnTo>
                    <a:pt x="4944238" y="3082869"/>
                  </a:lnTo>
                  <a:lnTo>
                    <a:pt x="4943180" y="3082869"/>
                  </a:lnTo>
                  <a:lnTo>
                    <a:pt x="4942122" y="3082869"/>
                  </a:lnTo>
                  <a:lnTo>
                    <a:pt x="4941064" y="3082869"/>
                  </a:lnTo>
                  <a:lnTo>
                    <a:pt x="4940006" y="3082869"/>
                  </a:lnTo>
                  <a:lnTo>
                    <a:pt x="4938949" y="3082869"/>
                  </a:lnTo>
                  <a:lnTo>
                    <a:pt x="4937891" y="3082869"/>
                  </a:lnTo>
                  <a:lnTo>
                    <a:pt x="4936833" y="3082869"/>
                  </a:lnTo>
                  <a:lnTo>
                    <a:pt x="4935775" y="3082869"/>
                  </a:lnTo>
                  <a:lnTo>
                    <a:pt x="4934717" y="3082869"/>
                  </a:lnTo>
                  <a:lnTo>
                    <a:pt x="4933659" y="3082869"/>
                  </a:lnTo>
                  <a:lnTo>
                    <a:pt x="4932601" y="3082869"/>
                  </a:lnTo>
                  <a:lnTo>
                    <a:pt x="4931544" y="3082869"/>
                  </a:lnTo>
                  <a:lnTo>
                    <a:pt x="4930486" y="3082869"/>
                  </a:lnTo>
                  <a:lnTo>
                    <a:pt x="4929428" y="3082869"/>
                  </a:lnTo>
                  <a:lnTo>
                    <a:pt x="4928370" y="3082869"/>
                  </a:lnTo>
                  <a:lnTo>
                    <a:pt x="4927312" y="3082869"/>
                  </a:lnTo>
                  <a:lnTo>
                    <a:pt x="4926254" y="3082869"/>
                  </a:lnTo>
                  <a:lnTo>
                    <a:pt x="4925197" y="3082869"/>
                  </a:lnTo>
                  <a:lnTo>
                    <a:pt x="4924139" y="3082869"/>
                  </a:lnTo>
                  <a:lnTo>
                    <a:pt x="4923081" y="3082869"/>
                  </a:lnTo>
                  <a:lnTo>
                    <a:pt x="4922023" y="3082869"/>
                  </a:lnTo>
                  <a:lnTo>
                    <a:pt x="4920965" y="3082869"/>
                  </a:lnTo>
                  <a:lnTo>
                    <a:pt x="4919907" y="3082869"/>
                  </a:lnTo>
                  <a:lnTo>
                    <a:pt x="4918850" y="3082869"/>
                  </a:lnTo>
                  <a:lnTo>
                    <a:pt x="4917792" y="3082869"/>
                  </a:lnTo>
                  <a:lnTo>
                    <a:pt x="4916734" y="3082869"/>
                  </a:lnTo>
                  <a:lnTo>
                    <a:pt x="4915676" y="3082869"/>
                  </a:lnTo>
                  <a:lnTo>
                    <a:pt x="4914618" y="3082869"/>
                  </a:lnTo>
                  <a:lnTo>
                    <a:pt x="4913560" y="3082869"/>
                  </a:lnTo>
                  <a:lnTo>
                    <a:pt x="4912503" y="3082869"/>
                  </a:lnTo>
                  <a:lnTo>
                    <a:pt x="4911445" y="3082869"/>
                  </a:lnTo>
                  <a:lnTo>
                    <a:pt x="4910387" y="3082869"/>
                  </a:lnTo>
                  <a:lnTo>
                    <a:pt x="4909329" y="3082869"/>
                  </a:lnTo>
                  <a:lnTo>
                    <a:pt x="4908271" y="3082869"/>
                  </a:lnTo>
                  <a:lnTo>
                    <a:pt x="4907213" y="3082869"/>
                  </a:lnTo>
                  <a:lnTo>
                    <a:pt x="4906155" y="3082869"/>
                  </a:lnTo>
                  <a:lnTo>
                    <a:pt x="4905098" y="3082869"/>
                  </a:lnTo>
                  <a:lnTo>
                    <a:pt x="4904040" y="3082869"/>
                  </a:lnTo>
                  <a:lnTo>
                    <a:pt x="4902982" y="3082869"/>
                  </a:lnTo>
                  <a:lnTo>
                    <a:pt x="4901924" y="3082869"/>
                  </a:lnTo>
                  <a:lnTo>
                    <a:pt x="4900866" y="3082869"/>
                  </a:lnTo>
                  <a:lnTo>
                    <a:pt x="4899808" y="3082869"/>
                  </a:lnTo>
                  <a:lnTo>
                    <a:pt x="4898751" y="3082869"/>
                  </a:lnTo>
                  <a:lnTo>
                    <a:pt x="4897693" y="3082869"/>
                  </a:lnTo>
                  <a:lnTo>
                    <a:pt x="4896635" y="3082869"/>
                  </a:lnTo>
                  <a:lnTo>
                    <a:pt x="4895577" y="3082869"/>
                  </a:lnTo>
                  <a:lnTo>
                    <a:pt x="4894519" y="3082869"/>
                  </a:lnTo>
                  <a:lnTo>
                    <a:pt x="4893461" y="3082869"/>
                  </a:lnTo>
                  <a:lnTo>
                    <a:pt x="4892404" y="3082869"/>
                  </a:lnTo>
                  <a:lnTo>
                    <a:pt x="4891346" y="3082869"/>
                  </a:lnTo>
                  <a:lnTo>
                    <a:pt x="4890288" y="3082869"/>
                  </a:lnTo>
                  <a:lnTo>
                    <a:pt x="4889230" y="3082869"/>
                  </a:lnTo>
                  <a:lnTo>
                    <a:pt x="4888172" y="3082869"/>
                  </a:lnTo>
                  <a:lnTo>
                    <a:pt x="4887114" y="3082869"/>
                  </a:lnTo>
                  <a:lnTo>
                    <a:pt x="4886057" y="3082869"/>
                  </a:lnTo>
                  <a:lnTo>
                    <a:pt x="4884999" y="3082869"/>
                  </a:lnTo>
                  <a:lnTo>
                    <a:pt x="4883941" y="3082869"/>
                  </a:lnTo>
                  <a:lnTo>
                    <a:pt x="4882883" y="3082869"/>
                  </a:lnTo>
                  <a:lnTo>
                    <a:pt x="4881825" y="3082869"/>
                  </a:lnTo>
                  <a:lnTo>
                    <a:pt x="4880767" y="3082869"/>
                  </a:lnTo>
                  <a:lnTo>
                    <a:pt x="4879709" y="3082869"/>
                  </a:lnTo>
                  <a:lnTo>
                    <a:pt x="4878652" y="3082869"/>
                  </a:lnTo>
                  <a:lnTo>
                    <a:pt x="4877594" y="3082869"/>
                  </a:lnTo>
                  <a:lnTo>
                    <a:pt x="4876536" y="3082869"/>
                  </a:lnTo>
                  <a:lnTo>
                    <a:pt x="4875478" y="3082869"/>
                  </a:lnTo>
                  <a:lnTo>
                    <a:pt x="4874420" y="3082869"/>
                  </a:lnTo>
                  <a:lnTo>
                    <a:pt x="4873362" y="3082869"/>
                  </a:lnTo>
                  <a:lnTo>
                    <a:pt x="4872305" y="3082869"/>
                  </a:lnTo>
                  <a:lnTo>
                    <a:pt x="4871247" y="3082869"/>
                  </a:lnTo>
                  <a:lnTo>
                    <a:pt x="4870189" y="3082869"/>
                  </a:lnTo>
                  <a:lnTo>
                    <a:pt x="4869131" y="3082869"/>
                  </a:lnTo>
                  <a:lnTo>
                    <a:pt x="4868073" y="3082869"/>
                  </a:lnTo>
                  <a:lnTo>
                    <a:pt x="4867015" y="3082869"/>
                  </a:lnTo>
                  <a:lnTo>
                    <a:pt x="4865958" y="3082869"/>
                  </a:lnTo>
                  <a:lnTo>
                    <a:pt x="4864900" y="3082869"/>
                  </a:lnTo>
                  <a:lnTo>
                    <a:pt x="4863842" y="3082869"/>
                  </a:lnTo>
                  <a:lnTo>
                    <a:pt x="4862784" y="3082869"/>
                  </a:lnTo>
                  <a:lnTo>
                    <a:pt x="4861726" y="3082869"/>
                  </a:lnTo>
                  <a:lnTo>
                    <a:pt x="4860668" y="3082869"/>
                  </a:lnTo>
                  <a:lnTo>
                    <a:pt x="4859611" y="3082869"/>
                  </a:lnTo>
                  <a:lnTo>
                    <a:pt x="4858553" y="3082869"/>
                  </a:lnTo>
                  <a:lnTo>
                    <a:pt x="4857495" y="3082869"/>
                  </a:lnTo>
                  <a:lnTo>
                    <a:pt x="4856437" y="3082869"/>
                  </a:lnTo>
                  <a:lnTo>
                    <a:pt x="4855379" y="3082869"/>
                  </a:lnTo>
                  <a:lnTo>
                    <a:pt x="4854321" y="3082869"/>
                  </a:lnTo>
                  <a:lnTo>
                    <a:pt x="4853263" y="3082869"/>
                  </a:lnTo>
                  <a:lnTo>
                    <a:pt x="4852206" y="3082869"/>
                  </a:lnTo>
                  <a:lnTo>
                    <a:pt x="4851148" y="3082869"/>
                  </a:lnTo>
                  <a:lnTo>
                    <a:pt x="4850090" y="3082869"/>
                  </a:lnTo>
                  <a:lnTo>
                    <a:pt x="4849032" y="3082869"/>
                  </a:lnTo>
                  <a:lnTo>
                    <a:pt x="4847974" y="3082869"/>
                  </a:lnTo>
                  <a:lnTo>
                    <a:pt x="4846916" y="3082869"/>
                  </a:lnTo>
                  <a:lnTo>
                    <a:pt x="4845859" y="3082869"/>
                  </a:lnTo>
                  <a:lnTo>
                    <a:pt x="4844801" y="3082869"/>
                  </a:lnTo>
                  <a:lnTo>
                    <a:pt x="4843743" y="3082869"/>
                  </a:lnTo>
                  <a:lnTo>
                    <a:pt x="4842685" y="3082869"/>
                  </a:lnTo>
                  <a:lnTo>
                    <a:pt x="4841627" y="3082869"/>
                  </a:lnTo>
                  <a:lnTo>
                    <a:pt x="4840569" y="3082869"/>
                  </a:lnTo>
                  <a:lnTo>
                    <a:pt x="4839512" y="3082869"/>
                  </a:lnTo>
                  <a:lnTo>
                    <a:pt x="4838454" y="3082869"/>
                  </a:lnTo>
                  <a:lnTo>
                    <a:pt x="4837396" y="3082869"/>
                  </a:lnTo>
                  <a:lnTo>
                    <a:pt x="4836338" y="3082869"/>
                  </a:lnTo>
                  <a:lnTo>
                    <a:pt x="4835280" y="3082869"/>
                  </a:lnTo>
                  <a:lnTo>
                    <a:pt x="4834222" y="3082869"/>
                  </a:lnTo>
                  <a:lnTo>
                    <a:pt x="4833165" y="3082869"/>
                  </a:lnTo>
                  <a:lnTo>
                    <a:pt x="4832107" y="3082869"/>
                  </a:lnTo>
                  <a:lnTo>
                    <a:pt x="4831049" y="3082869"/>
                  </a:lnTo>
                  <a:lnTo>
                    <a:pt x="4829991" y="3082869"/>
                  </a:lnTo>
                  <a:lnTo>
                    <a:pt x="4828933" y="3082869"/>
                  </a:lnTo>
                  <a:lnTo>
                    <a:pt x="4827875" y="3082869"/>
                  </a:lnTo>
                  <a:lnTo>
                    <a:pt x="4826817" y="3082869"/>
                  </a:lnTo>
                  <a:lnTo>
                    <a:pt x="4825760" y="3082869"/>
                  </a:lnTo>
                  <a:lnTo>
                    <a:pt x="4824702" y="3082869"/>
                  </a:lnTo>
                  <a:lnTo>
                    <a:pt x="4823644" y="3082869"/>
                  </a:lnTo>
                  <a:lnTo>
                    <a:pt x="4822586" y="3082869"/>
                  </a:lnTo>
                  <a:lnTo>
                    <a:pt x="4821528" y="3082869"/>
                  </a:lnTo>
                  <a:lnTo>
                    <a:pt x="4820470" y="3082869"/>
                  </a:lnTo>
                  <a:lnTo>
                    <a:pt x="4819413" y="3082869"/>
                  </a:lnTo>
                  <a:lnTo>
                    <a:pt x="4818355" y="3082869"/>
                  </a:lnTo>
                  <a:lnTo>
                    <a:pt x="4817297" y="3082869"/>
                  </a:lnTo>
                  <a:lnTo>
                    <a:pt x="4816239" y="3082869"/>
                  </a:lnTo>
                  <a:lnTo>
                    <a:pt x="4815181" y="3082869"/>
                  </a:lnTo>
                  <a:lnTo>
                    <a:pt x="4814123" y="3082869"/>
                  </a:lnTo>
                  <a:lnTo>
                    <a:pt x="4813066" y="3082869"/>
                  </a:lnTo>
                  <a:lnTo>
                    <a:pt x="4812008" y="3082869"/>
                  </a:lnTo>
                  <a:lnTo>
                    <a:pt x="4810950" y="3082869"/>
                  </a:lnTo>
                  <a:lnTo>
                    <a:pt x="4809892" y="3082869"/>
                  </a:lnTo>
                  <a:lnTo>
                    <a:pt x="4808834" y="3082869"/>
                  </a:lnTo>
                  <a:lnTo>
                    <a:pt x="4807776" y="3082869"/>
                  </a:lnTo>
                  <a:lnTo>
                    <a:pt x="4806719" y="3082869"/>
                  </a:lnTo>
                  <a:lnTo>
                    <a:pt x="4805661" y="3082869"/>
                  </a:lnTo>
                  <a:lnTo>
                    <a:pt x="4804603" y="3082869"/>
                  </a:lnTo>
                  <a:lnTo>
                    <a:pt x="4803545" y="3082869"/>
                  </a:lnTo>
                  <a:lnTo>
                    <a:pt x="4802487" y="3082869"/>
                  </a:lnTo>
                  <a:lnTo>
                    <a:pt x="4801429" y="3082869"/>
                  </a:lnTo>
                  <a:lnTo>
                    <a:pt x="4800371" y="3082869"/>
                  </a:lnTo>
                  <a:lnTo>
                    <a:pt x="4799314" y="3082869"/>
                  </a:lnTo>
                  <a:lnTo>
                    <a:pt x="4798256" y="3082869"/>
                  </a:lnTo>
                  <a:lnTo>
                    <a:pt x="4797198" y="3082869"/>
                  </a:lnTo>
                  <a:lnTo>
                    <a:pt x="4796140" y="3082869"/>
                  </a:lnTo>
                  <a:lnTo>
                    <a:pt x="4795082" y="3082869"/>
                  </a:lnTo>
                  <a:lnTo>
                    <a:pt x="4794024" y="3082869"/>
                  </a:lnTo>
                  <a:lnTo>
                    <a:pt x="4792967" y="3082869"/>
                  </a:lnTo>
                  <a:lnTo>
                    <a:pt x="4791909" y="3082869"/>
                  </a:lnTo>
                  <a:lnTo>
                    <a:pt x="4790851" y="3082869"/>
                  </a:lnTo>
                  <a:lnTo>
                    <a:pt x="4789793" y="3082869"/>
                  </a:lnTo>
                  <a:lnTo>
                    <a:pt x="4788735" y="3082869"/>
                  </a:lnTo>
                  <a:lnTo>
                    <a:pt x="4787677" y="3082869"/>
                  </a:lnTo>
                  <a:lnTo>
                    <a:pt x="4786620" y="3082869"/>
                  </a:lnTo>
                  <a:lnTo>
                    <a:pt x="4785562" y="3082869"/>
                  </a:lnTo>
                  <a:lnTo>
                    <a:pt x="4784504" y="3082869"/>
                  </a:lnTo>
                  <a:lnTo>
                    <a:pt x="4783446" y="3082869"/>
                  </a:lnTo>
                  <a:lnTo>
                    <a:pt x="4782388" y="3082869"/>
                  </a:lnTo>
                  <a:lnTo>
                    <a:pt x="4781330" y="3082869"/>
                  </a:lnTo>
                  <a:lnTo>
                    <a:pt x="4780273" y="3082869"/>
                  </a:lnTo>
                  <a:lnTo>
                    <a:pt x="4779215" y="3082869"/>
                  </a:lnTo>
                  <a:lnTo>
                    <a:pt x="4778157" y="3082869"/>
                  </a:lnTo>
                  <a:lnTo>
                    <a:pt x="4777099" y="3082869"/>
                  </a:lnTo>
                  <a:lnTo>
                    <a:pt x="4776041" y="3082869"/>
                  </a:lnTo>
                  <a:lnTo>
                    <a:pt x="4774983" y="3082869"/>
                  </a:lnTo>
                  <a:lnTo>
                    <a:pt x="4773925" y="3082869"/>
                  </a:lnTo>
                  <a:lnTo>
                    <a:pt x="4772868" y="3082869"/>
                  </a:lnTo>
                  <a:lnTo>
                    <a:pt x="4771810" y="3082869"/>
                  </a:lnTo>
                  <a:lnTo>
                    <a:pt x="4770752" y="3082869"/>
                  </a:lnTo>
                  <a:lnTo>
                    <a:pt x="4769694" y="3082869"/>
                  </a:lnTo>
                  <a:lnTo>
                    <a:pt x="4768636" y="3082869"/>
                  </a:lnTo>
                  <a:lnTo>
                    <a:pt x="4767578" y="3082869"/>
                  </a:lnTo>
                  <a:lnTo>
                    <a:pt x="4766521" y="3082869"/>
                  </a:lnTo>
                  <a:lnTo>
                    <a:pt x="4765463" y="3082869"/>
                  </a:lnTo>
                  <a:lnTo>
                    <a:pt x="4764405" y="3082869"/>
                  </a:lnTo>
                  <a:lnTo>
                    <a:pt x="4763347" y="3082869"/>
                  </a:lnTo>
                  <a:lnTo>
                    <a:pt x="4762289" y="3082869"/>
                  </a:lnTo>
                  <a:lnTo>
                    <a:pt x="4761231" y="3082869"/>
                  </a:lnTo>
                  <a:lnTo>
                    <a:pt x="4760174" y="3082869"/>
                  </a:lnTo>
                  <a:lnTo>
                    <a:pt x="4759116" y="3082869"/>
                  </a:lnTo>
                  <a:lnTo>
                    <a:pt x="4758058" y="3082869"/>
                  </a:lnTo>
                  <a:lnTo>
                    <a:pt x="4757000" y="3082869"/>
                  </a:lnTo>
                  <a:lnTo>
                    <a:pt x="4755942" y="3082869"/>
                  </a:lnTo>
                  <a:lnTo>
                    <a:pt x="4754884" y="3082869"/>
                  </a:lnTo>
                  <a:lnTo>
                    <a:pt x="4753827" y="3082869"/>
                  </a:lnTo>
                  <a:lnTo>
                    <a:pt x="4752769" y="3082869"/>
                  </a:lnTo>
                  <a:lnTo>
                    <a:pt x="4751711" y="3082869"/>
                  </a:lnTo>
                  <a:lnTo>
                    <a:pt x="4750653" y="3082869"/>
                  </a:lnTo>
                  <a:lnTo>
                    <a:pt x="4749595" y="3082869"/>
                  </a:lnTo>
                  <a:lnTo>
                    <a:pt x="4748537" y="3082869"/>
                  </a:lnTo>
                  <a:lnTo>
                    <a:pt x="4747479" y="3082869"/>
                  </a:lnTo>
                  <a:lnTo>
                    <a:pt x="4746422" y="3082869"/>
                  </a:lnTo>
                  <a:lnTo>
                    <a:pt x="4745364" y="3082869"/>
                  </a:lnTo>
                  <a:lnTo>
                    <a:pt x="4744306" y="3082869"/>
                  </a:lnTo>
                  <a:lnTo>
                    <a:pt x="4743248" y="3082869"/>
                  </a:lnTo>
                  <a:lnTo>
                    <a:pt x="4742190" y="3082869"/>
                  </a:lnTo>
                  <a:lnTo>
                    <a:pt x="4741132" y="3082869"/>
                  </a:lnTo>
                  <a:lnTo>
                    <a:pt x="4740075" y="3082869"/>
                  </a:lnTo>
                  <a:lnTo>
                    <a:pt x="4739017" y="3082869"/>
                  </a:lnTo>
                  <a:lnTo>
                    <a:pt x="4737959" y="3082869"/>
                  </a:lnTo>
                  <a:lnTo>
                    <a:pt x="4736901" y="3082869"/>
                  </a:lnTo>
                  <a:lnTo>
                    <a:pt x="4735843" y="3082869"/>
                  </a:lnTo>
                  <a:lnTo>
                    <a:pt x="4734785" y="3082869"/>
                  </a:lnTo>
                  <a:lnTo>
                    <a:pt x="4733728" y="3082869"/>
                  </a:lnTo>
                  <a:lnTo>
                    <a:pt x="4732670" y="3082869"/>
                  </a:lnTo>
                  <a:lnTo>
                    <a:pt x="4731612" y="3082869"/>
                  </a:lnTo>
                  <a:lnTo>
                    <a:pt x="4730554" y="3082869"/>
                  </a:lnTo>
                  <a:lnTo>
                    <a:pt x="4729496" y="3082869"/>
                  </a:lnTo>
                  <a:lnTo>
                    <a:pt x="4728438" y="3082869"/>
                  </a:lnTo>
                  <a:lnTo>
                    <a:pt x="4727381" y="3082869"/>
                  </a:lnTo>
                  <a:lnTo>
                    <a:pt x="4726323" y="3082869"/>
                  </a:lnTo>
                  <a:lnTo>
                    <a:pt x="4725265" y="3082869"/>
                  </a:lnTo>
                  <a:lnTo>
                    <a:pt x="4724207" y="3082869"/>
                  </a:lnTo>
                  <a:lnTo>
                    <a:pt x="4723149" y="3082869"/>
                  </a:lnTo>
                  <a:lnTo>
                    <a:pt x="4722091" y="3082869"/>
                  </a:lnTo>
                  <a:lnTo>
                    <a:pt x="4721033" y="3082869"/>
                  </a:lnTo>
                  <a:lnTo>
                    <a:pt x="4719976" y="3082869"/>
                  </a:lnTo>
                  <a:lnTo>
                    <a:pt x="4718918" y="3082869"/>
                  </a:lnTo>
                  <a:lnTo>
                    <a:pt x="4717860" y="3082869"/>
                  </a:lnTo>
                  <a:lnTo>
                    <a:pt x="4716802" y="3082869"/>
                  </a:lnTo>
                  <a:lnTo>
                    <a:pt x="4715744" y="3082869"/>
                  </a:lnTo>
                  <a:lnTo>
                    <a:pt x="4714686" y="3082869"/>
                  </a:lnTo>
                  <a:lnTo>
                    <a:pt x="4713629" y="3082869"/>
                  </a:lnTo>
                  <a:lnTo>
                    <a:pt x="4712571" y="3082869"/>
                  </a:lnTo>
                  <a:lnTo>
                    <a:pt x="4711513" y="3082869"/>
                  </a:lnTo>
                  <a:lnTo>
                    <a:pt x="4710455" y="3082869"/>
                  </a:lnTo>
                  <a:lnTo>
                    <a:pt x="4709397" y="3082869"/>
                  </a:lnTo>
                  <a:lnTo>
                    <a:pt x="4708339" y="3082869"/>
                  </a:lnTo>
                  <a:lnTo>
                    <a:pt x="4707282" y="3082869"/>
                  </a:lnTo>
                  <a:lnTo>
                    <a:pt x="4706224" y="3082869"/>
                  </a:lnTo>
                  <a:lnTo>
                    <a:pt x="4705166" y="3082869"/>
                  </a:lnTo>
                  <a:lnTo>
                    <a:pt x="4704108" y="3082869"/>
                  </a:lnTo>
                  <a:lnTo>
                    <a:pt x="4703050" y="3082869"/>
                  </a:lnTo>
                  <a:lnTo>
                    <a:pt x="4701992" y="3082869"/>
                  </a:lnTo>
                  <a:lnTo>
                    <a:pt x="4700935" y="3082869"/>
                  </a:lnTo>
                  <a:lnTo>
                    <a:pt x="4699877" y="3082869"/>
                  </a:lnTo>
                  <a:lnTo>
                    <a:pt x="4698819" y="3082869"/>
                  </a:lnTo>
                  <a:lnTo>
                    <a:pt x="4697761" y="3082869"/>
                  </a:lnTo>
                  <a:lnTo>
                    <a:pt x="4696703" y="3082869"/>
                  </a:lnTo>
                  <a:lnTo>
                    <a:pt x="4695645" y="3082869"/>
                  </a:lnTo>
                  <a:lnTo>
                    <a:pt x="4694587" y="3082869"/>
                  </a:lnTo>
                  <a:lnTo>
                    <a:pt x="4693530" y="3082869"/>
                  </a:lnTo>
                  <a:lnTo>
                    <a:pt x="4692472" y="3082869"/>
                  </a:lnTo>
                  <a:lnTo>
                    <a:pt x="4691414" y="3082869"/>
                  </a:lnTo>
                  <a:lnTo>
                    <a:pt x="4690356" y="3082869"/>
                  </a:lnTo>
                  <a:lnTo>
                    <a:pt x="4689298" y="3082869"/>
                  </a:lnTo>
                  <a:lnTo>
                    <a:pt x="4688240" y="3082869"/>
                  </a:lnTo>
                  <a:lnTo>
                    <a:pt x="4687183" y="3082869"/>
                  </a:lnTo>
                  <a:lnTo>
                    <a:pt x="4686125" y="3082869"/>
                  </a:lnTo>
                  <a:lnTo>
                    <a:pt x="4685067" y="3082869"/>
                  </a:lnTo>
                  <a:lnTo>
                    <a:pt x="4684009" y="3082869"/>
                  </a:lnTo>
                  <a:lnTo>
                    <a:pt x="4682951" y="3082869"/>
                  </a:lnTo>
                  <a:lnTo>
                    <a:pt x="4681893" y="3082869"/>
                  </a:lnTo>
                  <a:lnTo>
                    <a:pt x="4680836" y="3082869"/>
                  </a:lnTo>
                  <a:lnTo>
                    <a:pt x="4679778" y="3082869"/>
                  </a:lnTo>
                  <a:lnTo>
                    <a:pt x="4678720" y="3082869"/>
                  </a:lnTo>
                  <a:lnTo>
                    <a:pt x="4677662" y="3082869"/>
                  </a:lnTo>
                  <a:lnTo>
                    <a:pt x="4676604" y="3082869"/>
                  </a:lnTo>
                  <a:lnTo>
                    <a:pt x="4675546" y="3082869"/>
                  </a:lnTo>
                  <a:lnTo>
                    <a:pt x="4674489" y="3082869"/>
                  </a:lnTo>
                  <a:lnTo>
                    <a:pt x="4673431" y="3082869"/>
                  </a:lnTo>
                  <a:lnTo>
                    <a:pt x="4672373" y="3082869"/>
                  </a:lnTo>
                  <a:lnTo>
                    <a:pt x="4671315" y="3082869"/>
                  </a:lnTo>
                  <a:lnTo>
                    <a:pt x="4670257" y="3082869"/>
                  </a:lnTo>
                  <a:lnTo>
                    <a:pt x="4669199" y="3082869"/>
                  </a:lnTo>
                  <a:lnTo>
                    <a:pt x="4668141" y="3082869"/>
                  </a:lnTo>
                  <a:lnTo>
                    <a:pt x="4667084" y="3082869"/>
                  </a:lnTo>
                  <a:lnTo>
                    <a:pt x="4666026" y="3082869"/>
                  </a:lnTo>
                  <a:lnTo>
                    <a:pt x="4664968" y="3082869"/>
                  </a:lnTo>
                  <a:lnTo>
                    <a:pt x="4663910" y="3082869"/>
                  </a:lnTo>
                  <a:lnTo>
                    <a:pt x="4662852" y="3082869"/>
                  </a:lnTo>
                  <a:lnTo>
                    <a:pt x="4661794" y="3082869"/>
                  </a:lnTo>
                  <a:lnTo>
                    <a:pt x="4660737" y="3082869"/>
                  </a:lnTo>
                  <a:lnTo>
                    <a:pt x="4659679" y="3082869"/>
                  </a:lnTo>
                  <a:lnTo>
                    <a:pt x="4658621" y="3082869"/>
                  </a:lnTo>
                  <a:lnTo>
                    <a:pt x="4657563" y="3082869"/>
                  </a:lnTo>
                  <a:lnTo>
                    <a:pt x="4656505" y="3082869"/>
                  </a:lnTo>
                  <a:lnTo>
                    <a:pt x="4655447" y="3082869"/>
                  </a:lnTo>
                  <a:lnTo>
                    <a:pt x="4654390" y="3082869"/>
                  </a:lnTo>
                  <a:lnTo>
                    <a:pt x="4653332" y="3082869"/>
                  </a:lnTo>
                  <a:lnTo>
                    <a:pt x="4652274" y="3082869"/>
                  </a:lnTo>
                  <a:lnTo>
                    <a:pt x="4651216" y="3082869"/>
                  </a:lnTo>
                  <a:lnTo>
                    <a:pt x="4650158" y="3082869"/>
                  </a:lnTo>
                  <a:lnTo>
                    <a:pt x="4649100" y="3082869"/>
                  </a:lnTo>
                  <a:lnTo>
                    <a:pt x="4648043" y="3082869"/>
                  </a:lnTo>
                  <a:lnTo>
                    <a:pt x="4646985" y="3082869"/>
                  </a:lnTo>
                  <a:lnTo>
                    <a:pt x="4645927" y="3082869"/>
                  </a:lnTo>
                  <a:lnTo>
                    <a:pt x="4644869" y="3082869"/>
                  </a:lnTo>
                  <a:lnTo>
                    <a:pt x="4643811" y="3082869"/>
                  </a:lnTo>
                  <a:lnTo>
                    <a:pt x="4642753" y="3082869"/>
                  </a:lnTo>
                  <a:lnTo>
                    <a:pt x="4641695" y="3082869"/>
                  </a:lnTo>
                  <a:lnTo>
                    <a:pt x="4640638" y="3082869"/>
                  </a:lnTo>
                  <a:lnTo>
                    <a:pt x="4639580" y="3082869"/>
                  </a:lnTo>
                  <a:lnTo>
                    <a:pt x="4638522" y="3082869"/>
                  </a:lnTo>
                  <a:lnTo>
                    <a:pt x="4637464" y="3082869"/>
                  </a:lnTo>
                  <a:lnTo>
                    <a:pt x="4636406" y="3082869"/>
                  </a:lnTo>
                  <a:lnTo>
                    <a:pt x="4635348" y="3082869"/>
                  </a:lnTo>
                  <a:lnTo>
                    <a:pt x="4634291" y="3082869"/>
                  </a:lnTo>
                  <a:lnTo>
                    <a:pt x="4633233" y="3082869"/>
                  </a:lnTo>
                  <a:lnTo>
                    <a:pt x="4632175" y="3082869"/>
                  </a:lnTo>
                  <a:lnTo>
                    <a:pt x="4631117" y="3082869"/>
                  </a:lnTo>
                  <a:lnTo>
                    <a:pt x="4630059" y="3082869"/>
                  </a:lnTo>
                  <a:lnTo>
                    <a:pt x="4629001" y="3082869"/>
                  </a:lnTo>
                  <a:lnTo>
                    <a:pt x="4627944" y="3082869"/>
                  </a:lnTo>
                  <a:lnTo>
                    <a:pt x="4626886" y="3082869"/>
                  </a:lnTo>
                  <a:lnTo>
                    <a:pt x="4625828" y="3082869"/>
                  </a:lnTo>
                  <a:lnTo>
                    <a:pt x="4624770" y="3082869"/>
                  </a:lnTo>
                  <a:lnTo>
                    <a:pt x="4623712" y="3082869"/>
                  </a:lnTo>
                  <a:lnTo>
                    <a:pt x="4622654" y="3082869"/>
                  </a:lnTo>
                  <a:lnTo>
                    <a:pt x="4621597" y="3082869"/>
                  </a:lnTo>
                  <a:lnTo>
                    <a:pt x="4620539" y="3082869"/>
                  </a:lnTo>
                  <a:lnTo>
                    <a:pt x="4619481" y="3082869"/>
                  </a:lnTo>
                  <a:lnTo>
                    <a:pt x="4618423" y="3082869"/>
                  </a:lnTo>
                  <a:lnTo>
                    <a:pt x="4617365" y="3082869"/>
                  </a:lnTo>
                  <a:lnTo>
                    <a:pt x="4616307" y="3082869"/>
                  </a:lnTo>
                  <a:lnTo>
                    <a:pt x="4615249" y="3082869"/>
                  </a:lnTo>
                  <a:lnTo>
                    <a:pt x="4614192" y="3082869"/>
                  </a:lnTo>
                  <a:lnTo>
                    <a:pt x="4613134" y="3082869"/>
                  </a:lnTo>
                  <a:lnTo>
                    <a:pt x="4612076" y="3082869"/>
                  </a:lnTo>
                  <a:lnTo>
                    <a:pt x="4611018" y="3082869"/>
                  </a:lnTo>
                  <a:lnTo>
                    <a:pt x="4609960" y="3082869"/>
                  </a:lnTo>
                  <a:lnTo>
                    <a:pt x="4608902" y="3082869"/>
                  </a:lnTo>
                  <a:lnTo>
                    <a:pt x="4607845" y="3082869"/>
                  </a:lnTo>
                  <a:lnTo>
                    <a:pt x="4606787" y="3082869"/>
                  </a:lnTo>
                  <a:lnTo>
                    <a:pt x="4605729" y="3082869"/>
                  </a:lnTo>
                  <a:lnTo>
                    <a:pt x="4604671" y="3082869"/>
                  </a:lnTo>
                  <a:lnTo>
                    <a:pt x="4603613" y="3082869"/>
                  </a:lnTo>
                  <a:lnTo>
                    <a:pt x="4602555" y="3082869"/>
                  </a:lnTo>
                  <a:lnTo>
                    <a:pt x="4601498" y="3082869"/>
                  </a:lnTo>
                  <a:lnTo>
                    <a:pt x="4600440" y="3082869"/>
                  </a:lnTo>
                  <a:lnTo>
                    <a:pt x="4599382" y="3082869"/>
                  </a:lnTo>
                  <a:lnTo>
                    <a:pt x="4598324" y="3082869"/>
                  </a:lnTo>
                  <a:lnTo>
                    <a:pt x="4597266" y="3082869"/>
                  </a:lnTo>
                  <a:lnTo>
                    <a:pt x="4596208" y="3082869"/>
                  </a:lnTo>
                  <a:lnTo>
                    <a:pt x="4595151" y="3082869"/>
                  </a:lnTo>
                  <a:lnTo>
                    <a:pt x="4594093" y="3082869"/>
                  </a:lnTo>
                  <a:lnTo>
                    <a:pt x="4593035" y="3082869"/>
                  </a:lnTo>
                  <a:lnTo>
                    <a:pt x="4591977" y="3082869"/>
                  </a:lnTo>
                  <a:lnTo>
                    <a:pt x="4590919" y="3082869"/>
                  </a:lnTo>
                  <a:lnTo>
                    <a:pt x="4589861" y="3082869"/>
                  </a:lnTo>
                  <a:lnTo>
                    <a:pt x="4588803" y="3082869"/>
                  </a:lnTo>
                  <a:lnTo>
                    <a:pt x="4587746" y="3082869"/>
                  </a:lnTo>
                  <a:lnTo>
                    <a:pt x="4586688" y="3082869"/>
                  </a:lnTo>
                  <a:lnTo>
                    <a:pt x="4585630" y="3082869"/>
                  </a:lnTo>
                  <a:lnTo>
                    <a:pt x="4584572" y="3082869"/>
                  </a:lnTo>
                  <a:lnTo>
                    <a:pt x="4583514" y="3082869"/>
                  </a:lnTo>
                  <a:lnTo>
                    <a:pt x="4582456" y="3082869"/>
                  </a:lnTo>
                  <a:lnTo>
                    <a:pt x="4581399" y="3082869"/>
                  </a:lnTo>
                  <a:lnTo>
                    <a:pt x="4580341" y="3082869"/>
                  </a:lnTo>
                  <a:lnTo>
                    <a:pt x="4579283" y="3082869"/>
                  </a:lnTo>
                  <a:lnTo>
                    <a:pt x="4578225" y="3082869"/>
                  </a:lnTo>
                  <a:lnTo>
                    <a:pt x="4577167" y="3082869"/>
                  </a:lnTo>
                  <a:lnTo>
                    <a:pt x="4576109" y="3082869"/>
                  </a:lnTo>
                  <a:lnTo>
                    <a:pt x="4575052" y="3082869"/>
                  </a:lnTo>
                  <a:lnTo>
                    <a:pt x="4573994" y="3082869"/>
                  </a:lnTo>
                  <a:lnTo>
                    <a:pt x="4572936" y="3082869"/>
                  </a:lnTo>
                  <a:lnTo>
                    <a:pt x="4571878" y="3082869"/>
                  </a:lnTo>
                  <a:lnTo>
                    <a:pt x="4570820" y="3082869"/>
                  </a:lnTo>
                  <a:lnTo>
                    <a:pt x="4569762" y="3082869"/>
                  </a:lnTo>
                  <a:lnTo>
                    <a:pt x="4568705" y="3082869"/>
                  </a:lnTo>
                  <a:lnTo>
                    <a:pt x="4567647" y="3082869"/>
                  </a:lnTo>
                  <a:lnTo>
                    <a:pt x="4566589" y="3082869"/>
                  </a:lnTo>
                  <a:lnTo>
                    <a:pt x="4565531" y="3082869"/>
                  </a:lnTo>
                  <a:lnTo>
                    <a:pt x="4564473" y="3082869"/>
                  </a:lnTo>
                  <a:lnTo>
                    <a:pt x="4563415" y="3082869"/>
                  </a:lnTo>
                  <a:lnTo>
                    <a:pt x="4562357" y="3082869"/>
                  </a:lnTo>
                  <a:lnTo>
                    <a:pt x="4561300" y="3082869"/>
                  </a:lnTo>
                  <a:lnTo>
                    <a:pt x="4560242" y="3082869"/>
                  </a:lnTo>
                  <a:lnTo>
                    <a:pt x="4559184" y="3082869"/>
                  </a:lnTo>
                  <a:lnTo>
                    <a:pt x="4558126" y="3082869"/>
                  </a:lnTo>
                  <a:lnTo>
                    <a:pt x="4557068" y="3082869"/>
                  </a:lnTo>
                  <a:lnTo>
                    <a:pt x="4556010" y="3082869"/>
                  </a:lnTo>
                  <a:lnTo>
                    <a:pt x="4554953" y="3082869"/>
                  </a:lnTo>
                  <a:lnTo>
                    <a:pt x="4553895" y="3082869"/>
                  </a:lnTo>
                  <a:lnTo>
                    <a:pt x="4552837" y="3082869"/>
                  </a:lnTo>
                  <a:lnTo>
                    <a:pt x="4551779" y="3082869"/>
                  </a:lnTo>
                  <a:lnTo>
                    <a:pt x="4550721" y="3082869"/>
                  </a:lnTo>
                  <a:lnTo>
                    <a:pt x="4549663" y="3082869"/>
                  </a:lnTo>
                  <a:lnTo>
                    <a:pt x="4548606" y="3082869"/>
                  </a:lnTo>
                  <a:lnTo>
                    <a:pt x="4547548" y="3082869"/>
                  </a:lnTo>
                  <a:lnTo>
                    <a:pt x="4546490" y="3082869"/>
                  </a:lnTo>
                  <a:lnTo>
                    <a:pt x="4545432" y="3082869"/>
                  </a:lnTo>
                  <a:lnTo>
                    <a:pt x="4544374" y="3082869"/>
                  </a:lnTo>
                  <a:lnTo>
                    <a:pt x="4543316" y="3082869"/>
                  </a:lnTo>
                  <a:lnTo>
                    <a:pt x="4542259" y="3082869"/>
                  </a:lnTo>
                  <a:lnTo>
                    <a:pt x="4541201" y="3082869"/>
                  </a:lnTo>
                  <a:lnTo>
                    <a:pt x="4540143" y="3082869"/>
                  </a:lnTo>
                  <a:lnTo>
                    <a:pt x="4539085" y="3082869"/>
                  </a:lnTo>
                  <a:lnTo>
                    <a:pt x="4538027" y="3082869"/>
                  </a:lnTo>
                  <a:lnTo>
                    <a:pt x="4536969" y="3082869"/>
                  </a:lnTo>
                  <a:lnTo>
                    <a:pt x="4535911" y="3082869"/>
                  </a:lnTo>
                  <a:lnTo>
                    <a:pt x="4534854" y="3082869"/>
                  </a:lnTo>
                  <a:lnTo>
                    <a:pt x="4533796" y="3082869"/>
                  </a:lnTo>
                  <a:lnTo>
                    <a:pt x="4532738" y="3082869"/>
                  </a:lnTo>
                  <a:lnTo>
                    <a:pt x="4531680" y="3082869"/>
                  </a:lnTo>
                  <a:lnTo>
                    <a:pt x="4530622" y="3082869"/>
                  </a:lnTo>
                  <a:lnTo>
                    <a:pt x="4529564" y="3082869"/>
                  </a:lnTo>
                  <a:lnTo>
                    <a:pt x="4528507" y="3082869"/>
                  </a:lnTo>
                  <a:lnTo>
                    <a:pt x="4527449" y="3082869"/>
                  </a:lnTo>
                  <a:lnTo>
                    <a:pt x="4526391" y="3082869"/>
                  </a:lnTo>
                  <a:lnTo>
                    <a:pt x="4525333" y="3082869"/>
                  </a:lnTo>
                  <a:lnTo>
                    <a:pt x="4524275" y="3082869"/>
                  </a:lnTo>
                  <a:lnTo>
                    <a:pt x="4523217" y="3082869"/>
                  </a:lnTo>
                  <a:lnTo>
                    <a:pt x="4522160" y="3082869"/>
                  </a:lnTo>
                  <a:lnTo>
                    <a:pt x="4521102" y="3082869"/>
                  </a:lnTo>
                  <a:lnTo>
                    <a:pt x="4520044" y="3082869"/>
                  </a:lnTo>
                  <a:lnTo>
                    <a:pt x="4518986" y="3082869"/>
                  </a:lnTo>
                  <a:lnTo>
                    <a:pt x="4517928" y="3082869"/>
                  </a:lnTo>
                  <a:lnTo>
                    <a:pt x="4516870" y="3082869"/>
                  </a:lnTo>
                  <a:lnTo>
                    <a:pt x="4515813" y="3082869"/>
                  </a:lnTo>
                  <a:lnTo>
                    <a:pt x="4514755" y="3082869"/>
                  </a:lnTo>
                  <a:lnTo>
                    <a:pt x="4513697" y="3082869"/>
                  </a:lnTo>
                  <a:lnTo>
                    <a:pt x="4512639" y="3082869"/>
                  </a:lnTo>
                  <a:lnTo>
                    <a:pt x="4511581" y="3082869"/>
                  </a:lnTo>
                  <a:lnTo>
                    <a:pt x="4510523" y="3082869"/>
                  </a:lnTo>
                  <a:lnTo>
                    <a:pt x="4509465" y="3082869"/>
                  </a:lnTo>
                  <a:lnTo>
                    <a:pt x="4508408" y="3082869"/>
                  </a:lnTo>
                  <a:lnTo>
                    <a:pt x="4507350" y="3082869"/>
                  </a:lnTo>
                  <a:lnTo>
                    <a:pt x="4506292" y="3082869"/>
                  </a:lnTo>
                  <a:lnTo>
                    <a:pt x="4505234" y="3082869"/>
                  </a:lnTo>
                  <a:lnTo>
                    <a:pt x="4504176" y="3082869"/>
                  </a:lnTo>
                  <a:lnTo>
                    <a:pt x="4503118" y="3082869"/>
                  </a:lnTo>
                  <a:lnTo>
                    <a:pt x="4502061" y="3082869"/>
                  </a:lnTo>
                  <a:lnTo>
                    <a:pt x="4501003" y="3082869"/>
                  </a:lnTo>
                  <a:lnTo>
                    <a:pt x="4499945" y="3082869"/>
                  </a:lnTo>
                  <a:lnTo>
                    <a:pt x="4498887" y="3082869"/>
                  </a:lnTo>
                  <a:lnTo>
                    <a:pt x="4497829" y="3082869"/>
                  </a:lnTo>
                  <a:lnTo>
                    <a:pt x="4496771" y="3082869"/>
                  </a:lnTo>
                  <a:lnTo>
                    <a:pt x="4495714" y="3082869"/>
                  </a:lnTo>
                  <a:lnTo>
                    <a:pt x="4494656" y="3082869"/>
                  </a:lnTo>
                  <a:lnTo>
                    <a:pt x="4493598" y="3082869"/>
                  </a:lnTo>
                  <a:lnTo>
                    <a:pt x="4492540" y="3082869"/>
                  </a:lnTo>
                  <a:lnTo>
                    <a:pt x="4491482" y="3082869"/>
                  </a:lnTo>
                  <a:lnTo>
                    <a:pt x="4490424" y="3082869"/>
                  </a:lnTo>
                  <a:lnTo>
                    <a:pt x="4489367" y="3082869"/>
                  </a:lnTo>
                  <a:lnTo>
                    <a:pt x="4488309" y="3082869"/>
                  </a:lnTo>
                  <a:lnTo>
                    <a:pt x="4487251" y="3082869"/>
                  </a:lnTo>
                  <a:lnTo>
                    <a:pt x="4486193" y="3082869"/>
                  </a:lnTo>
                  <a:lnTo>
                    <a:pt x="4485135" y="3082869"/>
                  </a:lnTo>
                  <a:lnTo>
                    <a:pt x="4484077" y="3082869"/>
                  </a:lnTo>
                  <a:lnTo>
                    <a:pt x="4483019" y="3082869"/>
                  </a:lnTo>
                  <a:lnTo>
                    <a:pt x="4481962" y="3082869"/>
                  </a:lnTo>
                  <a:lnTo>
                    <a:pt x="4480904" y="3082869"/>
                  </a:lnTo>
                  <a:lnTo>
                    <a:pt x="4479846" y="3082869"/>
                  </a:lnTo>
                  <a:lnTo>
                    <a:pt x="4478788" y="3082869"/>
                  </a:lnTo>
                  <a:lnTo>
                    <a:pt x="4477730" y="3082869"/>
                  </a:lnTo>
                  <a:lnTo>
                    <a:pt x="4476672" y="3082869"/>
                  </a:lnTo>
                  <a:lnTo>
                    <a:pt x="4475615" y="3082869"/>
                  </a:lnTo>
                  <a:lnTo>
                    <a:pt x="4474557" y="3082869"/>
                  </a:lnTo>
                  <a:lnTo>
                    <a:pt x="4473499" y="3082869"/>
                  </a:lnTo>
                  <a:lnTo>
                    <a:pt x="4472441" y="3082869"/>
                  </a:lnTo>
                  <a:lnTo>
                    <a:pt x="4471383" y="3082869"/>
                  </a:lnTo>
                  <a:lnTo>
                    <a:pt x="4470325" y="3082869"/>
                  </a:lnTo>
                  <a:lnTo>
                    <a:pt x="4469268" y="3082869"/>
                  </a:lnTo>
                  <a:lnTo>
                    <a:pt x="4468210" y="3082869"/>
                  </a:lnTo>
                  <a:lnTo>
                    <a:pt x="4467152" y="3082869"/>
                  </a:lnTo>
                  <a:lnTo>
                    <a:pt x="4466094" y="3082869"/>
                  </a:lnTo>
                  <a:lnTo>
                    <a:pt x="4465036" y="3082869"/>
                  </a:lnTo>
                  <a:lnTo>
                    <a:pt x="4463978" y="3082869"/>
                  </a:lnTo>
                  <a:lnTo>
                    <a:pt x="4462921" y="3082869"/>
                  </a:lnTo>
                  <a:lnTo>
                    <a:pt x="4461863" y="3082869"/>
                  </a:lnTo>
                  <a:lnTo>
                    <a:pt x="4460805" y="3082869"/>
                  </a:lnTo>
                  <a:lnTo>
                    <a:pt x="4459747" y="3082869"/>
                  </a:lnTo>
                  <a:lnTo>
                    <a:pt x="4458689" y="3082869"/>
                  </a:lnTo>
                  <a:lnTo>
                    <a:pt x="4457631" y="3082869"/>
                  </a:lnTo>
                  <a:lnTo>
                    <a:pt x="4456573" y="3082869"/>
                  </a:lnTo>
                  <a:lnTo>
                    <a:pt x="4455516" y="3082869"/>
                  </a:lnTo>
                  <a:lnTo>
                    <a:pt x="4454458" y="3082869"/>
                  </a:lnTo>
                  <a:lnTo>
                    <a:pt x="4453400" y="3082869"/>
                  </a:lnTo>
                  <a:lnTo>
                    <a:pt x="4452342" y="3082869"/>
                  </a:lnTo>
                  <a:lnTo>
                    <a:pt x="4451284" y="3082869"/>
                  </a:lnTo>
                  <a:lnTo>
                    <a:pt x="4450226" y="3082869"/>
                  </a:lnTo>
                  <a:lnTo>
                    <a:pt x="4449169" y="3082869"/>
                  </a:lnTo>
                  <a:lnTo>
                    <a:pt x="4448111" y="3082869"/>
                  </a:lnTo>
                  <a:lnTo>
                    <a:pt x="4447053" y="3082869"/>
                  </a:lnTo>
                  <a:lnTo>
                    <a:pt x="4445995" y="3082869"/>
                  </a:lnTo>
                  <a:lnTo>
                    <a:pt x="4444937" y="3082869"/>
                  </a:lnTo>
                  <a:lnTo>
                    <a:pt x="4443879" y="3082869"/>
                  </a:lnTo>
                  <a:lnTo>
                    <a:pt x="4442822" y="3082869"/>
                  </a:lnTo>
                  <a:lnTo>
                    <a:pt x="4441764" y="3082869"/>
                  </a:lnTo>
                  <a:lnTo>
                    <a:pt x="4440706" y="3082869"/>
                  </a:lnTo>
                  <a:lnTo>
                    <a:pt x="4439648" y="3082869"/>
                  </a:lnTo>
                  <a:lnTo>
                    <a:pt x="4438590" y="3082869"/>
                  </a:lnTo>
                  <a:lnTo>
                    <a:pt x="4437532" y="3082869"/>
                  </a:lnTo>
                  <a:lnTo>
                    <a:pt x="4436475" y="3082869"/>
                  </a:lnTo>
                  <a:lnTo>
                    <a:pt x="4435417" y="3082869"/>
                  </a:lnTo>
                  <a:lnTo>
                    <a:pt x="4434359" y="3082869"/>
                  </a:lnTo>
                  <a:lnTo>
                    <a:pt x="4433301" y="3082869"/>
                  </a:lnTo>
                  <a:lnTo>
                    <a:pt x="4432243" y="3082869"/>
                  </a:lnTo>
                  <a:lnTo>
                    <a:pt x="4431185" y="3082869"/>
                  </a:lnTo>
                  <a:lnTo>
                    <a:pt x="4430127" y="3082869"/>
                  </a:lnTo>
                  <a:lnTo>
                    <a:pt x="4429070" y="3082869"/>
                  </a:lnTo>
                  <a:lnTo>
                    <a:pt x="4428012" y="3082869"/>
                  </a:lnTo>
                  <a:lnTo>
                    <a:pt x="4426954" y="3082869"/>
                  </a:lnTo>
                  <a:lnTo>
                    <a:pt x="4425896" y="3082869"/>
                  </a:lnTo>
                  <a:lnTo>
                    <a:pt x="4424838" y="3082869"/>
                  </a:lnTo>
                  <a:lnTo>
                    <a:pt x="4423780" y="3082869"/>
                  </a:lnTo>
                  <a:lnTo>
                    <a:pt x="4422723" y="3082869"/>
                  </a:lnTo>
                  <a:lnTo>
                    <a:pt x="4421665" y="3082869"/>
                  </a:lnTo>
                  <a:lnTo>
                    <a:pt x="4420607" y="3082869"/>
                  </a:lnTo>
                  <a:lnTo>
                    <a:pt x="4419549" y="3082869"/>
                  </a:lnTo>
                  <a:lnTo>
                    <a:pt x="4418491" y="3082869"/>
                  </a:lnTo>
                  <a:lnTo>
                    <a:pt x="4417433" y="3082869"/>
                  </a:lnTo>
                  <a:lnTo>
                    <a:pt x="4416376" y="3082869"/>
                  </a:lnTo>
                  <a:lnTo>
                    <a:pt x="4415318" y="3082869"/>
                  </a:lnTo>
                  <a:lnTo>
                    <a:pt x="4414260" y="3082869"/>
                  </a:lnTo>
                  <a:lnTo>
                    <a:pt x="4413202" y="3082869"/>
                  </a:lnTo>
                  <a:lnTo>
                    <a:pt x="4412144" y="3082869"/>
                  </a:lnTo>
                  <a:lnTo>
                    <a:pt x="4411086" y="3082869"/>
                  </a:lnTo>
                  <a:lnTo>
                    <a:pt x="4410029" y="3082869"/>
                  </a:lnTo>
                  <a:lnTo>
                    <a:pt x="4408971" y="3082869"/>
                  </a:lnTo>
                  <a:lnTo>
                    <a:pt x="4407913" y="3082869"/>
                  </a:lnTo>
                  <a:lnTo>
                    <a:pt x="4406855" y="3082869"/>
                  </a:lnTo>
                  <a:lnTo>
                    <a:pt x="4405797" y="3082869"/>
                  </a:lnTo>
                  <a:lnTo>
                    <a:pt x="4404739" y="3082869"/>
                  </a:lnTo>
                  <a:lnTo>
                    <a:pt x="4403681" y="3082869"/>
                  </a:lnTo>
                  <a:lnTo>
                    <a:pt x="4402624" y="3082869"/>
                  </a:lnTo>
                  <a:lnTo>
                    <a:pt x="4401566" y="3082869"/>
                  </a:lnTo>
                  <a:lnTo>
                    <a:pt x="4400508" y="3082869"/>
                  </a:lnTo>
                  <a:lnTo>
                    <a:pt x="4399450" y="3082869"/>
                  </a:lnTo>
                  <a:lnTo>
                    <a:pt x="4398392" y="3082869"/>
                  </a:lnTo>
                  <a:lnTo>
                    <a:pt x="4397334" y="3082869"/>
                  </a:lnTo>
                  <a:lnTo>
                    <a:pt x="4396277" y="3082869"/>
                  </a:lnTo>
                  <a:lnTo>
                    <a:pt x="4395219" y="3082869"/>
                  </a:lnTo>
                  <a:lnTo>
                    <a:pt x="4394161" y="3082869"/>
                  </a:lnTo>
                  <a:lnTo>
                    <a:pt x="4393103" y="3082869"/>
                  </a:lnTo>
                  <a:lnTo>
                    <a:pt x="4392045" y="3082869"/>
                  </a:lnTo>
                  <a:lnTo>
                    <a:pt x="4390987" y="3082869"/>
                  </a:lnTo>
                  <a:lnTo>
                    <a:pt x="4389930" y="3082869"/>
                  </a:lnTo>
                  <a:lnTo>
                    <a:pt x="4388872" y="3082869"/>
                  </a:lnTo>
                  <a:lnTo>
                    <a:pt x="4387814" y="3082869"/>
                  </a:lnTo>
                  <a:lnTo>
                    <a:pt x="4386756" y="3082869"/>
                  </a:lnTo>
                  <a:lnTo>
                    <a:pt x="4385698" y="3082869"/>
                  </a:lnTo>
                  <a:lnTo>
                    <a:pt x="4384640" y="3082869"/>
                  </a:lnTo>
                  <a:lnTo>
                    <a:pt x="4383583" y="3082869"/>
                  </a:lnTo>
                  <a:lnTo>
                    <a:pt x="4382525" y="3082869"/>
                  </a:lnTo>
                  <a:lnTo>
                    <a:pt x="4381467" y="3082869"/>
                  </a:lnTo>
                  <a:lnTo>
                    <a:pt x="4380409" y="3082869"/>
                  </a:lnTo>
                  <a:lnTo>
                    <a:pt x="4379351" y="3082869"/>
                  </a:lnTo>
                  <a:lnTo>
                    <a:pt x="4378293" y="3082869"/>
                  </a:lnTo>
                  <a:lnTo>
                    <a:pt x="4377235" y="3082869"/>
                  </a:lnTo>
                  <a:lnTo>
                    <a:pt x="4376178" y="3082869"/>
                  </a:lnTo>
                  <a:lnTo>
                    <a:pt x="4375120" y="3082869"/>
                  </a:lnTo>
                  <a:lnTo>
                    <a:pt x="4374062" y="3082869"/>
                  </a:lnTo>
                  <a:lnTo>
                    <a:pt x="4373004" y="3082869"/>
                  </a:lnTo>
                  <a:lnTo>
                    <a:pt x="4371946" y="3082869"/>
                  </a:lnTo>
                  <a:lnTo>
                    <a:pt x="4370888" y="3082869"/>
                  </a:lnTo>
                  <a:lnTo>
                    <a:pt x="4369831" y="3082869"/>
                  </a:lnTo>
                  <a:lnTo>
                    <a:pt x="4368773" y="3082869"/>
                  </a:lnTo>
                  <a:lnTo>
                    <a:pt x="4367715" y="3082869"/>
                  </a:lnTo>
                  <a:lnTo>
                    <a:pt x="4366657" y="3082869"/>
                  </a:lnTo>
                  <a:lnTo>
                    <a:pt x="4365599" y="3082869"/>
                  </a:lnTo>
                  <a:lnTo>
                    <a:pt x="4364541" y="3082869"/>
                  </a:lnTo>
                  <a:lnTo>
                    <a:pt x="4363484" y="3082869"/>
                  </a:lnTo>
                  <a:lnTo>
                    <a:pt x="4362426" y="3082869"/>
                  </a:lnTo>
                  <a:lnTo>
                    <a:pt x="4361368" y="3082869"/>
                  </a:lnTo>
                  <a:lnTo>
                    <a:pt x="4360310" y="3082869"/>
                  </a:lnTo>
                  <a:lnTo>
                    <a:pt x="4359252" y="3082869"/>
                  </a:lnTo>
                  <a:lnTo>
                    <a:pt x="4358194" y="3082869"/>
                  </a:lnTo>
                  <a:lnTo>
                    <a:pt x="4357137" y="3082869"/>
                  </a:lnTo>
                  <a:lnTo>
                    <a:pt x="4356079" y="3082869"/>
                  </a:lnTo>
                  <a:lnTo>
                    <a:pt x="4355021" y="3082869"/>
                  </a:lnTo>
                  <a:lnTo>
                    <a:pt x="4353963" y="3082869"/>
                  </a:lnTo>
                  <a:lnTo>
                    <a:pt x="4352905" y="3082869"/>
                  </a:lnTo>
                  <a:lnTo>
                    <a:pt x="4351847" y="3082869"/>
                  </a:lnTo>
                  <a:lnTo>
                    <a:pt x="4350789" y="3082869"/>
                  </a:lnTo>
                  <a:lnTo>
                    <a:pt x="4349732" y="3082869"/>
                  </a:lnTo>
                  <a:lnTo>
                    <a:pt x="4348674" y="3082869"/>
                  </a:lnTo>
                  <a:lnTo>
                    <a:pt x="4347616" y="3082869"/>
                  </a:lnTo>
                  <a:lnTo>
                    <a:pt x="4346558" y="3082869"/>
                  </a:lnTo>
                  <a:lnTo>
                    <a:pt x="4345500" y="3082869"/>
                  </a:lnTo>
                  <a:lnTo>
                    <a:pt x="4344442" y="3082869"/>
                  </a:lnTo>
                  <a:lnTo>
                    <a:pt x="4343385" y="3082869"/>
                  </a:lnTo>
                  <a:lnTo>
                    <a:pt x="4342327" y="3082869"/>
                  </a:lnTo>
                  <a:lnTo>
                    <a:pt x="4341269" y="3082869"/>
                  </a:lnTo>
                  <a:lnTo>
                    <a:pt x="4340211" y="3082869"/>
                  </a:lnTo>
                  <a:lnTo>
                    <a:pt x="4339153" y="3082869"/>
                  </a:lnTo>
                  <a:lnTo>
                    <a:pt x="4338095" y="3082869"/>
                  </a:lnTo>
                  <a:lnTo>
                    <a:pt x="4337038" y="3082869"/>
                  </a:lnTo>
                  <a:lnTo>
                    <a:pt x="4335980" y="3082869"/>
                  </a:lnTo>
                  <a:lnTo>
                    <a:pt x="4334922" y="3082869"/>
                  </a:lnTo>
                  <a:lnTo>
                    <a:pt x="4333864" y="3082869"/>
                  </a:lnTo>
                  <a:lnTo>
                    <a:pt x="4332806" y="3082869"/>
                  </a:lnTo>
                  <a:lnTo>
                    <a:pt x="4331748" y="3082869"/>
                  </a:lnTo>
                  <a:lnTo>
                    <a:pt x="4330691" y="3082869"/>
                  </a:lnTo>
                  <a:lnTo>
                    <a:pt x="4329633" y="3082869"/>
                  </a:lnTo>
                  <a:lnTo>
                    <a:pt x="4328575" y="3082869"/>
                  </a:lnTo>
                  <a:lnTo>
                    <a:pt x="4327517" y="3082869"/>
                  </a:lnTo>
                  <a:lnTo>
                    <a:pt x="4326459" y="3082869"/>
                  </a:lnTo>
                  <a:lnTo>
                    <a:pt x="4325401" y="3082869"/>
                  </a:lnTo>
                  <a:lnTo>
                    <a:pt x="4324343" y="3082869"/>
                  </a:lnTo>
                  <a:lnTo>
                    <a:pt x="4323286" y="3082869"/>
                  </a:lnTo>
                  <a:lnTo>
                    <a:pt x="4322228" y="3082869"/>
                  </a:lnTo>
                  <a:lnTo>
                    <a:pt x="4321170" y="3082869"/>
                  </a:lnTo>
                  <a:lnTo>
                    <a:pt x="4320112" y="3082869"/>
                  </a:lnTo>
                  <a:lnTo>
                    <a:pt x="4319054" y="3082869"/>
                  </a:lnTo>
                  <a:lnTo>
                    <a:pt x="4317996" y="3082869"/>
                  </a:lnTo>
                  <a:lnTo>
                    <a:pt x="4316939" y="3082869"/>
                  </a:lnTo>
                  <a:lnTo>
                    <a:pt x="4315881" y="3082869"/>
                  </a:lnTo>
                  <a:lnTo>
                    <a:pt x="4314823" y="3082869"/>
                  </a:lnTo>
                  <a:lnTo>
                    <a:pt x="4313765" y="3082869"/>
                  </a:lnTo>
                  <a:lnTo>
                    <a:pt x="4312707" y="3082869"/>
                  </a:lnTo>
                  <a:lnTo>
                    <a:pt x="4311649" y="3082869"/>
                  </a:lnTo>
                  <a:lnTo>
                    <a:pt x="4310592" y="3082869"/>
                  </a:lnTo>
                  <a:lnTo>
                    <a:pt x="4309534" y="3082869"/>
                  </a:lnTo>
                  <a:lnTo>
                    <a:pt x="4308476" y="3082869"/>
                  </a:lnTo>
                  <a:lnTo>
                    <a:pt x="4307418" y="3082869"/>
                  </a:lnTo>
                  <a:lnTo>
                    <a:pt x="4306360" y="3082869"/>
                  </a:lnTo>
                  <a:lnTo>
                    <a:pt x="4305302" y="3082869"/>
                  </a:lnTo>
                  <a:lnTo>
                    <a:pt x="4304245" y="3082869"/>
                  </a:lnTo>
                  <a:lnTo>
                    <a:pt x="4303187" y="3082869"/>
                  </a:lnTo>
                  <a:lnTo>
                    <a:pt x="4302129" y="3082869"/>
                  </a:lnTo>
                  <a:lnTo>
                    <a:pt x="4301071" y="3082869"/>
                  </a:lnTo>
                  <a:lnTo>
                    <a:pt x="4300013" y="3082869"/>
                  </a:lnTo>
                  <a:lnTo>
                    <a:pt x="4298955" y="3082869"/>
                  </a:lnTo>
                  <a:lnTo>
                    <a:pt x="4297897" y="3082869"/>
                  </a:lnTo>
                  <a:lnTo>
                    <a:pt x="4296840" y="3082869"/>
                  </a:lnTo>
                  <a:lnTo>
                    <a:pt x="4295782" y="3082869"/>
                  </a:lnTo>
                  <a:lnTo>
                    <a:pt x="4294724" y="3082869"/>
                  </a:lnTo>
                  <a:lnTo>
                    <a:pt x="4293666" y="3082869"/>
                  </a:lnTo>
                  <a:lnTo>
                    <a:pt x="4292608" y="3082869"/>
                  </a:lnTo>
                  <a:lnTo>
                    <a:pt x="4291550" y="3082869"/>
                  </a:lnTo>
                  <a:lnTo>
                    <a:pt x="4290493" y="3082869"/>
                  </a:lnTo>
                  <a:lnTo>
                    <a:pt x="4289435" y="3082869"/>
                  </a:lnTo>
                  <a:lnTo>
                    <a:pt x="4288377" y="3082869"/>
                  </a:lnTo>
                  <a:lnTo>
                    <a:pt x="4287319" y="3082869"/>
                  </a:lnTo>
                  <a:lnTo>
                    <a:pt x="4286261" y="3082869"/>
                  </a:lnTo>
                  <a:lnTo>
                    <a:pt x="4285203" y="3082869"/>
                  </a:lnTo>
                  <a:lnTo>
                    <a:pt x="4284146" y="3082869"/>
                  </a:lnTo>
                  <a:lnTo>
                    <a:pt x="4283088" y="3082869"/>
                  </a:lnTo>
                  <a:lnTo>
                    <a:pt x="4282030" y="3082869"/>
                  </a:lnTo>
                  <a:lnTo>
                    <a:pt x="4280972" y="3082869"/>
                  </a:lnTo>
                  <a:lnTo>
                    <a:pt x="4279914" y="3082869"/>
                  </a:lnTo>
                  <a:lnTo>
                    <a:pt x="4278856" y="3082869"/>
                  </a:lnTo>
                  <a:lnTo>
                    <a:pt x="4277799" y="3082869"/>
                  </a:lnTo>
                  <a:lnTo>
                    <a:pt x="4276741" y="3082869"/>
                  </a:lnTo>
                  <a:lnTo>
                    <a:pt x="4275683" y="3082869"/>
                  </a:lnTo>
                  <a:lnTo>
                    <a:pt x="4274625" y="3082869"/>
                  </a:lnTo>
                  <a:lnTo>
                    <a:pt x="4273567" y="3082869"/>
                  </a:lnTo>
                  <a:lnTo>
                    <a:pt x="4272509" y="3082869"/>
                  </a:lnTo>
                  <a:lnTo>
                    <a:pt x="4271451" y="3082869"/>
                  </a:lnTo>
                  <a:lnTo>
                    <a:pt x="4270394" y="3082869"/>
                  </a:lnTo>
                  <a:lnTo>
                    <a:pt x="4269336" y="3082869"/>
                  </a:lnTo>
                  <a:lnTo>
                    <a:pt x="4268278" y="3082869"/>
                  </a:lnTo>
                  <a:lnTo>
                    <a:pt x="4267220" y="3082869"/>
                  </a:lnTo>
                  <a:lnTo>
                    <a:pt x="4266162" y="3082869"/>
                  </a:lnTo>
                  <a:lnTo>
                    <a:pt x="4265104" y="3082869"/>
                  </a:lnTo>
                  <a:lnTo>
                    <a:pt x="4264047" y="3082869"/>
                  </a:lnTo>
                  <a:lnTo>
                    <a:pt x="4262989" y="3082869"/>
                  </a:lnTo>
                  <a:lnTo>
                    <a:pt x="4261931" y="3082869"/>
                  </a:lnTo>
                  <a:lnTo>
                    <a:pt x="4260873" y="3082869"/>
                  </a:lnTo>
                  <a:lnTo>
                    <a:pt x="4259815" y="3082869"/>
                  </a:lnTo>
                  <a:lnTo>
                    <a:pt x="4258757" y="3082869"/>
                  </a:lnTo>
                  <a:lnTo>
                    <a:pt x="4257700" y="3082869"/>
                  </a:lnTo>
                  <a:lnTo>
                    <a:pt x="4256642" y="3082869"/>
                  </a:lnTo>
                  <a:lnTo>
                    <a:pt x="4255584" y="3082869"/>
                  </a:lnTo>
                  <a:lnTo>
                    <a:pt x="4254526" y="3082869"/>
                  </a:lnTo>
                  <a:lnTo>
                    <a:pt x="4253468" y="3082869"/>
                  </a:lnTo>
                  <a:lnTo>
                    <a:pt x="4252410" y="3082869"/>
                  </a:lnTo>
                  <a:lnTo>
                    <a:pt x="4251353" y="3082869"/>
                  </a:lnTo>
                  <a:lnTo>
                    <a:pt x="4250295" y="3082869"/>
                  </a:lnTo>
                  <a:lnTo>
                    <a:pt x="4249237" y="3082869"/>
                  </a:lnTo>
                  <a:lnTo>
                    <a:pt x="4248179" y="3082869"/>
                  </a:lnTo>
                  <a:lnTo>
                    <a:pt x="4247121" y="3082869"/>
                  </a:lnTo>
                  <a:lnTo>
                    <a:pt x="4246063" y="3082869"/>
                  </a:lnTo>
                  <a:lnTo>
                    <a:pt x="4245005" y="3082869"/>
                  </a:lnTo>
                  <a:lnTo>
                    <a:pt x="4243948" y="3082869"/>
                  </a:lnTo>
                  <a:lnTo>
                    <a:pt x="4242890" y="3082869"/>
                  </a:lnTo>
                  <a:lnTo>
                    <a:pt x="4241832" y="3082869"/>
                  </a:lnTo>
                  <a:lnTo>
                    <a:pt x="4240774" y="3082869"/>
                  </a:lnTo>
                  <a:lnTo>
                    <a:pt x="4239716" y="3082869"/>
                  </a:lnTo>
                  <a:lnTo>
                    <a:pt x="4238658" y="3082869"/>
                  </a:lnTo>
                  <a:lnTo>
                    <a:pt x="4237601" y="3082869"/>
                  </a:lnTo>
                  <a:lnTo>
                    <a:pt x="4236543" y="3082869"/>
                  </a:lnTo>
                  <a:lnTo>
                    <a:pt x="4235485" y="3082869"/>
                  </a:lnTo>
                  <a:lnTo>
                    <a:pt x="4234427" y="3082869"/>
                  </a:lnTo>
                  <a:lnTo>
                    <a:pt x="4233369" y="3082869"/>
                  </a:lnTo>
                  <a:lnTo>
                    <a:pt x="4232311" y="3082869"/>
                  </a:lnTo>
                  <a:lnTo>
                    <a:pt x="4231254" y="3082869"/>
                  </a:lnTo>
                  <a:lnTo>
                    <a:pt x="4230196" y="3082869"/>
                  </a:lnTo>
                  <a:lnTo>
                    <a:pt x="4229138" y="3082869"/>
                  </a:lnTo>
                  <a:lnTo>
                    <a:pt x="4228080" y="3082869"/>
                  </a:lnTo>
                  <a:lnTo>
                    <a:pt x="4227022" y="3082869"/>
                  </a:lnTo>
                  <a:lnTo>
                    <a:pt x="4225964" y="3082869"/>
                  </a:lnTo>
                  <a:lnTo>
                    <a:pt x="4224907" y="3082869"/>
                  </a:lnTo>
                  <a:lnTo>
                    <a:pt x="4223849" y="3082869"/>
                  </a:lnTo>
                  <a:lnTo>
                    <a:pt x="4222791" y="3082869"/>
                  </a:lnTo>
                  <a:lnTo>
                    <a:pt x="4221733" y="3082869"/>
                  </a:lnTo>
                  <a:lnTo>
                    <a:pt x="4220675" y="3082869"/>
                  </a:lnTo>
                  <a:lnTo>
                    <a:pt x="4219617" y="3082869"/>
                  </a:lnTo>
                  <a:lnTo>
                    <a:pt x="4218559" y="3082869"/>
                  </a:lnTo>
                  <a:lnTo>
                    <a:pt x="4217502" y="3082869"/>
                  </a:lnTo>
                  <a:lnTo>
                    <a:pt x="4216444" y="3082869"/>
                  </a:lnTo>
                  <a:lnTo>
                    <a:pt x="4215386" y="3082869"/>
                  </a:lnTo>
                  <a:lnTo>
                    <a:pt x="4214328" y="3082869"/>
                  </a:lnTo>
                  <a:lnTo>
                    <a:pt x="4213270" y="3082869"/>
                  </a:lnTo>
                  <a:lnTo>
                    <a:pt x="4212212" y="3082869"/>
                  </a:lnTo>
                  <a:lnTo>
                    <a:pt x="4211155" y="3082869"/>
                  </a:lnTo>
                  <a:lnTo>
                    <a:pt x="4210097" y="3082869"/>
                  </a:lnTo>
                  <a:lnTo>
                    <a:pt x="4209039" y="3082869"/>
                  </a:lnTo>
                  <a:lnTo>
                    <a:pt x="4207981" y="3082869"/>
                  </a:lnTo>
                  <a:lnTo>
                    <a:pt x="4206923" y="3082869"/>
                  </a:lnTo>
                  <a:lnTo>
                    <a:pt x="4205865" y="3082869"/>
                  </a:lnTo>
                  <a:lnTo>
                    <a:pt x="4204808" y="3082869"/>
                  </a:lnTo>
                  <a:lnTo>
                    <a:pt x="4203750" y="3082869"/>
                  </a:lnTo>
                  <a:lnTo>
                    <a:pt x="4202692" y="3082869"/>
                  </a:lnTo>
                  <a:lnTo>
                    <a:pt x="4201634" y="3082869"/>
                  </a:lnTo>
                  <a:lnTo>
                    <a:pt x="4200576" y="3082869"/>
                  </a:lnTo>
                  <a:lnTo>
                    <a:pt x="4199518" y="3082869"/>
                  </a:lnTo>
                  <a:lnTo>
                    <a:pt x="4198461" y="3082869"/>
                  </a:lnTo>
                  <a:lnTo>
                    <a:pt x="4197403" y="3082869"/>
                  </a:lnTo>
                  <a:lnTo>
                    <a:pt x="4196345" y="3082869"/>
                  </a:lnTo>
                  <a:lnTo>
                    <a:pt x="4195287" y="3082869"/>
                  </a:lnTo>
                  <a:lnTo>
                    <a:pt x="4194229" y="3082869"/>
                  </a:lnTo>
                  <a:lnTo>
                    <a:pt x="4193171" y="3082869"/>
                  </a:lnTo>
                  <a:lnTo>
                    <a:pt x="4192113" y="3082869"/>
                  </a:lnTo>
                  <a:lnTo>
                    <a:pt x="4191056" y="3082869"/>
                  </a:lnTo>
                  <a:lnTo>
                    <a:pt x="4189998" y="3082869"/>
                  </a:lnTo>
                  <a:lnTo>
                    <a:pt x="4188940" y="3082869"/>
                  </a:lnTo>
                  <a:lnTo>
                    <a:pt x="4187882" y="3082869"/>
                  </a:lnTo>
                  <a:lnTo>
                    <a:pt x="4186824" y="3082869"/>
                  </a:lnTo>
                  <a:lnTo>
                    <a:pt x="4185766" y="3082869"/>
                  </a:lnTo>
                  <a:lnTo>
                    <a:pt x="4184709" y="3082869"/>
                  </a:lnTo>
                  <a:lnTo>
                    <a:pt x="4183651" y="3082869"/>
                  </a:lnTo>
                  <a:lnTo>
                    <a:pt x="4182593" y="3082869"/>
                  </a:lnTo>
                  <a:lnTo>
                    <a:pt x="4181535" y="3082869"/>
                  </a:lnTo>
                  <a:lnTo>
                    <a:pt x="4180477" y="3082869"/>
                  </a:lnTo>
                  <a:lnTo>
                    <a:pt x="4179419" y="3082869"/>
                  </a:lnTo>
                  <a:lnTo>
                    <a:pt x="4178362" y="3082869"/>
                  </a:lnTo>
                  <a:lnTo>
                    <a:pt x="4177304" y="3082869"/>
                  </a:lnTo>
                  <a:lnTo>
                    <a:pt x="4176246" y="3082869"/>
                  </a:lnTo>
                  <a:lnTo>
                    <a:pt x="4175188" y="3082869"/>
                  </a:lnTo>
                  <a:lnTo>
                    <a:pt x="4174130" y="3082869"/>
                  </a:lnTo>
                  <a:lnTo>
                    <a:pt x="4173072" y="3082869"/>
                  </a:lnTo>
                  <a:lnTo>
                    <a:pt x="4172015" y="3082869"/>
                  </a:lnTo>
                  <a:lnTo>
                    <a:pt x="4170957" y="3082869"/>
                  </a:lnTo>
                  <a:lnTo>
                    <a:pt x="4169899" y="3082869"/>
                  </a:lnTo>
                  <a:lnTo>
                    <a:pt x="4168841" y="3082869"/>
                  </a:lnTo>
                  <a:lnTo>
                    <a:pt x="4167783" y="3082869"/>
                  </a:lnTo>
                  <a:lnTo>
                    <a:pt x="4166725" y="3082869"/>
                  </a:lnTo>
                  <a:lnTo>
                    <a:pt x="4165667" y="3082869"/>
                  </a:lnTo>
                  <a:lnTo>
                    <a:pt x="4164610" y="3082869"/>
                  </a:lnTo>
                  <a:lnTo>
                    <a:pt x="4163552" y="3082869"/>
                  </a:lnTo>
                  <a:lnTo>
                    <a:pt x="4162494" y="3082869"/>
                  </a:lnTo>
                  <a:lnTo>
                    <a:pt x="4161436" y="3082869"/>
                  </a:lnTo>
                  <a:lnTo>
                    <a:pt x="4160378" y="3082869"/>
                  </a:lnTo>
                  <a:lnTo>
                    <a:pt x="4159320" y="3082869"/>
                  </a:lnTo>
                  <a:lnTo>
                    <a:pt x="4158263" y="3082869"/>
                  </a:lnTo>
                  <a:lnTo>
                    <a:pt x="4157205" y="3082869"/>
                  </a:lnTo>
                  <a:lnTo>
                    <a:pt x="4156147" y="3082869"/>
                  </a:lnTo>
                  <a:lnTo>
                    <a:pt x="4155089" y="3082869"/>
                  </a:lnTo>
                  <a:lnTo>
                    <a:pt x="4154031" y="3082869"/>
                  </a:lnTo>
                  <a:lnTo>
                    <a:pt x="4152973" y="3082869"/>
                  </a:lnTo>
                  <a:lnTo>
                    <a:pt x="4151916" y="3082869"/>
                  </a:lnTo>
                  <a:lnTo>
                    <a:pt x="4150858" y="3082869"/>
                  </a:lnTo>
                  <a:lnTo>
                    <a:pt x="4149800" y="3082869"/>
                  </a:lnTo>
                  <a:lnTo>
                    <a:pt x="4148742" y="3082869"/>
                  </a:lnTo>
                  <a:lnTo>
                    <a:pt x="4147684" y="3082869"/>
                  </a:lnTo>
                  <a:lnTo>
                    <a:pt x="4146626" y="3082869"/>
                  </a:lnTo>
                  <a:lnTo>
                    <a:pt x="4145569" y="3082869"/>
                  </a:lnTo>
                  <a:lnTo>
                    <a:pt x="4144511" y="3082869"/>
                  </a:lnTo>
                  <a:lnTo>
                    <a:pt x="4143453" y="3082869"/>
                  </a:lnTo>
                  <a:lnTo>
                    <a:pt x="4142395" y="3082869"/>
                  </a:lnTo>
                  <a:lnTo>
                    <a:pt x="4141337" y="3082869"/>
                  </a:lnTo>
                  <a:lnTo>
                    <a:pt x="4140279" y="3082869"/>
                  </a:lnTo>
                  <a:lnTo>
                    <a:pt x="4139221" y="3082869"/>
                  </a:lnTo>
                  <a:lnTo>
                    <a:pt x="4138164" y="3082869"/>
                  </a:lnTo>
                  <a:lnTo>
                    <a:pt x="4137106" y="3082869"/>
                  </a:lnTo>
                  <a:lnTo>
                    <a:pt x="4136048" y="3082869"/>
                  </a:lnTo>
                  <a:lnTo>
                    <a:pt x="4134990" y="3082869"/>
                  </a:lnTo>
                  <a:lnTo>
                    <a:pt x="4133932" y="3082869"/>
                  </a:lnTo>
                  <a:lnTo>
                    <a:pt x="4132874" y="3082869"/>
                  </a:lnTo>
                  <a:lnTo>
                    <a:pt x="4131817" y="3082869"/>
                  </a:lnTo>
                  <a:lnTo>
                    <a:pt x="4130759" y="3082869"/>
                  </a:lnTo>
                  <a:lnTo>
                    <a:pt x="4129701" y="3082869"/>
                  </a:lnTo>
                  <a:lnTo>
                    <a:pt x="4128643" y="3082869"/>
                  </a:lnTo>
                  <a:lnTo>
                    <a:pt x="4127585" y="3082869"/>
                  </a:lnTo>
                  <a:lnTo>
                    <a:pt x="4126527" y="3082869"/>
                  </a:lnTo>
                  <a:lnTo>
                    <a:pt x="4125470" y="3082869"/>
                  </a:lnTo>
                  <a:lnTo>
                    <a:pt x="4124412" y="3082869"/>
                  </a:lnTo>
                  <a:lnTo>
                    <a:pt x="4123354" y="3082869"/>
                  </a:lnTo>
                  <a:lnTo>
                    <a:pt x="4122296" y="3082869"/>
                  </a:lnTo>
                  <a:lnTo>
                    <a:pt x="4121238" y="3082869"/>
                  </a:lnTo>
                  <a:lnTo>
                    <a:pt x="4120180" y="3082869"/>
                  </a:lnTo>
                  <a:lnTo>
                    <a:pt x="4119123" y="3082869"/>
                  </a:lnTo>
                  <a:lnTo>
                    <a:pt x="4118065" y="3082869"/>
                  </a:lnTo>
                  <a:lnTo>
                    <a:pt x="4117007" y="3082869"/>
                  </a:lnTo>
                  <a:lnTo>
                    <a:pt x="4115949" y="3082869"/>
                  </a:lnTo>
                  <a:lnTo>
                    <a:pt x="4114891" y="3082869"/>
                  </a:lnTo>
                  <a:lnTo>
                    <a:pt x="4113833" y="3082869"/>
                  </a:lnTo>
                  <a:lnTo>
                    <a:pt x="4112775" y="3082869"/>
                  </a:lnTo>
                  <a:lnTo>
                    <a:pt x="4111718" y="3082869"/>
                  </a:lnTo>
                  <a:lnTo>
                    <a:pt x="4110660" y="3082869"/>
                  </a:lnTo>
                  <a:lnTo>
                    <a:pt x="4109602" y="3082869"/>
                  </a:lnTo>
                  <a:lnTo>
                    <a:pt x="4108544" y="3082869"/>
                  </a:lnTo>
                  <a:lnTo>
                    <a:pt x="4107486" y="3082869"/>
                  </a:lnTo>
                  <a:lnTo>
                    <a:pt x="4106428" y="3082869"/>
                  </a:lnTo>
                  <a:lnTo>
                    <a:pt x="4105371" y="3082869"/>
                  </a:lnTo>
                  <a:lnTo>
                    <a:pt x="4104313" y="3082869"/>
                  </a:lnTo>
                  <a:lnTo>
                    <a:pt x="4103255" y="3082869"/>
                  </a:lnTo>
                  <a:lnTo>
                    <a:pt x="4102197" y="3082869"/>
                  </a:lnTo>
                  <a:lnTo>
                    <a:pt x="4101139" y="3082869"/>
                  </a:lnTo>
                  <a:lnTo>
                    <a:pt x="4100081" y="3082869"/>
                  </a:lnTo>
                  <a:lnTo>
                    <a:pt x="4099024" y="3082869"/>
                  </a:lnTo>
                  <a:lnTo>
                    <a:pt x="4097966" y="3082869"/>
                  </a:lnTo>
                  <a:lnTo>
                    <a:pt x="4096908" y="3082869"/>
                  </a:lnTo>
                  <a:lnTo>
                    <a:pt x="4095850" y="3082869"/>
                  </a:lnTo>
                  <a:lnTo>
                    <a:pt x="4094792" y="3082869"/>
                  </a:lnTo>
                  <a:lnTo>
                    <a:pt x="4093734" y="3082869"/>
                  </a:lnTo>
                  <a:lnTo>
                    <a:pt x="4092677" y="3082869"/>
                  </a:lnTo>
                  <a:lnTo>
                    <a:pt x="4091619" y="3082869"/>
                  </a:lnTo>
                  <a:lnTo>
                    <a:pt x="4090561" y="3082869"/>
                  </a:lnTo>
                  <a:lnTo>
                    <a:pt x="4089503" y="3082869"/>
                  </a:lnTo>
                  <a:lnTo>
                    <a:pt x="4088445" y="3082869"/>
                  </a:lnTo>
                  <a:lnTo>
                    <a:pt x="4087387" y="3082869"/>
                  </a:lnTo>
                  <a:lnTo>
                    <a:pt x="4086329" y="3082869"/>
                  </a:lnTo>
                  <a:lnTo>
                    <a:pt x="4085272" y="3082869"/>
                  </a:lnTo>
                  <a:lnTo>
                    <a:pt x="4084214" y="3082869"/>
                  </a:lnTo>
                  <a:lnTo>
                    <a:pt x="4083156" y="3082869"/>
                  </a:lnTo>
                  <a:lnTo>
                    <a:pt x="4082098" y="3082869"/>
                  </a:lnTo>
                  <a:lnTo>
                    <a:pt x="4081040" y="3082869"/>
                  </a:lnTo>
                  <a:lnTo>
                    <a:pt x="4079982" y="3082869"/>
                  </a:lnTo>
                  <a:lnTo>
                    <a:pt x="4078925" y="3082869"/>
                  </a:lnTo>
                  <a:lnTo>
                    <a:pt x="4077867" y="3082869"/>
                  </a:lnTo>
                  <a:lnTo>
                    <a:pt x="4076809" y="3082869"/>
                  </a:lnTo>
                  <a:lnTo>
                    <a:pt x="4075751" y="3082869"/>
                  </a:lnTo>
                  <a:lnTo>
                    <a:pt x="4074693" y="3082869"/>
                  </a:lnTo>
                  <a:lnTo>
                    <a:pt x="4073635" y="3082869"/>
                  </a:lnTo>
                  <a:lnTo>
                    <a:pt x="4072578" y="3082869"/>
                  </a:lnTo>
                  <a:lnTo>
                    <a:pt x="4071520" y="3082869"/>
                  </a:lnTo>
                  <a:lnTo>
                    <a:pt x="4070462" y="3082869"/>
                  </a:lnTo>
                  <a:lnTo>
                    <a:pt x="4069404" y="3082869"/>
                  </a:lnTo>
                  <a:lnTo>
                    <a:pt x="4068346" y="3082869"/>
                  </a:lnTo>
                  <a:lnTo>
                    <a:pt x="4067288" y="3082869"/>
                  </a:lnTo>
                  <a:lnTo>
                    <a:pt x="4066231" y="3082869"/>
                  </a:lnTo>
                  <a:lnTo>
                    <a:pt x="4065173" y="3082869"/>
                  </a:lnTo>
                  <a:lnTo>
                    <a:pt x="4064115" y="3082869"/>
                  </a:lnTo>
                  <a:lnTo>
                    <a:pt x="4063057" y="3082869"/>
                  </a:lnTo>
                  <a:lnTo>
                    <a:pt x="4061999" y="3082869"/>
                  </a:lnTo>
                  <a:lnTo>
                    <a:pt x="4060941" y="3082869"/>
                  </a:lnTo>
                  <a:lnTo>
                    <a:pt x="4059883" y="3082869"/>
                  </a:lnTo>
                  <a:lnTo>
                    <a:pt x="4058826" y="3082869"/>
                  </a:lnTo>
                  <a:lnTo>
                    <a:pt x="4057768" y="3082869"/>
                  </a:lnTo>
                  <a:lnTo>
                    <a:pt x="4056710" y="3082869"/>
                  </a:lnTo>
                  <a:lnTo>
                    <a:pt x="4055652" y="3082869"/>
                  </a:lnTo>
                  <a:lnTo>
                    <a:pt x="4054594" y="3082869"/>
                  </a:lnTo>
                  <a:lnTo>
                    <a:pt x="4053536" y="3082869"/>
                  </a:lnTo>
                  <a:lnTo>
                    <a:pt x="4052479" y="3082869"/>
                  </a:lnTo>
                  <a:lnTo>
                    <a:pt x="4051421" y="3082869"/>
                  </a:lnTo>
                  <a:lnTo>
                    <a:pt x="4050363" y="3082869"/>
                  </a:lnTo>
                  <a:lnTo>
                    <a:pt x="4049305" y="3082869"/>
                  </a:lnTo>
                  <a:lnTo>
                    <a:pt x="4048247" y="3082869"/>
                  </a:lnTo>
                  <a:lnTo>
                    <a:pt x="4047189" y="3082869"/>
                  </a:lnTo>
                  <a:lnTo>
                    <a:pt x="4046132" y="3082869"/>
                  </a:lnTo>
                  <a:lnTo>
                    <a:pt x="4045074" y="3082869"/>
                  </a:lnTo>
                  <a:lnTo>
                    <a:pt x="4044016" y="3082869"/>
                  </a:lnTo>
                  <a:lnTo>
                    <a:pt x="4042958" y="3082869"/>
                  </a:lnTo>
                  <a:lnTo>
                    <a:pt x="4041900" y="3082869"/>
                  </a:lnTo>
                  <a:lnTo>
                    <a:pt x="4040842" y="3082869"/>
                  </a:lnTo>
                  <a:lnTo>
                    <a:pt x="4039785" y="3082869"/>
                  </a:lnTo>
                  <a:lnTo>
                    <a:pt x="4038727" y="3082869"/>
                  </a:lnTo>
                  <a:lnTo>
                    <a:pt x="4037669" y="3082869"/>
                  </a:lnTo>
                  <a:lnTo>
                    <a:pt x="4036611" y="3082869"/>
                  </a:lnTo>
                  <a:lnTo>
                    <a:pt x="4035553" y="3082869"/>
                  </a:lnTo>
                  <a:lnTo>
                    <a:pt x="4034495" y="3082869"/>
                  </a:lnTo>
                  <a:lnTo>
                    <a:pt x="4033437" y="3082869"/>
                  </a:lnTo>
                  <a:lnTo>
                    <a:pt x="4032380" y="3082869"/>
                  </a:lnTo>
                  <a:lnTo>
                    <a:pt x="4031322" y="3082869"/>
                  </a:lnTo>
                  <a:lnTo>
                    <a:pt x="4030264" y="3082869"/>
                  </a:lnTo>
                  <a:lnTo>
                    <a:pt x="4029206" y="3082869"/>
                  </a:lnTo>
                  <a:lnTo>
                    <a:pt x="4028148" y="3082869"/>
                  </a:lnTo>
                  <a:lnTo>
                    <a:pt x="4027090" y="3082869"/>
                  </a:lnTo>
                  <a:lnTo>
                    <a:pt x="4026033" y="3082869"/>
                  </a:lnTo>
                  <a:lnTo>
                    <a:pt x="4024975" y="3082869"/>
                  </a:lnTo>
                  <a:lnTo>
                    <a:pt x="4023917" y="3082869"/>
                  </a:lnTo>
                  <a:lnTo>
                    <a:pt x="4022859" y="3082869"/>
                  </a:lnTo>
                  <a:lnTo>
                    <a:pt x="4021801" y="3082869"/>
                  </a:lnTo>
                  <a:lnTo>
                    <a:pt x="4020743" y="3082869"/>
                  </a:lnTo>
                  <a:lnTo>
                    <a:pt x="4019686" y="3082869"/>
                  </a:lnTo>
                  <a:lnTo>
                    <a:pt x="4018628" y="3082869"/>
                  </a:lnTo>
                  <a:lnTo>
                    <a:pt x="4017570" y="3082869"/>
                  </a:lnTo>
                  <a:lnTo>
                    <a:pt x="4016512" y="3082869"/>
                  </a:lnTo>
                  <a:lnTo>
                    <a:pt x="4015454" y="3082869"/>
                  </a:lnTo>
                  <a:lnTo>
                    <a:pt x="4014396" y="3082869"/>
                  </a:lnTo>
                  <a:lnTo>
                    <a:pt x="4013339" y="3082869"/>
                  </a:lnTo>
                  <a:lnTo>
                    <a:pt x="4012281" y="3082869"/>
                  </a:lnTo>
                  <a:lnTo>
                    <a:pt x="4011223" y="3082869"/>
                  </a:lnTo>
                  <a:lnTo>
                    <a:pt x="4010165" y="3082869"/>
                  </a:lnTo>
                  <a:lnTo>
                    <a:pt x="4009107" y="3082869"/>
                  </a:lnTo>
                  <a:lnTo>
                    <a:pt x="4008049" y="3082869"/>
                  </a:lnTo>
                  <a:lnTo>
                    <a:pt x="4006991" y="3082869"/>
                  </a:lnTo>
                  <a:lnTo>
                    <a:pt x="4005934" y="3082869"/>
                  </a:lnTo>
                  <a:lnTo>
                    <a:pt x="4004876" y="3082869"/>
                  </a:lnTo>
                  <a:lnTo>
                    <a:pt x="4003818" y="3082869"/>
                  </a:lnTo>
                  <a:lnTo>
                    <a:pt x="4002760" y="3082869"/>
                  </a:lnTo>
                  <a:lnTo>
                    <a:pt x="4001702" y="3082869"/>
                  </a:lnTo>
                  <a:lnTo>
                    <a:pt x="4000644" y="3082869"/>
                  </a:lnTo>
                  <a:lnTo>
                    <a:pt x="3999587" y="3082869"/>
                  </a:lnTo>
                  <a:lnTo>
                    <a:pt x="3998529" y="3082869"/>
                  </a:lnTo>
                  <a:lnTo>
                    <a:pt x="3997471" y="3082869"/>
                  </a:lnTo>
                  <a:lnTo>
                    <a:pt x="3996413" y="3082869"/>
                  </a:lnTo>
                  <a:lnTo>
                    <a:pt x="3995355" y="3082869"/>
                  </a:lnTo>
                  <a:lnTo>
                    <a:pt x="3994297" y="3082869"/>
                  </a:lnTo>
                  <a:lnTo>
                    <a:pt x="3993240" y="3082869"/>
                  </a:lnTo>
                  <a:lnTo>
                    <a:pt x="3992182" y="3082869"/>
                  </a:lnTo>
                  <a:lnTo>
                    <a:pt x="3991124" y="3082869"/>
                  </a:lnTo>
                  <a:lnTo>
                    <a:pt x="3990066" y="3082869"/>
                  </a:lnTo>
                  <a:lnTo>
                    <a:pt x="3989008" y="3082869"/>
                  </a:lnTo>
                  <a:lnTo>
                    <a:pt x="3987950" y="3082869"/>
                  </a:lnTo>
                  <a:lnTo>
                    <a:pt x="3986893" y="3082869"/>
                  </a:lnTo>
                  <a:lnTo>
                    <a:pt x="3985835" y="3082869"/>
                  </a:lnTo>
                  <a:lnTo>
                    <a:pt x="3984777" y="3082869"/>
                  </a:lnTo>
                  <a:lnTo>
                    <a:pt x="3983719" y="3082869"/>
                  </a:lnTo>
                  <a:lnTo>
                    <a:pt x="3982661" y="3082869"/>
                  </a:lnTo>
                  <a:lnTo>
                    <a:pt x="3981603" y="3082869"/>
                  </a:lnTo>
                  <a:lnTo>
                    <a:pt x="3980545" y="3082869"/>
                  </a:lnTo>
                  <a:lnTo>
                    <a:pt x="3979488" y="3082869"/>
                  </a:lnTo>
                  <a:lnTo>
                    <a:pt x="3978430" y="3082869"/>
                  </a:lnTo>
                  <a:lnTo>
                    <a:pt x="3977372" y="3082869"/>
                  </a:lnTo>
                  <a:lnTo>
                    <a:pt x="3976314" y="3082869"/>
                  </a:lnTo>
                  <a:lnTo>
                    <a:pt x="3975256" y="3082869"/>
                  </a:lnTo>
                  <a:lnTo>
                    <a:pt x="3974198" y="3082869"/>
                  </a:lnTo>
                  <a:lnTo>
                    <a:pt x="3973141" y="3082869"/>
                  </a:lnTo>
                  <a:lnTo>
                    <a:pt x="3972083" y="3082869"/>
                  </a:lnTo>
                  <a:lnTo>
                    <a:pt x="3971025" y="3082869"/>
                  </a:lnTo>
                  <a:lnTo>
                    <a:pt x="3969967" y="3082869"/>
                  </a:lnTo>
                  <a:lnTo>
                    <a:pt x="3968909" y="3082869"/>
                  </a:lnTo>
                  <a:lnTo>
                    <a:pt x="3967851" y="3082869"/>
                  </a:lnTo>
                  <a:lnTo>
                    <a:pt x="3966794" y="3082869"/>
                  </a:lnTo>
                  <a:lnTo>
                    <a:pt x="3965736" y="3082869"/>
                  </a:lnTo>
                  <a:lnTo>
                    <a:pt x="3964678" y="3082869"/>
                  </a:lnTo>
                  <a:lnTo>
                    <a:pt x="3963620" y="3082869"/>
                  </a:lnTo>
                  <a:lnTo>
                    <a:pt x="3962562" y="3082869"/>
                  </a:lnTo>
                  <a:lnTo>
                    <a:pt x="3961504" y="3082869"/>
                  </a:lnTo>
                  <a:lnTo>
                    <a:pt x="3960447" y="3082869"/>
                  </a:lnTo>
                  <a:lnTo>
                    <a:pt x="3959389" y="3082869"/>
                  </a:lnTo>
                  <a:lnTo>
                    <a:pt x="3958331" y="3082869"/>
                  </a:lnTo>
                  <a:lnTo>
                    <a:pt x="3957273" y="3082869"/>
                  </a:lnTo>
                  <a:lnTo>
                    <a:pt x="3956215" y="3082869"/>
                  </a:lnTo>
                  <a:lnTo>
                    <a:pt x="3955157" y="3082869"/>
                  </a:lnTo>
                  <a:lnTo>
                    <a:pt x="3954099" y="3082869"/>
                  </a:lnTo>
                  <a:lnTo>
                    <a:pt x="3953042" y="3082869"/>
                  </a:lnTo>
                  <a:lnTo>
                    <a:pt x="3951984" y="3082869"/>
                  </a:lnTo>
                  <a:lnTo>
                    <a:pt x="3950926" y="3082869"/>
                  </a:lnTo>
                  <a:lnTo>
                    <a:pt x="3949868" y="3082869"/>
                  </a:lnTo>
                  <a:lnTo>
                    <a:pt x="3948810" y="3082869"/>
                  </a:lnTo>
                  <a:lnTo>
                    <a:pt x="3947752" y="3082869"/>
                  </a:lnTo>
                  <a:lnTo>
                    <a:pt x="3946695" y="3082869"/>
                  </a:lnTo>
                  <a:lnTo>
                    <a:pt x="3945637" y="3082869"/>
                  </a:lnTo>
                  <a:lnTo>
                    <a:pt x="3944579" y="3082869"/>
                  </a:lnTo>
                  <a:lnTo>
                    <a:pt x="3943521" y="3082869"/>
                  </a:lnTo>
                  <a:lnTo>
                    <a:pt x="3942463" y="3082869"/>
                  </a:lnTo>
                  <a:lnTo>
                    <a:pt x="3941405" y="3082869"/>
                  </a:lnTo>
                  <a:lnTo>
                    <a:pt x="3940348" y="3082869"/>
                  </a:lnTo>
                  <a:lnTo>
                    <a:pt x="3939290" y="3082869"/>
                  </a:lnTo>
                  <a:lnTo>
                    <a:pt x="3938232" y="3082869"/>
                  </a:lnTo>
                  <a:lnTo>
                    <a:pt x="3937174" y="3082869"/>
                  </a:lnTo>
                  <a:lnTo>
                    <a:pt x="3936116" y="3082869"/>
                  </a:lnTo>
                  <a:lnTo>
                    <a:pt x="3935058" y="3082869"/>
                  </a:lnTo>
                  <a:lnTo>
                    <a:pt x="3934001" y="3082869"/>
                  </a:lnTo>
                  <a:lnTo>
                    <a:pt x="3932943" y="3082869"/>
                  </a:lnTo>
                  <a:lnTo>
                    <a:pt x="3931885" y="3082869"/>
                  </a:lnTo>
                  <a:lnTo>
                    <a:pt x="3930827" y="3082869"/>
                  </a:lnTo>
                  <a:lnTo>
                    <a:pt x="3929769" y="3082869"/>
                  </a:lnTo>
                  <a:lnTo>
                    <a:pt x="3928711" y="3082869"/>
                  </a:lnTo>
                  <a:lnTo>
                    <a:pt x="3927654" y="3082869"/>
                  </a:lnTo>
                  <a:lnTo>
                    <a:pt x="3926596" y="3082869"/>
                  </a:lnTo>
                  <a:lnTo>
                    <a:pt x="3925538" y="3082869"/>
                  </a:lnTo>
                  <a:lnTo>
                    <a:pt x="3924480" y="3082869"/>
                  </a:lnTo>
                  <a:lnTo>
                    <a:pt x="3923422" y="3082869"/>
                  </a:lnTo>
                  <a:lnTo>
                    <a:pt x="3922364" y="3082869"/>
                  </a:lnTo>
                  <a:lnTo>
                    <a:pt x="3921306" y="3082869"/>
                  </a:lnTo>
                  <a:lnTo>
                    <a:pt x="3920249" y="3082869"/>
                  </a:lnTo>
                  <a:lnTo>
                    <a:pt x="3919191" y="3082869"/>
                  </a:lnTo>
                  <a:lnTo>
                    <a:pt x="3918133" y="3082869"/>
                  </a:lnTo>
                  <a:lnTo>
                    <a:pt x="3917075" y="3082869"/>
                  </a:lnTo>
                  <a:lnTo>
                    <a:pt x="3916017" y="3082869"/>
                  </a:lnTo>
                  <a:lnTo>
                    <a:pt x="3914959" y="3082869"/>
                  </a:lnTo>
                  <a:lnTo>
                    <a:pt x="3913902" y="3082869"/>
                  </a:lnTo>
                  <a:lnTo>
                    <a:pt x="3912844" y="3082869"/>
                  </a:lnTo>
                  <a:lnTo>
                    <a:pt x="3911786" y="3082869"/>
                  </a:lnTo>
                  <a:lnTo>
                    <a:pt x="3910728" y="3082869"/>
                  </a:lnTo>
                  <a:lnTo>
                    <a:pt x="3909670" y="3082869"/>
                  </a:lnTo>
                  <a:lnTo>
                    <a:pt x="3908612" y="3082869"/>
                  </a:lnTo>
                  <a:lnTo>
                    <a:pt x="3907555" y="3082869"/>
                  </a:lnTo>
                  <a:lnTo>
                    <a:pt x="3906497" y="3082869"/>
                  </a:lnTo>
                  <a:lnTo>
                    <a:pt x="3905439" y="3082869"/>
                  </a:lnTo>
                  <a:lnTo>
                    <a:pt x="3904381" y="3082869"/>
                  </a:lnTo>
                  <a:lnTo>
                    <a:pt x="3903323" y="3082869"/>
                  </a:lnTo>
                  <a:lnTo>
                    <a:pt x="3902265" y="3082869"/>
                  </a:lnTo>
                  <a:lnTo>
                    <a:pt x="3901208" y="3082869"/>
                  </a:lnTo>
                  <a:lnTo>
                    <a:pt x="3900150" y="3082869"/>
                  </a:lnTo>
                  <a:lnTo>
                    <a:pt x="3899092" y="3082869"/>
                  </a:lnTo>
                  <a:lnTo>
                    <a:pt x="3898034" y="3082869"/>
                  </a:lnTo>
                  <a:lnTo>
                    <a:pt x="3896976" y="3082869"/>
                  </a:lnTo>
                  <a:lnTo>
                    <a:pt x="3895918" y="3082869"/>
                  </a:lnTo>
                  <a:lnTo>
                    <a:pt x="3894860" y="3082869"/>
                  </a:lnTo>
                  <a:lnTo>
                    <a:pt x="3893803" y="3082869"/>
                  </a:lnTo>
                  <a:lnTo>
                    <a:pt x="3892745" y="3082869"/>
                  </a:lnTo>
                  <a:lnTo>
                    <a:pt x="3891687" y="3082869"/>
                  </a:lnTo>
                  <a:lnTo>
                    <a:pt x="3890629" y="3082869"/>
                  </a:lnTo>
                  <a:lnTo>
                    <a:pt x="3889571" y="3082869"/>
                  </a:lnTo>
                  <a:lnTo>
                    <a:pt x="3888513" y="3082869"/>
                  </a:lnTo>
                  <a:lnTo>
                    <a:pt x="3887456" y="3082869"/>
                  </a:lnTo>
                  <a:lnTo>
                    <a:pt x="3886398" y="3082869"/>
                  </a:lnTo>
                  <a:lnTo>
                    <a:pt x="3885340" y="3082869"/>
                  </a:lnTo>
                  <a:lnTo>
                    <a:pt x="3884282" y="3082869"/>
                  </a:lnTo>
                  <a:lnTo>
                    <a:pt x="3883224" y="3082869"/>
                  </a:lnTo>
                  <a:lnTo>
                    <a:pt x="3882166" y="3082869"/>
                  </a:lnTo>
                  <a:lnTo>
                    <a:pt x="3881109" y="3082869"/>
                  </a:lnTo>
                  <a:lnTo>
                    <a:pt x="3880051" y="3082869"/>
                  </a:lnTo>
                  <a:lnTo>
                    <a:pt x="3878993" y="3082869"/>
                  </a:lnTo>
                  <a:lnTo>
                    <a:pt x="3877935" y="3082869"/>
                  </a:lnTo>
                  <a:lnTo>
                    <a:pt x="3876877" y="3082869"/>
                  </a:lnTo>
                  <a:lnTo>
                    <a:pt x="3875819" y="3082869"/>
                  </a:lnTo>
                  <a:lnTo>
                    <a:pt x="3874762" y="3082869"/>
                  </a:lnTo>
                  <a:lnTo>
                    <a:pt x="3873704" y="3082869"/>
                  </a:lnTo>
                  <a:lnTo>
                    <a:pt x="3872646" y="3082869"/>
                  </a:lnTo>
                  <a:lnTo>
                    <a:pt x="3871588" y="3082869"/>
                  </a:lnTo>
                  <a:lnTo>
                    <a:pt x="3870530" y="3082869"/>
                  </a:lnTo>
                  <a:lnTo>
                    <a:pt x="3869472" y="3082869"/>
                  </a:lnTo>
                  <a:lnTo>
                    <a:pt x="3868414" y="3082869"/>
                  </a:lnTo>
                  <a:lnTo>
                    <a:pt x="3867357" y="3082869"/>
                  </a:lnTo>
                  <a:lnTo>
                    <a:pt x="3866299" y="3082869"/>
                  </a:lnTo>
                  <a:lnTo>
                    <a:pt x="3865241" y="3082869"/>
                  </a:lnTo>
                  <a:lnTo>
                    <a:pt x="3864183" y="3082869"/>
                  </a:lnTo>
                  <a:lnTo>
                    <a:pt x="3863125" y="3082869"/>
                  </a:lnTo>
                  <a:lnTo>
                    <a:pt x="3862067" y="3082869"/>
                  </a:lnTo>
                  <a:lnTo>
                    <a:pt x="3861010" y="3082869"/>
                  </a:lnTo>
                  <a:lnTo>
                    <a:pt x="3859952" y="3082869"/>
                  </a:lnTo>
                  <a:lnTo>
                    <a:pt x="3858894" y="3082869"/>
                  </a:lnTo>
                  <a:lnTo>
                    <a:pt x="3857836" y="3082869"/>
                  </a:lnTo>
                  <a:lnTo>
                    <a:pt x="3856778" y="3082869"/>
                  </a:lnTo>
                  <a:lnTo>
                    <a:pt x="3855720" y="3082869"/>
                  </a:lnTo>
                  <a:lnTo>
                    <a:pt x="3854663" y="3082869"/>
                  </a:lnTo>
                  <a:lnTo>
                    <a:pt x="3853605" y="3082869"/>
                  </a:lnTo>
                  <a:lnTo>
                    <a:pt x="3852547" y="3082869"/>
                  </a:lnTo>
                  <a:lnTo>
                    <a:pt x="3851489" y="3082869"/>
                  </a:lnTo>
                  <a:lnTo>
                    <a:pt x="3850431" y="3082869"/>
                  </a:lnTo>
                  <a:lnTo>
                    <a:pt x="3849373" y="3082869"/>
                  </a:lnTo>
                  <a:lnTo>
                    <a:pt x="3848316" y="3082869"/>
                  </a:lnTo>
                  <a:lnTo>
                    <a:pt x="3847258" y="3082869"/>
                  </a:lnTo>
                  <a:lnTo>
                    <a:pt x="3846200" y="3082869"/>
                  </a:lnTo>
                  <a:lnTo>
                    <a:pt x="3845142" y="3082869"/>
                  </a:lnTo>
                  <a:lnTo>
                    <a:pt x="3844084" y="3082869"/>
                  </a:lnTo>
                  <a:lnTo>
                    <a:pt x="3843026" y="3082869"/>
                  </a:lnTo>
                  <a:lnTo>
                    <a:pt x="3841968" y="3082869"/>
                  </a:lnTo>
                  <a:lnTo>
                    <a:pt x="3840911" y="3082869"/>
                  </a:lnTo>
                  <a:lnTo>
                    <a:pt x="3839853" y="3082869"/>
                  </a:lnTo>
                  <a:lnTo>
                    <a:pt x="3838795" y="3082869"/>
                  </a:lnTo>
                  <a:lnTo>
                    <a:pt x="3837737" y="3082869"/>
                  </a:lnTo>
                  <a:lnTo>
                    <a:pt x="3836679" y="3082869"/>
                  </a:lnTo>
                  <a:lnTo>
                    <a:pt x="3835621" y="3082869"/>
                  </a:lnTo>
                  <a:lnTo>
                    <a:pt x="3834564" y="3082869"/>
                  </a:lnTo>
                  <a:lnTo>
                    <a:pt x="3833506" y="3082869"/>
                  </a:lnTo>
                  <a:lnTo>
                    <a:pt x="3832448" y="3082869"/>
                  </a:lnTo>
                  <a:lnTo>
                    <a:pt x="3831390" y="3082869"/>
                  </a:lnTo>
                  <a:lnTo>
                    <a:pt x="3830332" y="3082869"/>
                  </a:lnTo>
                  <a:lnTo>
                    <a:pt x="3829274" y="3082869"/>
                  </a:lnTo>
                  <a:lnTo>
                    <a:pt x="3828217" y="3082869"/>
                  </a:lnTo>
                  <a:lnTo>
                    <a:pt x="3827159" y="3082869"/>
                  </a:lnTo>
                  <a:lnTo>
                    <a:pt x="3826101" y="3082869"/>
                  </a:lnTo>
                  <a:lnTo>
                    <a:pt x="3825043" y="3082869"/>
                  </a:lnTo>
                  <a:lnTo>
                    <a:pt x="3823985" y="3082869"/>
                  </a:lnTo>
                  <a:lnTo>
                    <a:pt x="3822927" y="3082869"/>
                  </a:lnTo>
                  <a:lnTo>
                    <a:pt x="3821870" y="3082869"/>
                  </a:lnTo>
                  <a:lnTo>
                    <a:pt x="3820812" y="3082869"/>
                  </a:lnTo>
                  <a:lnTo>
                    <a:pt x="3819754" y="3082869"/>
                  </a:lnTo>
                  <a:lnTo>
                    <a:pt x="3818696" y="3082869"/>
                  </a:lnTo>
                  <a:lnTo>
                    <a:pt x="3817638" y="3082869"/>
                  </a:lnTo>
                  <a:lnTo>
                    <a:pt x="3816580" y="3082869"/>
                  </a:lnTo>
                  <a:lnTo>
                    <a:pt x="3815522" y="3082869"/>
                  </a:lnTo>
                  <a:lnTo>
                    <a:pt x="3814465" y="3082869"/>
                  </a:lnTo>
                  <a:lnTo>
                    <a:pt x="3813407" y="3082869"/>
                  </a:lnTo>
                  <a:lnTo>
                    <a:pt x="3812349" y="3082869"/>
                  </a:lnTo>
                  <a:lnTo>
                    <a:pt x="3811291" y="3082869"/>
                  </a:lnTo>
                  <a:lnTo>
                    <a:pt x="3810233" y="3082869"/>
                  </a:lnTo>
                  <a:lnTo>
                    <a:pt x="3809175" y="3082869"/>
                  </a:lnTo>
                  <a:lnTo>
                    <a:pt x="3808118" y="3082869"/>
                  </a:lnTo>
                  <a:lnTo>
                    <a:pt x="3807060" y="3082869"/>
                  </a:lnTo>
                  <a:lnTo>
                    <a:pt x="3806002" y="3082869"/>
                  </a:lnTo>
                  <a:lnTo>
                    <a:pt x="3804944" y="3082869"/>
                  </a:lnTo>
                  <a:lnTo>
                    <a:pt x="3803886" y="3082869"/>
                  </a:lnTo>
                  <a:lnTo>
                    <a:pt x="3802828" y="3082869"/>
                  </a:lnTo>
                  <a:lnTo>
                    <a:pt x="3801771" y="3082869"/>
                  </a:lnTo>
                  <a:lnTo>
                    <a:pt x="3800713" y="3082869"/>
                  </a:lnTo>
                  <a:lnTo>
                    <a:pt x="3799655" y="3082869"/>
                  </a:lnTo>
                  <a:lnTo>
                    <a:pt x="3798597" y="3082869"/>
                  </a:lnTo>
                  <a:lnTo>
                    <a:pt x="3797539" y="3082869"/>
                  </a:lnTo>
                  <a:lnTo>
                    <a:pt x="3796481" y="3082869"/>
                  </a:lnTo>
                  <a:lnTo>
                    <a:pt x="3795424" y="3082869"/>
                  </a:lnTo>
                  <a:lnTo>
                    <a:pt x="3794366" y="3082869"/>
                  </a:lnTo>
                  <a:lnTo>
                    <a:pt x="3793308" y="3082869"/>
                  </a:lnTo>
                  <a:lnTo>
                    <a:pt x="3792250" y="3082869"/>
                  </a:lnTo>
                  <a:lnTo>
                    <a:pt x="3791192" y="3082869"/>
                  </a:lnTo>
                  <a:lnTo>
                    <a:pt x="3790134" y="3082869"/>
                  </a:lnTo>
                  <a:lnTo>
                    <a:pt x="3789076" y="3082869"/>
                  </a:lnTo>
                  <a:lnTo>
                    <a:pt x="3788019" y="3082869"/>
                  </a:lnTo>
                  <a:lnTo>
                    <a:pt x="3786961" y="3082869"/>
                  </a:lnTo>
                  <a:lnTo>
                    <a:pt x="3785903" y="3082869"/>
                  </a:lnTo>
                  <a:lnTo>
                    <a:pt x="3784845" y="3082869"/>
                  </a:lnTo>
                  <a:lnTo>
                    <a:pt x="3783787" y="3082869"/>
                  </a:lnTo>
                  <a:lnTo>
                    <a:pt x="3782729" y="3082869"/>
                  </a:lnTo>
                  <a:lnTo>
                    <a:pt x="3781672" y="3082869"/>
                  </a:lnTo>
                  <a:lnTo>
                    <a:pt x="3780614" y="3082869"/>
                  </a:lnTo>
                  <a:lnTo>
                    <a:pt x="3779556" y="3082869"/>
                  </a:lnTo>
                  <a:lnTo>
                    <a:pt x="3778498" y="3082869"/>
                  </a:lnTo>
                  <a:lnTo>
                    <a:pt x="3777440" y="3082869"/>
                  </a:lnTo>
                  <a:lnTo>
                    <a:pt x="3776382" y="3082869"/>
                  </a:lnTo>
                  <a:lnTo>
                    <a:pt x="3775325" y="3082869"/>
                  </a:lnTo>
                  <a:lnTo>
                    <a:pt x="3774267" y="3082869"/>
                  </a:lnTo>
                  <a:lnTo>
                    <a:pt x="3773209" y="3082869"/>
                  </a:lnTo>
                  <a:lnTo>
                    <a:pt x="3772151" y="3082869"/>
                  </a:lnTo>
                  <a:lnTo>
                    <a:pt x="3771093" y="3082869"/>
                  </a:lnTo>
                  <a:lnTo>
                    <a:pt x="3770035" y="3082869"/>
                  </a:lnTo>
                  <a:lnTo>
                    <a:pt x="3768978" y="3082869"/>
                  </a:lnTo>
                  <a:lnTo>
                    <a:pt x="3767920" y="3082869"/>
                  </a:lnTo>
                  <a:lnTo>
                    <a:pt x="3766862" y="3082869"/>
                  </a:lnTo>
                  <a:lnTo>
                    <a:pt x="3765804" y="3082869"/>
                  </a:lnTo>
                  <a:lnTo>
                    <a:pt x="3764746" y="3082869"/>
                  </a:lnTo>
                  <a:lnTo>
                    <a:pt x="3763688" y="3082869"/>
                  </a:lnTo>
                  <a:lnTo>
                    <a:pt x="3762630" y="3082869"/>
                  </a:lnTo>
                  <a:lnTo>
                    <a:pt x="3761573" y="3082869"/>
                  </a:lnTo>
                  <a:lnTo>
                    <a:pt x="3760515" y="3082869"/>
                  </a:lnTo>
                  <a:lnTo>
                    <a:pt x="3759457" y="3082869"/>
                  </a:lnTo>
                  <a:lnTo>
                    <a:pt x="3758399" y="3082869"/>
                  </a:lnTo>
                  <a:lnTo>
                    <a:pt x="3757341" y="3082869"/>
                  </a:lnTo>
                  <a:lnTo>
                    <a:pt x="3756283" y="3082869"/>
                  </a:lnTo>
                  <a:lnTo>
                    <a:pt x="3755226" y="3082869"/>
                  </a:lnTo>
                  <a:lnTo>
                    <a:pt x="3754168" y="3082869"/>
                  </a:lnTo>
                  <a:lnTo>
                    <a:pt x="3753110" y="3082869"/>
                  </a:lnTo>
                  <a:lnTo>
                    <a:pt x="3752052" y="3082869"/>
                  </a:lnTo>
                  <a:lnTo>
                    <a:pt x="3750994" y="3082869"/>
                  </a:lnTo>
                  <a:lnTo>
                    <a:pt x="3749936" y="3082869"/>
                  </a:lnTo>
                  <a:lnTo>
                    <a:pt x="3748879" y="3082869"/>
                  </a:lnTo>
                  <a:lnTo>
                    <a:pt x="3747821" y="3082869"/>
                  </a:lnTo>
                  <a:lnTo>
                    <a:pt x="3746763" y="3082869"/>
                  </a:lnTo>
                  <a:lnTo>
                    <a:pt x="3745705" y="3082869"/>
                  </a:lnTo>
                  <a:lnTo>
                    <a:pt x="3744647" y="3082869"/>
                  </a:lnTo>
                  <a:lnTo>
                    <a:pt x="3743589" y="3082869"/>
                  </a:lnTo>
                  <a:lnTo>
                    <a:pt x="3742532" y="3082869"/>
                  </a:lnTo>
                  <a:lnTo>
                    <a:pt x="3741474" y="3082869"/>
                  </a:lnTo>
                  <a:lnTo>
                    <a:pt x="3740416" y="3082869"/>
                  </a:lnTo>
                  <a:lnTo>
                    <a:pt x="3739358" y="3082869"/>
                  </a:lnTo>
                  <a:lnTo>
                    <a:pt x="3738300" y="3082869"/>
                  </a:lnTo>
                  <a:lnTo>
                    <a:pt x="3737242" y="3082869"/>
                  </a:lnTo>
                  <a:lnTo>
                    <a:pt x="3736184" y="3082869"/>
                  </a:lnTo>
                  <a:lnTo>
                    <a:pt x="3735127" y="3082869"/>
                  </a:lnTo>
                  <a:lnTo>
                    <a:pt x="3734069" y="3082869"/>
                  </a:lnTo>
                  <a:lnTo>
                    <a:pt x="3733011" y="3082869"/>
                  </a:lnTo>
                  <a:lnTo>
                    <a:pt x="3731953" y="3082869"/>
                  </a:lnTo>
                  <a:lnTo>
                    <a:pt x="3730895" y="3082869"/>
                  </a:lnTo>
                  <a:lnTo>
                    <a:pt x="3729837" y="3082869"/>
                  </a:lnTo>
                  <a:lnTo>
                    <a:pt x="3728780" y="3082869"/>
                  </a:lnTo>
                  <a:lnTo>
                    <a:pt x="3727722" y="3082869"/>
                  </a:lnTo>
                  <a:lnTo>
                    <a:pt x="3726664" y="3082869"/>
                  </a:lnTo>
                  <a:lnTo>
                    <a:pt x="3725606" y="3082869"/>
                  </a:lnTo>
                  <a:lnTo>
                    <a:pt x="3724548" y="3082869"/>
                  </a:lnTo>
                  <a:lnTo>
                    <a:pt x="3723490" y="3082869"/>
                  </a:lnTo>
                  <a:lnTo>
                    <a:pt x="3722433" y="3082869"/>
                  </a:lnTo>
                  <a:lnTo>
                    <a:pt x="3721375" y="3082869"/>
                  </a:lnTo>
                  <a:lnTo>
                    <a:pt x="3720317" y="3082869"/>
                  </a:lnTo>
                  <a:lnTo>
                    <a:pt x="3719259" y="3082869"/>
                  </a:lnTo>
                  <a:lnTo>
                    <a:pt x="3718201" y="3082869"/>
                  </a:lnTo>
                  <a:lnTo>
                    <a:pt x="3717143" y="3082869"/>
                  </a:lnTo>
                  <a:lnTo>
                    <a:pt x="3716086" y="3082869"/>
                  </a:lnTo>
                  <a:lnTo>
                    <a:pt x="3715028" y="3082869"/>
                  </a:lnTo>
                  <a:lnTo>
                    <a:pt x="3713970" y="3082869"/>
                  </a:lnTo>
                  <a:lnTo>
                    <a:pt x="3712912" y="3082869"/>
                  </a:lnTo>
                  <a:lnTo>
                    <a:pt x="3711854" y="3082869"/>
                  </a:lnTo>
                  <a:lnTo>
                    <a:pt x="3710796" y="3082869"/>
                  </a:lnTo>
                  <a:lnTo>
                    <a:pt x="3709738" y="3082869"/>
                  </a:lnTo>
                  <a:lnTo>
                    <a:pt x="3708681" y="3082869"/>
                  </a:lnTo>
                  <a:lnTo>
                    <a:pt x="3707623" y="3082869"/>
                  </a:lnTo>
                  <a:lnTo>
                    <a:pt x="3706565" y="3082869"/>
                  </a:lnTo>
                  <a:lnTo>
                    <a:pt x="3705507" y="3082869"/>
                  </a:lnTo>
                  <a:lnTo>
                    <a:pt x="3704449" y="3082869"/>
                  </a:lnTo>
                  <a:lnTo>
                    <a:pt x="3703391" y="3082869"/>
                  </a:lnTo>
                  <a:lnTo>
                    <a:pt x="3702334" y="3082869"/>
                  </a:lnTo>
                  <a:lnTo>
                    <a:pt x="3701276" y="3082869"/>
                  </a:lnTo>
                  <a:lnTo>
                    <a:pt x="3700218" y="3082869"/>
                  </a:lnTo>
                  <a:lnTo>
                    <a:pt x="3699160" y="3082869"/>
                  </a:lnTo>
                  <a:lnTo>
                    <a:pt x="3698102" y="3082869"/>
                  </a:lnTo>
                  <a:lnTo>
                    <a:pt x="3697044" y="3082869"/>
                  </a:lnTo>
                  <a:lnTo>
                    <a:pt x="3695987" y="3082869"/>
                  </a:lnTo>
                  <a:lnTo>
                    <a:pt x="3694929" y="3082869"/>
                  </a:lnTo>
                  <a:lnTo>
                    <a:pt x="3693871" y="3082869"/>
                  </a:lnTo>
                  <a:lnTo>
                    <a:pt x="3692813" y="3082869"/>
                  </a:lnTo>
                  <a:lnTo>
                    <a:pt x="3691755" y="3082869"/>
                  </a:lnTo>
                  <a:lnTo>
                    <a:pt x="3690697" y="3082869"/>
                  </a:lnTo>
                  <a:lnTo>
                    <a:pt x="3689640" y="3082869"/>
                  </a:lnTo>
                  <a:lnTo>
                    <a:pt x="3688582" y="3082869"/>
                  </a:lnTo>
                  <a:lnTo>
                    <a:pt x="3687524" y="3082869"/>
                  </a:lnTo>
                  <a:lnTo>
                    <a:pt x="3686466" y="3082869"/>
                  </a:lnTo>
                  <a:lnTo>
                    <a:pt x="3685408" y="3082869"/>
                  </a:lnTo>
                  <a:lnTo>
                    <a:pt x="3684350" y="3082869"/>
                  </a:lnTo>
                  <a:lnTo>
                    <a:pt x="3683292" y="3082869"/>
                  </a:lnTo>
                  <a:lnTo>
                    <a:pt x="3682235" y="3082869"/>
                  </a:lnTo>
                  <a:lnTo>
                    <a:pt x="3681177" y="3082869"/>
                  </a:lnTo>
                  <a:lnTo>
                    <a:pt x="3680119" y="3082869"/>
                  </a:lnTo>
                  <a:lnTo>
                    <a:pt x="3679061" y="3082869"/>
                  </a:lnTo>
                  <a:lnTo>
                    <a:pt x="3678003" y="3082869"/>
                  </a:lnTo>
                  <a:lnTo>
                    <a:pt x="3676945" y="3082869"/>
                  </a:lnTo>
                  <a:lnTo>
                    <a:pt x="3675888" y="3082869"/>
                  </a:lnTo>
                  <a:lnTo>
                    <a:pt x="3674830" y="3082869"/>
                  </a:lnTo>
                  <a:lnTo>
                    <a:pt x="3673772" y="3082869"/>
                  </a:lnTo>
                  <a:lnTo>
                    <a:pt x="3672714" y="3082869"/>
                  </a:lnTo>
                  <a:lnTo>
                    <a:pt x="3671656" y="3082869"/>
                  </a:lnTo>
                  <a:lnTo>
                    <a:pt x="3670598" y="3082869"/>
                  </a:lnTo>
                  <a:lnTo>
                    <a:pt x="3669541" y="3082869"/>
                  </a:lnTo>
                  <a:lnTo>
                    <a:pt x="3668483" y="3082869"/>
                  </a:lnTo>
                  <a:lnTo>
                    <a:pt x="3667425" y="3082869"/>
                  </a:lnTo>
                  <a:lnTo>
                    <a:pt x="3666367" y="3082869"/>
                  </a:lnTo>
                  <a:lnTo>
                    <a:pt x="3665309" y="3082869"/>
                  </a:lnTo>
                  <a:lnTo>
                    <a:pt x="3664251" y="3082869"/>
                  </a:lnTo>
                  <a:lnTo>
                    <a:pt x="3663194" y="3082869"/>
                  </a:lnTo>
                  <a:lnTo>
                    <a:pt x="3662136" y="3082869"/>
                  </a:lnTo>
                  <a:lnTo>
                    <a:pt x="3661078" y="3082869"/>
                  </a:lnTo>
                  <a:lnTo>
                    <a:pt x="3660020" y="3082869"/>
                  </a:lnTo>
                  <a:lnTo>
                    <a:pt x="3658962" y="3082869"/>
                  </a:lnTo>
                  <a:lnTo>
                    <a:pt x="3657904" y="3082869"/>
                  </a:lnTo>
                  <a:lnTo>
                    <a:pt x="3656846" y="3082869"/>
                  </a:lnTo>
                  <a:lnTo>
                    <a:pt x="3655789" y="3082869"/>
                  </a:lnTo>
                  <a:lnTo>
                    <a:pt x="3654731" y="3082869"/>
                  </a:lnTo>
                  <a:lnTo>
                    <a:pt x="3653673" y="3082869"/>
                  </a:lnTo>
                  <a:lnTo>
                    <a:pt x="3652615" y="3082869"/>
                  </a:lnTo>
                  <a:lnTo>
                    <a:pt x="3651557" y="3082869"/>
                  </a:lnTo>
                  <a:lnTo>
                    <a:pt x="3650499" y="3082869"/>
                  </a:lnTo>
                  <a:lnTo>
                    <a:pt x="3649442" y="3082869"/>
                  </a:lnTo>
                  <a:lnTo>
                    <a:pt x="3648384" y="3082869"/>
                  </a:lnTo>
                  <a:lnTo>
                    <a:pt x="3647326" y="3082869"/>
                  </a:lnTo>
                  <a:lnTo>
                    <a:pt x="3646268" y="3082869"/>
                  </a:lnTo>
                  <a:lnTo>
                    <a:pt x="3645210" y="3082869"/>
                  </a:lnTo>
                  <a:lnTo>
                    <a:pt x="3644152" y="3082869"/>
                  </a:lnTo>
                  <a:lnTo>
                    <a:pt x="3643095" y="3082869"/>
                  </a:lnTo>
                  <a:lnTo>
                    <a:pt x="3642037" y="3082869"/>
                  </a:lnTo>
                  <a:lnTo>
                    <a:pt x="3640979" y="3082869"/>
                  </a:lnTo>
                  <a:lnTo>
                    <a:pt x="3639921" y="3082869"/>
                  </a:lnTo>
                  <a:lnTo>
                    <a:pt x="3638863" y="3082869"/>
                  </a:lnTo>
                  <a:lnTo>
                    <a:pt x="3637805" y="3082869"/>
                  </a:lnTo>
                  <a:lnTo>
                    <a:pt x="3636748" y="3082869"/>
                  </a:lnTo>
                  <a:lnTo>
                    <a:pt x="3635690" y="3082869"/>
                  </a:lnTo>
                  <a:lnTo>
                    <a:pt x="3634632" y="3082869"/>
                  </a:lnTo>
                  <a:lnTo>
                    <a:pt x="3633574" y="3082869"/>
                  </a:lnTo>
                  <a:lnTo>
                    <a:pt x="3632516" y="3082869"/>
                  </a:lnTo>
                  <a:lnTo>
                    <a:pt x="3631458" y="3082869"/>
                  </a:lnTo>
                  <a:lnTo>
                    <a:pt x="3630400" y="3082869"/>
                  </a:lnTo>
                  <a:lnTo>
                    <a:pt x="3629343" y="3082869"/>
                  </a:lnTo>
                  <a:lnTo>
                    <a:pt x="3628285" y="3082869"/>
                  </a:lnTo>
                  <a:lnTo>
                    <a:pt x="3627227" y="3082869"/>
                  </a:lnTo>
                  <a:lnTo>
                    <a:pt x="3626169" y="3082869"/>
                  </a:lnTo>
                  <a:lnTo>
                    <a:pt x="3625111" y="3082869"/>
                  </a:lnTo>
                  <a:lnTo>
                    <a:pt x="3624053" y="3082869"/>
                  </a:lnTo>
                  <a:lnTo>
                    <a:pt x="3622996" y="3082869"/>
                  </a:lnTo>
                  <a:lnTo>
                    <a:pt x="3621938" y="3082869"/>
                  </a:lnTo>
                  <a:lnTo>
                    <a:pt x="3620880" y="3082869"/>
                  </a:lnTo>
                  <a:lnTo>
                    <a:pt x="3619822" y="3082869"/>
                  </a:lnTo>
                  <a:lnTo>
                    <a:pt x="3618764" y="3082869"/>
                  </a:lnTo>
                  <a:lnTo>
                    <a:pt x="3617706" y="3082869"/>
                  </a:lnTo>
                  <a:lnTo>
                    <a:pt x="3616649" y="3082869"/>
                  </a:lnTo>
                  <a:lnTo>
                    <a:pt x="3615591" y="3082869"/>
                  </a:lnTo>
                  <a:lnTo>
                    <a:pt x="3614533" y="3082869"/>
                  </a:lnTo>
                  <a:lnTo>
                    <a:pt x="3613475" y="3082869"/>
                  </a:lnTo>
                  <a:lnTo>
                    <a:pt x="3612417" y="3082869"/>
                  </a:lnTo>
                  <a:lnTo>
                    <a:pt x="3611359" y="3082869"/>
                  </a:lnTo>
                  <a:lnTo>
                    <a:pt x="3610302" y="3082869"/>
                  </a:lnTo>
                  <a:lnTo>
                    <a:pt x="3609244" y="3082869"/>
                  </a:lnTo>
                  <a:lnTo>
                    <a:pt x="3608186" y="3082869"/>
                  </a:lnTo>
                  <a:lnTo>
                    <a:pt x="3607128" y="3082869"/>
                  </a:lnTo>
                  <a:lnTo>
                    <a:pt x="3606070" y="3082869"/>
                  </a:lnTo>
                  <a:lnTo>
                    <a:pt x="3605012" y="3082869"/>
                  </a:lnTo>
                  <a:lnTo>
                    <a:pt x="3603954" y="3082869"/>
                  </a:lnTo>
                  <a:lnTo>
                    <a:pt x="3602897" y="3082869"/>
                  </a:lnTo>
                  <a:lnTo>
                    <a:pt x="3601839" y="3082869"/>
                  </a:lnTo>
                  <a:lnTo>
                    <a:pt x="3600781" y="3082869"/>
                  </a:lnTo>
                  <a:lnTo>
                    <a:pt x="3599723" y="3082869"/>
                  </a:lnTo>
                  <a:lnTo>
                    <a:pt x="3598665" y="3082869"/>
                  </a:lnTo>
                  <a:lnTo>
                    <a:pt x="3597607" y="3082869"/>
                  </a:lnTo>
                  <a:lnTo>
                    <a:pt x="3596550" y="3082869"/>
                  </a:lnTo>
                  <a:lnTo>
                    <a:pt x="3595492" y="3082869"/>
                  </a:lnTo>
                  <a:lnTo>
                    <a:pt x="3594434" y="3082869"/>
                  </a:lnTo>
                  <a:lnTo>
                    <a:pt x="3593376" y="3082869"/>
                  </a:lnTo>
                  <a:lnTo>
                    <a:pt x="3592318" y="3082869"/>
                  </a:lnTo>
                  <a:lnTo>
                    <a:pt x="3591260" y="3082869"/>
                  </a:lnTo>
                  <a:lnTo>
                    <a:pt x="3590203" y="3082869"/>
                  </a:lnTo>
                  <a:lnTo>
                    <a:pt x="3589145" y="3082869"/>
                  </a:lnTo>
                  <a:lnTo>
                    <a:pt x="3588087" y="3082869"/>
                  </a:lnTo>
                  <a:lnTo>
                    <a:pt x="3587029" y="3082869"/>
                  </a:lnTo>
                  <a:lnTo>
                    <a:pt x="3585971" y="3082869"/>
                  </a:lnTo>
                  <a:lnTo>
                    <a:pt x="3584913" y="3082869"/>
                  </a:lnTo>
                  <a:lnTo>
                    <a:pt x="3583856" y="3082869"/>
                  </a:lnTo>
                  <a:lnTo>
                    <a:pt x="3582798" y="3082869"/>
                  </a:lnTo>
                  <a:lnTo>
                    <a:pt x="3581740" y="3082869"/>
                  </a:lnTo>
                  <a:lnTo>
                    <a:pt x="3580682" y="3082869"/>
                  </a:lnTo>
                  <a:lnTo>
                    <a:pt x="3579624" y="3082869"/>
                  </a:lnTo>
                  <a:lnTo>
                    <a:pt x="3578566" y="3082869"/>
                  </a:lnTo>
                  <a:lnTo>
                    <a:pt x="3577508" y="3082869"/>
                  </a:lnTo>
                  <a:lnTo>
                    <a:pt x="3576451" y="3082869"/>
                  </a:lnTo>
                  <a:lnTo>
                    <a:pt x="3575393" y="3082869"/>
                  </a:lnTo>
                  <a:lnTo>
                    <a:pt x="3574335" y="3082869"/>
                  </a:lnTo>
                  <a:lnTo>
                    <a:pt x="3573277" y="3082869"/>
                  </a:lnTo>
                  <a:lnTo>
                    <a:pt x="3572219" y="3082869"/>
                  </a:lnTo>
                  <a:lnTo>
                    <a:pt x="3571161" y="3082869"/>
                  </a:lnTo>
                  <a:lnTo>
                    <a:pt x="3570104" y="3082869"/>
                  </a:lnTo>
                  <a:lnTo>
                    <a:pt x="3569046" y="3082869"/>
                  </a:lnTo>
                  <a:lnTo>
                    <a:pt x="3567988" y="3082869"/>
                  </a:lnTo>
                  <a:lnTo>
                    <a:pt x="3566930" y="3082869"/>
                  </a:lnTo>
                  <a:lnTo>
                    <a:pt x="3565872" y="3082869"/>
                  </a:lnTo>
                  <a:lnTo>
                    <a:pt x="3564814" y="3082869"/>
                  </a:lnTo>
                  <a:lnTo>
                    <a:pt x="3563757" y="3082869"/>
                  </a:lnTo>
                  <a:lnTo>
                    <a:pt x="3562699" y="3082869"/>
                  </a:lnTo>
                  <a:lnTo>
                    <a:pt x="3561641" y="3082869"/>
                  </a:lnTo>
                  <a:lnTo>
                    <a:pt x="3560583" y="3082869"/>
                  </a:lnTo>
                  <a:lnTo>
                    <a:pt x="3559525" y="3082869"/>
                  </a:lnTo>
                  <a:lnTo>
                    <a:pt x="3558467" y="3082869"/>
                  </a:lnTo>
                  <a:lnTo>
                    <a:pt x="3557410" y="3082869"/>
                  </a:lnTo>
                  <a:lnTo>
                    <a:pt x="3556352" y="3082869"/>
                  </a:lnTo>
                  <a:lnTo>
                    <a:pt x="3555294" y="3082869"/>
                  </a:lnTo>
                  <a:lnTo>
                    <a:pt x="3554236" y="3082869"/>
                  </a:lnTo>
                  <a:lnTo>
                    <a:pt x="3553178" y="3082869"/>
                  </a:lnTo>
                  <a:lnTo>
                    <a:pt x="3552120" y="3082869"/>
                  </a:lnTo>
                  <a:lnTo>
                    <a:pt x="3551062" y="3082869"/>
                  </a:lnTo>
                  <a:lnTo>
                    <a:pt x="3550005" y="3082869"/>
                  </a:lnTo>
                  <a:lnTo>
                    <a:pt x="3548947" y="3082869"/>
                  </a:lnTo>
                  <a:lnTo>
                    <a:pt x="3547889" y="3082869"/>
                  </a:lnTo>
                  <a:lnTo>
                    <a:pt x="3546831" y="3082869"/>
                  </a:lnTo>
                  <a:lnTo>
                    <a:pt x="3545773" y="3082869"/>
                  </a:lnTo>
                  <a:lnTo>
                    <a:pt x="3544715" y="3082869"/>
                  </a:lnTo>
                  <a:lnTo>
                    <a:pt x="3543658" y="3082869"/>
                  </a:lnTo>
                  <a:lnTo>
                    <a:pt x="3542600" y="3082869"/>
                  </a:lnTo>
                  <a:lnTo>
                    <a:pt x="3541542" y="3082869"/>
                  </a:lnTo>
                  <a:lnTo>
                    <a:pt x="3540484" y="3082869"/>
                  </a:lnTo>
                  <a:lnTo>
                    <a:pt x="3539426" y="3082869"/>
                  </a:lnTo>
                  <a:lnTo>
                    <a:pt x="3538368" y="3082869"/>
                  </a:lnTo>
                  <a:lnTo>
                    <a:pt x="3537311" y="3082869"/>
                  </a:lnTo>
                  <a:lnTo>
                    <a:pt x="3536253" y="3082869"/>
                  </a:lnTo>
                  <a:lnTo>
                    <a:pt x="3535195" y="3082869"/>
                  </a:lnTo>
                  <a:lnTo>
                    <a:pt x="3534137" y="3082869"/>
                  </a:lnTo>
                  <a:lnTo>
                    <a:pt x="3533079" y="3082869"/>
                  </a:lnTo>
                  <a:lnTo>
                    <a:pt x="3532021" y="3082869"/>
                  </a:lnTo>
                  <a:lnTo>
                    <a:pt x="3530964" y="3082869"/>
                  </a:lnTo>
                  <a:lnTo>
                    <a:pt x="3529906" y="3082869"/>
                  </a:lnTo>
                  <a:lnTo>
                    <a:pt x="3528848" y="3082869"/>
                  </a:lnTo>
                  <a:lnTo>
                    <a:pt x="3527790" y="3082869"/>
                  </a:lnTo>
                  <a:lnTo>
                    <a:pt x="3526732" y="3082869"/>
                  </a:lnTo>
                  <a:lnTo>
                    <a:pt x="3525674" y="3082869"/>
                  </a:lnTo>
                  <a:lnTo>
                    <a:pt x="3524616" y="3082869"/>
                  </a:lnTo>
                  <a:lnTo>
                    <a:pt x="3523559" y="3082869"/>
                  </a:lnTo>
                  <a:lnTo>
                    <a:pt x="3522501" y="3082869"/>
                  </a:lnTo>
                  <a:lnTo>
                    <a:pt x="3521443" y="3082869"/>
                  </a:lnTo>
                  <a:lnTo>
                    <a:pt x="3520385" y="3082869"/>
                  </a:lnTo>
                  <a:lnTo>
                    <a:pt x="3519327" y="3082869"/>
                  </a:lnTo>
                  <a:lnTo>
                    <a:pt x="3518269" y="3082869"/>
                  </a:lnTo>
                  <a:lnTo>
                    <a:pt x="3517212" y="3082869"/>
                  </a:lnTo>
                  <a:lnTo>
                    <a:pt x="3516154" y="3082869"/>
                  </a:lnTo>
                  <a:lnTo>
                    <a:pt x="3515096" y="3082869"/>
                  </a:lnTo>
                  <a:lnTo>
                    <a:pt x="3514038" y="3082869"/>
                  </a:lnTo>
                  <a:lnTo>
                    <a:pt x="3512980" y="3082869"/>
                  </a:lnTo>
                  <a:lnTo>
                    <a:pt x="3511922" y="3082869"/>
                  </a:lnTo>
                  <a:lnTo>
                    <a:pt x="3510865" y="3082869"/>
                  </a:lnTo>
                  <a:lnTo>
                    <a:pt x="3509807" y="3082869"/>
                  </a:lnTo>
                  <a:lnTo>
                    <a:pt x="3508749" y="3082869"/>
                  </a:lnTo>
                  <a:lnTo>
                    <a:pt x="3507691" y="3082869"/>
                  </a:lnTo>
                  <a:lnTo>
                    <a:pt x="3506633" y="3082869"/>
                  </a:lnTo>
                  <a:lnTo>
                    <a:pt x="3505575" y="3082869"/>
                  </a:lnTo>
                  <a:lnTo>
                    <a:pt x="3504518" y="3082869"/>
                  </a:lnTo>
                  <a:lnTo>
                    <a:pt x="3503460" y="3082869"/>
                  </a:lnTo>
                  <a:lnTo>
                    <a:pt x="3502402" y="3082869"/>
                  </a:lnTo>
                  <a:lnTo>
                    <a:pt x="3501344" y="3082869"/>
                  </a:lnTo>
                  <a:lnTo>
                    <a:pt x="3500286" y="3082869"/>
                  </a:lnTo>
                  <a:lnTo>
                    <a:pt x="3499228" y="3082869"/>
                  </a:lnTo>
                  <a:lnTo>
                    <a:pt x="3498170" y="3082869"/>
                  </a:lnTo>
                  <a:lnTo>
                    <a:pt x="3497113" y="3082869"/>
                  </a:lnTo>
                  <a:lnTo>
                    <a:pt x="3496055" y="3082869"/>
                  </a:lnTo>
                  <a:lnTo>
                    <a:pt x="3494997" y="3082869"/>
                  </a:lnTo>
                  <a:lnTo>
                    <a:pt x="3493939" y="3082869"/>
                  </a:lnTo>
                  <a:lnTo>
                    <a:pt x="3492881" y="3082869"/>
                  </a:lnTo>
                  <a:lnTo>
                    <a:pt x="3491823" y="3082869"/>
                  </a:lnTo>
                  <a:lnTo>
                    <a:pt x="3490766" y="3082869"/>
                  </a:lnTo>
                  <a:lnTo>
                    <a:pt x="3489708" y="3082869"/>
                  </a:lnTo>
                  <a:lnTo>
                    <a:pt x="3488650" y="3082869"/>
                  </a:lnTo>
                  <a:lnTo>
                    <a:pt x="3487592" y="3082869"/>
                  </a:lnTo>
                  <a:lnTo>
                    <a:pt x="3486534" y="3082869"/>
                  </a:lnTo>
                  <a:lnTo>
                    <a:pt x="3485476" y="3082869"/>
                  </a:lnTo>
                  <a:lnTo>
                    <a:pt x="3484419" y="3082869"/>
                  </a:lnTo>
                  <a:lnTo>
                    <a:pt x="3483361" y="3082869"/>
                  </a:lnTo>
                  <a:lnTo>
                    <a:pt x="3482303" y="3082869"/>
                  </a:lnTo>
                  <a:lnTo>
                    <a:pt x="3481245" y="3082869"/>
                  </a:lnTo>
                  <a:lnTo>
                    <a:pt x="3480187" y="3082869"/>
                  </a:lnTo>
                  <a:lnTo>
                    <a:pt x="3479129" y="3082869"/>
                  </a:lnTo>
                  <a:lnTo>
                    <a:pt x="3478072" y="3082869"/>
                  </a:lnTo>
                  <a:lnTo>
                    <a:pt x="3477014" y="3082869"/>
                  </a:lnTo>
                  <a:lnTo>
                    <a:pt x="3475956" y="3082869"/>
                  </a:lnTo>
                  <a:lnTo>
                    <a:pt x="3474898" y="3082869"/>
                  </a:lnTo>
                  <a:lnTo>
                    <a:pt x="3473840" y="3082869"/>
                  </a:lnTo>
                  <a:lnTo>
                    <a:pt x="3472782" y="3082869"/>
                  </a:lnTo>
                  <a:lnTo>
                    <a:pt x="3471724" y="3082869"/>
                  </a:lnTo>
                  <a:lnTo>
                    <a:pt x="3470667" y="3082869"/>
                  </a:lnTo>
                  <a:lnTo>
                    <a:pt x="3469609" y="3082869"/>
                  </a:lnTo>
                  <a:lnTo>
                    <a:pt x="3468551" y="3082869"/>
                  </a:lnTo>
                  <a:lnTo>
                    <a:pt x="3467493" y="3082869"/>
                  </a:lnTo>
                  <a:lnTo>
                    <a:pt x="3466435" y="3082869"/>
                  </a:lnTo>
                  <a:lnTo>
                    <a:pt x="3465377" y="3082869"/>
                  </a:lnTo>
                  <a:lnTo>
                    <a:pt x="3464320" y="3082869"/>
                  </a:lnTo>
                  <a:lnTo>
                    <a:pt x="3463262" y="3082869"/>
                  </a:lnTo>
                  <a:lnTo>
                    <a:pt x="3462204" y="3082869"/>
                  </a:lnTo>
                  <a:lnTo>
                    <a:pt x="3461146" y="3082869"/>
                  </a:lnTo>
                  <a:lnTo>
                    <a:pt x="3460088" y="3082869"/>
                  </a:lnTo>
                  <a:lnTo>
                    <a:pt x="3459030" y="3082869"/>
                  </a:lnTo>
                  <a:lnTo>
                    <a:pt x="3457973" y="3082869"/>
                  </a:lnTo>
                  <a:lnTo>
                    <a:pt x="3456915" y="3082869"/>
                  </a:lnTo>
                  <a:lnTo>
                    <a:pt x="3455857" y="3082869"/>
                  </a:lnTo>
                  <a:lnTo>
                    <a:pt x="3454799" y="3082869"/>
                  </a:lnTo>
                  <a:lnTo>
                    <a:pt x="3453741" y="3082869"/>
                  </a:lnTo>
                  <a:lnTo>
                    <a:pt x="3452683" y="3082869"/>
                  </a:lnTo>
                  <a:lnTo>
                    <a:pt x="3451626" y="3082869"/>
                  </a:lnTo>
                  <a:lnTo>
                    <a:pt x="3450568" y="3082869"/>
                  </a:lnTo>
                  <a:lnTo>
                    <a:pt x="3449510" y="3082869"/>
                  </a:lnTo>
                  <a:lnTo>
                    <a:pt x="3448452" y="3082869"/>
                  </a:lnTo>
                  <a:lnTo>
                    <a:pt x="3447394" y="3082869"/>
                  </a:lnTo>
                  <a:lnTo>
                    <a:pt x="3446336" y="3082869"/>
                  </a:lnTo>
                  <a:lnTo>
                    <a:pt x="3445278" y="3082869"/>
                  </a:lnTo>
                  <a:lnTo>
                    <a:pt x="3444221" y="3082869"/>
                  </a:lnTo>
                  <a:lnTo>
                    <a:pt x="3443163" y="3082869"/>
                  </a:lnTo>
                  <a:lnTo>
                    <a:pt x="3442105" y="3082869"/>
                  </a:lnTo>
                  <a:lnTo>
                    <a:pt x="3441047" y="3082869"/>
                  </a:lnTo>
                  <a:lnTo>
                    <a:pt x="3439989" y="3082869"/>
                  </a:lnTo>
                  <a:lnTo>
                    <a:pt x="3438931" y="3082869"/>
                  </a:lnTo>
                  <a:lnTo>
                    <a:pt x="3437874" y="3082869"/>
                  </a:lnTo>
                  <a:lnTo>
                    <a:pt x="3436816" y="3082869"/>
                  </a:lnTo>
                  <a:lnTo>
                    <a:pt x="3435758" y="3082869"/>
                  </a:lnTo>
                  <a:lnTo>
                    <a:pt x="3434700" y="3082869"/>
                  </a:lnTo>
                  <a:lnTo>
                    <a:pt x="3433642" y="3082869"/>
                  </a:lnTo>
                  <a:lnTo>
                    <a:pt x="3432584" y="3082869"/>
                  </a:lnTo>
                  <a:lnTo>
                    <a:pt x="3431527" y="3082869"/>
                  </a:lnTo>
                  <a:lnTo>
                    <a:pt x="3430469" y="3082869"/>
                  </a:lnTo>
                  <a:lnTo>
                    <a:pt x="3429411" y="3082869"/>
                  </a:lnTo>
                  <a:lnTo>
                    <a:pt x="3428353" y="3082869"/>
                  </a:lnTo>
                  <a:lnTo>
                    <a:pt x="3427295" y="3082869"/>
                  </a:lnTo>
                  <a:lnTo>
                    <a:pt x="3426237" y="3082869"/>
                  </a:lnTo>
                  <a:lnTo>
                    <a:pt x="3425180" y="3082869"/>
                  </a:lnTo>
                  <a:lnTo>
                    <a:pt x="3424122" y="3082869"/>
                  </a:lnTo>
                  <a:lnTo>
                    <a:pt x="3423064" y="3082869"/>
                  </a:lnTo>
                  <a:lnTo>
                    <a:pt x="3422006" y="3082869"/>
                  </a:lnTo>
                  <a:lnTo>
                    <a:pt x="3420948" y="3082869"/>
                  </a:lnTo>
                  <a:lnTo>
                    <a:pt x="3419890" y="3082869"/>
                  </a:lnTo>
                  <a:lnTo>
                    <a:pt x="3418832" y="3082869"/>
                  </a:lnTo>
                  <a:lnTo>
                    <a:pt x="3417775" y="3082869"/>
                  </a:lnTo>
                  <a:lnTo>
                    <a:pt x="3416717" y="3082869"/>
                  </a:lnTo>
                  <a:lnTo>
                    <a:pt x="3415659" y="3082869"/>
                  </a:lnTo>
                  <a:lnTo>
                    <a:pt x="3414601" y="3082869"/>
                  </a:lnTo>
                  <a:lnTo>
                    <a:pt x="3413543" y="3082869"/>
                  </a:lnTo>
                  <a:lnTo>
                    <a:pt x="3412485" y="3082869"/>
                  </a:lnTo>
                  <a:lnTo>
                    <a:pt x="3411428" y="3082869"/>
                  </a:lnTo>
                  <a:lnTo>
                    <a:pt x="3410370" y="3082869"/>
                  </a:lnTo>
                  <a:lnTo>
                    <a:pt x="3409312" y="3082869"/>
                  </a:lnTo>
                  <a:lnTo>
                    <a:pt x="3408254" y="3082869"/>
                  </a:lnTo>
                  <a:lnTo>
                    <a:pt x="3407196" y="3082869"/>
                  </a:lnTo>
                  <a:lnTo>
                    <a:pt x="3406138" y="3082869"/>
                  </a:lnTo>
                  <a:lnTo>
                    <a:pt x="3405081" y="3082869"/>
                  </a:lnTo>
                  <a:lnTo>
                    <a:pt x="3404023" y="3082869"/>
                  </a:lnTo>
                  <a:lnTo>
                    <a:pt x="3402965" y="3082869"/>
                  </a:lnTo>
                  <a:lnTo>
                    <a:pt x="3401907" y="3082869"/>
                  </a:lnTo>
                  <a:lnTo>
                    <a:pt x="3400849" y="3082869"/>
                  </a:lnTo>
                  <a:lnTo>
                    <a:pt x="3399791" y="3082869"/>
                  </a:lnTo>
                  <a:lnTo>
                    <a:pt x="3398734" y="3082869"/>
                  </a:lnTo>
                  <a:lnTo>
                    <a:pt x="3397676" y="3082869"/>
                  </a:lnTo>
                  <a:lnTo>
                    <a:pt x="3396618" y="3082869"/>
                  </a:lnTo>
                  <a:lnTo>
                    <a:pt x="3395560" y="3082869"/>
                  </a:lnTo>
                  <a:lnTo>
                    <a:pt x="3394502" y="3082869"/>
                  </a:lnTo>
                  <a:lnTo>
                    <a:pt x="3393444" y="3082869"/>
                  </a:lnTo>
                  <a:lnTo>
                    <a:pt x="3392386" y="3082869"/>
                  </a:lnTo>
                  <a:lnTo>
                    <a:pt x="3391329" y="3082869"/>
                  </a:lnTo>
                  <a:lnTo>
                    <a:pt x="3390271" y="3082869"/>
                  </a:lnTo>
                  <a:lnTo>
                    <a:pt x="3389213" y="3082869"/>
                  </a:lnTo>
                  <a:lnTo>
                    <a:pt x="3388155" y="3082869"/>
                  </a:lnTo>
                  <a:lnTo>
                    <a:pt x="3387097" y="3082869"/>
                  </a:lnTo>
                  <a:lnTo>
                    <a:pt x="3386039" y="3082869"/>
                  </a:lnTo>
                  <a:lnTo>
                    <a:pt x="3384982" y="3082869"/>
                  </a:lnTo>
                  <a:lnTo>
                    <a:pt x="3383924" y="3082869"/>
                  </a:lnTo>
                  <a:lnTo>
                    <a:pt x="3382866" y="3082869"/>
                  </a:lnTo>
                  <a:lnTo>
                    <a:pt x="3381808" y="3082869"/>
                  </a:lnTo>
                  <a:lnTo>
                    <a:pt x="3380750" y="3082869"/>
                  </a:lnTo>
                  <a:lnTo>
                    <a:pt x="3379692" y="3082869"/>
                  </a:lnTo>
                  <a:lnTo>
                    <a:pt x="3378635" y="3082869"/>
                  </a:lnTo>
                  <a:lnTo>
                    <a:pt x="3377577" y="3082869"/>
                  </a:lnTo>
                  <a:lnTo>
                    <a:pt x="3376519" y="3082869"/>
                  </a:lnTo>
                  <a:lnTo>
                    <a:pt x="3375461" y="3082869"/>
                  </a:lnTo>
                  <a:lnTo>
                    <a:pt x="3374403" y="3082869"/>
                  </a:lnTo>
                  <a:lnTo>
                    <a:pt x="3373345" y="3082869"/>
                  </a:lnTo>
                  <a:lnTo>
                    <a:pt x="3372288" y="3082869"/>
                  </a:lnTo>
                  <a:lnTo>
                    <a:pt x="3371230" y="3082869"/>
                  </a:lnTo>
                  <a:lnTo>
                    <a:pt x="3370172" y="3082869"/>
                  </a:lnTo>
                  <a:lnTo>
                    <a:pt x="3369114" y="3082869"/>
                  </a:lnTo>
                  <a:lnTo>
                    <a:pt x="3368056" y="3082869"/>
                  </a:lnTo>
                  <a:lnTo>
                    <a:pt x="3366998" y="3082869"/>
                  </a:lnTo>
                  <a:lnTo>
                    <a:pt x="3365940" y="3082869"/>
                  </a:lnTo>
                  <a:lnTo>
                    <a:pt x="3364883" y="3082869"/>
                  </a:lnTo>
                  <a:lnTo>
                    <a:pt x="3363825" y="3082869"/>
                  </a:lnTo>
                  <a:lnTo>
                    <a:pt x="3362767" y="3082869"/>
                  </a:lnTo>
                  <a:lnTo>
                    <a:pt x="3361709" y="3082869"/>
                  </a:lnTo>
                  <a:lnTo>
                    <a:pt x="3360651" y="3082869"/>
                  </a:lnTo>
                  <a:lnTo>
                    <a:pt x="3359593" y="3082869"/>
                  </a:lnTo>
                  <a:lnTo>
                    <a:pt x="3358536" y="3082869"/>
                  </a:lnTo>
                  <a:lnTo>
                    <a:pt x="3357478" y="3082869"/>
                  </a:lnTo>
                  <a:lnTo>
                    <a:pt x="3356420" y="3082869"/>
                  </a:lnTo>
                  <a:lnTo>
                    <a:pt x="3355362" y="3082869"/>
                  </a:lnTo>
                  <a:lnTo>
                    <a:pt x="3354304" y="3082869"/>
                  </a:lnTo>
                  <a:lnTo>
                    <a:pt x="3353246" y="3082869"/>
                  </a:lnTo>
                  <a:lnTo>
                    <a:pt x="3352189" y="3082869"/>
                  </a:lnTo>
                  <a:lnTo>
                    <a:pt x="3351131" y="3082869"/>
                  </a:lnTo>
                  <a:lnTo>
                    <a:pt x="3350073" y="3082869"/>
                  </a:lnTo>
                  <a:lnTo>
                    <a:pt x="3349015" y="3082869"/>
                  </a:lnTo>
                  <a:lnTo>
                    <a:pt x="3347957" y="3082869"/>
                  </a:lnTo>
                  <a:lnTo>
                    <a:pt x="3346899" y="3082869"/>
                  </a:lnTo>
                  <a:lnTo>
                    <a:pt x="3345842" y="3082869"/>
                  </a:lnTo>
                  <a:lnTo>
                    <a:pt x="3344784" y="3082869"/>
                  </a:lnTo>
                  <a:lnTo>
                    <a:pt x="3343726" y="3082869"/>
                  </a:lnTo>
                  <a:lnTo>
                    <a:pt x="3342668" y="3082869"/>
                  </a:lnTo>
                  <a:lnTo>
                    <a:pt x="3341610" y="3082869"/>
                  </a:lnTo>
                  <a:lnTo>
                    <a:pt x="3340552" y="3082869"/>
                  </a:lnTo>
                  <a:lnTo>
                    <a:pt x="3339494" y="3082869"/>
                  </a:lnTo>
                  <a:lnTo>
                    <a:pt x="3338437" y="3082869"/>
                  </a:lnTo>
                  <a:lnTo>
                    <a:pt x="3337379" y="3082869"/>
                  </a:lnTo>
                  <a:lnTo>
                    <a:pt x="3336321" y="3082869"/>
                  </a:lnTo>
                  <a:lnTo>
                    <a:pt x="3335263" y="3082869"/>
                  </a:lnTo>
                  <a:lnTo>
                    <a:pt x="3334205" y="3082869"/>
                  </a:lnTo>
                  <a:lnTo>
                    <a:pt x="3333147" y="3082869"/>
                  </a:lnTo>
                  <a:lnTo>
                    <a:pt x="3332090" y="3082869"/>
                  </a:lnTo>
                  <a:lnTo>
                    <a:pt x="3331032" y="3082869"/>
                  </a:lnTo>
                  <a:lnTo>
                    <a:pt x="3329974" y="3082869"/>
                  </a:lnTo>
                  <a:lnTo>
                    <a:pt x="3328916" y="3082869"/>
                  </a:lnTo>
                  <a:lnTo>
                    <a:pt x="3327858" y="3082869"/>
                  </a:lnTo>
                  <a:lnTo>
                    <a:pt x="3326800" y="3082869"/>
                  </a:lnTo>
                  <a:lnTo>
                    <a:pt x="3325743" y="3082869"/>
                  </a:lnTo>
                  <a:lnTo>
                    <a:pt x="3324685" y="3082869"/>
                  </a:lnTo>
                  <a:lnTo>
                    <a:pt x="3323627" y="3082869"/>
                  </a:lnTo>
                  <a:lnTo>
                    <a:pt x="3322569" y="3082869"/>
                  </a:lnTo>
                  <a:lnTo>
                    <a:pt x="3321511" y="3082869"/>
                  </a:lnTo>
                  <a:lnTo>
                    <a:pt x="3320453" y="3082869"/>
                  </a:lnTo>
                  <a:lnTo>
                    <a:pt x="3319396" y="3082869"/>
                  </a:lnTo>
                  <a:lnTo>
                    <a:pt x="3318338" y="3082869"/>
                  </a:lnTo>
                  <a:lnTo>
                    <a:pt x="3317280" y="3082869"/>
                  </a:lnTo>
                  <a:lnTo>
                    <a:pt x="3316222" y="3082869"/>
                  </a:lnTo>
                  <a:lnTo>
                    <a:pt x="3315164" y="3082869"/>
                  </a:lnTo>
                  <a:lnTo>
                    <a:pt x="3314106" y="3082869"/>
                  </a:lnTo>
                  <a:lnTo>
                    <a:pt x="3313048" y="3082869"/>
                  </a:lnTo>
                  <a:lnTo>
                    <a:pt x="3311991" y="3082869"/>
                  </a:lnTo>
                  <a:lnTo>
                    <a:pt x="3310933" y="3082869"/>
                  </a:lnTo>
                  <a:lnTo>
                    <a:pt x="3309875" y="3082869"/>
                  </a:lnTo>
                  <a:lnTo>
                    <a:pt x="3308817" y="3082869"/>
                  </a:lnTo>
                  <a:lnTo>
                    <a:pt x="3307759" y="3082869"/>
                  </a:lnTo>
                  <a:lnTo>
                    <a:pt x="3306701" y="3082869"/>
                  </a:lnTo>
                  <a:lnTo>
                    <a:pt x="3305644" y="3082869"/>
                  </a:lnTo>
                  <a:lnTo>
                    <a:pt x="3304586" y="3082869"/>
                  </a:lnTo>
                  <a:lnTo>
                    <a:pt x="3303528" y="3082869"/>
                  </a:lnTo>
                  <a:lnTo>
                    <a:pt x="3302470" y="3082869"/>
                  </a:lnTo>
                  <a:lnTo>
                    <a:pt x="3301412" y="3082869"/>
                  </a:lnTo>
                  <a:lnTo>
                    <a:pt x="3300354" y="3082869"/>
                  </a:lnTo>
                  <a:lnTo>
                    <a:pt x="3299297" y="3082869"/>
                  </a:lnTo>
                  <a:lnTo>
                    <a:pt x="3298239" y="3082869"/>
                  </a:lnTo>
                  <a:lnTo>
                    <a:pt x="3297181" y="3082869"/>
                  </a:lnTo>
                  <a:lnTo>
                    <a:pt x="3296123" y="3082869"/>
                  </a:lnTo>
                  <a:lnTo>
                    <a:pt x="3295065" y="3082869"/>
                  </a:lnTo>
                  <a:lnTo>
                    <a:pt x="3294007" y="3082869"/>
                  </a:lnTo>
                  <a:lnTo>
                    <a:pt x="3292950" y="3082869"/>
                  </a:lnTo>
                  <a:lnTo>
                    <a:pt x="3291892" y="3082869"/>
                  </a:lnTo>
                  <a:lnTo>
                    <a:pt x="3290834" y="3082869"/>
                  </a:lnTo>
                  <a:lnTo>
                    <a:pt x="3289776" y="3082869"/>
                  </a:lnTo>
                  <a:lnTo>
                    <a:pt x="3288718" y="3082869"/>
                  </a:lnTo>
                  <a:lnTo>
                    <a:pt x="3287660" y="3082869"/>
                  </a:lnTo>
                  <a:lnTo>
                    <a:pt x="3286602" y="3082869"/>
                  </a:lnTo>
                  <a:lnTo>
                    <a:pt x="3285545" y="3082869"/>
                  </a:lnTo>
                  <a:lnTo>
                    <a:pt x="3284487" y="3082869"/>
                  </a:lnTo>
                  <a:lnTo>
                    <a:pt x="3283429" y="3082869"/>
                  </a:lnTo>
                  <a:lnTo>
                    <a:pt x="3282371" y="3082869"/>
                  </a:lnTo>
                  <a:lnTo>
                    <a:pt x="3281313" y="3082869"/>
                  </a:lnTo>
                  <a:lnTo>
                    <a:pt x="3280255" y="3082869"/>
                  </a:lnTo>
                  <a:lnTo>
                    <a:pt x="3279198" y="3082869"/>
                  </a:lnTo>
                  <a:lnTo>
                    <a:pt x="3278140" y="3082869"/>
                  </a:lnTo>
                  <a:lnTo>
                    <a:pt x="3277082" y="3082869"/>
                  </a:lnTo>
                  <a:lnTo>
                    <a:pt x="3276024" y="3082869"/>
                  </a:lnTo>
                  <a:lnTo>
                    <a:pt x="3274966" y="3082869"/>
                  </a:lnTo>
                  <a:lnTo>
                    <a:pt x="3273908" y="3082869"/>
                  </a:lnTo>
                  <a:lnTo>
                    <a:pt x="3272851" y="3082869"/>
                  </a:lnTo>
                  <a:lnTo>
                    <a:pt x="3271793" y="3082869"/>
                  </a:lnTo>
                  <a:lnTo>
                    <a:pt x="3270735" y="3082869"/>
                  </a:lnTo>
                  <a:lnTo>
                    <a:pt x="3269677" y="3082869"/>
                  </a:lnTo>
                  <a:lnTo>
                    <a:pt x="3268619" y="3082869"/>
                  </a:lnTo>
                  <a:lnTo>
                    <a:pt x="3267561" y="3082869"/>
                  </a:lnTo>
                  <a:lnTo>
                    <a:pt x="3266504" y="3082869"/>
                  </a:lnTo>
                  <a:lnTo>
                    <a:pt x="3265446" y="3082869"/>
                  </a:lnTo>
                  <a:lnTo>
                    <a:pt x="3264388" y="3082869"/>
                  </a:lnTo>
                  <a:lnTo>
                    <a:pt x="3263330" y="3082869"/>
                  </a:lnTo>
                  <a:lnTo>
                    <a:pt x="3262272" y="3082869"/>
                  </a:lnTo>
                  <a:lnTo>
                    <a:pt x="3261214" y="3082869"/>
                  </a:lnTo>
                  <a:lnTo>
                    <a:pt x="3260156" y="3082869"/>
                  </a:lnTo>
                  <a:lnTo>
                    <a:pt x="3259099" y="3082869"/>
                  </a:lnTo>
                  <a:lnTo>
                    <a:pt x="3258041" y="3082869"/>
                  </a:lnTo>
                  <a:lnTo>
                    <a:pt x="3256983" y="3082869"/>
                  </a:lnTo>
                  <a:lnTo>
                    <a:pt x="3255925" y="3082869"/>
                  </a:lnTo>
                  <a:lnTo>
                    <a:pt x="3254867" y="3082869"/>
                  </a:lnTo>
                  <a:lnTo>
                    <a:pt x="3253809" y="3082869"/>
                  </a:lnTo>
                  <a:lnTo>
                    <a:pt x="3252752" y="3082869"/>
                  </a:lnTo>
                  <a:lnTo>
                    <a:pt x="3251694" y="3082869"/>
                  </a:lnTo>
                  <a:lnTo>
                    <a:pt x="3250636" y="3082869"/>
                  </a:lnTo>
                  <a:lnTo>
                    <a:pt x="3249578" y="3082869"/>
                  </a:lnTo>
                  <a:lnTo>
                    <a:pt x="3248520" y="3082869"/>
                  </a:lnTo>
                  <a:lnTo>
                    <a:pt x="3247462" y="3082869"/>
                  </a:lnTo>
                  <a:lnTo>
                    <a:pt x="3246405" y="3082869"/>
                  </a:lnTo>
                  <a:lnTo>
                    <a:pt x="3245347" y="3082869"/>
                  </a:lnTo>
                  <a:lnTo>
                    <a:pt x="3244289" y="3082869"/>
                  </a:lnTo>
                  <a:lnTo>
                    <a:pt x="3243231" y="3082869"/>
                  </a:lnTo>
                  <a:lnTo>
                    <a:pt x="3242173" y="3082869"/>
                  </a:lnTo>
                  <a:lnTo>
                    <a:pt x="3241115" y="3082869"/>
                  </a:lnTo>
                  <a:lnTo>
                    <a:pt x="3240058" y="3082869"/>
                  </a:lnTo>
                  <a:lnTo>
                    <a:pt x="3239000" y="3082869"/>
                  </a:lnTo>
                  <a:lnTo>
                    <a:pt x="3237942" y="3082869"/>
                  </a:lnTo>
                  <a:lnTo>
                    <a:pt x="3236884" y="3082869"/>
                  </a:lnTo>
                  <a:lnTo>
                    <a:pt x="3235826" y="3082869"/>
                  </a:lnTo>
                  <a:lnTo>
                    <a:pt x="3234768" y="3082869"/>
                  </a:lnTo>
                  <a:lnTo>
                    <a:pt x="3233710" y="3082869"/>
                  </a:lnTo>
                  <a:lnTo>
                    <a:pt x="3232653" y="3082869"/>
                  </a:lnTo>
                  <a:lnTo>
                    <a:pt x="3231595" y="3082869"/>
                  </a:lnTo>
                  <a:lnTo>
                    <a:pt x="3230537" y="3082869"/>
                  </a:lnTo>
                  <a:lnTo>
                    <a:pt x="3229479" y="3082869"/>
                  </a:lnTo>
                  <a:lnTo>
                    <a:pt x="3228421" y="3082869"/>
                  </a:lnTo>
                  <a:lnTo>
                    <a:pt x="3227363" y="3082869"/>
                  </a:lnTo>
                  <a:lnTo>
                    <a:pt x="3226306" y="3082869"/>
                  </a:lnTo>
                  <a:lnTo>
                    <a:pt x="3225248" y="3082869"/>
                  </a:lnTo>
                  <a:lnTo>
                    <a:pt x="3224190" y="3082869"/>
                  </a:lnTo>
                  <a:lnTo>
                    <a:pt x="3223132" y="3082869"/>
                  </a:lnTo>
                  <a:lnTo>
                    <a:pt x="3222074" y="3082869"/>
                  </a:lnTo>
                  <a:lnTo>
                    <a:pt x="3221016" y="3082869"/>
                  </a:lnTo>
                  <a:lnTo>
                    <a:pt x="3219959" y="3082869"/>
                  </a:lnTo>
                  <a:lnTo>
                    <a:pt x="3218901" y="3082869"/>
                  </a:lnTo>
                  <a:lnTo>
                    <a:pt x="3217843" y="3082869"/>
                  </a:lnTo>
                  <a:lnTo>
                    <a:pt x="3216785" y="3082869"/>
                  </a:lnTo>
                  <a:lnTo>
                    <a:pt x="3215727" y="3082869"/>
                  </a:lnTo>
                  <a:lnTo>
                    <a:pt x="3214669" y="3082869"/>
                  </a:lnTo>
                  <a:lnTo>
                    <a:pt x="3213612" y="3082869"/>
                  </a:lnTo>
                  <a:lnTo>
                    <a:pt x="3212554" y="3082869"/>
                  </a:lnTo>
                  <a:lnTo>
                    <a:pt x="3211496" y="3082869"/>
                  </a:lnTo>
                  <a:lnTo>
                    <a:pt x="3210438" y="3082869"/>
                  </a:lnTo>
                  <a:lnTo>
                    <a:pt x="3209380" y="3082869"/>
                  </a:lnTo>
                  <a:lnTo>
                    <a:pt x="3208322" y="3082869"/>
                  </a:lnTo>
                  <a:lnTo>
                    <a:pt x="3207264" y="3082869"/>
                  </a:lnTo>
                  <a:lnTo>
                    <a:pt x="3206207" y="3082869"/>
                  </a:lnTo>
                  <a:lnTo>
                    <a:pt x="3205149" y="3082869"/>
                  </a:lnTo>
                  <a:lnTo>
                    <a:pt x="3204091" y="3082869"/>
                  </a:lnTo>
                  <a:lnTo>
                    <a:pt x="3203033" y="3082869"/>
                  </a:lnTo>
                  <a:lnTo>
                    <a:pt x="3201975" y="3082869"/>
                  </a:lnTo>
                  <a:lnTo>
                    <a:pt x="3200917" y="3082869"/>
                  </a:lnTo>
                  <a:lnTo>
                    <a:pt x="3199860" y="3082869"/>
                  </a:lnTo>
                  <a:lnTo>
                    <a:pt x="3198802" y="3082869"/>
                  </a:lnTo>
                  <a:lnTo>
                    <a:pt x="3197744" y="3082869"/>
                  </a:lnTo>
                  <a:lnTo>
                    <a:pt x="3196686" y="3082869"/>
                  </a:lnTo>
                  <a:lnTo>
                    <a:pt x="3195628" y="3082869"/>
                  </a:lnTo>
                  <a:lnTo>
                    <a:pt x="3194570" y="3082869"/>
                  </a:lnTo>
                  <a:lnTo>
                    <a:pt x="3193513" y="3082869"/>
                  </a:lnTo>
                  <a:lnTo>
                    <a:pt x="3192455" y="3082869"/>
                  </a:lnTo>
                  <a:lnTo>
                    <a:pt x="3191397" y="3082869"/>
                  </a:lnTo>
                  <a:lnTo>
                    <a:pt x="3190339" y="3082869"/>
                  </a:lnTo>
                  <a:lnTo>
                    <a:pt x="3189281" y="3082869"/>
                  </a:lnTo>
                  <a:lnTo>
                    <a:pt x="3188223" y="3082869"/>
                  </a:lnTo>
                  <a:lnTo>
                    <a:pt x="3187166" y="3082869"/>
                  </a:lnTo>
                  <a:lnTo>
                    <a:pt x="3186108" y="3082869"/>
                  </a:lnTo>
                  <a:lnTo>
                    <a:pt x="3185050" y="3082869"/>
                  </a:lnTo>
                  <a:lnTo>
                    <a:pt x="3183992" y="3082869"/>
                  </a:lnTo>
                  <a:lnTo>
                    <a:pt x="3182934" y="3082869"/>
                  </a:lnTo>
                  <a:lnTo>
                    <a:pt x="3181876" y="3082869"/>
                  </a:lnTo>
                  <a:lnTo>
                    <a:pt x="3180818" y="3082869"/>
                  </a:lnTo>
                  <a:lnTo>
                    <a:pt x="3179761" y="3082869"/>
                  </a:lnTo>
                  <a:lnTo>
                    <a:pt x="3178703" y="3082869"/>
                  </a:lnTo>
                  <a:lnTo>
                    <a:pt x="3177645" y="3082869"/>
                  </a:lnTo>
                  <a:lnTo>
                    <a:pt x="3176587" y="3082869"/>
                  </a:lnTo>
                  <a:lnTo>
                    <a:pt x="3175529" y="3082869"/>
                  </a:lnTo>
                  <a:lnTo>
                    <a:pt x="3174471" y="3082869"/>
                  </a:lnTo>
                  <a:lnTo>
                    <a:pt x="3173414" y="3082869"/>
                  </a:lnTo>
                  <a:lnTo>
                    <a:pt x="3172356" y="3082869"/>
                  </a:lnTo>
                  <a:lnTo>
                    <a:pt x="3171298" y="3082869"/>
                  </a:lnTo>
                  <a:lnTo>
                    <a:pt x="3170240" y="3082869"/>
                  </a:lnTo>
                  <a:lnTo>
                    <a:pt x="3169182" y="3082869"/>
                  </a:lnTo>
                  <a:lnTo>
                    <a:pt x="3168124" y="3082869"/>
                  </a:lnTo>
                  <a:lnTo>
                    <a:pt x="3167067" y="3082869"/>
                  </a:lnTo>
                  <a:lnTo>
                    <a:pt x="3166009" y="3082869"/>
                  </a:lnTo>
                  <a:lnTo>
                    <a:pt x="3164951" y="3082869"/>
                  </a:lnTo>
                  <a:lnTo>
                    <a:pt x="3163893" y="3082869"/>
                  </a:lnTo>
                  <a:lnTo>
                    <a:pt x="3162835" y="3082869"/>
                  </a:lnTo>
                  <a:lnTo>
                    <a:pt x="3161777" y="3082869"/>
                  </a:lnTo>
                  <a:lnTo>
                    <a:pt x="3160720" y="3082869"/>
                  </a:lnTo>
                  <a:lnTo>
                    <a:pt x="3159662" y="3082869"/>
                  </a:lnTo>
                  <a:lnTo>
                    <a:pt x="3158604" y="3082869"/>
                  </a:lnTo>
                  <a:lnTo>
                    <a:pt x="3157546" y="3082869"/>
                  </a:lnTo>
                  <a:lnTo>
                    <a:pt x="3156488" y="3082869"/>
                  </a:lnTo>
                  <a:lnTo>
                    <a:pt x="3155430" y="3082869"/>
                  </a:lnTo>
                  <a:lnTo>
                    <a:pt x="3154372" y="3082869"/>
                  </a:lnTo>
                  <a:lnTo>
                    <a:pt x="3153315" y="3082869"/>
                  </a:lnTo>
                  <a:lnTo>
                    <a:pt x="3152257" y="3082869"/>
                  </a:lnTo>
                  <a:lnTo>
                    <a:pt x="3151199" y="3082869"/>
                  </a:lnTo>
                  <a:lnTo>
                    <a:pt x="3150141" y="3082869"/>
                  </a:lnTo>
                  <a:lnTo>
                    <a:pt x="3149083" y="3082869"/>
                  </a:lnTo>
                  <a:lnTo>
                    <a:pt x="3148025" y="3082869"/>
                  </a:lnTo>
                  <a:lnTo>
                    <a:pt x="3146968" y="3082869"/>
                  </a:lnTo>
                  <a:lnTo>
                    <a:pt x="3145910" y="3082869"/>
                  </a:lnTo>
                  <a:lnTo>
                    <a:pt x="3144852" y="3082869"/>
                  </a:lnTo>
                  <a:lnTo>
                    <a:pt x="3143794" y="3082869"/>
                  </a:lnTo>
                  <a:lnTo>
                    <a:pt x="3142736" y="3082869"/>
                  </a:lnTo>
                  <a:lnTo>
                    <a:pt x="3141678" y="3082869"/>
                  </a:lnTo>
                  <a:lnTo>
                    <a:pt x="3140621" y="3082869"/>
                  </a:lnTo>
                  <a:lnTo>
                    <a:pt x="3139563" y="3082869"/>
                  </a:lnTo>
                  <a:lnTo>
                    <a:pt x="3138505" y="3082869"/>
                  </a:lnTo>
                  <a:lnTo>
                    <a:pt x="3137447" y="3082869"/>
                  </a:lnTo>
                  <a:lnTo>
                    <a:pt x="3136389" y="3082869"/>
                  </a:lnTo>
                  <a:lnTo>
                    <a:pt x="3135331" y="3082869"/>
                  </a:lnTo>
                  <a:lnTo>
                    <a:pt x="3134274" y="3082869"/>
                  </a:lnTo>
                  <a:lnTo>
                    <a:pt x="3133216" y="3082869"/>
                  </a:lnTo>
                  <a:lnTo>
                    <a:pt x="3132158" y="3082869"/>
                  </a:lnTo>
                  <a:lnTo>
                    <a:pt x="3131100" y="3082869"/>
                  </a:lnTo>
                  <a:lnTo>
                    <a:pt x="3130042" y="3082869"/>
                  </a:lnTo>
                  <a:lnTo>
                    <a:pt x="3128984" y="3082869"/>
                  </a:lnTo>
                  <a:lnTo>
                    <a:pt x="3127926" y="3082869"/>
                  </a:lnTo>
                  <a:lnTo>
                    <a:pt x="3126869" y="3082869"/>
                  </a:lnTo>
                  <a:lnTo>
                    <a:pt x="3125811" y="3082869"/>
                  </a:lnTo>
                  <a:lnTo>
                    <a:pt x="3124753" y="3082869"/>
                  </a:lnTo>
                  <a:lnTo>
                    <a:pt x="3123695" y="3082869"/>
                  </a:lnTo>
                  <a:lnTo>
                    <a:pt x="3122637" y="3082869"/>
                  </a:lnTo>
                  <a:lnTo>
                    <a:pt x="3121579" y="3082869"/>
                  </a:lnTo>
                  <a:lnTo>
                    <a:pt x="3120522" y="3082869"/>
                  </a:lnTo>
                  <a:lnTo>
                    <a:pt x="3119464" y="3082869"/>
                  </a:lnTo>
                  <a:lnTo>
                    <a:pt x="3118406" y="3082869"/>
                  </a:lnTo>
                  <a:lnTo>
                    <a:pt x="3117348" y="3082869"/>
                  </a:lnTo>
                  <a:lnTo>
                    <a:pt x="3116290" y="3082869"/>
                  </a:lnTo>
                  <a:lnTo>
                    <a:pt x="3115232" y="3082869"/>
                  </a:lnTo>
                  <a:lnTo>
                    <a:pt x="3114175" y="3082869"/>
                  </a:lnTo>
                  <a:lnTo>
                    <a:pt x="3113117" y="3082869"/>
                  </a:lnTo>
                  <a:lnTo>
                    <a:pt x="3112059" y="3082869"/>
                  </a:lnTo>
                  <a:lnTo>
                    <a:pt x="3111001" y="3082869"/>
                  </a:lnTo>
                  <a:lnTo>
                    <a:pt x="3109943" y="3082869"/>
                  </a:lnTo>
                  <a:lnTo>
                    <a:pt x="3108885" y="3082869"/>
                  </a:lnTo>
                  <a:lnTo>
                    <a:pt x="3107828" y="3082869"/>
                  </a:lnTo>
                  <a:lnTo>
                    <a:pt x="3106770" y="3082869"/>
                  </a:lnTo>
                  <a:lnTo>
                    <a:pt x="3105712" y="3082869"/>
                  </a:lnTo>
                  <a:lnTo>
                    <a:pt x="3104654" y="3082869"/>
                  </a:lnTo>
                  <a:lnTo>
                    <a:pt x="3103596" y="3082869"/>
                  </a:lnTo>
                  <a:lnTo>
                    <a:pt x="3102538" y="3082869"/>
                  </a:lnTo>
                  <a:lnTo>
                    <a:pt x="3101480" y="3082869"/>
                  </a:lnTo>
                  <a:lnTo>
                    <a:pt x="3100423" y="3082869"/>
                  </a:lnTo>
                  <a:lnTo>
                    <a:pt x="3099365" y="3082869"/>
                  </a:lnTo>
                  <a:lnTo>
                    <a:pt x="3098307" y="3082869"/>
                  </a:lnTo>
                  <a:lnTo>
                    <a:pt x="3097249" y="3082869"/>
                  </a:lnTo>
                  <a:lnTo>
                    <a:pt x="3096191" y="3082869"/>
                  </a:lnTo>
                  <a:lnTo>
                    <a:pt x="3095133" y="3082869"/>
                  </a:lnTo>
                  <a:lnTo>
                    <a:pt x="3094076" y="3082869"/>
                  </a:lnTo>
                  <a:lnTo>
                    <a:pt x="3093018" y="3082869"/>
                  </a:lnTo>
                  <a:lnTo>
                    <a:pt x="3091960" y="3082869"/>
                  </a:lnTo>
                  <a:lnTo>
                    <a:pt x="3090902" y="3082869"/>
                  </a:lnTo>
                  <a:lnTo>
                    <a:pt x="3089844" y="3082869"/>
                  </a:lnTo>
                  <a:lnTo>
                    <a:pt x="3088786" y="3082869"/>
                  </a:lnTo>
                  <a:lnTo>
                    <a:pt x="3087729" y="3082869"/>
                  </a:lnTo>
                  <a:lnTo>
                    <a:pt x="3086671" y="3082869"/>
                  </a:lnTo>
                  <a:lnTo>
                    <a:pt x="3085613" y="3082869"/>
                  </a:lnTo>
                  <a:lnTo>
                    <a:pt x="3084555" y="3082869"/>
                  </a:lnTo>
                  <a:lnTo>
                    <a:pt x="3083497" y="3082869"/>
                  </a:lnTo>
                  <a:lnTo>
                    <a:pt x="3082439" y="3082869"/>
                  </a:lnTo>
                  <a:lnTo>
                    <a:pt x="3081382" y="3082869"/>
                  </a:lnTo>
                  <a:lnTo>
                    <a:pt x="3080324" y="3082869"/>
                  </a:lnTo>
                  <a:lnTo>
                    <a:pt x="3079266" y="3082869"/>
                  </a:lnTo>
                  <a:lnTo>
                    <a:pt x="3078208" y="3082869"/>
                  </a:lnTo>
                  <a:lnTo>
                    <a:pt x="3077150" y="3082869"/>
                  </a:lnTo>
                  <a:lnTo>
                    <a:pt x="3076092" y="3082869"/>
                  </a:lnTo>
                  <a:lnTo>
                    <a:pt x="3075034" y="3082869"/>
                  </a:lnTo>
                  <a:lnTo>
                    <a:pt x="3073977" y="3082869"/>
                  </a:lnTo>
                  <a:lnTo>
                    <a:pt x="3072919" y="3082869"/>
                  </a:lnTo>
                  <a:lnTo>
                    <a:pt x="3071861" y="3082869"/>
                  </a:lnTo>
                  <a:lnTo>
                    <a:pt x="3070803" y="3082869"/>
                  </a:lnTo>
                  <a:lnTo>
                    <a:pt x="3069745" y="3082869"/>
                  </a:lnTo>
                  <a:lnTo>
                    <a:pt x="3068687" y="3082869"/>
                  </a:lnTo>
                  <a:lnTo>
                    <a:pt x="3067630" y="3082869"/>
                  </a:lnTo>
                  <a:lnTo>
                    <a:pt x="3066572" y="3082869"/>
                  </a:lnTo>
                  <a:lnTo>
                    <a:pt x="3065514" y="3082869"/>
                  </a:lnTo>
                  <a:lnTo>
                    <a:pt x="3064456" y="3082869"/>
                  </a:lnTo>
                  <a:lnTo>
                    <a:pt x="3063398" y="3082869"/>
                  </a:lnTo>
                  <a:lnTo>
                    <a:pt x="3062340" y="3082869"/>
                  </a:lnTo>
                  <a:lnTo>
                    <a:pt x="3061283" y="3082869"/>
                  </a:lnTo>
                  <a:lnTo>
                    <a:pt x="3060225" y="3082869"/>
                  </a:lnTo>
                  <a:lnTo>
                    <a:pt x="3059167" y="3082869"/>
                  </a:lnTo>
                  <a:lnTo>
                    <a:pt x="3058109" y="3082869"/>
                  </a:lnTo>
                  <a:lnTo>
                    <a:pt x="3057051" y="3082869"/>
                  </a:lnTo>
                  <a:lnTo>
                    <a:pt x="3055993" y="3082869"/>
                  </a:lnTo>
                  <a:lnTo>
                    <a:pt x="3054936" y="3082869"/>
                  </a:lnTo>
                  <a:lnTo>
                    <a:pt x="3053878" y="3082869"/>
                  </a:lnTo>
                  <a:lnTo>
                    <a:pt x="3052820" y="3082869"/>
                  </a:lnTo>
                  <a:lnTo>
                    <a:pt x="3051762" y="3082869"/>
                  </a:lnTo>
                  <a:lnTo>
                    <a:pt x="3050704" y="3082869"/>
                  </a:lnTo>
                  <a:lnTo>
                    <a:pt x="3049646" y="3082869"/>
                  </a:lnTo>
                  <a:lnTo>
                    <a:pt x="3048588" y="3082869"/>
                  </a:lnTo>
                  <a:lnTo>
                    <a:pt x="3047531" y="3082869"/>
                  </a:lnTo>
                  <a:lnTo>
                    <a:pt x="3046473" y="3082869"/>
                  </a:lnTo>
                  <a:lnTo>
                    <a:pt x="3045415" y="3082869"/>
                  </a:lnTo>
                  <a:lnTo>
                    <a:pt x="3044357" y="3082869"/>
                  </a:lnTo>
                  <a:lnTo>
                    <a:pt x="3043299" y="3082869"/>
                  </a:lnTo>
                  <a:lnTo>
                    <a:pt x="3042241" y="3082869"/>
                  </a:lnTo>
                  <a:lnTo>
                    <a:pt x="3041184" y="3082869"/>
                  </a:lnTo>
                  <a:lnTo>
                    <a:pt x="3040126" y="3082869"/>
                  </a:lnTo>
                  <a:lnTo>
                    <a:pt x="3039068" y="3082869"/>
                  </a:lnTo>
                  <a:lnTo>
                    <a:pt x="3038010" y="3082869"/>
                  </a:lnTo>
                  <a:lnTo>
                    <a:pt x="3036952" y="3082869"/>
                  </a:lnTo>
                  <a:lnTo>
                    <a:pt x="3035894" y="3082869"/>
                  </a:lnTo>
                  <a:lnTo>
                    <a:pt x="3034837" y="3082869"/>
                  </a:lnTo>
                  <a:lnTo>
                    <a:pt x="3033779" y="3082869"/>
                  </a:lnTo>
                  <a:lnTo>
                    <a:pt x="3032721" y="3082869"/>
                  </a:lnTo>
                  <a:lnTo>
                    <a:pt x="3031663" y="3082869"/>
                  </a:lnTo>
                  <a:lnTo>
                    <a:pt x="3030605" y="3082869"/>
                  </a:lnTo>
                  <a:lnTo>
                    <a:pt x="3029547" y="3082869"/>
                  </a:lnTo>
                  <a:lnTo>
                    <a:pt x="3028490" y="3082869"/>
                  </a:lnTo>
                  <a:lnTo>
                    <a:pt x="3027432" y="3082869"/>
                  </a:lnTo>
                  <a:lnTo>
                    <a:pt x="3026374" y="3082869"/>
                  </a:lnTo>
                  <a:lnTo>
                    <a:pt x="3025316" y="3082869"/>
                  </a:lnTo>
                  <a:lnTo>
                    <a:pt x="3024258" y="3082869"/>
                  </a:lnTo>
                  <a:lnTo>
                    <a:pt x="3023200" y="3082869"/>
                  </a:lnTo>
                  <a:lnTo>
                    <a:pt x="3022142" y="3082869"/>
                  </a:lnTo>
                  <a:lnTo>
                    <a:pt x="3021085" y="3082869"/>
                  </a:lnTo>
                  <a:lnTo>
                    <a:pt x="3020027" y="3082869"/>
                  </a:lnTo>
                  <a:lnTo>
                    <a:pt x="3018969" y="3082869"/>
                  </a:lnTo>
                  <a:lnTo>
                    <a:pt x="3017911" y="3082869"/>
                  </a:lnTo>
                  <a:lnTo>
                    <a:pt x="3016853" y="3082869"/>
                  </a:lnTo>
                  <a:lnTo>
                    <a:pt x="3015795" y="3082869"/>
                  </a:lnTo>
                  <a:lnTo>
                    <a:pt x="3014738" y="3082869"/>
                  </a:lnTo>
                  <a:lnTo>
                    <a:pt x="3013680" y="3082869"/>
                  </a:lnTo>
                  <a:lnTo>
                    <a:pt x="3012622" y="3082869"/>
                  </a:lnTo>
                  <a:lnTo>
                    <a:pt x="3011564" y="3082869"/>
                  </a:lnTo>
                  <a:lnTo>
                    <a:pt x="3010506" y="3082869"/>
                  </a:lnTo>
                  <a:lnTo>
                    <a:pt x="3009448" y="3082869"/>
                  </a:lnTo>
                  <a:lnTo>
                    <a:pt x="3008391" y="3082869"/>
                  </a:lnTo>
                  <a:lnTo>
                    <a:pt x="3007333" y="3082869"/>
                  </a:lnTo>
                  <a:lnTo>
                    <a:pt x="3006275" y="3082869"/>
                  </a:lnTo>
                  <a:lnTo>
                    <a:pt x="3005217" y="3082869"/>
                  </a:lnTo>
                  <a:lnTo>
                    <a:pt x="3004159" y="3082869"/>
                  </a:lnTo>
                  <a:lnTo>
                    <a:pt x="3003101" y="3082869"/>
                  </a:lnTo>
                  <a:lnTo>
                    <a:pt x="3002044" y="3082869"/>
                  </a:lnTo>
                  <a:lnTo>
                    <a:pt x="3000986" y="3082869"/>
                  </a:lnTo>
                  <a:lnTo>
                    <a:pt x="2999928" y="3082869"/>
                  </a:lnTo>
                  <a:lnTo>
                    <a:pt x="2998870" y="3082869"/>
                  </a:lnTo>
                  <a:lnTo>
                    <a:pt x="2997812" y="3082869"/>
                  </a:lnTo>
                  <a:lnTo>
                    <a:pt x="2996754" y="3082869"/>
                  </a:lnTo>
                  <a:lnTo>
                    <a:pt x="2995696" y="3082869"/>
                  </a:lnTo>
                  <a:lnTo>
                    <a:pt x="2994639" y="3082869"/>
                  </a:lnTo>
                  <a:lnTo>
                    <a:pt x="2993581" y="3082869"/>
                  </a:lnTo>
                  <a:lnTo>
                    <a:pt x="2992523" y="3082869"/>
                  </a:lnTo>
                  <a:lnTo>
                    <a:pt x="2991465" y="3082869"/>
                  </a:lnTo>
                  <a:lnTo>
                    <a:pt x="2990407" y="3082869"/>
                  </a:lnTo>
                  <a:lnTo>
                    <a:pt x="2989349" y="3082869"/>
                  </a:lnTo>
                  <a:lnTo>
                    <a:pt x="2988292" y="3082869"/>
                  </a:lnTo>
                  <a:lnTo>
                    <a:pt x="2987234" y="3082869"/>
                  </a:lnTo>
                  <a:lnTo>
                    <a:pt x="2986176" y="3082869"/>
                  </a:lnTo>
                  <a:lnTo>
                    <a:pt x="2985118" y="3082869"/>
                  </a:lnTo>
                  <a:lnTo>
                    <a:pt x="2984060" y="3082869"/>
                  </a:lnTo>
                  <a:lnTo>
                    <a:pt x="2983002" y="3082869"/>
                  </a:lnTo>
                  <a:lnTo>
                    <a:pt x="2981945" y="3082869"/>
                  </a:lnTo>
                  <a:lnTo>
                    <a:pt x="2980887" y="3082869"/>
                  </a:lnTo>
                  <a:lnTo>
                    <a:pt x="2979829" y="3082869"/>
                  </a:lnTo>
                  <a:lnTo>
                    <a:pt x="2978771" y="3082869"/>
                  </a:lnTo>
                  <a:lnTo>
                    <a:pt x="2977713" y="3082869"/>
                  </a:lnTo>
                  <a:lnTo>
                    <a:pt x="2976655" y="3082869"/>
                  </a:lnTo>
                  <a:lnTo>
                    <a:pt x="2975598" y="3082869"/>
                  </a:lnTo>
                  <a:lnTo>
                    <a:pt x="2974540" y="3082869"/>
                  </a:lnTo>
                  <a:lnTo>
                    <a:pt x="2973482" y="3082869"/>
                  </a:lnTo>
                  <a:lnTo>
                    <a:pt x="2972424" y="3082869"/>
                  </a:lnTo>
                  <a:lnTo>
                    <a:pt x="2971366" y="3082869"/>
                  </a:lnTo>
                  <a:lnTo>
                    <a:pt x="2970308" y="3082869"/>
                  </a:lnTo>
                  <a:lnTo>
                    <a:pt x="2969250" y="3082869"/>
                  </a:lnTo>
                  <a:lnTo>
                    <a:pt x="2968193" y="3082869"/>
                  </a:lnTo>
                  <a:lnTo>
                    <a:pt x="2967135" y="3082869"/>
                  </a:lnTo>
                  <a:lnTo>
                    <a:pt x="2966077" y="3082869"/>
                  </a:lnTo>
                  <a:lnTo>
                    <a:pt x="2965019" y="3082869"/>
                  </a:lnTo>
                  <a:lnTo>
                    <a:pt x="2963961" y="3082869"/>
                  </a:lnTo>
                  <a:lnTo>
                    <a:pt x="2962903" y="3082869"/>
                  </a:lnTo>
                  <a:lnTo>
                    <a:pt x="2961846" y="3082869"/>
                  </a:lnTo>
                  <a:lnTo>
                    <a:pt x="2960788" y="3082869"/>
                  </a:lnTo>
                  <a:lnTo>
                    <a:pt x="2959730" y="3082869"/>
                  </a:lnTo>
                  <a:lnTo>
                    <a:pt x="2958672" y="3082869"/>
                  </a:lnTo>
                  <a:lnTo>
                    <a:pt x="2957614" y="3082869"/>
                  </a:lnTo>
                  <a:lnTo>
                    <a:pt x="2956556" y="3082869"/>
                  </a:lnTo>
                  <a:lnTo>
                    <a:pt x="2955499" y="3082869"/>
                  </a:lnTo>
                  <a:lnTo>
                    <a:pt x="2954441" y="3082869"/>
                  </a:lnTo>
                  <a:lnTo>
                    <a:pt x="2953383" y="3082869"/>
                  </a:lnTo>
                  <a:lnTo>
                    <a:pt x="2952325" y="3082869"/>
                  </a:lnTo>
                  <a:lnTo>
                    <a:pt x="2951267" y="3082869"/>
                  </a:lnTo>
                  <a:lnTo>
                    <a:pt x="2950209" y="3082869"/>
                  </a:lnTo>
                  <a:lnTo>
                    <a:pt x="2949152" y="3082869"/>
                  </a:lnTo>
                  <a:lnTo>
                    <a:pt x="2948094" y="3082869"/>
                  </a:lnTo>
                  <a:lnTo>
                    <a:pt x="2947036" y="3082869"/>
                  </a:lnTo>
                  <a:lnTo>
                    <a:pt x="2945978" y="3082869"/>
                  </a:lnTo>
                  <a:lnTo>
                    <a:pt x="2944920" y="3082869"/>
                  </a:lnTo>
                  <a:lnTo>
                    <a:pt x="2943862" y="3082869"/>
                  </a:lnTo>
                  <a:lnTo>
                    <a:pt x="2942804" y="3082869"/>
                  </a:lnTo>
                  <a:lnTo>
                    <a:pt x="2941747" y="3082869"/>
                  </a:lnTo>
                  <a:lnTo>
                    <a:pt x="2940689" y="3082869"/>
                  </a:lnTo>
                  <a:lnTo>
                    <a:pt x="2939631" y="3082869"/>
                  </a:lnTo>
                  <a:lnTo>
                    <a:pt x="2938573" y="3082869"/>
                  </a:lnTo>
                  <a:lnTo>
                    <a:pt x="2937515" y="3082869"/>
                  </a:lnTo>
                  <a:lnTo>
                    <a:pt x="2936457" y="3082869"/>
                  </a:lnTo>
                  <a:lnTo>
                    <a:pt x="2935400" y="3082869"/>
                  </a:lnTo>
                  <a:lnTo>
                    <a:pt x="2934342" y="3082869"/>
                  </a:lnTo>
                  <a:lnTo>
                    <a:pt x="2933284" y="3082869"/>
                  </a:lnTo>
                  <a:lnTo>
                    <a:pt x="2932226" y="3082869"/>
                  </a:lnTo>
                  <a:lnTo>
                    <a:pt x="2931168" y="3082869"/>
                  </a:lnTo>
                  <a:lnTo>
                    <a:pt x="2930110" y="3082869"/>
                  </a:lnTo>
                  <a:lnTo>
                    <a:pt x="2929053" y="3082869"/>
                  </a:lnTo>
                  <a:lnTo>
                    <a:pt x="2927995" y="3082869"/>
                  </a:lnTo>
                  <a:lnTo>
                    <a:pt x="2926937" y="3082869"/>
                  </a:lnTo>
                  <a:lnTo>
                    <a:pt x="2925879" y="3082869"/>
                  </a:lnTo>
                  <a:lnTo>
                    <a:pt x="2924821" y="3082869"/>
                  </a:lnTo>
                  <a:lnTo>
                    <a:pt x="2923763" y="3082869"/>
                  </a:lnTo>
                  <a:lnTo>
                    <a:pt x="2922706" y="3082869"/>
                  </a:lnTo>
                  <a:lnTo>
                    <a:pt x="2921648" y="3082869"/>
                  </a:lnTo>
                  <a:lnTo>
                    <a:pt x="2920590" y="3082869"/>
                  </a:lnTo>
                  <a:lnTo>
                    <a:pt x="2919532" y="3082869"/>
                  </a:lnTo>
                  <a:lnTo>
                    <a:pt x="2918474" y="3082869"/>
                  </a:lnTo>
                  <a:lnTo>
                    <a:pt x="2917416" y="3082869"/>
                  </a:lnTo>
                  <a:lnTo>
                    <a:pt x="2916358" y="3082869"/>
                  </a:lnTo>
                  <a:lnTo>
                    <a:pt x="2915301" y="3082869"/>
                  </a:lnTo>
                  <a:lnTo>
                    <a:pt x="2914243" y="3082869"/>
                  </a:lnTo>
                  <a:lnTo>
                    <a:pt x="2913185" y="3082869"/>
                  </a:lnTo>
                  <a:lnTo>
                    <a:pt x="2912127" y="3082869"/>
                  </a:lnTo>
                  <a:lnTo>
                    <a:pt x="2911069" y="3082869"/>
                  </a:lnTo>
                  <a:lnTo>
                    <a:pt x="2910011" y="3082869"/>
                  </a:lnTo>
                  <a:lnTo>
                    <a:pt x="2908954" y="3082869"/>
                  </a:lnTo>
                  <a:lnTo>
                    <a:pt x="2907896" y="3082869"/>
                  </a:lnTo>
                  <a:lnTo>
                    <a:pt x="2906838" y="3082869"/>
                  </a:lnTo>
                  <a:lnTo>
                    <a:pt x="2905780" y="3082869"/>
                  </a:lnTo>
                  <a:lnTo>
                    <a:pt x="2904722" y="3082869"/>
                  </a:lnTo>
                  <a:lnTo>
                    <a:pt x="2903664" y="3082869"/>
                  </a:lnTo>
                  <a:lnTo>
                    <a:pt x="2902607" y="3082869"/>
                  </a:lnTo>
                  <a:lnTo>
                    <a:pt x="2901549" y="3082869"/>
                  </a:lnTo>
                  <a:lnTo>
                    <a:pt x="2900491" y="3082869"/>
                  </a:lnTo>
                  <a:lnTo>
                    <a:pt x="2899433" y="3082869"/>
                  </a:lnTo>
                  <a:lnTo>
                    <a:pt x="2898375" y="3082869"/>
                  </a:lnTo>
                  <a:lnTo>
                    <a:pt x="2897317" y="3082869"/>
                  </a:lnTo>
                  <a:lnTo>
                    <a:pt x="2896260" y="3082869"/>
                  </a:lnTo>
                  <a:lnTo>
                    <a:pt x="2895202" y="3082869"/>
                  </a:lnTo>
                  <a:lnTo>
                    <a:pt x="2894144" y="3082869"/>
                  </a:lnTo>
                  <a:lnTo>
                    <a:pt x="2893086" y="3082869"/>
                  </a:lnTo>
                  <a:lnTo>
                    <a:pt x="2892028" y="3082869"/>
                  </a:lnTo>
                  <a:lnTo>
                    <a:pt x="2890970" y="3082869"/>
                  </a:lnTo>
                  <a:lnTo>
                    <a:pt x="2889912" y="3082869"/>
                  </a:lnTo>
                  <a:lnTo>
                    <a:pt x="2888855" y="3082869"/>
                  </a:lnTo>
                  <a:lnTo>
                    <a:pt x="2887797" y="3082869"/>
                  </a:lnTo>
                  <a:lnTo>
                    <a:pt x="2886739" y="3082869"/>
                  </a:lnTo>
                  <a:lnTo>
                    <a:pt x="2885681" y="3082869"/>
                  </a:lnTo>
                  <a:lnTo>
                    <a:pt x="2884623" y="3082869"/>
                  </a:lnTo>
                  <a:lnTo>
                    <a:pt x="2883565" y="3082869"/>
                  </a:lnTo>
                  <a:lnTo>
                    <a:pt x="2882508" y="3082869"/>
                  </a:lnTo>
                  <a:lnTo>
                    <a:pt x="2881450" y="3082869"/>
                  </a:lnTo>
                  <a:lnTo>
                    <a:pt x="2880392" y="3082869"/>
                  </a:lnTo>
                  <a:lnTo>
                    <a:pt x="2879334" y="3082869"/>
                  </a:lnTo>
                  <a:lnTo>
                    <a:pt x="2878276" y="3082869"/>
                  </a:lnTo>
                  <a:lnTo>
                    <a:pt x="2877218" y="3082869"/>
                  </a:lnTo>
                  <a:lnTo>
                    <a:pt x="2876161" y="3082869"/>
                  </a:lnTo>
                  <a:lnTo>
                    <a:pt x="2875103" y="3082869"/>
                  </a:lnTo>
                  <a:lnTo>
                    <a:pt x="2874045" y="3082869"/>
                  </a:lnTo>
                  <a:lnTo>
                    <a:pt x="2872987" y="3082869"/>
                  </a:lnTo>
                  <a:lnTo>
                    <a:pt x="2871929" y="3082869"/>
                  </a:lnTo>
                  <a:lnTo>
                    <a:pt x="2870871" y="3082869"/>
                  </a:lnTo>
                  <a:lnTo>
                    <a:pt x="2869814" y="3082869"/>
                  </a:lnTo>
                  <a:lnTo>
                    <a:pt x="2868756" y="3082869"/>
                  </a:lnTo>
                  <a:lnTo>
                    <a:pt x="2867698" y="3082869"/>
                  </a:lnTo>
                  <a:lnTo>
                    <a:pt x="2866640" y="3082869"/>
                  </a:lnTo>
                  <a:lnTo>
                    <a:pt x="2865582" y="3082869"/>
                  </a:lnTo>
                  <a:lnTo>
                    <a:pt x="2864524" y="3082869"/>
                  </a:lnTo>
                  <a:lnTo>
                    <a:pt x="2863466" y="3082869"/>
                  </a:lnTo>
                  <a:lnTo>
                    <a:pt x="2862409" y="3082869"/>
                  </a:lnTo>
                  <a:lnTo>
                    <a:pt x="2861351" y="3082869"/>
                  </a:lnTo>
                  <a:lnTo>
                    <a:pt x="2860293" y="3082869"/>
                  </a:lnTo>
                  <a:lnTo>
                    <a:pt x="2859235" y="3082869"/>
                  </a:lnTo>
                  <a:lnTo>
                    <a:pt x="2858177" y="3082869"/>
                  </a:lnTo>
                  <a:lnTo>
                    <a:pt x="2857119" y="3082869"/>
                  </a:lnTo>
                  <a:lnTo>
                    <a:pt x="2856062" y="3082869"/>
                  </a:lnTo>
                  <a:lnTo>
                    <a:pt x="2855004" y="3082869"/>
                  </a:lnTo>
                  <a:lnTo>
                    <a:pt x="2853946" y="3082869"/>
                  </a:lnTo>
                  <a:lnTo>
                    <a:pt x="2852888" y="3082869"/>
                  </a:lnTo>
                  <a:lnTo>
                    <a:pt x="2851830" y="3082869"/>
                  </a:lnTo>
                  <a:lnTo>
                    <a:pt x="2850772" y="3082869"/>
                  </a:lnTo>
                  <a:lnTo>
                    <a:pt x="2849715" y="3082869"/>
                  </a:lnTo>
                  <a:lnTo>
                    <a:pt x="2848657" y="3082869"/>
                  </a:lnTo>
                  <a:lnTo>
                    <a:pt x="2847599" y="3082869"/>
                  </a:lnTo>
                  <a:lnTo>
                    <a:pt x="2846541" y="3082869"/>
                  </a:lnTo>
                  <a:lnTo>
                    <a:pt x="2845483" y="3082869"/>
                  </a:lnTo>
                  <a:lnTo>
                    <a:pt x="2844425" y="3082869"/>
                  </a:lnTo>
                  <a:lnTo>
                    <a:pt x="2843368" y="3082869"/>
                  </a:lnTo>
                  <a:lnTo>
                    <a:pt x="2842310" y="3082869"/>
                  </a:lnTo>
                  <a:lnTo>
                    <a:pt x="2841252" y="3082869"/>
                  </a:lnTo>
                  <a:lnTo>
                    <a:pt x="2840194" y="3082869"/>
                  </a:lnTo>
                  <a:lnTo>
                    <a:pt x="2839136" y="3082869"/>
                  </a:lnTo>
                  <a:lnTo>
                    <a:pt x="2838078" y="3082869"/>
                  </a:lnTo>
                  <a:lnTo>
                    <a:pt x="2837020" y="3082869"/>
                  </a:lnTo>
                  <a:lnTo>
                    <a:pt x="2835963" y="3082869"/>
                  </a:lnTo>
                  <a:lnTo>
                    <a:pt x="2834905" y="3082869"/>
                  </a:lnTo>
                  <a:lnTo>
                    <a:pt x="2833847" y="3082869"/>
                  </a:lnTo>
                  <a:lnTo>
                    <a:pt x="2832789" y="3082869"/>
                  </a:lnTo>
                  <a:lnTo>
                    <a:pt x="2831731" y="3082869"/>
                  </a:lnTo>
                  <a:lnTo>
                    <a:pt x="2830673" y="3082869"/>
                  </a:lnTo>
                  <a:lnTo>
                    <a:pt x="2829616" y="3082869"/>
                  </a:lnTo>
                  <a:lnTo>
                    <a:pt x="2828558" y="3082869"/>
                  </a:lnTo>
                  <a:lnTo>
                    <a:pt x="2827500" y="3082869"/>
                  </a:lnTo>
                  <a:lnTo>
                    <a:pt x="2826442" y="3082869"/>
                  </a:lnTo>
                  <a:lnTo>
                    <a:pt x="2825384" y="3082869"/>
                  </a:lnTo>
                  <a:lnTo>
                    <a:pt x="2824326" y="3082869"/>
                  </a:lnTo>
                  <a:lnTo>
                    <a:pt x="2823269" y="3082869"/>
                  </a:lnTo>
                  <a:lnTo>
                    <a:pt x="2822211" y="3082869"/>
                  </a:lnTo>
                  <a:lnTo>
                    <a:pt x="2821153" y="3082869"/>
                  </a:lnTo>
                  <a:lnTo>
                    <a:pt x="2820095" y="3082869"/>
                  </a:lnTo>
                  <a:lnTo>
                    <a:pt x="2819037" y="3082869"/>
                  </a:lnTo>
                  <a:lnTo>
                    <a:pt x="2817979" y="3082869"/>
                  </a:lnTo>
                  <a:lnTo>
                    <a:pt x="2816922" y="3082869"/>
                  </a:lnTo>
                  <a:lnTo>
                    <a:pt x="2815864" y="3082869"/>
                  </a:lnTo>
                  <a:lnTo>
                    <a:pt x="2814806" y="3082869"/>
                  </a:lnTo>
                  <a:lnTo>
                    <a:pt x="2813748" y="3082869"/>
                  </a:lnTo>
                  <a:lnTo>
                    <a:pt x="2812690" y="3082869"/>
                  </a:lnTo>
                  <a:lnTo>
                    <a:pt x="2811632" y="3082869"/>
                  </a:lnTo>
                  <a:lnTo>
                    <a:pt x="2810574" y="3082869"/>
                  </a:lnTo>
                  <a:lnTo>
                    <a:pt x="2809517" y="3082869"/>
                  </a:lnTo>
                  <a:lnTo>
                    <a:pt x="2808459" y="3082869"/>
                  </a:lnTo>
                  <a:lnTo>
                    <a:pt x="2807401" y="3082869"/>
                  </a:lnTo>
                  <a:lnTo>
                    <a:pt x="2806343" y="3082869"/>
                  </a:lnTo>
                  <a:lnTo>
                    <a:pt x="2805285" y="3082869"/>
                  </a:lnTo>
                  <a:lnTo>
                    <a:pt x="2804227" y="3082869"/>
                  </a:lnTo>
                  <a:lnTo>
                    <a:pt x="2803170" y="3082869"/>
                  </a:lnTo>
                  <a:lnTo>
                    <a:pt x="2802112" y="3082869"/>
                  </a:lnTo>
                  <a:lnTo>
                    <a:pt x="2801054" y="3082869"/>
                  </a:lnTo>
                  <a:lnTo>
                    <a:pt x="2799996" y="3082869"/>
                  </a:lnTo>
                  <a:lnTo>
                    <a:pt x="2798938" y="3082869"/>
                  </a:lnTo>
                  <a:lnTo>
                    <a:pt x="2797880" y="3082869"/>
                  </a:lnTo>
                  <a:lnTo>
                    <a:pt x="2796823" y="3082869"/>
                  </a:lnTo>
                  <a:lnTo>
                    <a:pt x="2795765" y="3082869"/>
                  </a:lnTo>
                  <a:lnTo>
                    <a:pt x="2794707" y="3082869"/>
                  </a:lnTo>
                  <a:lnTo>
                    <a:pt x="2793649" y="3082869"/>
                  </a:lnTo>
                  <a:lnTo>
                    <a:pt x="2792591" y="3082869"/>
                  </a:lnTo>
                  <a:lnTo>
                    <a:pt x="2791533" y="3082869"/>
                  </a:lnTo>
                  <a:lnTo>
                    <a:pt x="2790476" y="3082869"/>
                  </a:lnTo>
                  <a:lnTo>
                    <a:pt x="2789418" y="3082869"/>
                  </a:lnTo>
                  <a:lnTo>
                    <a:pt x="2788360" y="3082869"/>
                  </a:lnTo>
                  <a:lnTo>
                    <a:pt x="2787302" y="3082869"/>
                  </a:lnTo>
                  <a:lnTo>
                    <a:pt x="2786244" y="3082869"/>
                  </a:lnTo>
                  <a:lnTo>
                    <a:pt x="2785186" y="3082869"/>
                  </a:lnTo>
                  <a:lnTo>
                    <a:pt x="2784128" y="3082869"/>
                  </a:lnTo>
                  <a:lnTo>
                    <a:pt x="2783071" y="3082869"/>
                  </a:lnTo>
                  <a:lnTo>
                    <a:pt x="2782013" y="3082869"/>
                  </a:lnTo>
                  <a:lnTo>
                    <a:pt x="2780955" y="3082869"/>
                  </a:lnTo>
                  <a:lnTo>
                    <a:pt x="2779897" y="3082869"/>
                  </a:lnTo>
                  <a:lnTo>
                    <a:pt x="2778839" y="3082869"/>
                  </a:lnTo>
                  <a:lnTo>
                    <a:pt x="2777781" y="3082869"/>
                  </a:lnTo>
                  <a:lnTo>
                    <a:pt x="2776724" y="3082869"/>
                  </a:lnTo>
                  <a:lnTo>
                    <a:pt x="2775666" y="3082869"/>
                  </a:lnTo>
                  <a:lnTo>
                    <a:pt x="2774608" y="3082869"/>
                  </a:lnTo>
                  <a:lnTo>
                    <a:pt x="2773550" y="3082869"/>
                  </a:lnTo>
                  <a:lnTo>
                    <a:pt x="2772492" y="3082869"/>
                  </a:lnTo>
                  <a:lnTo>
                    <a:pt x="2771434" y="3082869"/>
                  </a:lnTo>
                  <a:lnTo>
                    <a:pt x="2770377" y="3082869"/>
                  </a:lnTo>
                  <a:lnTo>
                    <a:pt x="2769319" y="3082869"/>
                  </a:lnTo>
                  <a:lnTo>
                    <a:pt x="2768261" y="3082869"/>
                  </a:lnTo>
                  <a:lnTo>
                    <a:pt x="2767203" y="3082869"/>
                  </a:lnTo>
                  <a:lnTo>
                    <a:pt x="2766145" y="3082869"/>
                  </a:lnTo>
                  <a:lnTo>
                    <a:pt x="2765087" y="3082869"/>
                  </a:lnTo>
                  <a:lnTo>
                    <a:pt x="2764030" y="3082869"/>
                  </a:lnTo>
                  <a:lnTo>
                    <a:pt x="2762972" y="3082869"/>
                  </a:lnTo>
                  <a:lnTo>
                    <a:pt x="2761914" y="3082869"/>
                  </a:lnTo>
                  <a:lnTo>
                    <a:pt x="2760856" y="3082869"/>
                  </a:lnTo>
                  <a:lnTo>
                    <a:pt x="2759798" y="3082869"/>
                  </a:lnTo>
                  <a:lnTo>
                    <a:pt x="2758740" y="3082869"/>
                  </a:lnTo>
                  <a:lnTo>
                    <a:pt x="2757683" y="3082869"/>
                  </a:lnTo>
                  <a:lnTo>
                    <a:pt x="2756625" y="3082869"/>
                  </a:lnTo>
                  <a:lnTo>
                    <a:pt x="2755567" y="3082869"/>
                  </a:lnTo>
                  <a:lnTo>
                    <a:pt x="2754509" y="3082869"/>
                  </a:lnTo>
                  <a:lnTo>
                    <a:pt x="2753451" y="3082869"/>
                  </a:lnTo>
                  <a:lnTo>
                    <a:pt x="2752393" y="3082869"/>
                  </a:lnTo>
                  <a:lnTo>
                    <a:pt x="2751335" y="3082869"/>
                  </a:lnTo>
                  <a:lnTo>
                    <a:pt x="2750278" y="3082869"/>
                  </a:lnTo>
                  <a:lnTo>
                    <a:pt x="2749220" y="3082869"/>
                  </a:lnTo>
                  <a:lnTo>
                    <a:pt x="2748162" y="3082869"/>
                  </a:lnTo>
                  <a:lnTo>
                    <a:pt x="2747104" y="3082869"/>
                  </a:lnTo>
                  <a:lnTo>
                    <a:pt x="2746046" y="3082869"/>
                  </a:lnTo>
                  <a:lnTo>
                    <a:pt x="2744988" y="3082869"/>
                  </a:lnTo>
                  <a:lnTo>
                    <a:pt x="2743931" y="3082869"/>
                  </a:lnTo>
                  <a:lnTo>
                    <a:pt x="2742873" y="3082869"/>
                  </a:lnTo>
                  <a:lnTo>
                    <a:pt x="2741815" y="3082869"/>
                  </a:lnTo>
                  <a:lnTo>
                    <a:pt x="2740757" y="3082869"/>
                  </a:lnTo>
                  <a:lnTo>
                    <a:pt x="2739699" y="3082869"/>
                  </a:lnTo>
                  <a:lnTo>
                    <a:pt x="2738641" y="3082869"/>
                  </a:lnTo>
                  <a:lnTo>
                    <a:pt x="2737584" y="3082869"/>
                  </a:lnTo>
                  <a:lnTo>
                    <a:pt x="2736526" y="3082869"/>
                  </a:lnTo>
                  <a:lnTo>
                    <a:pt x="2735468" y="3082869"/>
                  </a:lnTo>
                  <a:lnTo>
                    <a:pt x="2734410" y="3082869"/>
                  </a:lnTo>
                  <a:lnTo>
                    <a:pt x="2733352" y="3082869"/>
                  </a:lnTo>
                  <a:lnTo>
                    <a:pt x="2732294" y="3082869"/>
                  </a:lnTo>
                  <a:lnTo>
                    <a:pt x="2731237" y="3082869"/>
                  </a:lnTo>
                  <a:lnTo>
                    <a:pt x="2730179" y="3082869"/>
                  </a:lnTo>
                  <a:lnTo>
                    <a:pt x="2729121" y="3082869"/>
                  </a:lnTo>
                  <a:lnTo>
                    <a:pt x="2728063" y="3082869"/>
                  </a:lnTo>
                  <a:lnTo>
                    <a:pt x="2727005" y="3082869"/>
                  </a:lnTo>
                  <a:lnTo>
                    <a:pt x="2725947" y="3082869"/>
                  </a:lnTo>
                  <a:lnTo>
                    <a:pt x="2724889" y="3082869"/>
                  </a:lnTo>
                  <a:lnTo>
                    <a:pt x="2723832" y="3082869"/>
                  </a:lnTo>
                  <a:lnTo>
                    <a:pt x="2722774" y="3082869"/>
                  </a:lnTo>
                  <a:lnTo>
                    <a:pt x="2721716" y="3082869"/>
                  </a:lnTo>
                  <a:lnTo>
                    <a:pt x="2720658" y="3082869"/>
                  </a:lnTo>
                  <a:lnTo>
                    <a:pt x="2719600" y="3082869"/>
                  </a:lnTo>
                  <a:lnTo>
                    <a:pt x="2718542" y="3082869"/>
                  </a:lnTo>
                  <a:lnTo>
                    <a:pt x="2717485" y="3082869"/>
                  </a:lnTo>
                  <a:lnTo>
                    <a:pt x="2716427" y="3082869"/>
                  </a:lnTo>
                  <a:lnTo>
                    <a:pt x="2715369" y="3082869"/>
                  </a:lnTo>
                  <a:lnTo>
                    <a:pt x="2714311" y="3082869"/>
                  </a:lnTo>
                  <a:lnTo>
                    <a:pt x="2713253" y="3082869"/>
                  </a:lnTo>
                  <a:lnTo>
                    <a:pt x="2712195" y="3082869"/>
                  </a:lnTo>
                  <a:lnTo>
                    <a:pt x="2711138" y="3082869"/>
                  </a:lnTo>
                  <a:lnTo>
                    <a:pt x="2710080" y="3082869"/>
                  </a:lnTo>
                  <a:lnTo>
                    <a:pt x="2709022" y="3082869"/>
                  </a:lnTo>
                  <a:lnTo>
                    <a:pt x="2707964" y="3082869"/>
                  </a:lnTo>
                  <a:lnTo>
                    <a:pt x="2706906" y="3082869"/>
                  </a:lnTo>
                  <a:lnTo>
                    <a:pt x="2705848" y="3082869"/>
                  </a:lnTo>
                  <a:lnTo>
                    <a:pt x="2704791" y="3082869"/>
                  </a:lnTo>
                  <a:lnTo>
                    <a:pt x="2703733" y="3082869"/>
                  </a:lnTo>
                  <a:lnTo>
                    <a:pt x="2702675" y="3082869"/>
                  </a:lnTo>
                  <a:lnTo>
                    <a:pt x="2701617" y="3082869"/>
                  </a:lnTo>
                  <a:lnTo>
                    <a:pt x="2700559" y="3082869"/>
                  </a:lnTo>
                  <a:lnTo>
                    <a:pt x="2699501" y="3082869"/>
                  </a:lnTo>
                  <a:lnTo>
                    <a:pt x="2698443" y="3082869"/>
                  </a:lnTo>
                  <a:lnTo>
                    <a:pt x="2697386" y="3082869"/>
                  </a:lnTo>
                  <a:lnTo>
                    <a:pt x="2696328" y="3082869"/>
                  </a:lnTo>
                  <a:lnTo>
                    <a:pt x="2695270" y="3082869"/>
                  </a:lnTo>
                  <a:lnTo>
                    <a:pt x="2694212" y="3082869"/>
                  </a:lnTo>
                  <a:lnTo>
                    <a:pt x="2693154" y="3082869"/>
                  </a:lnTo>
                  <a:lnTo>
                    <a:pt x="2692096" y="3082869"/>
                  </a:lnTo>
                  <a:lnTo>
                    <a:pt x="2691039" y="3082869"/>
                  </a:lnTo>
                  <a:lnTo>
                    <a:pt x="2689981" y="3082869"/>
                  </a:lnTo>
                  <a:lnTo>
                    <a:pt x="2688923" y="3082869"/>
                  </a:lnTo>
                  <a:lnTo>
                    <a:pt x="2687865" y="3082869"/>
                  </a:lnTo>
                  <a:lnTo>
                    <a:pt x="2686807" y="3082869"/>
                  </a:lnTo>
                  <a:lnTo>
                    <a:pt x="2685749" y="3082869"/>
                  </a:lnTo>
                  <a:lnTo>
                    <a:pt x="2684692" y="3082869"/>
                  </a:lnTo>
                  <a:lnTo>
                    <a:pt x="2683634" y="3082869"/>
                  </a:lnTo>
                  <a:lnTo>
                    <a:pt x="2682576" y="3082869"/>
                  </a:lnTo>
                  <a:lnTo>
                    <a:pt x="2681518" y="3082869"/>
                  </a:lnTo>
                  <a:lnTo>
                    <a:pt x="2680460" y="3082869"/>
                  </a:lnTo>
                  <a:lnTo>
                    <a:pt x="2679402" y="3082869"/>
                  </a:lnTo>
                  <a:lnTo>
                    <a:pt x="2678345" y="3082869"/>
                  </a:lnTo>
                  <a:lnTo>
                    <a:pt x="2677287" y="3082869"/>
                  </a:lnTo>
                  <a:lnTo>
                    <a:pt x="2676229" y="3082869"/>
                  </a:lnTo>
                  <a:lnTo>
                    <a:pt x="2675171" y="3082869"/>
                  </a:lnTo>
                  <a:lnTo>
                    <a:pt x="2674113" y="3082869"/>
                  </a:lnTo>
                  <a:lnTo>
                    <a:pt x="2673055" y="3082869"/>
                  </a:lnTo>
                  <a:lnTo>
                    <a:pt x="2671997" y="3082869"/>
                  </a:lnTo>
                  <a:lnTo>
                    <a:pt x="2670940" y="3082869"/>
                  </a:lnTo>
                  <a:lnTo>
                    <a:pt x="2669882" y="3082869"/>
                  </a:lnTo>
                  <a:lnTo>
                    <a:pt x="2668824" y="3082869"/>
                  </a:lnTo>
                  <a:lnTo>
                    <a:pt x="2667766" y="3082869"/>
                  </a:lnTo>
                  <a:lnTo>
                    <a:pt x="2666708" y="3082869"/>
                  </a:lnTo>
                  <a:lnTo>
                    <a:pt x="2665650" y="3082869"/>
                  </a:lnTo>
                  <a:lnTo>
                    <a:pt x="2664593" y="3082869"/>
                  </a:lnTo>
                  <a:lnTo>
                    <a:pt x="2663535" y="3082869"/>
                  </a:lnTo>
                  <a:lnTo>
                    <a:pt x="2662477" y="3082869"/>
                  </a:lnTo>
                  <a:lnTo>
                    <a:pt x="2661419" y="3082869"/>
                  </a:lnTo>
                  <a:lnTo>
                    <a:pt x="2660361" y="3082869"/>
                  </a:lnTo>
                  <a:lnTo>
                    <a:pt x="2659303" y="3082869"/>
                  </a:lnTo>
                  <a:lnTo>
                    <a:pt x="2658246" y="3082869"/>
                  </a:lnTo>
                  <a:lnTo>
                    <a:pt x="2657188" y="3082869"/>
                  </a:lnTo>
                  <a:lnTo>
                    <a:pt x="2656130" y="3082869"/>
                  </a:lnTo>
                  <a:lnTo>
                    <a:pt x="2655072" y="3082869"/>
                  </a:lnTo>
                  <a:lnTo>
                    <a:pt x="2654014" y="3082869"/>
                  </a:lnTo>
                  <a:lnTo>
                    <a:pt x="2652956" y="3082869"/>
                  </a:lnTo>
                  <a:lnTo>
                    <a:pt x="2651899" y="3082869"/>
                  </a:lnTo>
                  <a:lnTo>
                    <a:pt x="2650841" y="3082869"/>
                  </a:lnTo>
                  <a:lnTo>
                    <a:pt x="2649783" y="3082869"/>
                  </a:lnTo>
                  <a:lnTo>
                    <a:pt x="2648725" y="3082869"/>
                  </a:lnTo>
                  <a:lnTo>
                    <a:pt x="2647667" y="3082869"/>
                  </a:lnTo>
                  <a:lnTo>
                    <a:pt x="2646609" y="3082869"/>
                  </a:lnTo>
                  <a:lnTo>
                    <a:pt x="2645551" y="3082869"/>
                  </a:lnTo>
                  <a:lnTo>
                    <a:pt x="2644494" y="3082869"/>
                  </a:lnTo>
                  <a:lnTo>
                    <a:pt x="2643436" y="3082869"/>
                  </a:lnTo>
                  <a:lnTo>
                    <a:pt x="2642378" y="3082869"/>
                  </a:lnTo>
                  <a:lnTo>
                    <a:pt x="2641320" y="3082869"/>
                  </a:lnTo>
                  <a:lnTo>
                    <a:pt x="2640262" y="3082869"/>
                  </a:lnTo>
                  <a:lnTo>
                    <a:pt x="2639204" y="3082869"/>
                  </a:lnTo>
                  <a:lnTo>
                    <a:pt x="2638147" y="3082869"/>
                  </a:lnTo>
                  <a:lnTo>
                    <a:pt x="2637089" y="3082869"/>
                  </a:lnTo>
                  <a:lnTo>
                    <a:pt x="2636031" y="3082869"/>
                  </a:lnTo>
                  <a:lnTo>
                    <a:pt x="2634973" y="3082869"/>
                  </a:lnTo>
                  <a:lnTo>
                    <a:pt x="2633915" y="3082869"/>
                  </a:lnTo>
                  <a:lnTo>
                    <a:pt x="2632857" y="3082869"/>
                  </a:lnTo>
                  <a:lnTo>
                    <a:pt x="2631800" y="3082869"/>
                  </a:lnTo>
                  <a:lnTo>
                    <a:pt x="2630742" y="3082869"/>
                  </a:lnTo>
                  <a:lnTo>
                    <a:pt x="2629684" y="3082869"/>
                  </a:lnTo>
                  <a:lnTo>
                    <a:pt x="2628626" y="3082869"/>
                  </a:lnTo>
                  <a:lnTo>
                    <a:pt x="2627568" y="3082869"/>
                  </a:lnTo>
                  <a:lnTo>
                    <a:pt x="2626510" y="3082869"/>
                  </a:lnTo>
                  <a:lnTo>
                    <a:pt x="2625453" y="3082869"/>
                  </a:lnTo>
                  <a:lnTo>
                    <a:pt x="2624395" y="3082869"/>
                  </a:lnTo>
                  <a:lnTo>
                    <a:pt x="2623337" y="3082869"/>
                  </a:lnTo>
                  <a:lnTo>
                    <a:pt x="2622279" y="3082869"/>
                  </a:lnTo>
                  <a:lnTo>
                    <a:pt x="2621221" y="3082869"/>
                  </a:lnTo>
                  <a:lnTo>
                    <a:pt x="2620163" y="3082869"/>
                  </a:lnTo>
                  <a:lnTo>
                    <a:pt x="2619105" y="3082869"/>
                  </a:lnTo>
                  <a:lnTo>
                    <a:pt x="2618048" y="3082869"/>
                  </a:lnTo>
                  <a:lnTo>
                    <a:pt x="2616990" y="3082869"/>
                  </a:lnTo>
                  <a:lnTo>
                    <a:pt x="2615932" y="3082869"/>
                  </a:lnTo>
                  <a:lnTo>
                    <a:pt x="2614874" y="3082869"/>
                  </a:lnTo>
                  <a:lnTo>
                    <a:pt x="2613816" y="3082869"/>
                  </a:lnTo>
                  <a:lnTo>
                    <a:pt x="2612758" y="3082869"/>
                  </a:lnTo>
                  <a:lnTo>
                    <a:pt x="2611701" y="3082869"/>
                  </a:lnTo>
                  <a:lnTo>
                    <a:pt x="2610643" y="3082869"/>
                  </a:lnTo>
                  <a:lnTo>
                    <a:pt x="2609585" y="3082869"/>
                  </a:lnTo>
                  <a:lnTo>
                    <a:pt x="2608527" y="3082869"/>
                  </a:lnTo>
                  <a:lnTo>
                    <a:pt x="2607469" y="3082869"/>
                  </a:lnTo>
                  <a:lnTo>
                    <a:pt x="2606411" y="3082869"/>
                  </a:lnTo>
                  <a:lnTo>
                    <a:pt x="2605354" y="3082869"/>
                  </a:lnTo>
                  <a:lnTo>
                    <a:pt x="2604296" y="3082869"/>
                  </a:lnTo>
                  <a:lnTo>
                    <a:pt x="2603238" y="3082869"/>
                  </a:lnTo>
                  <a:lnTo>
                    <a:pt x="2602180" y="3082869"/>
                  </a:lnTo>
                  <a:lnTo>
                    <a:pt x="2601122" y="3082869"/>
                  </a:lnTo>
                  <a:lnTo>
                    <a:pt x="2600064" y="3082869"/>
                  </a:lnTo>
                  <a:lnTo>
                    <a:pt x="2599007" y="3082869"/>
                  </a:lnTo>
                  <a:lnTo>
                    <a:pt x="2597949" y="3082869"/>
                  </a:lnTo>
                  <a:lnTo>
                    <a:pt x="2596891" y="3082869"/>
                  </a:lnTo>
                  <a:lnTo>
                    <a:pt x="2595833" y="3082869"/>
                  </a:lnTo>
                  <a:lnTo>
                    <a:pt x="2594775" y="3082869"/>
                  </a:lnTo>
                  <a:lnTo>
                    <a:pt x="2593717" y="3082869"/>
                  </a:lnTo>
                  <a:lnTo>
                    <a:pt x="2592659" y="3082869"/>
                  </a:lnTo>
                  <a:lnTo>
                    <a:pt x="2591602" y="3082869"/>
                  </a:lnTo>
                  <a:lnTo>
                    <a:pt x="2590544" y="3082869"/>
                  </a:lnTo>
                  <a:lnTo>
                    <a:pt x="2589486" y="3082869"/>
                  </a:lnTo>
                  <a:lnTo>
                    <a:pt x="2588428" y="3082869"/>
                  </a:lnTo>
                  <a:lnTo>
                    <a:pt x="2587370" y="3082869"/>
                  </a:lnTo>
                  <a:lnTo>
                    <a:pt x="2586312" y="3082869"/>
                  </a:lnTo>
                  <a:lnTo>
                    <a:pt x="2585255" y="3082869"/>
                  </a:lnTo>
                  <a:lnTo>
                    <a:pt x="2584197" y="3082869"/>
                  </a:lnTo>
                  <a:lnTo>
                    <a:pt x="2583139" y="3082869"/>
                  </a:lnTo>
                  <a:lnTo>
                    <a:pt x="2582081" y="3082869"/>
                  </a:lnTo>
                  <a:lnTo>
                    <a:pt x="2581023" y="3082869"/>
                  </a:lnTo>
                  <a:lnTo>
                    <a:pt x="2579965" y="3082869"/>
                  </a:lnTo>
                  <a:lnTo>
                    <a:pt x="2578908" y="3082869"/>
                  </a:lnTo>
                  <a:lnTo>
                    <a:pt x="2577850" y="3082869"/>
                  </a:lnTo>
                  <a:lnTo>
                    <a:pt x="2576792" y="3082869"/>
                  </a:lnTo>
                  <a:lnTo>
                    <a:pt x="2575734" y="3082869"/>
                  </a:lnTo>
                  <a:lnTo>
                    <a:pt x="2574676" y="3082869"/>
                  </a:lnTo>
                  <a:lnTo>
                    <a:pt x="2573618" y="3082869"/>
                  </a:lnTo>
                  <a:lnTo>
                    <a:pt x="2572561" y="3082869"/>
                  </a:lnTo>
                  <a:lnTo>
                    <a:pt x="2571503" y="3082869"/>
                  </a:lnTo>
                  <a:lnTo>
                    <a:pt x="2570445" y="3082869"/>
                  </a:lnTo>
                  <a:lnTo>
                    <a:pt x="2569387" y="3082869"/>
                  </a:lnTo>
                  <a:lnTo>
                    <a:pt x="2568329" y="3082869"/>
                  </a:lnTo>
                  <a:lnTo>
                    <a:pt x="2567271" y="3082869"/>
                  </a:lnTo>
                  <a:lnTo>
                    <a:pt x="2566213" y="3082869"/>
                  </a:lnTo>
                  <a:lnTo>
                    <a:pt x="2565156" y="3082869"/>
                  </a:lnTo>
                  <a:lnTo>
                    <a:pt x="2564098" y="3082869"/>
                  </a:lnTo>
                  <a:lnTo>
                    <a:pt x="2563040" y="3082869"/>
                  </a:lnTo>
                  <a:lnTo>
                    <a:pt x="2561982" y="3082869"/>
                  </a:lnTo>
                  <a:lnTo>
                    <a:pt x="2560924" y="3082869"/>
                  </a:lnTo>
                  <a:lnTo>
                    <a:pt x="2559866" y="3082869"/>
                  </a:lnTo>
                  <a:lnTo>
                    <a:pt x="2558809" y="3082869"/>
                  </a:lnTo>
                  <a:lnTo>
                    <a:pt x="2557751" y="3082869"/>
                  </a:lnTo>
                  <a:lnTo>
                    <a:pt x="2556693" y="3082869"/>
                  </a:lnTo>
                  <a:lnTo>
                    <a:pt x="2555635" y="3082869"/>
                  </a:lnTo>
                  <a:lnTo>
                    <a:pt x="2554577" y="3082869"/>
                  </a:lnTo>
                  <a:lnTo>
                    <a:pt x="2553519" y="3082869"/>
                  </a:lnTo>
                  <a:lnTo>
                    <a:pt x="2552462" y="3082869"/>
                  </a:lnTo>
                  <a:lnTo>
                    <a:pt x="2551404" y="3082869"/>
                  </a:lnTo>
                  <a:lnTo>
                    <a:pt x="2550346" y="3082869"/>
                  </a:lnTo>
                  <a:lnTo>
                    <a:pt x="2549288" y="3082869"/>
                  </a:lnTo>
                  <a:lnTo>
                    <a:pt x="2548230" y="3082869"/>
                  </a:lnTo>
                  <a:lnTo>
                    <a:pt x="2547172" y="3082869"/>
                  </a:lnTo>
                  <a:lnTo>
                    <a:pt x="2546115" y="3082869"/>
                  </a:lnTo>
                  <a:lnTo>
                    <a:pt x="2545057" y="3082869"/>
                  </a:lnTo>
                  <a:lnTo>
                    <a:pt x="2543999" y="3082869"/>
                  </a:lnTo>
                  <a:lnTo>
                    <a:pt x="2542941" y="3082869"/>
                  </a:lnTo>
                  <a:lnTo>
                    <a:pt x="2541883" y="3082869"/>
                  </a:lnTo>
                  <a:lnTo>
                    <a:pt x="2540825" y="3082869"/>
                  </a:lnTo>
                  <a:lnTo>
                    <a:pt x="2539767" y="3082869"/>
                  </a:lnTo>
                  <a:lnTo>
                    <a:pt x="2538710" y="3082869"/>
                  </a:lnTo>
                  <a:lnTo>
                    <a:pt x="2537652" y="3082869"/>
                  </a:lnTo>
                  <a:lnTo>
                    <a:pt x="2536594" y="3082869"/>
                  </a:lnTo>
                  <a:lnTo>
                    <a:pt x="2535536" y="3082869"/>
                  </a:lnTo>
                  <a:lnTo>
                    <a:pt x="2534478" y="3082869"/>
                  </a:lnTo>
                  <a:lnTo>
                    <a:pt x="2533420" y="3082869"/>
                  </a:lnTo>
                  <a:lnTo>
                    <a:pt x="2532363" y="3082869"/>
                  </a:lnTo>
                  <a:lnTo>
                    <a:pt x="2531305" y="3082869"/>
                  </a:lnTo>
                  <a:lnTo>
                    <a:pt x="2530247" y="3082869"/>
                  </a:lnTo>
                  <a:lnTo>
                    <a:pt x="2529189" y="3082869"/>
                  </a:lnTo>
                  <a:lnTo>
                    <a:pt x="2528131" y="3082869"/>
                  </a:lnTo>
                  <a:lnTo>
                    <a:pt x="2527073" y="3082869"/>
                  </a:lnTo>
                  <a:lnTo>
                    <a:pt x="2526016" y="3082869"/>
                  </a:lnTo>
                  <a:lnTo>
                    <a:pt x="2524958" y="3082869"/>
                  </a:lnTo>
                  <a:lnTo>
                    <a:pt x="2523900" y="3082869"/>
                  </a:lnTo>
                  <a:lnTo>
                    <a:pt x="2522842" y="3082869"/>
                  </a:lnTo>
                  <a:lnTo>
                    <a:pt x="2521784" y="3082869"/>
                  </a:lnTo>
                  <a:lnTo>
                    <a:pt x="2520726" y="3082869"/>
                  </a:lnTo>
                  <a:lnTo>
                    <a:pt x="2519669" y="3082869"/>
                  </a:lnTo>
                  <a:lnTo>
                    <a:pt x="2518611" y="3082869"/>
                  </a:lnTo>
                  <a:lnTo>
                    <a:pt x="2517553" y="3082869"/>
                  </a:lnTo>
                  <a:lnTo>
                    <a:pt x="2516495" y="3082869"/>
                  </a:lnTo>
                  <a:lnTo>
                    <a:pt x="2515437" y="3082869"/>
                  </a:lnTo>
                  <a:lnTo>
                    <a:pt x="2514379" y="3082869"/>
                  </a:lnTo>
                  <a:lnTo>
                    <a:pt x="2513321" y="3082869"/>
                  </a:lnTo>
                  <a:lnTo>
                    <a:pt x="2512264" y="3082869"/>
                  </a:lnTo>
                  <a:lnTo>
                    <a:pt x="2511206" y="3082869"/>
                  </a:lnTo>
                  <a:lnTo>
                    <a:pt x="2510148" y="3082869"/>
                  </a:lnTo>
                  <a:lnTo>
                    <a:pt x="2509090" y="3082869"/>
                  </a:lnTo>
                  <a:lnTo>
                    <a:pt x="2508032" y="3082869"/>
                  </a:lnTo>
                  <a:lnTo>
                    <a:pt x="2506974" y="3082869"/>
                  </a:lnTo>
                  <a:lnTo>
                    <a:pt x="2505917" y="3082869"/>
                  </a:lnTo>
                  <a:lnTo>
                    <a:pt x="2504859" y="3082869"/>
                  </a:lnTo>
                  <a:lnTo>
                    <a:pt x="2503801" y="3082869"/>
                  </a:lnTo>
                  <a:lnTo>
                    <a:pt x="2502743" y="3082869"/>
                  </a:lnTo>
                  <a:lnTo>
                    <a:pt x="2501685" y="3082869"/>
                  </a:lnTo>
                  <a:lnTo>
                    <a:pt x="2500627" y="3082869"/>
                  </a:lnTo>
                  <a:lnTo>
                    <a:pt x="2499570" y="3082869"/>
                  </a:lnTo>
                  <a:lnTo>
                    <a:pt x="2498512" y="3082869"/>
                  </a:lnTo>
                  <a:lnTo>
                    <a:pt x="2497454" y="3082869"/>
                  </a:lnTo>
                  <a:lnTo>
                    <a:pt x="2496396" y="3082869"/>
                  </a:lnTo>
                  <a:lnTo>
                    <a:pt x="2495338" y="3082869"/>
                  </a:lnTo>
                  <a:lnTo>
                    <a:pt x="2494280" y="3082869"/>
                  </a:lnTo>
                  <a:lnTo>
                    <a:pt x="2493223" y="3082869"/>
                  </a:lnTo>
                  <a:lnTo>
                    <a:pt x="2492165" y="3082869"/>
                  </a:lnTo>
                  <a:lnTo>
                    <a:pt x="2491107" y="3082869"/>
                  </a:lnTo>
                  <a:lnTo>
                    <a:pt x="2490049" y="3082869"/>
                  </a:lnTo>
                  <a:lnTo>
                    <a:pt x="2488991" y="3082869"/>
                  </a:lnTo>
                  <a:lnTo>
                    <a:pt x="2487933" y="3082869"/>
                  </a:lnTo>
                  <a:lnTo>
                    <a:pt x="2486875" y="3082869"/>
                  </a:lnTo>
                  <a:lnTo>
                    <a:pt x="2485818" y="3082869"/>
                  </a:lnTo>
                  <a:lnTo>
                    <a:pt x="2484760" y="3082869"/>
                  </a:lnTo>
                  <a:lnTo>
                    <a:pt x="2483702" y="3082869"/>
                  </a:lnTo>
                  <a:lnTo>
                    <a:pt x="2482644" y="3082869"/>
                  </a:lnTo>
                  <a:lnTo>
                    <a:pt x="2481586" y="3082869"/>
                  </a:lnTo>
                  <a:lnTo>
                    <a:pt x="2480528" y="3082869"/>
                  </a:lnTo>
                  <a:lnTo>
                    <a:pt x="2479471" y="3082869"/>
                  </a:lnTo>
                  <a:lnTo>
                    <a:pt x="2478413" y="3082869"/>
                  </a:lnTo>
                  <a:lnTo>
                    <a:pt x="2477355" y="3082869"/>
                  </a:lnTo>
                  <a:lnTo>
                    <a:pt x="2476297" y="3082869"/>
                  </a:lnTo>
                  <a:lnTo>
                    <a:pt x="2475239" y="3082869"/>
                  </a:lnTo>
                  <a:lnTo>
                    <a:pt x="2474181" y="3082869"/>
                  </a:lnTo>
                  <a:lnTo>
                    <a:pt x="2473124" y="3082869"/>
                  </a:lnTo>
                  <a:lnTo>
                    <a:pt x="2472066" y="3082869"/>
                  </a:lnTo>
                  <a:lnTo>
                    <a:pt x="2471008" y="3082869"/>
                  </a:lnTo>
                  <a:lnTo>
                    <a:pt x="2469950" y="3082869"/>
                  </a:lnTo>
                  <a:lnTo>
                    <a:pt x="2468892" y="3082869"/>
                  </a:lnTo>
                  <a:lnTo>
                    <a:pt x="2467834" y="3082869"/>
                  </a:lnTo>
                  <a:lnTo>
                    <a:pt x="2466777" y="3082869"/>
                  </a:lnTo>
                  <a:lnTo>
                    <a:pt x="2465719" y="3082869"/>
                  </a:lnTo>
                  <a:lnTo>
                    <a:pt x="2464661" y="3082869"/>
                  </a:lnTo>
                  <a:lnTo>
                    <a:pt x="2463603" y="3082869"/>
                  </a:lnTo>
                  <a:lnTo>
                    <a:pt x="2462545" y="3082869"/>
                  </a:lnTo>
                  <a:lnTo>
                    <a:pt x="2461487" y="3082869"/>
                  </a:lnTo>
                  <a:lnTo>
                    <a:pt x="2460429" y="3082869"/>
                  </a:lnTo>
                  <a:lnTo>
                    <a:pt x="2459372" y="3082869"/>
                  </a:lnTo>
                  <a:lnTo>
                    <a:pt x="2458314" y="3082869"/>
                  </a:lnTo>
                  <a:lnTo>
                    <a:pt x="2457256" y="3082869"/>
                  </a:lnTo>
                  <a:lnTo>
                    <a:pt x="2456198" y="3082869"/>
                  </a:lnTo>
                  <a:lnTo>
                    <a:pt x="2455140" y="3082869"/>
                  </a:lnTo>
                  <a:lnTo>
                    <a:pt x="2454082" y="3082869"/>
                  </a:lnTo>
                  <a:lnTo>
                    <a:pt x="2453025" y="3082869"/>
                  </a:lnTo>
                  <a:lnTo>
                    <a:pt x="2451967" y="3082869"/>
                  </a:lnTo>
                  <a:lnTo>
                    <a:pt x="2450909" y="3082869"/>
                  </a:lnTo>
                  <a:lnTo>
                    <a:pt x="2449851" y="3082869"/>
                  </a:lnTo>
                  <a:lnTo>
                    <a:pt x="2448793" y="3082869"/>
                  </a:lnTo>
                  <a:lnTo>
                    <a:pt x="2447735" y="3082869"/>
                  </a:lnTo>
                  <a:lnTo>
                    <a:pt x="2446678" y="3082869"/>
                  </a:lnTo>
                  <a:lnTo>
                    <a:pt x="2445620" y="3082869"/>
                  </a:lnTo>
                  <a:lnTo>
                    <a:pt x="2444562" y="3082869"/>
                  </a:lnTo>
                  <a:lnTo>
                    <a:pt x="2443504" y="3082869"/>
                  </a:lnTo>
                  <a:lnTo>
                    <a:pt x="2442446" y="3082869"/>
                  </a:lnTo>
                  <a:lnTo>
                    <a:pt x="2441388" y="3082869"/>
                  </a:lnTo>
                  <a:lnTo>
                    <a:pt x="2440331" y="3082869"/>
                  </a:lnTo>
                  <a:lnTo>
                    <a:pt x="2439273" y="3082869"/>
                  </a:lnTo>
                  <a:lnTo>
                    <a:pt x="2438215" y="3082869"/>
                  </a:lnTo>
                  <a:lnTo>
                    <a:pt x="2437157" y="3082869"/>
                  </a:lnTo>
                  <a:lnTo>
                    <a:pt x="2436099" y="3082869"/>
                  </a:lnTo>
                  <a:lnTo>
                    <a:pt x="2435041" y="3082869"/>
                  </a:lnTo>
                  <a:lnTo>
                    <a:pt x="2433983" y="3082869"/>
                  </a:lnTo>
                  <a:lnTo>
                    <a:pt x="2432926" y="3082869"/>
                  </a:lnTo>
                  <a:lnTo>
                    <a:pt x="2431868" y="3082869"/>
                  </a:lnTo>
                  <a:lnTo>
                    <a:pt x="2430810" y="3082869"/>
                  </a:lnTo>
                  <a:lnTo>
                    <a:pt x="2429752" y="3082869"/>
                  </a:lnTo>
                  <a:lnTo>
                    <a:pt x="2428694" y="3082869"/>
                  </a:lnTo>
                  <a:lnTo>
                    <a:pt x="2427636" y="3082869"/>
                  </a:lnTo>
                  <a:lnTo>
                    <a:pt x="2426579" y="3082869"/>
                  </a:lnTo>
                  <a:lnTo>
                    <a:pt x="2425521" y="3082869"/>
                  </a:lnTo>
                  <a:lnTo>
                    <a:pt x="2424463" y="3082869"/>
                  </a:lnTo>
                  <a:lnTo>
                    <a:pt x="2423405" y="3082869"/>
                  </a:lnTo>
                  <a:lnTo>
                    <a:pt x="2422347" y="3082869"/>
                  </a:lnTo>
                  <a:lnTo>
                    <a:pt x="2421289" y="3082869"/>
                  </a:lnTo>
                  <a:lnTo>
                    <a:pt x="2420232" y="3082869"/>
                  </a:lnTo>
                  <a:lnTo>
                    <a:pt x="2419174" y="3082869"/>
                  </a:lnTo>
                  <a:lnTo>
                    <a:pt x="2418116" y="3082869"/>
                  </a:lnTo>
                  <a:lnTo>
                    <a:pt x="2417058" y="3082869"/>
                  </a:lnTo>
                  <a:lnTo>
                    <a:pt x="2416000" y="3082869"/>
                  </a:lnTo>
                  <a:lnTo>
                    <a:pt x="2414942" y="3082869"/>
                  </a:lnTo>
                  <a:lnTo>
                    <a:pt x="2413885" y="3082869"/>
                  </a:lnTo>
                  <a:lnTo>
                    <a:pt x="2412827" y="3082869"/>
                  </a:lnTo>
                  <a:lnTo>
                    <a:pt x="2411769" y="3082869"/>
                  </a:lnTo>
                  <a:lnTo>
                    <a:pt x="2410711" y="3082869"/>
                  </a:lnTo>
                  <a:lnTo>
                    <a:pt x="2409653" y="3082869"/>
                  </a:lnTo>
                  <a:lnTo>
                    <a:pt x="2408595" y="3082869"/>
                  </a:lnTo>
                  <a:lnTo>
                    <a:pt x="2407537" y="3082869"/>
                  </a:lnTo>
                  <a:lnTo>
                    <a:pt x="2406480" y="3082869"/>
                  </a:lnTo>
                  <a:lnTo>
                    <a:pt x="2405422" y="3082869"/>
                  </a:lnTo>
                  <a:lnTo>
                    <a:pt x="2404364" y="3082869"/>
                  </a:lnTo>
                  <a:lnTo>
                    <a:pt x="2403306" y="3082869"/>
                  </a:lnTo>
                  <a:lnTo>
                    <a:pt x="2402248" y="3082869"/>
                  </a:lnTo>
                  <a:lnTo>
                    <a:pt x="2401190" y="3082869"/>
                  </a:lnTo>
                  <a:lnTo>
                    <a:pt x="2400133" y="3082869"/>
                  </a:lnTo>
                  <a:lnTo>
                    <a:pt x="2399075" y="3082869"/>
                  </a:lnTo>
                  <a:lnTo>
                    <a:pt x="2398017" y="3082869"/>
                  </a:lnTo>
                  <a:lnTo>
                    <a:pt x="2396959" y="3082869"/>
                  </a:lnTo>
                  <a:lnTo>
                    <a:pt x="2395901" y="3082869"/>
                  </a:lnTo>
                  <a:lnTo>
                    <a:pt x="2394843" y="3082869"/>
                  </a:lnTo>
                  <a:lnTo>
                    <a:pt x="2393786" y="3082869"/>
                  </a:lnTo>
                  <a:lnTo>
                    <a:pt x="2392728" y="3082869"/>
                  </a:lnTo>
                  <a:lnTo>
                    <a:pt x="2391670" y="3082869"/>
                  </a:lnTo>
                  <a:lnTo>
                    <a:pt x="2390612" y="3082869"/>
                  </a:lnTo>
                  <a:lnTo>
                    <a:pt x="2389554" y="3082869"/>
                  </a:lnTo>
                  <a:lnTo>
                    <a:pt x="2388496" y="3082869"/>
                  </a:lnTo>
                  <a:lnTo>
                    <a:pt x="2387439" y="3082869"/>
                  </a:lnTo>
                  <a:lnTo>
                    <a:pt x="2386381" y="3082869"/>
                  </a:lnTo>
                  <a:lnTo>
                    <a:pt x="2385323" y="3082869"/>
                  </a:lnTo>
                  <a:lnTo>
                    <a:pt x="2384265" y="3082869"/>
                  </a:lnTo>
                  <a:lnTo>
                    <a:pt x="2383207" y="3082869"/>
                  </a:lnTo>
                  <a:lnTo>
                    <a:pt x="2382149" y="3082869"/>
                  </a:lnTo>
                  <a:lnTo>
                    <a:pt x="2381091" y="3082869"/>
                  </a:lnTo>
                  <a:lnTo>
                    <a:pt x="2380034" y="3082869"/>
                  </a:lnTo>
                  <a:lnTo>
                    <a:pt x="2378976" y="3082869"/>
                  </a:lnTo>
                  <a:lnTo>
                    <a:pt x="2377918" y="3082869"/>
                  </a:lnTo>
                  <a:lnTo>
                    <a:pt x="2376860" y="3082869"/>
                  </a:lnTo>
                  <a:lnTo>
                    <a:pt x="2375802" y="3082869"/>
                  </a:lnTo>
                  <a:lnTo>
                    <a:pt x="2374744" y="3082869"/>
                  </a:lnTo>
                  <a:lnTo>
                    <a:pt x="2373687" y="3082869"/>
                  </a:lnTo>
                  <a:lnTo>
                    <a:pt x="2372629" y="3082869"/>
                  </a:lnTo>
                  <a:lnTo>
                    <a:pt x="2371571" y="3082869"/>
                  </a:lnTo>
                  <a:lnTo>
                    <a:pt x="2370513" y="3082869"/>
                  </a:lnTo>
                  <a:lnTo>
                    <a:pt x="2369455" y="3082869"/>
                  </a:lnTo>
                  <a:lnTo>
                    <a:pt x="2368397" y="3082869"/>
                  </a:lnTo>
                  <a:lnTo>
                    <a:pt x="2367340" y="3082869"/>
                  </a:lnTo>
                  <a:lnTo>
                    <a:pt x="2366282" y="3082869"/>
                  </a:lnTo>
                  <a:lnTo>
                    <a:pt x="2365224" y="3082869"/>
                  </a:lnTo>
                  <a:lnTo>
                    <a:pt x="2364166" y="3082869"/>
                  </a:lnTo>
                  <a:lnTo>
                    <a:pt x="2363108" y="3082869"/>
                  </a:lnTo>
                  <a:lnTo>
                    <a:pt x="2362050" y="3082869"/>
                  </a:lnTo>
                  <a:lnTo>
                    <a:pt x="2360993" y="3082869"/>
                  </a:lnTo>
                  <a:lnTo>
                    <a:pt x="2359935" y="3082869"/>
                  </a:lnTo>
                  <a:lnTo>
                    <a:pt x="2358877" y="3082869"/>
                  </a:lnTo>
                  <a:lnTo>
                    <a:pt x="2357819" y="3082869"/>
                  </a:lnTo>
                  <a:lnTo>
                    <a:pt x="2356761" y="3082869"/>
                  </a:lnTo>
                  <a:lnTo>
                    <a:pt x="2355703" y="3082869"/>
                  </a:lnTo>
                  <a:lnTo>
                    <a:pt x="2354645" y="3082869"/>
                  </a:lnTo>
                  <a:lnTo>
                    <a:pt x="2353588" y="3082869"/>
                  </a:lnTo>
                  <a:lnTo>
                    <a:pt x="2352530" y="3082869"/>
                  </a:lnTo>
                  <a:lnTo>
                    <a:pt x="2351472" y="3082869"/>
                  </a:lnTo>
                  <a:lnTo>
                    <a:pt x="2350414" y="3082869"/>
                  </a:lnTo>
                  <a:lnTo>
                    <a:pt x="2349356" y="3082869"/>
                  </a:lnTo>
                  <a:lnTo>
                    <a:pt x="2348298" y="3082869"/>
                  </a:lnTo>
                  <a:lnTo>
                    <a:pt x="2347241" y="3082869"/>
                  </a:lnTo>
                  <a:lnTo>
                    <a:pt x="2346183" y="3082869"/>
                  </a:lnTo>
                  <a:lnTo>
                    <a:pt x="2345125" y="3082869"/>
                  </a:lnTo>
                  <a:lnTo>
                    <a:pt x="2344067" y="3082869"/>
                  </a:lnTo>
                  <a:lnTo>
                    <a:pt x="2343009" y="3082869"/>
                  </a:lnTo>
                  <a:lnTo>
                    <a:pt x="2341951" y="3082869"/>
                  </a:lnTo>
                  <a:lnTo>
                    <a:pt x="2340894" y="3082869"/>
                  </a:lnTo>
                  <a:lnTo>
                    <a:pt x="2339836" y="3082869"/>
                  </a:lnTo>
                  <a:lnTo>
                    <a:pt x="2338778" y="3082869"/>
                  </a:lnTo>
                  <a:lnTo>
                    <a:pt x="2337720" y="3082869"/>
                  </a:lnTo>
                  <a:lnTo>
                    <a:pt x="2336662" y="3082869"/>
                  </a:lnTo>
                  <a:lnTo>
                    <a:pt x="2335604" y="3082869"/>
                  </a:lnTo>
                  <a:lnTo>
                    <a:pt x="2334547" y="3082869"/>
                  </a:lnTo>
                  <a:lnTo>
                    <a:pt x="2333489" y="3082869"/>
                  </a:lnTo>
                  <a:lnTo>
                    <a:pt x="2332431" y="3082869"/>
                  </a:lnTo>
                  <a:lnTo>
                    <a:pt x="2331373" y="3082869"/>
                  </a:lnTo>
                  <a:lnTo>
                    <a:pt x="2330315" y="3082869"/>
                  </a:lnTo>
                  <a:lnTo>
                    <a:pt x="2329257" y="3082869"/>
                  </a:lnTo>
                  <a:lnTo>
                    <a:pt x="2328199" y="3082869"/>
                  </a:lnTo>
                  <a:lnTo>
                    <a:pt x="2327142" y="3082869"/>
                  </a:lnTo>
                  <a:lnTo>
                    <a:pt x="2326084" y="3082869"/>
                  </a:lnTo>
                  <a:lnTo>
                    <a:pt x="2325026" y="3082869"/>
                  </a:lnTo>
                  <a:lnTo>
                    <a:pt x="2323968" y="3082869"/>
                  </a:lnTo>
                  <a:lnTo>
                    <a:pt x="2322910" y="3082869"/>
                  </a:lnTo>
                  <a:lnTo>
                    <a:pt x="2321852" y="3082869"/>
                  </a:lnTo>
                  <a:lnTo>
                    <a:pt x="2320795" y="3082869"/>
                  </a:lnTo>
                  <a:lnTo>
                    <a:pt x="2319737" y="3082869"/>
                  </a:lnTo>
                  <a:lnTo>
                    <a:pt x="2318679" y="3082869"/>
                  </a:lnTo>
                  <a:lnTo>
                    <a:pt x="2317621" y="3082869"/>
                  </a:lnTo>
                  <a:lnTo>
                    <a:pt x="2316563" y="3082869"/>
                  </a:lnTo>
                  <a:lnTo>
                    <a:pt x="2315505" y="3082869"/>
                  </a:lnTo>
                  <a:lnTo>
                    <a:pt x="2314448" y="3082869"/>
                  </a:lnTo>
                  <a:lnTo>
                    <a:pt x="2313390" y="3082869"/>
                  </a:lnTo>
                  <a:lnTo>
                    <a:pt x="2312332" y="3082869"/>
                  </a:lnTo>
                  <a:lnTo>
                    <a:pt x="2311274" y="3082869"/>
                  </a:lnTo>
                  <a:lnTo>
                    <a:pt x="2310216" y="3082869"/>
                  </a:lnTo>
                  <a:lnTo>
                    <a:pt x="2309158" y="3082869"/>
                  </a:lnTo>
                  <a:lnTo>
                    <a:pt x="2308101" y="3082869"/>
                  </a:lnTo>
                  <a:lnTo>
                    <a:pt x="2307043" y="3082869"/>
                  </a:lnTo>
                  <a:lnTo>
                    <a:pt x="2305985" y="3082869"/>
                  </a:lnTo>
                  <a:lnTo>
                    <a:pt x="2304927" y="3082869"/>
                  </a:lnTo>
                  <a:lnTo>
                    <a:pt x="2303869" y="3082869"/>
                  </a:lnTo>
                  <a:lnTo>
                    <a:pt x="2302811" y="3082869"/>
                  </a:lnTo>
                  <a:lnTo>
                    <a:pt x="2301753" y="3082869"/>
                  </a:lnTo>
                  <a:lnTo>
                    <a:pt x="2300696" y="3082869"/>
                  </a:lnTo>
                  <a:lnTo>
                    <a:pt x="2299638" y="3082869"/>
                  </a:lnTo>
                  <a:lnTo>
                    <a:pt x="2298580" y="3082869"/>
                  </a:lnTo>
                  <a:lnTo>
                    <a:pt x="2297522" y="3082869"/>
                  </a:lnTo>
                  <a:lnTo>
                    <a:pt x="2296464" y="3082869"/>
                  </a:lnTo>
                  <a:lnTo>
                    <a:pt x="2295406" y="3082869"/>
                  </a:lnTo>
                  <a:lnTo>
                    <a:pt x="2294349" y="3082869"/>
                  </a:lnTo>
                  <a:lnTo>
                    <a:pt x="2293291" y="3082869"/>
                  </a:lnTo>
                  <a:lnTo>
                    <a:pt x="2292233" y="3082869"/>
                  </a:lnTo>
                  <a:lnTo>
                    <a:pt x="2291175" y="3082869"/>
                  </a:lnTo>
                  <a:lnTo>
                    <a:pt x="2290117" y="3082869"/>
                  </a:lnTo>
                  <a:lnTo>
                    <a:pt x="2289059" y="3082869"/>
                  </a:lnTo>
                  <a:lnTo>
                    <a:pt x="2288002" y="3082869"/>
                  </a:lnTo>
                  <a:lnTo>
                    <a:pt x="2286944" y="3082869"/>
                  </a:lnTo>
                  <a:lnTo>
                    <a:pt x="2285886" y="3082869"/>
                  </a:lnTo>
                  <a:lnTo>
                    <a:pt x="2284828" y="3082869"/>
                  </a:lnTo>
                  <a:lnTo>
                    <a:pt x="2283770" y="3082869"/>
                  </a:lnTo>
                  <a:lnTo>
                    <a:pt x="2282712" y="3082869"/>
                  </a:lnTo>
                  <a:lnTo>
                    <a:pt x="2281655" y="3082869"/>
                  </a:lnTo>
                  <a:lnTo>
                    <a:pt x="2280597" y="3082869"/>
                  </a:lnTo>
                  <a:lnTo>
                    <a:pt x="2279539" y="3082869"/>
                  </a:lnTo>
                  <a:lnTo>
                    <a:pt x="2278481" y="3082869"/>
                  </a:lnTo>
                  <a:lnTo>
                    <a:pt x="2277423" y="3082869"/>
                  </a:lnTo>
                  <a:lnTo>
                    <a:pt x="2276365" y="3082869"/>
                  </a:lnTo>
                  <a:lnTo>
                    <a:pt x="2275307" y="3082869"/>
                  </a:lnTo>
                  <a:lnTo>
                    <a:pt x="2274250" y="3082869"/>
                  </a:lnTo>
                  <a:lnTo>
                    <a:pt x="2273192" y="3082869"/>
                  </a:lnTo>
                  <a:lnTo>
                    <a:pt x="2272134" y="3082869"/>
                  </a:lnTo>
                  <a:lnTo>
                    <a:pt x="2271076" y="3082869"/>
                  </a:lnTo>
                  <a:lnTo>
                    <a:pt x="2270018" y="3082869"/>
                  </a:lnTo>
                  <a:lnTo>
                    <a:pt x="2268960" y="3082869"/>
                  </a:lnTo>
                  <a:lnTo>
                    <a:pt x="2267903" y="3082869"/>
                  </a:lnTo>
                  <a:lnTo>
                    <a:pt x="2266845" y="3082869"/>
                  </a:lnTo>
                  <a:lnTo>
                    <a:pt x="2265787" y="3082869"/>
                  </a:lnTo>
                  <a:lnTo>
                    <a:pt x="2264729" y="3082869"/>
                  </a:lnTo>
                  <a:lnTo>
                    <a:pt x="2263671" y="3082869"/>
                  </a:lnTo>
                  <a:lnTo>
                    <a:pt x="2262613" y="3082869"/>
                  </a:lnTo>
                  <a:lnTo>
                    <a:pt x="2261556" y="3082869"/>
                  </a:lnTo>
                  <a:lnTo>
                    <a:pt x="2260498" y="3082869"/>
                  </a:lnTo>
                  <a:lnTo>
                    <a:pt x="2259440" y="3082869"/>
                  </a:lnTo>
                  <a:lnTo>
                    <a:pt x="2258382" y="3082869"/>
                  </a:lnTo>
                  <a:lnTo>
                    <a:pt x="2257324" y="3082869"/>
                  </a:lnTo>
                  <a:lnTo>
                    <a:pt x="2256266" y="3082869"/>
                  </a:lnTo>
                  <a:lnTo>
                    <a:pt x="2255209" y="3082869"/>
                  </a:lnTo>
                  <a:lnTo>
                    <a:pt x="2254151" y="3082869"/>
                  </a:lnTo>
                  <a:lnTo>
                    <a:pt x="2253093" y="3082869"/>
                  </a:lnTo>
                  <a:lnTo>
                    <a:pt x="2252035" y="3082869"/>
                  </a:lnTo>
                  <a:lnTo>
                    <a:pt x="2250977" y="3082869"/>
                  </a:lnTo>
                  <a:lnTo>
                    <a:pt x="2249919" y="3082869"/>
                  </a:lnTo>
                  <a:lnTo>
                    <a:pt x="2248861" y="3082869"/>
                  </a:lnTo>
                  <a:lnTo>
                    <a:pt x="2247804" y="3082869"/>
                  </a:lnTo>
                  <a:lnTo>
                    <a:pt x="2246746" y="3082869"/>
                  </a:lnTo>
                  <a:lnTo>
                    <a:pt x="2245688" y="3082869"/>
                  </a:lnTo>
                  <a:lnTo>
                    <a:pt x="2244630" y="3082869"/>
                  </a:lnTo>
                  <a:lnTo>
                    <a:pt x="2243572" y="3082869"/>
                  </a:lnTo>
                  <a:lnTo>
                    <a:pt x="2242514" y="3082869"/>
                  </a:lnTo>
                  <a:lnTo>
                    <a:pt x="2241457" y="3082869"/>
                  </a:lnTo>
                  <a:lnTo>
                    <a:pt x="2240399" y="3082869"/>
                  </a:lnTo>
                  <a:lnTo>
                    <a:pt x="2239341" y="3082869"/>
                  </a:lnTo>
                  <a:lnTo>
                    <a:pt x="2238283" y="3082869"/>
                  </a:lnTo>
                  <a:lnTo>
                    <a:pt x="2237225" y="3082869"/>
                  </a:lnTo>
                  <a:lnTo>
                    <a:pt x="2236167" y="3082869"/>
                  </a:lnTo>
                  <a:lnTo>
                    <a:pt x="2235110" y="3082869"/>
                  </a:lnTo>
                  <a:lnTo>
                    <a:pt x="2234052" y="3082869"/>
                  </a:lnTo>
                  <a:lnTo>
                    <a:pt x="2232994" y="3082869"/>
                  </a:lnTo>
                  <a:lnTo>
                    <a:pt x="2231936" y="3082869"/>
                  </a:lnTo>
                  <a:lnTo>
                    <a:pt x="2230878" y="3082869"/>
                  </a:lnTo>
                  <a:lnTo>
                    <a:pt x="2229820" y="3082869"/>
                  </a:lnTo>
                  <a:lnTo>
                    <a:pt x="2228763" y="3082869"/>
                  </a:lnTo>
                  <a:lnTo>
                    <a:pt x="2227705" y="3082869"/>
                  </a:lnTo>
                  <a:lnTo>
                    <a:pt x="2226647" y="3082869"/>
                  </a:lnTo>
                  <a:lnTo>
                    <a:pt x="2225589" y="3082869"/>
                  </a:lnTo>
                  <a:lnTo>
                    <a:pt x="2224531" y="3082869"/>
                  </a:lnTo>
                  <a:lnTo>
                    <a:pt x="2223473" y="3082869"/>
                  </a:lnTo>
                  <a:lnTo>
                    <a:pt x="2222415" y="3082869"/>
                  </a:lnTo>
                  <a:lnTo>
                    <a:pt x="2221358" y="3082869"/>
                  </a:lnTo>
                  <a:lnTo>
                    <a:pt x="2220300" y="3082869"/>
                  </a:lnTo>
                  <a:lnTo>
                    <a:pt x="2219242" y="3082869"/>
                  </a:lnTo>
                  <a:lnTo>
                    <a:pt x="2218184" y="3082869"/>
                  </a:lnTo>
                  <a:lnTo>
                    <a:pt x="2217126" y="3082869"/>
                  </a:lnTo>
                  <a:lnTo>
                    <a:pt x="2216068" y="3082869"/>
                  </a:lnTo>
                  <a:lnTo>
                    <a:pt x="2215011" y="3082869"/>
                  </a:lnTo>
                  <a:lnTo>
                    <a:pt x="2213953" y="3082869"/>
                  </a:lnTo>
                  <a:lnTo>
                    <a:pt x="2212895" y="3082869"/>
                  </a:lnTo>
                  <a:lnTo>
                    <a:pt x="2211837" y="3082869"/>
                  </a:lnTo>
                  <a:lnTo>
                    <a:pt x="2210779" y="3082869"/>
                  </a:lnTo>
                  <a:lnTo>
                    <a:pt x="2209721" y="3082869"/>
                  </a:lnTo>
                  <a:lnTo>
                    <a:pt x="2208664" y="3082869"/>
                  </a:lnTo>
                  <a:lnTo>
                    <a:pt x="2207606" y="3082869"/>
                  </a:lnTo>
                  <a:lnTo>
                    <a:pt x="2206548" y="3082869"/>
                  </a:lnTo>
                  <a:lnTo>
                    <a:pt x="2205490" y="3082869"/>
                  </a:lnTo>
                  <a:lnTo>
                    <a:pt x="2204432" y="3082869"/>
                  </a:lnTo>
                  <a:lnTo>
                    <a:pt x="2203374" y="3082869"/>
                  </a:lnTo>
                  <a:lnTo>
                    <a:pt x="2202317" y="3082869"/>
                  </a:lnTo>
                  <a:lnTo>
                    <a:pt x="2201259" y="3082869"/>
                  </a:lnTo>
                  <a:lnTo>
                    <a:pt x="2200201" y="3082869"/>
                  </a:lnTo>
                  <a:lnTo>
                    <a:pt x="2199143" y="3082869"/>
                  </a:lnTo>
                  <a:lnTo>
                    <a:pt x="2198085" y="3082869"/>
                  </a:lnTo>
                  <a:lnTo>
                    <a:pt x="2197027" y="3082869"/>
                  </a:lnTo>
                  <a:lnTo>
                    <a:pt x="2195969" y="3082869"/>
                  </a:lnTo>
                  <a:lnTo>
                    <a:pt x="2194912" y="3082869"/>
                  </a:lnTo>
                  <a:lnTo>
                    <a:pt x="2193854" y="3082869"/>
                  </a:lnTo>
                  <a:lnTo>
                    <a:pt x="2192796" y="3082869"/>
                  </a:lnTo>
                  <a:lnTo>
                    <a:pt x="2191738" y="3082869"/>
                  </a:lnTo>
                  <a:lnTo>
                    <a:pt x="2190680" y="3082869"/>
                  </a:lnTo>
                  <a:lnTo>
                    <a:pt x="2189622" y="3082869"/>
                  </a:lnTo>
                  <a:lnTo>
                    <a:pt x="2188565" y="3082869"/>
                  </a:lnTo>
                  <a:lnTo>
                    <a:pt x="2187507" y="3082869"/>
                  </a:lnTo>
                  <a:lnTo>
                    <a:pt x="2186449" y="3082869"/>
                  </a:lnTo>
                  <a:lnTo>
                    <a:pt x="2185391" y="3082869"/>
                  </a:lnTo>
                  <a:lnTo>
                    <a:pt x="2184333" y="3082869"/>
                  </a:lnTo>
                  <a:lnTo>
                    <a:pt x="2183275" y="3082869"/>
                  </a:lnTo>
                  <a:lnTo>
                    <a:pt x="2182218" y="3082869"/>
                  </a:lnTo>
                  <a:lnTo>
                    <a:pt x="2181160" y="3082869"/>
                  </a:lnTo>
                  <a:lnTo>
                    <a:pt x="2180102" y="3082869"/>
                  </a:lnTo>
                  <a:lnTo>
                    <a:pt x="2179044" y="3082869"/>
                  </a:lnTo>
                  <a:lnTo>
                    <a:pt x="2177986" y="3082869"/>
                  </a:lnTo>
                  <a:lnTo>
                    <a:pt x="2176928" y="3082869"/>
                  </a:lnTo>
                  <a:lnTo>
                    <a:pt x="2175871" y="3082869"/>
                  </a:lnTo>
                  <a:lnTo>
                    <a:pt x="2174813" y="3082869"/>
                  </a:lnTo>
                  <a:lnTo>
                    <a:pt x="2173755" y="3082869"/>
                  </a:lnTo>
                  <a:lnTo>
                    <a:pt x="2172697" y="3082869"/>
                  </a:lnTo>
                  <a:lnTo>
                    <a:pt x="2171639" y="3082869"/>
                  </a:lnTo>
                  <a:lnTo>
                    <a:pt x="2170581" y="3082869"/>
                  </a:lnTo>
                  <a:lnTo>
                    <a:pt x="2169523" y="3082869"/>
                  </a:lnTo>
                  <a:lnTo>
                    <a:pt x="2168466" y="3082869"/>
                  </a:lnTo>
                  <a:lnTo>
                    <a:pt x="2167408" y="3082869"/>
                  </a:lnTo>
                  <a:lnTo>
                    <a:pt x="2166350" y="3082869"/>
                  </a:lnTo>
                  <a:lnTo>
                    <a:pt x="2165292" y="3082869"/>
                  </a:lnTo>
                  <a:lnTo>
                    <a:pt x="2164234" y="3082869"/>
                  </a:lnTo>
                  <a:lnTo>
                    <a:pt x="2163176" y="3082869"/>
                  </a:lnTo>
                  <a:lnTo>
                    <a:pt x="2162119" y="3082869"/>
                  </a:lnTo>
                  <a:lnTo>
                    <a:pt x="2161061" y="3082869"/>
                  </a:lnTo>
                  <a:lnTo>
                    <a:pt x="2160003" y="3082869"/>
                  </a:lnTo>
                  <a:lnTo>
                    <a:pt x="2158945" y="3082869"/>
                  </a:lnTo>
                  <a:lnTo>
                    <a:pt x="2157887" y="3082869"/>
                  </a:lnTo>
                  <a:lnTo>
                    <a:pt x="2156829" y="3082869"/>
                  </a:lnTo>
                  <a:lnTo>
                    <a:pt x="2155772" y="3082869"/>
                  </a:lnTo>
                  <a:lnTo>
                    <a:pt x="2154714" y="3082869"/>
                  </a:lnTo>
                  <a:lnTo>
                    <a:pt x="2153656" y="3082869"/>
                  </a:lnTo>
                  <a:lnTo>
                    <a:pt x="2152598" y="3082869"/>
                  </a:lnTo>
                  <a:lnTo>
                    <a:pt x="2151540" y="3082869"/>
                  </a:lnTo>
                  <a:lnTo>
                    <a:pt x="2150482" y="3082869"/>
                  </a:lnTo>
                  <a:lnTo>
                    <a:pt x="2149425" y="3082869"/>
                  </a:lnTo>
                  <a:lnTo>
                    <a:pt x="2148367" y="3082869"/>
                  </a:lnTo>
                  <a:lnTo>
                    <a:pt x="2147309" y="3082869"/>
                  </a:lnTo>
                  <a:lnTo>
                    <a:pt x="2146251" y="3082869"/>
                  </a:lnTo>
                  <a:lnTo>
                    <a:pt x="2145193" y="3082869"/>
                  </a:lnTo>
                  <a:lnTo>
                    <a:pt x="2144135" y="3082869"/>
                  </a:lnTo>
                  <a:lnTo>
                    <a:pt x="2143077" y="3082869"/>
                  </a:lnTo>
                  <a:lnTo>
                    <a:pt x="2142020" y="3082869"/>
                  </a:lnTo>
                  <a:lnTo>
                    <a:pt x="2140962" y="3082869"/>
                  </a:lnTo>
                  <a:lnTo>
                    <a:pt x="2139904" y="3082869"/>
                  </a:lnTo>
                  <a:lnTo>
                    <a:pt x="2138846" y="3082869"/>
                  </a:lnTo>
                  <a:lnTo>
                    <a:pt x="2137788" y="3082869"/>
                  </a:lnTo>
                  <a:lnTo>
                    <a:pt x="2136730" y="3082869"/>
                  </a:lnTo>
                  <a:lnTo>
                    <a:pt x="2135673" y="3082869"/>
                  </a:lnTo>
                  <a:lnTo>
                    <a:pt x="2134615" y="3082869"/>
                  </a:lnTo>
                  <a:lnTo>
                    <a:pt x="2133557" y="3082869"/>
                  </a:lnTo>
                  <a:lnTo>
                    <a:pt x="2132499" y="3082869"/>
                  </a:lnTo>
                  <a:lnTo>
                    <a:pt x="2131441" y="3082869"/>
                  </a:lnTo>
                  <a:lnTo>
                    <a:pt x="2130383" y="3082869"/>
                  </a:lnTo>
                  <a:lnTo>
                    <a:pt x="2129326" y="3082869"/>
                  </a:lnTo>
                  <a:lnTo>
                    <a:pt x="2128268" y="3082869"/>
                  </a:lnTo>
                  <a:lnTo>
                    <a:pt x="2127210" y="3082869"/>
                  </a:lnTo>
                  <a:lnTo>
                    <a:pt x="2126152" y="3082869"/>
                  </a:lnTo>
                  <a:lnTo>
                    <a:pt x="2125094" y="3082869"/>
                  </a:lnTo>
                  <a:lnTo>
                    <a:pt x="2124036" y="3082869"/>
                  </a:lnTo>
                  <a:lnTo>
                    <a:pt x="2122979" y="3082869"/>
                  </a:lnTo>
                  <a:lnTo>
                    <a:pt x="2121921" y="3082869"/>
                  </a:lnTo>
                  <a:lnTo>
                    <a:pt x="2120863" y="3082869"/>
                  </a:lnTo>
                  <a:lnTo>
                    <a:pt x="2119805" y="3082869"/>
                  </a:lnTo>
                  <a:lnTo>
                    <a:pt x="2118747" y="3082869"/>
                  </a:lnTo>
                  <a:lnTo>
                    <a:pt x="2117689" y="3082869"/>
                  </a:lnTo>
                  <a:lnTo>
                    <a:pt x="2116631" y="3082869"/>
                  </a:lnTo>
                  <a:lnTo>
                    <a:pt x="2115574" y="3082869"/>
                  </a:lnTo>
                  <a:lnTo>
                    <a:pt x="2114516" y="3082869"/>
                  </a:lnTo>
                  <a:lnTo>
                    <a:pt x="2113458" y="3082869"/>
                  </a:lnTo>
                  <a:lnTo>
                    <a:pt x="2112400" y="3082869"/>
                  </a:lnTo>
                  <a:lnTo>
                    <a:pt x="2111342" y="3082869"/>
                  </a:lnTo>
                  <a:lnTo>
                    <a:pt x="2110284" y="3082869"/>
                  </a:lnTo>
                  <a:lnTo>
                    <a:pt x="2109227" y="3082869"/>
                  </a:lnTo>
                  <a:lnTo>
                    <a:pt x="2108169" y="3082869"/>
                  </a:lnTo>
                  <a:lnTo>
                    <a:pt x="2107111" y="3082869"/>
                  </a:lnTo>
                  <a:lnTo>
                    <a:pt x="2106053" y="3082869"/>
                  </a:lnTo>
                  <a:lnTo>
                    <a:pt x="2104995" y="3082869"/>
                  </a:lnTo>
                  <a:lnTo>
                    <a:pt x="2103937" y="3082869"/>
                  </a:lnTo>
                  <a:lnTo>
                    <a:pt x="2102880" y="3082869"/>
                  </a:lnTo>
                  <a:lnTo>
                    <a:pt x="2101822" y="3082869"/>
                  </a:lnTo>
                  <a:lnTo>
                    <a:pt x="2100764" y="3082869"/>
                  </a:lnTo>
                  <a:lnTo>
                    <a:pt x="2099706" y="3082869"/>
                  </a:lnTo>
                  <a:lnTo>
                    <a:pt x="2098648" y="3082869"/>
                  </a:lnTo>
                  <a:lnTo>
                    <a:pt x="2097590" y="3082869"/>
                  </a:lnTo>
                  <a:lnTo>
                    <a:pt x="2096533" y="3082869"/>
                  </a:lnTo>
                  <a:lnTo>
                    <a:pt x="2095475" y="3082869"/>
                  </a:lnTo>
                  <a:lnTo>
                    <a:pt x="2094417" y="3082869"/>
                  </a:lnTo>
                  <a:lnTo>
                    <a:pt x="2093359" y="3082869"/>
                  </a:lnTo>
                  <a:lnTo>
                    <a:pt x="2092301" y="3082869"/>
                  </a:lnTo>
                  <a:lnTo>
                    <a:pt x="2091243" y="3082869"/>
                  </a:lnTo>
                  <a:lnTo>
                    <a:pt x="2090185" y="3082869"/>
                  </a:lnTo>
                  <a:lnTo>
                    <a:pt x="2089128" y="3082869"/>
                  </a:lnTo>
                  <a:lnTo>
                    <a:pt x="2088070" y="3082869"/>
                  </a:lnTo>
                  <a:lnTo>
                    <a:pt x="2087012" y="3082869"/>
                  </a:lnTo>
                  <a:lnTo>
                    <a:pt x="2085954" y="3082869"/>
                  </a:lnTo>
                  <a:lnTo>
                    <a:pt x="2084896" y="3082869"/>
                  </a:lnTo>
                  <a:lnTo>
                    <a:pt x="2083838" y="3082869"/>
                  </a:lnTo>
                  <a:lnTo>
                    <a:pt x="2082781" y="3082869"/>
                  </a:lnTo>
                  <a:lnTo>
                    <a:pt x="2081723" y="3082869"/>
                  </a:lnTo>
                  <a:lnTo>
                    <a:pt x="2080665" y="3082869"/>
                  </a:lnTo>
                  <a:lnTo>
                    <a:pt x="2079607" y="3082869"/>
                  </a:lnTo>
                  <a:lnTo>
                    <a:pt x="2078549" y="3082869"/>
                  </a:lnTo>
                  <a:lnTo>
                    <a:pt x="2077491" y="3082869"/>
                  </a:lnTo>
                  <a:lnTo>
                    <a:pt x="2076434" y="3082869"/>
                  </a:lnTo>
                  <a:lnTo>
                    <a:pt x="2075376" y="3082869"/>
                  </a:lnTo>
                  <a:lnTo>
                    <a:pt x="2074318" y="3082869"/>
                  </a:lnTo>
                  <a:lnTo>
                    <a:pt x="2073260" y="3082869"/>
                  </a:lnTo>
                  <a:lnTo>
                    <a:pt x="2072202" y="3082869"/>
                  </a:lnTo>
                  <a:lnTo>
                    <a:pt x="2071144" y="3082869"/>
                  </a:lnTo>
                  <a:lnTo>
                    <a:pt x="2070087" y="3082869"/>
                  </a:lnTo>
                  <a:lnTo>
                    <a:pt x="2069029" y="3082869"/>
                  </a:lnTo>
                  <a:lnTo>
                    <a:pt x="2067971" y="3082869"/>
                  </a:lnTo>
                  <a:lnTo>
                    <a:pt x="2066913" y="3082869"/>
                  </a:lnTo>
                  <a:lnTo>
                    <a:pt x="2065855" y="3082869"/>
                  </a:lnTo>
                  <a:lnTo>
                    <a:pt x="2064797" y="3082869"/>
                  </a:lnTo>
                  <a:lnTo>
                    <a:pt x="2063739" y="3082869"/>
                  </a:lnTo>
                  <a:lnTo>
                    <a:pt x="2062682" y="3082869"/>
                  </a:lnTo>
                  <a:lnTo>
                    <a:pt x="2061624" y="3082869"/>
                  </a:lnTo>
                  <a:lnTo>
                    <a:pt x="2060566" y="3082869"/>
                  </a:lnTo>
                  <a:lnTo>
                    <a:pt x="2059508" y="3082869"/>
                  </a:lnTo>
                  <a:lnTo>
                    <a:pt x="2058450" y="3082869"/>
                  </a:lnTo>
                  <a:lnTo>
                    <a:pt x="2057392" y="3082869"/>
                  </a:lnTo>
                  <a:lnTo>
                    <a:pt x="2056335" y="3082869"/>
                  </a:lnTo>
                  <a:lnTo>
                    <a:pt x="2055277" y="3082869"/>
                  </a:lnTo>
                  <a:lnTo>
                    <a:pt x="2054219" y="3082869"/>
                  </a:lnTo>
                  <a:lnTo>
                    <a:pt x="2053161" y="3082869"/>
                  </a:lnTo>
                  <a:lnTo>
                    <a:pt x="2052103" y="3082869"/>
                  </a:lnTo>
                  <a:lnTo>
                    <a:pt x="2051045" y="3082869"/>
                  </a:lnTo>
                  <a:lnTo>
                    <a:pt x="2049988" y="3082869"/>
                  </a:lnTo>
                  <a:lnTo>
                    <a:pt x="2048930" y="3082869"/>
                  </a:lnTo>
                  <a:lnTo>
                    <a:pt x="2047872" y="3082869"/>
                  </a:lnTo>
                  <a:lnTo>
                    <a:pt x="2046814" y="3082869"/>
                  </a:lnTo>
                  <a:lnTo>
                    <a:pt x="2045756" y="3082869"/>
                  </a:lnTo>
                  <a:lnTo>
                    <a:pt x="2044698" y="3082869"/>
                  </a:lnTo>
                  <a:lnTo>
                    <a:pt x="2043641" y="3082869"/>
                  </a:lnTo>
                  <a:lnTo>
                    <a:pt x="2042583" y="3082869"/>
                  </a:lnTo>
                  <a:lnTo>
                    <a:pt x="2041525" y="3082869"/>
                  </a:lnTo>
                  <a:lnTo>
                    <a:pt x="2040467" y="3082869"/>
                  </a:lnTo>
                  <a:lnTo>
                    <a:pt x="2039409" y="3082869"/>
                  </a:lnTo>
                  <a:lnTo>
                    <a:pt x="2038351" y="3082869"/>
                  </a:lnTo>
                  <a:lnTo>
                    <a:pt x="2037293" y="3082869"/>
                  </a:lnTo>
                  <a:lnTo>
                    <a:pt x="2036236" y="3082869"/>
                  </a:lnTo>
                  <a:lnTo>
                    <a:pt x="2035178" y="3082869"/>
                  </a:lnTo>
                  <a:lnTo>
                    <a:pt x="2034120" y="3082869"/>
                  </a:lnTo>
                  <a:lnTo>
                    <a:pt x="2033062" y="3082869"/>
                  </a:lnTo>
                  <a:lnTo>
                    <a:pt x="2032004" y="3082869"/>
                  </a:lnTo>
                  <a:lnTo>
                    <a:pt x="2030946" y="3082869"/>
                  </a:lnTo>
                  <a:lnTo>
                    <a:pt x="2029889" y="3082869"/>
                  </a:lnTo>
                  <a:lnTo>
                    <a:pt x="2028831" y="3082869"/>
                  </a:lnTo>
                  <a:lnTo>
                    <a:pt x="2027773" y="3082869"/>
                  </a:lnTo>
                  <a:lnTo>
                    <a:pt x="2026715" y="3082869"/>
                  </a:lnTo>
                  <a:lnTo>
                    <a:pt x="2025657" y="3082869"/>
                  </a:lnTo>
                  <a:lnTo>
                    <a:pt x="2024599" y="3082869"/>
                  </a:lnTo>
                  <a:lnTo>
                    <a:pt x="2023542" y="3082869"/>
                  </a:lnTo>
                  <a:lnTo>
                    <a:pt x="2022484" y="3082869"/>
                  </a:lnTo>
                  <a:lnTo>
                    <a:pt x="2021426" y="3082869"/>
                  </a:lnTo>
                  <a:lnTo>
                    <a:pt x="2020368" y="3082869"/>
                  </a:lnTo>
                  <a:lnTo>
                    <a:pt x="2019310" y="3082869"/>
                  </a:lnTo>
                  <a:lnTo>
                    <a:pt x="2018252" y="3082869"/>
                  </a:lnTo>
                  <a:lnTo>
                    <a:pt x="2017195" y="3082869"/>
                  </a:lnTo>
                  <a:lnTo>
                    <a:pt x="2016137" y="3082869"/>
                  </a:lnTo>
                  <a:lnTo>
                    <a:pt x="2015079" y="3082869"/>
                  </a:lnTo>
                  <a:lnTo>
                    <a:pt x="2014021" y="3082869"/>
                  </a:lnTo>
                  <a:lnTo>
                    <a:pt x="2012963" y="3082869"/>
                  </a:lnTo>
                  <a:lnTo>
                    <a:pt x="2011905" y="3082869"/>
                  </a:lnTo>
                  <a:lnTo>
                    <a:pt x="2010847" y="3082869"/>
                  </a:lnTo>
                  <a:lnTo>
                    <a:pt x="2009790" y="3082869"/>
                  </a:lnTo>
                  <a:lnTo>
                    <a:pt x="2008732" y="3082869"/>
                  </a:lnTo>
                  <a:lnTo>
                    <a:pt x="2007674" y="3082869"/>
                  </a:lnTo>
                  <a:lnTo>
                    <a:pt x="2006616" y="3082869"/>
                  </a:lnTo>
                  <a:lnTo>
                    <a:pt x="2005558" y="3082869"/>
                  </a:lnTo>
                  <a:lnTo>
                    <a:pt x="2004500" y="3082869"/>
                  </a:lnTo>
                  <a:lnTo>
                    <a:pt x="2003443" y="3082869"/>
                  </a:lnTo>
                  <a:lnTo>
                    <a:pt x="2002385" y="3082869"/>
                  </a:lnTo>
                  <a:lnTo>
                    <a:pt x="2001327" y="3082869"/>
                  </a:lnTo>
                  <a:lnTo>
                    <a:pt x="2000269" y="3082869"/>
                  </a:lnTo>
                  <a:lnTo>
                    <a:pt x="1999211" y="3082869"/>
                  </a:lnTo>
                  <a:lnTo>
                    <a:pt x="1998153" y="3082869"/>
                  </a:lnTo>
                  <a:lnTo>
                    <a:pt x="1997096" y="3082869"/>
                  </a:lnTo>
                  <a:lnTo>
                    <a:pt x="1996038" y="3082869"/>
                  </a:lnTo>
                  <a:lnTo>
                    <a:pt x="1994980" y="3082869"/>
                  </a:lnTo>
                  <a:lnTo>
                    <a:pt x="1993922" y="3082869"/>
                  </a:lnTo>
                  <a:lnTo>
                    <a:pt x="1992864" y="3082869"/>
                  </a:lnTo>
                  <a:lnTo>
                    <a:pt x="1991806" y="3082869"/>
                  </a:lnTo>
                  <a:lnTo>
                    <a:pt x="1990749" y="3082869"/>
                  </a:lnTo>
                  <a:lnTo>
                    <a:pt x="1989691" y="3082869"/>
                  </a:lnTo>
                  <a:lnTo>
                    <a:pt x="1988633" y="3082869"/>
                  </a:lnTo>
                  <a:lnTo>
                    <a:pt x="1987575" y="3082869"/>
                  </a:lnTo>
                  <a:lnTo>
                    <a:pt x="1986517" y="3082869"/>
                  </a:lnTo>
                  <a:lnTo>
                    <a:pt x="1985459" y="3082869"/>
                  </a:lnTo>
                  <a:lnTo>
                    <a:pt x="1984401" y="3082869"/>
                  </a:lnTo>
                  <a:lnTo>
                    <a:pt x="1983344" y="3082869"/>
                  </a:lnTo>
                  <a:lnTo>
                    <a:pt x="1982286" y="3082869"/>
                  </a:lnTo>
                  <a:lnTo>
                    <a:pt x="1981228" y="3082869"/>
                  </a:lnTo>
                  <a:lnTo>
                    <a:pt x="1980170" y="3082869"/>
                  </a:lnTo>
                  <a:lnTo>
                    <a:pt x="1979112" y="3082869"/>
                  </a:lnTo>
                  <a:lnTo>
                    <a:pt x="1978054" y="3082869"/>
                  </a:lnTo>
                  <a:lnTo>
                    <a:pt x="1976997" y="3082869"/>
                  </a:lnTo>
                  <a:lnTo>
                    <a:pt x="1975939" y="3082869"/>
                  </a:lnTo>
                  <a:lnTo>
                    <a:pt x="1974881" y="3082869"/>
                  </a:lnTo>
                  <a:lnTo>
                    <a:pt x="1973823" y="3082869"/>
                  </a:lnTo>
                  <a:lnTo>
                    <a:pt x="1972765" y="3082869"/>
                  </a:lnTo>
                  <a:lnTo>
                    <a:pt x="1971707" y="3082869"/>
                  </a:lnTo>
                  <a:lnTo>
                    <a:pt x="1970650" y="3082869"/>
                  </a:lnTo>
                  <a:lnTo>
                    <a:pt x="1969592" y="3082869"/>
                  </a:lnTo>
                  <a:lnTo>
                    <a:pt x="1968534" y="3082869"/>
                  </a:lnTo>
                  <a:lnTo>
                    <a:pt x="1967476" y="3082869"/>
                  </a:lnTo>
                  <a:lnTo>
                    <a:pt x="1966418" y="3082869"/>
                  </a:lnTo>
                  <a:lnTo>
                    <a:pt x="1965360" y="3082869"/>
                  </a:lnTo>
                  <a:lnTo>
                    <a:pt x="1964303" y="3082869"/>
                  </a:lnTo>
                  <a:lnTo>
                    <a:pt x="1963245" y="3082869"/>
                  </a:lnTo>
                  <a:lnTo>
                    <a:pt x="1962187" y="3082869"/>
                  </a:lnTo>
                  <a:lnTo>
                    <a:pt x="1961129" y="3082869"/>
                  </a:lnTo>
                  <a:lnTo>
                    <a:pt x="1960071" y="3082869"/>
                  </a:lnTo>
                  <a:lnTo>
                    <a:pt x="1959013" y="3082869"/>
                  </a:lnTo>
                  <a:lnTo>
                    <a:pt x="1957955" y="3082869"/>
                  </a:lnTo>
                  <a:lnTo>
                    <a:pt x="1956898" y="3082869"/>
                  </a:lnTo>
                  <a:lnTo>
                    <a:pt x="1955840" y="3082869"/>
                  </a:lnTo>
                  <a:lnTo>
                    <a:pt x="1954782" y="3082869"/>
                  </a:lnTo>
                  <a:lnTo>
                    <a:pt x="1953724" y="3082869"/>
                  </a:lnTo>
                  <a:lnTo>
                    <a:pt x="1952666" y="3082869"/>
                  </a:lnTo>
                  <a:lnTo>
                    <a:pt x="1951608" y="3082869"/>
                  </a:lnTo>
                  <a:lnTo>
                    <a:pt x="1950551" y="3082869"/>
                  </a:lnTo>
                  <a:lnTo>
                    <a:pt x="1949493" y="3082869"/>
                  </a:lnTo>
                  <a:lnTo>
                    <a:pt x="1948435" y="3082869"/>
                  </a:lnTo>
                  <a:lnTo>
                    <a:pt x="1947377" y="3082869"/>
                  </a:lnTo>
                  <a:lnTo>
                    <a:pt x="1946319" y="3082869"/>
                  </a:lnTo>
                  <a:lnTo>
                    <a:pt x="1945261" y="3082869"/>
                  </a:lnTo>
                  <a:lnTo>
                    <a:pt x="1944204" y="3082869"/>
                  </a:lnTo>
                  <a:lnTo>
                    <a:pt x="1943146" y="3082869"/>
                  </a:lnTo>
                  <a:lnTo>
                    <a:pt x="1942088" y="3082869"/>
                  </a:lnTo>
                  <a:lnTo>
                    <a:pt x="1941030" y="3082869"/>
                  </a:lnTo>
                  <a:lnTo>
                    <a:pt x="1939972" y="3082869"/>
                  </a:lnTo>
                  <a:lnTo>
                    <a:pt x="1938914" y="3082869"/>
                  </a:lnTo>
                  <a:lnTo>
                    <a:pt x="1937857" y="3082869"/>
                  </a:lnTo>
                  <a:lnTo>
                    <a:pt x="1936799" y="3082869"/>
                  </a:lnTo>
                  <a:lnTo>
                    <a:pt x="1935741" y="3082869"/>
                  </a:lnTo>
                  <a:lnTo>
                    <a:pt x="1934683" y="3082869"/>
                  </a:lnTo>
                  <a:lnTo>
                    <a:pt x="1933625" y="3082869"/>
                  </a:lnTo>
                  <a:lnTo>
                    <a:pt x="1932567" y="3082869"/>
                  </a:lnTo>
                  <a:lnTo>
                    <a:pt x="1931509" y="3082869"/>
                  </a:lnTo>
                  <a:lnTo>
                    <a:pt x="1930452" y="3082869"/>
                  </a:lnTo>
                  <a:lnTo>
                    <a:pt x="1929394" y="3082869"/>
                  </a:lnTo>
                  <a:lnTo>
                    <a:pt x="1928336" y="3082869"/>
                  </a:lnTo>
                  <a:lnTo>
                    <a:pt x="1927278" y="3082869"/>
                  </a:lnTo>
                  <a:lnTo>
                    <a:pt x="1926220" y="3082869"/>
                  </a:lnTo>
                  <a:lnTo>
                    <a:pt x="1925162" y="3082869"/>
                  </a:lnTo>
                  <a:lnTo>
                    <a:pt x="1924105" y="3082869"/>
                  </a:lnTo>
                  <a:lnTo>
                    <a:pt x="1923047" y="3082869"/>
                  </a:lnTo>
                  <a:lnTo>
                    <a:pt x="1921989" y="3082869"/>
                  </a:lnTo>
                  <a:lnTo>
                    <a:pt x="1920931" y="3082869"/>
                  </a:lnTo>
                  <a:lnTo>
                    <a:pt x="1919873" y="3082869"/>
                  </a:lnTo>
                  <a:lnTo>
                    <a:pt x="1918815" y="3082869"/>
                  </a:lnTo>
                  <a:lnTo>
                    <a:pt x="1917758" y="3082869"/>
                  </a:lnTo>
                  <a:lnTo>
                    <a:pt x="1916700" y="3082869"/>
                  </a:lnTo>
                  <a:lnTo>
                    <a:pt x="1915642" y="3082869"/>
                  </a:lnTo>
                  <a:lnTo>
                    <a:pt x="1914584" y="3082869"/>
                  </a:lnTo>
                  <a:lnTo>
                    <a:pt x="1913526" y="3082869"/>
                  </a:lnTo>
                  <a:lnTo>
                    <a:pt x="1912468" y="3082869"/>
                  </a:lnTo>
                  <a:lnTo>
                    <a:pt x="1911411" y="3082869"/>
                  </a:lnTo>
                  <a:lnTo>
                    <a:pt x="1910353" y="3082869"/>
                  </a:lnTo>
                  <a:lnTo>
                    <a:pt x="1909295" y="3082869"/>
                  </a:lnTo>
                  <a:lnTo>
                    <a:pt x="1908237" y="3082869"/>
                  </a:lnTo>
                  <a:lnTo>
                    <a:pt x="1907179" y="3082869"/>
                  </a:lnTo>
                  <a:lnTo>
                    <a:pt x="1906121" y="3082869"/>
                  </a:lnTo>
                  <a:lnTo>
                    <a:pt x="1905063" y="3082869"/>
                  </a:lnTo>
                  <a:lnTo>
                    <a:pt x="1904006" y="3082869"/>
                  </a:lnTo>
                  <a:lnTo>
                    <a:pt x="1902948" y="3082869"/>
                  </a:lnTo>
                  <a:lnTo>
                    <a:pt x="1901890" y="3082869"/>
                  </a:lnTo>
                  <a:lnTo>
                    <a:pt x="1900832" y="3082869"/>
                  </a:lnTo>
                  <a:lnTo>
                    <a:pt x="1899774" y="3082869"/>
                  </a:lnTo>
                  <a:lnTo>
                    <a:pt x="1898716" y="3082869"/>
                  </a:lnTo>
                  <a:lnTo>
                    <a:pt x="1897659" y="3082869"/>
                  </a:lnTo>
                  <a:lnTo>
                    <a:pt x="1896601" y="3082869"/>
                  </a:lnTo>
                  <a:lnTo>
                    <a:pt x="1895543" y="3082869"/>
                  </a:lnTo>
                  <a:lnTo>
                    <a:pt x="1894485" y="3082869"/>
                  </a:lnTo>
                  <a:lnTo>
                    <a:pt x="1893427" y="3082869"/>
                  </a:lnTo>
                  <a:lnTo>
                    <a:pt x="1892369" y="3082869"/>
                  </a:lnTo>
                  <a:lnTo>
                    <a:pt x="1891312" y="3082869"/>
                  </a:lnTo>
                  <a:lnTo>
                    <a:pt x="1890254" y="3082869"/>
                  </a:lnTo>
                  <a:lnTo>
                    <a:pt x="1889196" y="3082869"/>
                  </a:lnTo>
                  <a:lnTo>
                    <a:pt x="1888138" y="3082869"/>
                  </a:lnTo>
                  <a:lnTo>
                    <a:pt x="1887080" y="3082869"/>
                  </a:lnTo>
                  <a:lnTo>
                    <a:pt x="1886022" y="3082869"/>
                  </a:lnTo>
                  <a:lnTo>
                    <a:pt x="1884965" y="3082869"/>
                  </a:lnTo>
                  <a:lnTo>
                    <a:pt x="1883907" y="3082869"/>
                  </a:lnTo>
                  <a:lnTo>
                    <a:pt x="1882849" y="3082869"/>
                  </a:lnTo>
                  <a:lnTo>
                    <a:pt x="1881791" y="3082869"/>
                  </a:lnTo>
                  <a:lnTo>
                    <a:pt x="1880733" y="3082869"/>
                  </a:lnTo>
                  <a:lnTo>
                    <a:pt x="1879675" y="3082869"/>
                  </a:lnTo>
                  <a:lnTo>
                    <a:pt x="1878617" y="3082869"/>
                  </a:lnTo>
                  <a:lnTo>
                    <a:pt x="1877560" y="3082869"/>
                  </a:lnTo>
                  <a:lnTo>
                    <a:pt x="1876502" y="3082869"/>
                  </a:lnTo>
                  <a:lnTo>
                    <a:pt x="1875444" y="3082869"/>
                  </a:lnTo>
                  <a:lnTo>
                    <a:pt x="1874386" y="3082869"/>
                  </a:lnTo>
                  <a:lnTo>
                    <a:pt x="1873328" y="3082869"/>
                  </a:lnTo>
                  <a:lnTo>
                    <a:pt x="1872270" y="3082869"/>
                  </a:lnTo>
                  <a:lnTo>
                    <a:pt x="1871213" y="3082869"/>
                  </a:lnTo>
                  <a:lnTo>
                    <a:pt x="1870155" y="3082869"/>
                  </a:lnTo>
                  <a:lnTo>
                    <a:pt x="1869097" y="3082869"/>
                  </a:lnTo>
                  <a:lnTo>
                    <a:pt x="1868039" y="3082869"/>
                  </a:lnTo>
                  <a:lnTo>
                    <a:pt x="1866981" y="3082869"/>
                  </a:lnTo>
                  <a:lnTo>
                    <a:pt x="1865923" y="3082869"/>
                  </a:lnTo>
                  <a:lnTo>
                    <a:pt x="1864866" y="3082869"/>
                  </a:lnTo>
                  <a:lnTo>
                    <a:pt x="1863808" y="3082869"/>
                  </a:lnTo>
                  <a:lnTo>
                    <a:pt x="1862750" y="3082869"/>
                  </a:lnTo>
                  <a:lnTo>
                    <a:pt x="1861692" y="3082869"/>
                  </a:lnTo>
                  <a:lnTo>
                    <a:pt x="1860634" y="3082869"/>
                  </a:lnTo>
                  <a:lnTo>
                    <a:pt x="1859576" y="3082869"/>
                  </a:lnTo>
                  <a:lnTo>
                    <a:pt x="1858519" y="3082869"/>
                  </a:lnTo>
                  <a:lnTo>
                    <a:pt x="1857461" y="3082869"/>
                  </a:lnTo>
                  <a:lnTo>
                    <a:pt x="1856403" y="3082869"/>
                  </a:lnTo>
                  <a:lnTo>
                    <a:pt x="1855345" y="3082869"/>
                  </a:lnTo>
                  <a:lnTo>
                    <a:pt x="1854287" y="3082869"/>
                  </a:lnTo>
                  <a:lnTo>
                    <a:pt x="1853229" y="3082869"/>
                  </a:lnTo>
                  <a:lnTo>
                    <a:pt x="1852171" y="3082869"/>
                  </a:lnTo>
                  <a:lnTo>
                    <a:pt x="1851114" y="3082869"/>
                  </a:lnTo>
                  <a:lnTo>
                    <a:pt x="1850056" y="3082869"/>
                  </a:lnTo>
                  <a:lnTo>
                    <a:pt x="1848998" y="3082869"/>
                  </a:lnTo>
                  <a:lnTo>
                    <a:pt x="1847940" y="3082869"/>
                  </a:lnTo>
                  <a:lnTo>
                    <a:pt x="1846882" y="3082869"/>
                  </a:lnTo>
                  <a:lnTo>
                    <a:pt x="1845824" y="3082869"/>
                  </a:lnTo>
                  <a:lnTo>
                    <a:pt x="1844767" y="3082869"/>
                  </a:lnTo>
                  <a:lnTo>
                    <a:pt x="1843709" y="3082869"/>
                  </a:lnTo>
                  <a:lnTo>
                    <a:pt x="1842651" y="3082869"/>
                  </a:lnTo>
                  <a:lnTo>
                    <a:pt x="1841593" y="3082869"/>
                  </a:lnTo>
                  <a:lnTo>
                    <a:pt x="1840535" y="3082869"/>
                  </a:lnTo>
                  <a:lnTo>
                    <a:pt x="1839477" y="3082869"/>
                  </a:lnTo>
                  <a:lnTo>
                    <a:pt x="1838420" y="3082869"/>
                  </a:lnTo>
                  <a:lnTo>
                    <a:pt x="1837362" y="3082869"/>
                  </a:lnTo>
                  <a:lnTo>
                    <a:pt x="1836304" y="3082869"/>
                  </a:lnTo>
                  <a:lnTo>
                    <a:pt x="1835246" y="3082869"/>
                  </a:lnTo>
                  <a:lnTo>
                    <a:pt x="1834188" y="3082869"/>
                  </a:lnTo>
                  <a:lnTo>
                    <a:pt x="1833130" y="3082869"/>
                  </a:lnTo>
                  <a:lnTo>
                    <a:pt x="1832073" y="3082869"/>
                  </a:lnTo>
                  <a:lnTo>
                    <a:pt x="1831015" y="3082869"/>
                  </a:lnTo>
                  <a:lnTo>
                    <a:pt x="1829957" y="3082869"/>
                  </a:lnTo>
                  <a:lnTo>
                    <a:pt x="1828899" y="3082869"/>
                  </a:lnTo>
                  <a:lnTo>
                    <a:pt x="1827841" y="3082869"/>
                  </a:lnTo>
                  <a:lnTo>
                    <a:pt x="1826783" y="3082869"/>
                  </a:lnTo>
                  <a:lnTo>
                    <a:pt x="1825725" y="3082869"/>
                  </a:lnTo>
                  <a:lnTo>
                    <a:pt x="1824668" y="3082869"/>
                  </a:lnTo>
                  <a:lnTo>
                    <a:pt x="1823610" y="3082869"/>
                  </a:lnTo>
                  <a:lnTo>
                    <a:pt x="1822552" y="3082869"/>
                  </a:lnTo>
                  <a:lnTo>
                    <a:pt x="1821494" y="3082869"/>
                  </a:lnTo>
                  <a:lnTo>
                    <a:pt x="1820436" y="3082869"/>
                  </a:lnTo>
                  <a:lnTo>
                    <a:pt x="1819378" y="3082869"/>
                  </a:lnTo>
                  <a:lnTo>
                    <a:pt x="1818321" y="3082869"/>
                  </a:lnTo>
                  <a:lnTo>
                    <a:pt x="1817263" y="3082869"/>
                  </a:lnTo>
                  <a:lnTo>
                    <a:pt x="1816205" y="3082869"/>
                  </a:lnTo>
                  <a:lnTo>
                    <a:pt x="1815147" y="3082869"/>
                  </a:lnTo>
                  <a:lnTo>
                    <a:pt x="1814089" y="3082869"/>
                  </a:lnTo>
                  <a:lnTo>
                    <a:pt x="1813031" y="3082869"/>
                  </a:lnTo>
                  <a:lnTo>
                    <a:pt x="1811974" y="3082869"/>
                  </a:lnTo>
                  <a:lnTo>
                    <a:pt x="1810916" y="3082869"/>
                  </a:lnTo>
                  <a:lnTo>
                    <a:pt x="1809858" y="3082869"/>
                  </a:lnTo>
                  <a:lnTo>
                    <a:pt x="1808800" y="3082869"/>
                  </a:lnTo>
                  <a:lnTo>
                    <a:pt x="1807742" y="3082869"/>
                  </a:lnTo>
                  <a:lnTo>
                    <a:pt x="1806684" y="3082869"/>
                  </a:lnTo>
                  <a:lnTo>
                    <a:pt x="1805627" y="3082869"/>
                  </a:lnTo>
                  <a:lnTo>
                    <a:pt x="1804569" y="3082869"/>
                  </a:lnTo>
                  <a:lnTo>
                    <a:pt x="1803511" y="3082869"/>
                  </a:lnTo>
                  <a:lnTo>
                    <a:pt x="1802453" y="3082869"/>
                  </a:lnTo>
                  <a:lnTo>
                    <a:pt x="1801395" y="3082869"/>
                  </a:lnTo>
                  <a:lnTo>
                    <a:pt x="1800337" y="3082869"/>
                  </a:lnTo>
                  <a:lnTo>
                    <a:pt x="1799279" y="3082869"/>
                  </a:lnTo>
                  <a:lnTo>
                    <a:pt x="1798222" y="3082869"/>
                  </a:lnTo>
                  <a:lnTo>
                    <a:pt x="1797164" y="3082869"/>
                  </a:lnTo>
                  <a:lnTo>
                    <a:pt x="1796106" y="3082869"/>
                  </a:lnTo>
                  <a:lnTo>
                    <a:pt x="1795048" y="3082869"/>
                  </a:lnTo>
                  <a:lnTo>
                    <a:pt x="1793990" y="3082869"/>
                  </a:lnTo>
                  <a:lnTo>
                    <a:pt x="1792932" y="3082869"/>
                  </a:lnTo>
                  <a:lnTo>
                    <a:pt x="1791875" y="3082869"/>
                  </a:lnTo>
                  <a:lnTo>
                    <a:pt x="1790817" y="3082869"/>
                  </a:lnTo>
                  <a:lnTo>
                    <a:pt x="1789759" y="3082869"/>
                  </a:lnTo>
                  <a:lnTo>
                    <a:pt x="1788701" y="3082869"/>
                  </a:lnTo>
                  <a:lnTo>
                    <a:pt x="1787643" y="3082869"/>
                  </a:lnTo>
                  <a:lnTo>
                    <a:pt x="1786585" y="3082869"/>
                  </a:lnTo>
                  <a:lnTo>
                    <a:pt x="1785528" y="3082869"/>
                  </a:lnTo>
                  <a:lnTo>
                    <a:pt x="1784470" y="3082869"/>
                  </a:lnTo>
                  <a:lnTo>
                    <a:pt x="1783412" y="3082869"/>
                  </a:lnTo>
                  <a:lnTo>
                    <a:pt x="1782354" y="3082869"/>
                  </a:lnTo>
                  <a:lnTo>
                    <a:pt x="1781296" y="3082869"/>
                  </a:lnTo>
                  <a:lnTo>
                    <a:pt x="1780238" y="3082869"/>
                  </a:lnTo>
                  <a:lnTo>
                    <a:pt x="1779181" y="3082869"/>
                  </a:lnTo>
                  <a:lnTo>
                    <a:pt x="1778123" y="3082869"/>
                  </a:lnTo>
                  <a:lnTo>
                    <a:pt x="1777065" y="3082869"/>
                  </a:lnTo>
                  <a:lnTo>
                    <a:pt x="1776007" y="3082869"/>
                  </a:lnTo>
                  <a:lnTo>
                    <a:pt x="1774949" y="3082869"/>
                  </a:lnTo>
                  <a:lnTo>
                    <a:pt x="1773891" y="3082869"/>
                  </a:lnTo>
                  <a:lnTo>
                    <a:pt x="1772833" y="3082869"/>
                  </a:lnTo>
                  <a:lnTo>
                    <a:pt x="1771776" y="3082869"/>
                  </a:lnTo>
                  <a:lnTo>
                    <a:pt x="1770718" y="3082869"/>
                  </a:lnTo>
                  <a:lnTo>
                    <a:pt x="1769660" y="3082869"/>
                  </a:lnTo>
                  <a:lnTo>
                    <a:pt x="1768602" y="3082869"/>
                  </a:lnTo>
                  <a:lnTo>
                    <a:pt x="1767544" y="3082869"/>
                  </a:lnTo>
                  <a:lnTo>
                    <a:pt x="1766486" y="3082869"/>
                  </a:lnTo>
                  <a:lnTo>
                    <a:pt x="1765429" y="3082869"/>
                  </a:lnTo>
                  <a:lnTo>
                    <a:pt x="1764371" y="3082869"/>
                  </a:lnTo>
                  <a:lnTo>
                    <a:pt x="1763313" y="3082869"/>
                  </a:lnTo>
                  <a:lnTo>
                    <a:pt x="1762255" y="3082869"/>
                  </a:lnTo>
                  <a:lnTo>
                    <a:pt x="1761197" y="3082869"/>
                  </a:lnTo>
                  <a:lnTo>
                    <a:pt x="1760139" y="3082869"/>
                  </a:lnTo>
                  <a:lnTo>
                    <a:pt x="1759082" y="3082869"/>
                  </a:lnTo>
                  <a:lnTo>
                    <a:pt x="1758024" y="3082869"/>
                  </a:lnTo>
                  <a:lnTo>
                    <a:pt x="1756966" y="3082869"/>
                  </a:lnTo>
                  <a:lnTo>
                    <a:pt x="1755908" y="3082869"/>
                  </a:lnTo>
                  <a:lnTo>
                    <a:pt x="1754850" y="3082869"/>
                  </a:lnTo>
                  <a:lnTo>
                    <a:pt x="1753792" y="3082869"/>
                  </a:lnTo>
                  <a:lnTo>
                    <a:pt x="1752735" y="3082869"/>
                  </a:lnTo>
                  <a:lnTo>
                    <a:pt x="1751677" y="3082869"/>
                  </a:lnTo>
                  <a:lnTo>
                    <a:pt x="1750619" y="3082869"/>
                  </a:lnTo>
                  <a:lnTo>
                    <a:pt x="1749561" y="3082869"/>
                  </a:lnTo>
                  <a:lnTo>
                    <a:pt x="1748503" y="3082869"/>
                  </a:lnTo>
                  <a:lnTo>
                    <a:pt x="1747445" y="3082869"/>
                  </a:lnTo>
                  <a:lnTo>
                    <a:pt x="1746387" y="3082869"/>
                  </a:lnTo>
                  <a:lnTo>
                    <a:pt x="1745330" y="3082869"/>
                  </a:lnTo>
                  <a:lnTo>
                    <a:pt x="1744272" y="3082869"/>
                  </a:lnTo>
                  <a:lnTo>
                    <a:pt x="1743214" y="3082869"/>
                  </a:lnTo>
                  <a:lnTo>
                    <a:pt x="1742156" y="3082869"/>
                  </a:lnTo>
                  <a:lnTo>
                    <a:pt x="1741098" y="3082869"/>
                  </a:lnTo>
                  <a:lnTo>
                    <a:pt x="1740040" y="3082869"/>
                  </a:lnTo>
                  <a:lnTo>
                    <a:pt x="1738983" y="3082869"/>
                  </a:lnTo>
                  <a:lnTo>
                    <a:pt x="1737925" y="3082869"/>
                  </a:lnTo>
                  <a:lnTo>
                    <a:pt x="1736867" y="3082869"/>
                  </a:lnTo>
                  <a:lnTo>
                    <a:pt x="1735809" y="3082869"/>
                  </a:lnTo>
                  <a:lnTo>
                    <a:pt x="1734751" y="3082869"/>
                  </a:lnTo>
                  <a:lnTo>
                    <a:pt x="1733693" y="3082869"/>
                  </a:lnTo>
                  <a:lnTo>
                    <a:pt x="1732636" y="3082869"/>
                  </a:lnTo>
                  <a:lnTo>
                    <a:pt x="1731578" y="3082869"/>
                  </a:lnTo>
                  <a:lnTo>
                    <a:pt x="1730520" y="3082869"/>
                  </a:lnTo>
                  <a:lnTo>
                    <a:pt x="1729462" y="3082869"/>
                  </a:lnTo>
                  <a:lnTo>
                    <a:pt x="1728404" y="3082869"/>
                  </a:lnTo>
                  <a:lnTo>
                    <a:pt x="1727346" y="3082869"/>
                  </a:lnTo>
                  <a:lnTo>
                    <a:pt x="1726289" y="3082869"/>
                  </a:lnTo>
                  <a:lnTo>
                    <a:pt x="1725231" y="3082869"/>
                  </a:lnTo>
                  <a:lnTo>
                    <a:pt x="1724173" y="3082869"/>
                  </a:lnTo>
                  <a:lnTo>
                    <a:pt x="1723115" y="3082869"/>
                  </a:lnTo>
                  <a:lnTo>
                    <a:pt x="1722057" y="3082869"/>
                  </a:lnTo>
                  <a:lnTo>
                    <a:pt x="1720999" y="3082869"/>
                  </a:lnTo>
                  <a:lnTo>
                    <a:pt x="1719941" y="3082869"/>
                  </a:lnTo>
                  <a:lnTo>
                    <a:pt x="1718884" y="3082869"/>
                  </a:lnTo>
                  <a:lnTo>
                    <a:pt x="1717826" y="3082869"/>
                  </a:lnTo>
                  <a:lnTo>
                    <a:pt x="1716768" y="3082869"/>
                  </a:lnTo>
                  <a:lnTo>
                    <a:pt x="1715710" y="3082869"/>
                  </a:lnTo>
                  <a:lnTo>
                    <a:pt x="1714652" y="3082869"/>
                  </a:lnTo>
                  <a:lnTo>
                    <a:pt x="1713594" y="3082869"/>
                  </a:lnTo>
                  <a:lnTo>
                    <a:pt x="1712537" y="3082869"/>
                  </a:lnTo>
                  <a:lnTo>
                    <a:pt x="1711479" y="3082869"/>
                  </a:lnTo>
                  <a:lnTo>
                    <a:pt x="1710421" y="3082869"/>
                  </a:lnTo>
                  <a:lnTo>
                    <a:pt x="1709363" y="3082869"/>
                  </a:lnTo>
                  <a:lnTo>
                    <a:pt x="1708305" y="3082869"/>
                  </a:lnTo>
                  <a:lnTo>
                    <a:pt x="1707247" y="3082869"/>
                  </a:lnTo>
                  <a:lnTo>
                    <a:pt x="1706190" y="3082869"/>
                  </a:lnTo>
                  <a:lnTo>
                    <a:pt x="1705132" y="3082869"/>
                  </a:lnTo>
                  <a:lnTo>
                    <a:pt x="1704074" y="3082869"/>
                  </a:lnTo>
                  <a:lnTo>
                    <a:pt x="1703016" y="3082869"/>
                  </a:lnTo>
                  <a:lnTo>
                    <a:pt x="1701958" y="3082869"/>
                  </a:lnTo>
                  <a:lnTo>
                    <a:pt x="1700900" y="3082869"/>
                  </a:lnTo>
                  <a:lnTo>
                    <a:pt x="1699843" y="3082869"/>
                  </a:lnTo>
                  <a:lnTo>
                    <a:pt x="1698785" y="3082869"/>
                  </a:lnTo>
                  <a:lnTo>
                    <a:pt x="1697727" y="3082869"/>
                  </a:lnTo>
                  <a:lnTo>
                    <a:pt x="1696669" y="3082869"/>
                  </a:lnTo>
                  <a:lnTo>
                    <a:pt x="1695611" y="3082869"/>
                  </a:lnTo>
                  <a:lnTo>
                    <a:pt x="1694553" y="3082869"/>
                  </a:lnTo>
                  <a:lnTo>
                    <a:pt x="1693495" y="3082869"/>
                  </a:lnTo>
                  <a:lnTo>
                    <a:pt x="1692438" y="3082869"/>
                  </a:lnTo>
                  <a:lnTo>
                    <a:pt x="1691380" y="3082869"/>
                  </a:lnTo>
                  <a:lnTo>
                    <a:pt x="1690322" y="3082869"/>
                  </a:lnTo>
                  <a:lnTo>
                    <a:pt x="1689264" y="3082869"/>
                  </a:lnTo>
                  <a:lnTo>
                    <a:pt x="1688206" y="3082869"/>
                  </a:lnTo>
                  <a:lnTo>
                    <a:pt x="1687148" y="3082869"/>
                  </a:lnTo>
                  <a:lnTo>
                    <a:pt x="1686091" y="3082869"/>
                  </a:lnTo>
                  <a:lnTo>
                    <a:pt x="1685033" y="3082869"/>
                  </a:lnTo>
                  <a:lnTo>
                    <a:pt x="1683975" y="3082869"/>
                  </a:lnTo>
                  <a:lnTo>
                    <a:pt x="1682917" y="3082869"/>
                  </a:lnTo>
                  <a:lnTo>
                    <a:pt x="1681859" y="3082869"/>
                  </a:lnTo>
                  <a:lnTo>
                    <a:pt x="1680801" y="3082869"/>
                  </a:lnTo>
                  <a:lnTo>
                    <a:pt x="1679744" y="3082869"/>
                  </a:lnTo>
                  <a:lnTo>
                    <a:pt x="1678686" y="3082869"/>
                  </a:lnTo>
                  <a:lnTo>
                    <a:pt x="1677628" y="3082869"/>
                  </a:lnTo>
                  <a:lnTo>
                    <a:pt x="1676570" y="3082869"/>
                  </a:lnTo>
                  <a:lnTo>
                    <a:pt x="1675512" y="3082869"/>
                  </a:lnTo>
                  <a:lnTo>
                    <a:pt x="1674454" y="3082869"/>
                  </a:lnTo>
                  <a:lnTo>
                    <a:pt x="1673397" y="3082869"/>
                  </a:lnTo>
                  <a:lnTo>
                    <a:pt x="1672339" y="3082869"/>
                  </a:lnTo>
                  <a:lnTo>
                    <a:pt x="1671281" y="3082869"/>
                  </a:lnTo>
                  <a:lnTo>
                    <a:pt x="1670223" y="3082869"/>
                  </a:lnTo>
                  <a:lnTo>
                    <a:pt x="1669165" y="3082869"/>
                  </a:lnTo>
                  <a:lnTo>
                    <a:pt x="1668107" y="3082869"/>
                  </a:lnTo>
                  <a:lnTo>
                    <a:pt x="1667049" y="3082869"/>
                  </a:lnTo>
                  <a:lnTo>
                    <a:pt x="1665992" y="3082869"/>
                  </a:lnTo>
                  <a:lnTo>
                    <a:pt x="1664934" y="3082869"/>
                  </a:lnTo>
                  <a:lnTo>
                    <a:pt x="1663876" y="3082869"/>
                  </a:lnTo>
                  <a:lnTo>
                    <a:pt x="1662818" y="3082869"/>
                  </a:lnTo>
                  <a:lnTo>
                    <a:pt x="1661760" y="3082869"/>
                  </a:lnTo>
                  <a:lnTo>
                    <a:pt x="1660702" y="3082869"/>
                  </a:lnTo>
                  <a:lnTo>
                    <a:pt x="1659645" y="3082869"/>
                  </a:lnTo>
                  <a:lnTo>
                    <a:pt x="1658587" y="3082869"/>
                  </a:lnTo>
                  <a:lnTo>
                    <a:pt x="1657529" y="3082869"/>
                  </a:lnTo>
                  <a:lnTo>
                    <a:pt x="1656471" y="3082869"/>
                  </a:lnTo>
                  <a:lnTo>
                    <a:pt x="1655413" y="3082869"/>
                  </a:lnTo>
                  <a:lnTo>
                    <a:pt x="1654355" y="3082869"/>
                  </a:lnTo>
                  <a:lnTo>
                    <a:pt x="1653298" y="3082869"/>
                  </a:lnTo>
                  <a:lnTo>
                    <a:pt x="1652240" y="3082869"/>
                  </a:lnTo>
                  <a:lnTo>
                    <a:pt x="1651182" y="3082869"/>
                  </a:lnTo>
                  <a:lnTo>
                    <a:pt x="1650124" y="3082869"/>
                  </a:lnTo>
                  <a:lnTo>
                    <a:pt x="1649066" y="3082869"/>
                  </a:lnTo>
                  <a:lnTo>
                    <a:pt x="1648008" y="3082869"/>
                  </a:lnTo>
                  <a:lnTo>
                    <a:pt x="1646951" y="3082869"/>
                  </a:lnTo>
                  <a:lnTo>
                    <a:pt x="1645893" y="3082869"/>
                  </a:lnTo>
                  <a:lnTo>
                    <a:pt x="1644835" y="3082869"/>
                  </a:lnTo>
                  <a:lnTo>
                    <a:pt x="1643777" y="3082869"/>
                  </a:lnTo>
                  <a:lnTo>
                    <a:pt x="1642719" y="3082869"/>
                  </a:lnTo>
                  <a:lnTo>
                    <a:pt x="1641661" y="3082869"/>
                  </a:lnTo>
                  <a:lnTo>
                    <a:pt x="1640603" y="3082869"/>
                  </a:lnTo>
                  <a:lnTo>
                    <a:pt x="1639546" y="3082869"/>
                  </a:lnTo>
                  <a:lnTo>
                    <a:pt x="1638488" y="3082869"/>
                  </a:lnTo>
                  <a:lnTo>
                    <a:pt x="1637430" y="3082869"/>
                  </a:lnTo>
                  <a:lnTo>
                    <a:pt x="1636372" y="3082869"/>
                  </a:lnTo>
                  <a:lnTo>
                    <a:pt x="1635314" y="3082869"/>
                  </a:lnTo>
                  <a:lnTo>
                    <a:pt x="1634256" y="3082869"/>
                  </a:lnTo>
                  <a:lnTo>
                    <a:pt x="1633199" y="3082869"/>
                  </a:lnTo>
                  <a:lnTo>
                    <a:pt x="1632141" y="3082869"/>
                  </a:lnTo>
                  <a:lnTo>
                    <a:pt x="1631083" y="3082869"/>
                  </a:lnTo>
                  <a:lnTo>
                    <a:pt x="1630025" y="3082869"/>
                  </a:lnTo>
                  <a:lnTo>
                    <a:pt x="1628967" y="3082869"/>
                  </a:lnTo>
                  <a:lnTo>
                    <a:pt x="1627909" y="3082869"/>
                  </a:lnTo>
                  <a:lnTo>
                    <a:pt x="1626852" y="3082869"/>
                  </a:lnTo>
                  <a:lnTo>
                    <a:pt x="1625794" y="3082869"/>
                  </a:lnTo>
                  <a:lnTo>
                    <a:pt x="1624736" y="3082869"/>
                  </a:lnTo>
                  <a:lnTo>
                    <a:pt x="1623678" y="3082869"/>
                  </a:lnTo>
                  <a:lnTo>
                    <a:pt x="1622620" y="3082869"/>
                  </a:lnTo>
                  <a:lnTo>
                    <a:pt x="1621562" y="3082869"/>
                  </a:lnTo>
                  <a:lnTo>
                    <a:pt x="1620505" y="3082869"/>
                  </a:lnTo>
                  <a:lnTo>
                    <a:pt x="1619447" y="3082869"/>
                  </a:lnTo>
                  <a:lnTo>
                    <a:pt x="1618389" y="3082869"/>
                  </a:lnTo>
                  <a:lnTo>
                    <a:pt x="1617331" y="3082869"/>
                  </a:lnTo>
                  <a:lnTo>
                    <a:pt x="1616273" y="3082869"/>
                  </a:lnTo>
                  <a:lnTo>
                    <a:pt x="1615215" y="3082869"/>
                  </a:lnTo>
                  <a:lnTo>
                    <a:pt x="1614158" y="3082869"/>
                  </a:lnTo>
                  <a:lnTo>
                    <a:pt x="1613100" y="3082869"/>
                  </a:lnTo>
                  <a:lnTo>
                    <a:pt x="1612042" y="3082869"/>
                  </a:lnTo>
                  <a:lnTo>
                    <a:pt x="1610984" y="3082869"/>
                  </a:lnTo>
                  <a:lnTo>
                    <a:pt x="1609926" y="3082869"/>
                  </a:lnTo>
                  <a:lnTo>
                    <a:pt x="1608868" y="3082869"/>
                  </a:lnTo>
                  <a:lnTo>
                    <a:pt x="1607810" y="3082869"/>
                  </a:lnTo>
                  <a:lnTo>
                    <a:pt x="1606753" y="3082869"/>
                  </a:lnTo>
                  <a:lnTo>
                    <a:pt x="1605695" y="3082869"/>
                  </a:lnTo>
                  <a:lnTo>
                    <a:pt x="1604637" y="3082869"/>
                  </a:lnTo>
                  <a:lnTo>
                    <a:pt x="1603579" y="3082869"/>
                  </a:lnTo>
                  <a:lnTo>
                    <a:pt x="1602521" y="3082869"/>
                  </a:lnTo>
                  <a:lnTo>
                    <a:pt x="1601463" y="3082869"/>
                  </a:lnTo>
                  <a:lnTo>
                    <a:pt x="1600406" y="3082869"/>
                  </a:lnTo>
                  <a:lnTo>
                    <a:pt x="1599348" y="3082869"/>
                  </a:lnTo>
                  <a:lnTo>
                    <a:pt x="1598290" y="3082869"/>
                  </a:lnTo>
                  <a:lnTo>
                    <a:pt x="1597232" y="3082869"/>
                  </a:lnTo>
                  <a:lnTo>
                    <a:pt x="1596174" y="3082869"/>
                  </a:lnTo>
                  <a:lnTo>
                    <a:pt x="1595116" y="3082869"/>
                  </a:lnTo>
                  <a:lnTo>
                    <a:pt x="1594059" y="3082869"/>
                  </a:lnTo>
                  <a:lnTo>
                    <a:pt x="1593001" y="3082869"/>
                  </a:lnTo>
                  <a:lnTo>
                    <a:pt x="1591943" y="3082869"/>
                  </a:lnTo>
                  <a:lnTo>
                    <a:pt x="1590885" y="3082869"/>
                  </a:lnTo>
                  <a:lnTo>
                    <a:pt x="1589827" y="3082869"/>
                  </a:lnTo>
                  <a:lnTo>
                    <a:pt x="1588769" y="3082869"/>
                  </a:lnTo>
                  <a:lnTo>
                    <a:pt x="1587712" y="3082869"/>
                  </a:lnTo>
                  <a:lnTo>
                    <a:pt x="1586654" y="3082869"/>
                  </a:lnTo>
                  <a:lnTo>
                    <a:pt x="1585596" y="3082869"/>
                  </a:lnTo>
                  <a:lnTo>
                    <a:pt x="1584538" y="3082869"/>
                  </a:lnTo>
                  <a:lnTo>
                    <a:pt x="1583480" y="3082869"/>
                  </a:lnTo>
                  <a:lnTo>
                    <a:pt x="1582422" y="3082869"/>
                  </a:lnTo>
                  <a:lnTo>
                    <a:pt x="1581364" y="3082869"/>
                  </a:lnTo>
                  <a:lnTo>
                    <a:pt x="1580307" y="3082869"/>
                  </a:lnTo>
                  <a:lnTo>
                    <a:pt x="1579249" y="3082869"/>
                  </a:lnTo>
                  <a:lnTo>
                    <a:pt x="1578191" y="3082869"/>
                  </a:lnTo>
                  <a:lnTo>
                    <a:pt x="1577133" y="3082869"/>
                  </a:lnTo>
                  <a:lnTo>
                    <a:pt x="1576075" y="3082869"/>
                  </a:lnTo>
                  <a:lnTo>
                    <a:pt x="1575017" y="3082869"/>
                  </a:lnTo>
                  <a:lnTo>
                    <a:pt x="1573960" y="3082869"/>
                  </a:lnTo>
                  <a:lnTo>
                    <a:pt x="1572902" y="3082869"/>
                  </a:lnTo>
                  <a:lnTo>
                    <a:pt x="1571844" y="3082869"/>
                  </a:lnTo>
                  <a:lnTo>
                    <a:pt x="1570786" y="3082869"/>
                  </a:lnTo>
                  <a:lnTo>
                    <a:pt x="1569728" y="3082869"/>
                  </a:lnTo>
                  <a:lnTo>
                    <a:pt x="1568670" y="3082869"/>
                  </a:lnTo>
                  <a:lnTo>
                    <a:pt x="1567613" y="3082869"/>
                  </a:lnTo>
                  <a:lnTo>
                    <a:pt x="1566555" y="3082869"/>
                  </a:lnTo>
                  <a:lnTo>
                    <a:pt x="1565497" y="3082869"/>
                  </a:lnTo>
                  <a:lnTo>
                    <a:pt x="1564439" y="3082869"/>
                  </a:lnTo>
                  <a:lnTo>
                    <a:pt x="1563381" y="3082869"/>
                  </a:lnTo>
                  <a:lnTo>
                    <a:pt x="1562323" y="3082869"/>
                  </a:lnTo>
                  <a:lnTo>
                    <a:pt x="1561266" y="3082869"/>
                  </a:lnTo>
                  <a:lnTo>
                    <a:pt x="1560208" y="3082869"/>
                  </a:lnTo>
                  <a:lnTo>
                    <a:pt x="1559150" y="3082869"/>
                  </a:lnTo>
                  <a:lnTo>
                    <a:pt x="1558092" y="3082869"/>
                  </a:lnTo>
                  <a:lnTo>
                    <a:pt x="1557034" y="3082869"/>
                  </a:lnTo>
                  <a:lnTo>
                    <a:pt x="1555976" y="3082869"/>
                  </a:lnTo>
                  <a:lnTo>
                    <a:pt x="1554918" y="3082869"/>
                  </a:lnTo>
                  <a:lnTo>
                    <a:pt x="1553861" y="3082869"/>
                  </a:lnTo>
                  <a:lnTo>
                    <a:pt x="1552803" y="3082869"/>
                  </a:lnTo>
                  <a:lnTo>
                    <a:pt x="1551745" y="3082869"/>
                  </a:lnTo>
                  <a:lnTo>
                    <a:pt x="1550687" y="3082869"/>
                  </a:lnTo>
                  <a:lnTo>
                    <a:pt x="1549629" y="3082869"/>
                  </a:lnTo>
                  <a:lnTo>
                    <a:pt x="1548571" y="3082869"/>
                  </a:lnTo>
                  <a:lnTo>
                    <a:pt x="1547514" y="3082869"/>
                  </a:lnTo>
                  <a:lnTo>
                    <a:pt x="1546456" y="3082869"/>
                  </a:lnTo>
                  <a:lnTo>
                    <a:pt x="1545398" y="3082869"/>
                  </a:lnTo>
                  <a:lnTo>
                    <a:pt x="1544340" y="3082869"/>
                  </a:lnTo>
                  <a:lnTo>
                    <a:pt x="1543282" y="3082869"/>
                  </a:lnTo>
                  <a:lnTo>
                    <a:pt x="1542224" y="3082869"/>
                  </a:lnTo>
                  <a:lnTo>
                    <a:pt x="1541167" y="3082869"/>
                  </a:lnTo>
                  <a:lnTo>
                    <a:pt x="1540109" y="3082869"/>
                  </a:lnTo>
                  <a:lnTo>
                    <a:pt x="1539051" y="3082869"/>
                  </a:lnTo>
                  <a:lnTo>
                    <a:pt x="1537993" y="3082869"/>
                  </a:lnTo>
                  <a:lnTo>
                    <a:pt x="1536935" y="3082869"/>
                  </a:lnTo>
                  <a:lnTo>
                    <a:pt x="1535877" y="3082869"/>
                  </a:lnTo>
                  <a:lnTo>
                    <a:pt x="1534820" y="3082869"/>
                  </a:lnTo>
                  <a:lnTo>
                    <a:pt x="1533762" y="3082869"/>
                  </a:lnTo>
                  <a:lnTo>
                    <a:pt x="1532704" y="3082869"/>
                  </a:lnTo>
                  <a:lnTo>
                    <a:pt x="1531646" y="3082869"/>
                  </a:lnTo>
                  <a:lnTo>
                    <a:pt x="1530588" y="3082869"/>
                  </a:lnTo>
                  <a:lnTo>
                    <a:pt x="1529530" y="3082869"/>
                  </a:lnTo>
                  <a:lnTo>
                    <a:pt x="1528472" y="3082869"/>
                  </a:lnTo>
                  <a:lnTo>
                    <a:pt x="1527415" y="3082869"/>
                  </a:lnTo>
                  <a:lnTo>
                    <a:pt x="1526357" y="3082869"/>
                  </a:lnTo>
                  <a:lnTo>
                    <a:pt x="1525299" y="3082869"/>
                  </a:lnTo>
                  <a:lnTo>
                    <a:pt x="1524241" y="3082869"/>
                  </a:lnTo>
                  <a:lnTo>
                    <a:pt x="1523183" y="3082869"/>
                  </a:lnTo>
                  <a:lnTo>
                    <a:pt x="1522125" y="3082869"/>
                  </a:lnTo>
                  <a:lnTo>
                    <a:pt x="1521068" y="3082869"/>
                  </a:lnTo>
                  <a:lnTo>
                    <a:pt x="1520010" y="3082869"/>
                  </a:lnTo>
                  <a:lnTo>
                    <a:pt x="1518952" y="3082869"/>
                  </a:lnTo>
                  <a:lnTo>
                    <a:pt x="1517894" y="3082869"/>
                  </a:lnTo>
                  <a:lnTo>
                    <a:pt x="1516836" y="3082869"/>
                  </a:lnTo>
                  <a:lnTo>
                    <a:pt x="1515778" y="3082869"/>
                  </a:lnTo>
                  <a:lnTo>
                    <a:pt x="1514721" y="3082869"/>
                  </a:lnTo>
                  <a:lnTo>
                    <a:pt x="1513663" y="3082869"/>
                  </a:lnTo>
                  <a:lnTo>
                    <a:pt x="1512605" y="3082869"/>
                  </a:lnTo>
                  <a:lnTo>
                    <a:pt x="1511547" y="3082869"/>
                  </a:lnTo>
                  <a:lnTo>
                    <a:pt x="1510489" y="3082869"/>
                  </a:lnTo>
                  <a:lnTo>
                    <a:pt x="1509431" y="3082869"/>
                  </a:lnTo>
                  <a:lnTo>
                    <a:pt x="1508374" y="3082869"/>
                  </a:lnTo>
                  <a:lnTo>
                    <a:pt x="1507316" y="3082869"/>
                  </a:lnTo>
                  <a:lnTo>
                    <a:pt x="1506258" y="3082869"/>
                  </a:lnTo>
                  <a:lnTo>
                    <a:pt x="1505200" y="3082869"/>
                  </a:lnTo>
                  <a:lnTo>
                    <a:pt x="1504142" y="3082869"/>
                  </a:lnTo>
                  <a:lnTo>
                    <a:pt x="1503084" y="3082869"/>
                  </a:lnTo>
                  <a:lnTo>
                    <a:pt x="1502026" y="3082869"/>
                  </a:lnTo>
                  <a:lnTo>
                    <a:pt x="1500969" y="3082869"/>
                  </a:lnTo>
                  <a:lnTo>
                    <a:pt x="1499911" y="3082869"/>
                  </a:lnTo>
                  <a:lnTo>
                    <a:pt x="1498853" y="3082869"/>
                  </a:lnTo>
                  <a:lnTo>
                    <a:pt x="1497795" y="3082869"/>
                  </a:lnTo>
                  <a:lnTo>
                    <a:pt x="1496737" y="3082869"/>
                  </a:lnTo>
                  <a:lnTo>
                    <a:pt x="1495679" y="3082869"/>
                  </a:lnTo>
                  <a:lnTo>
                    <a:pt x="1494622" y="3082869"/>
                  </a:lnTo>
                  <a:lnTo>
                    <a:pt x="1493564" y="3082869"/>
                  </a:lnTo>
                  <a:lnTo>
                    <a:pt x="1492506" y="3082869"/>
                  </a:lnTo>
                  <a:lnTo>
                    <a:pt x="1491448" y="3082869"/>
                  </a:lnTo>
                  <a:lnTo>
                    <a:pt x="1490390" y="3082869"/>
                  </a:lnTo>
                  <a:lnTo>
                    <a:pt x="1489332" y="3082869"/>
                  </a:lnTo>
                  <a:lnTo>
                    <a:pt x="1488275" y="3082869"/>
                  </a:lnTo>
                  <a:lnTo>
                    <a:pt x="1487217" y="3082869"/>
                  </a:lnTo>
                  <a:lnTo>
                    <a:pt x="1486159" y="3082869"/>
                  </a:lnTo>
                  <a:lnTo>
                    <a:pt x="1485101" y="3082869"/>
                  </a:lnTo>
                  <a:lnTo>
                    <a:pt x="1484043" y="3082869"/>
                  </a:lnTo>
                  <a:lnTo>
                    <a:pt x="1482985" y="3082869"/>
                  </a:lnTo>
                  <a:lnTo>
                    <a:pt x="1481928" y="3082869"/>
                  </a:lnTo>
                  <a:lnTo>
                    <a:pt x="1480870" y="3082869"/>
                  </a:lnTo>
                  <a:lnTo>
                    <a:pt x="1479812" y="3082869"/>
                  </a:lnTo>
                  <a:lnTo>
                    <a:pt x="1478754" y="3082869"/>
                  </a:lnTo>
                  <a:lnTo>
                    <a:pt x="1477696" y="3082869"/>
                  </a:lnTo>
                  <a:lnTo>
                    <a:pt x="1476638" y="3082869"/>
                  </a:lnTo>
                  <a:lnTo>
                    <a:pt x="1475580" y="3082869"/>
                  </a:lnTo>
                  <a:lnTo>
                    <a:pt x="1474523" y="3082869"/>
                  </a:lnTo>
                  <a:lnTo>
                    <a:pt x="1473465" y="3082869"/>
                  </a:lnTo>
                  <a:lnTo>
                    <a:pt x="1472407" y="3082869"/>
                  </a:lnTo>
                  <a:lnTo>
                    <a:pt x="1471349" y="3082869"/>
                  </a:lnTo>
                  <a:lnTo>
                    <a:pt x="1470291" y="3082869"/>
                  </a:lnTo>
                  <a:lnTo>
                    <a:pt x="1469233" y="3082869"/>
                  </a:lnTo>
                  <a:lnTo>
                    <a:pt x="1468176" y="3082869"/>
                  </a:lnTo>
                  <a:lnTo>
                    <a:pt x="1467118" y="3082869"/>
                  </a:lnTo>
                  <a:lnTo>
                    <a:pt x="1466060" y="3082869"/>
                  </a:lnTo>
                  <a:lnTo>
                    <a:pt x="1465002" y="3082869"/>
                  </a:lnTo>
                  <a:lnTo>
                    <a:pt x="1463944" y="3082869"/>
                  </a:lnTo>
                  <a:lnTo>
                    <a:pt x="1462886" y="3082869"/>
                  </a:lnTo>
                  <a:lnTo>
                    <a:pt x="1461829" y="3082869"/>
                  </a:lnTo>
                  <a:lnTo>
                    <a:pt x="1460771" y="3082869"/>
                  </a:lnTo>
                  <a:lnTo>
                    <a:pt x="1459713" y="3082869"/>
                  </a:lnTo>
                  <a:lnTo>
                    <a:pt x="1458655" y="3082869"/>
                  </a:lnTo>
                  <a:lnTo>
                    <a:pt x="1457597" y="3082869"/>
                  </a:lnTo>
                  <a:lnTo>
                    <a:pt x="1456539" y="3082869"/>
                  </a:lnTo>
                  <a:lnTo>
                    <a:pt x="1455482" y="3082869"/>
                  </a:lnTo>
                  <a:lnTo>
                    <a:pt x="1454424" y="3082869"/>
                  </a:lnTo>
                  <a:lnTo>
                    <a:pt x="1453366" y="3082869"/>
                  </a:lnTo>
                  <a:lnTo>
                    <a:pt x="1452308" y="3082869"/>
                  </a:lnTo>
                  <a:lnTo>
                    <a:pt x="1451250" y="3082869"/>
                  </a:lnTo>
                  <a:lnTo>
                    <a:pt x="1450192" y="3082869"/>
                  </a:lnTo>
                  <a:lnTo>
                    <a:pt x="1449134" y="3082869"/>
                  </a:lnTo>
                  <a:lnTo>
                    <a:pt x="1448077" y="3082869"/>
                  </a:lnTo>
                  <a:lnTo>
                    <a:pt x="1447019" y="3082869"/>
                  </a:lnTo>
                  <a:lnTo>
                    <a:pt x="1445961" y="3082869"/>
                  </a:lnTo>
                  <a:lnTo>
                    <a:pt x="1444903" y="3082869"/>
                  </a:lnTo>
                  <a:lnTo>
                    <a:pt x="1443845" y="3082869"/>
                  </a:lnTo>
                  <a:lnTo>
                    <a:pt x="1442787" y="3082869"/>
                  </a:lnTo>
                  <a:lnTo>
                    <a:pt x="1441730" y="3082869"/>
                  </a:lnTo>
                  <a:lnTo>
                    <a:pt x="1440672" y="3082869"/>
                  </a:lnTo>
                  <a:lnTo>
                    <a:pt x="1439614" y="3082869"/>
                  </a:lnTo>
                  <a:lnTo>
                    <a:pt x="1438556" y="3082869"/>
                  </a:lnTo>
                  <a:lnTo>
                    <a:pt x="1437498" y="3082869"/>
                  </a:lnTo>
                  <a:lnTo>
                    <a:pt x="1436440" y="3082869"/>
                  </a:lnTo>
                  <a:lnTo>
                    <a:pt x="1435383" y="3082869"/>
                  </a:lnTo>
                  <a:lnTo>
                    <a:pt x="1434325" y="3082869"/>
                  </a:lnTo>
                  <a:lnTo>
                    <a:pt x="1433267" y="3082869"/>
                  </a:lnTo>
                  <a:lnTo>
                    <a:pt x="1432209" y="3082869"/>
                  </a:lnTo>
                  <a:lnTo>
                    <a:pt x="1431151" y="3082869"/>
                  </a:lnTo>
                  <a:lnTo>
                    <a:pt x="1430093" y="3082869"/>
                  </a:lnTo>
                  <a:lnTo>
                    <a:pt x="1429036" y="3082869"/>
                  </a:lnTo>
                  <a:lnTo>
                    <a:pt x="1427978" y="3082869"/>
                  </a:lnTo>
                  <a:lnTo>
                    <a:pt x="1426920" y="3082869"/>
                  </a:lnTo>
                  <a:lnTo>
                    <a:pt x="1425862" y="3082869"/>
                  </a:lnTo>
                  <a:lnTo>
                    <a:pt x="1424804" y="3082869"/>
                  </a:lnTo>
                  <a:lnTo>
                    <a:pt x="1423746" y="3082869"/>
                  </a:lnTo>
                  <a:lnTo>
                    <a:pt x="1422688" y="3082869"/>
                  </a:lnTo>
                  <a:lnTo>
                    <a:pt x="1421631" y="3082869"/>
                  </a:lnTo>
                  <a:lnTo>
                    <a:pt x="1420573" y="3082869"/>
                  </a:lnTo>
                  <a:lnTo>
                    <a:pt x="1419515" y="3082869"/>
                  </a:lnTo>
                  <a:lnTo>
                    <a:pt x="1418457" y="3082869"/>
                  </a:lnTo>
                  <a:lnTo>
                    <a:pt x="1417399" y="3082869"/>
                  </a:lnTo>
                  <a:lnTo>
                    <a:pt x="1416341" y="3082869"/>
                  </a:lnTo>
                  <a:lnTo>
                    <a:pt x="1415284" y="3082869"/>
                  </a:lnTo>
                  <a:lnTo>
                    <a:pt x="1414226" y="3082869"/>
                  </a:lnTo>
                  <a:lnTo>
                    <a:pt x="1413168" y="3082869"/>
                  </a:lnTo>
                  <a:lnTo>
                    <a:pt x="1412110" y="3082869"/>
                  </a:lnTo>
                  <a:lnTo>
                    <a:pt x="1411052" y="3082869"/>
                  </a:lnTo>
                  <a:lnTo>
                    <a:pt x="1409994" y="3082869"/>
                  </a:lnTo>
                  <a:lnTo>
                    <a:pt x="1408937" y="3082869"/>
                  </a:lnTo>
                  <a:lnTo>
                    <a:pt x="1407879" y="3082869"/>
                  </a:lnTo>
                  <a:lnTo>
                    <a:pt x="1406821" y="3082869"/>
                  </a:lnTo>
                  <a:lnTo>
                    <a:pt x="1405763" y="3082869"/>
                  </a:lnTo>
                  <a:lnTo>
                    <a:pt x="1404705" y="3082869"/>
                  </a:lnTo>
                  <a:lnTo>
                    <a:pt x="1403647" y="3082869"/>
                  </a:lnTo>
                  <a:lnTo>
                    <a:pt x="1402590" y="3082869"/>
                  </a:lnTo>
                  <a:lnTo>
                    <a:pt x="1401532" y="3082869"/>
                  </a:lnTo>
                  <a:lnTo>
                    <a:pt x="1400474" y="3082869"/>
                  </a:lnTo>
                  <a:lnTo>
                    <a:pt x="1399416" y="3082869"/>
                  </a:lnTo>
                  <a:lnTo>
                    <a:pt x="1398358" y="3082869"/>
                  </a:lnTo>
                  <a:lnTo>
                    <a:pt x="1397300" y="3082869"/>
                  </a:lnTo>
                  <a:lnTo>
                    <a:pt x="1396242" y="3082869"/>
                  </a:lnTo>
                  <a:lnTo>
                    <a:pt x="1395185" y="3082869"/>
                  </a:lnTo>
                  <a:lnTo>
                    <a:pt x="1394127" y="3082869"/>
                  </a:lnTo>
                  <a:lnTo>
                    <a:pt x="1393069" y="3082869"/>
                  </a:lnTo>
                  <a:lnTo>
                    <a:pt x="1392011" y="3082869"/>
                  </a:lnTo>
                  <a:lnTo>
                    <a:pt x="1390953" y="3082869"/>
                  </a:lnTo>
                  <a:lnTo>
                    <a:pt x="1389895" y="3082869"/>
                  </a:lnTo>
                  <a:lnTo>
                    <a:pt x="1388838" y="3082869"/>
                  </a:lnTo>
                  <a:lnTo>
                    <a:pt x="1387780" y="3082869"/>
                  </a:lnTo>
                  <a:lnTo>
                    <a:pt x="1386722" y="3082869"/>
                  </a:lnTo>
                  <a:lnTo>
                    <a:pt x="1385664" y="3082869"/>
                  </a:lnTo>
                  <a:lnTo>
                    <a:pt x="1384606" y="3082869"/>
                  </a:lnTo>
                  <a:lnTo>
                    <a:pt x="1383548" y="3082869"/>
                  </a:lnTo>
                  <a:lnTo>
                    <a:pt x="1382491" y="3082869"/>
                  </a:lnTo>
                  <a:lnTo>
                    <a:pt x="1381433" y="3082869"/>
                  </a:lnTo>
                  <a:lnTo>
                    <a:pt x="1380375" y="3082869"/>
                  </a:lnTo>
                  <a:lnTo>
                    <a:pt x="1379317" y="3082869"/>
                  </a:lnTo>
                  <a:lnTo>
                    <a:pt x="1378259" y="3082869"/>
                  </a:lnTo>
                  <a:lnTo>
                    <a:pt x="1377201" y="3082869"/>
                  </a:lnTo>
                  <a:lnTo>
                    <a:pt x="1376144" y="3082869"/>
                  </a:lnTo>
                  <a:lnTo>
                    <a:pt x="1375086" y="3082869"/>
                  </a:lnTo>
                  <a:lnTo>
                    <a:pt x="1374028" y="3082869"/>
                  </a:lnTo>
                  <a:lnTo>
                    <a:pt x="1372970" y="3082869"/>
                  </a:lnTo>
                  <a:lnTo>
                    <a:pt x="1371912" y="3082869"/>
                  </a:lnTo>
                  <a:lnTo>
                    <a:pt x="1370854" y="3082869"/>
                  </a:lnTo>
                  <a:lnTo>
                    <a:pt x="1369796" y="3082869"/>
                  </a:lnTo>
                  <a:lnTo>
                    <a:pt x="1368739" y="3082869"/>
                  </a:lnTo>
                  <a:lnTo>
                    <a:pt x="1367681" y="3082869"/>
                  </a:lnTo>
                  <a:lnTo>
                    <a:pt x="1366623" y="3082869"/>
                  </a:lnTo>
                  <a:lnTo>
                    <a:pt x="1365565" y="3082869"/>
                  </a:lnTo>
                  <a:lnTo>
                    <a:pt x="1364507" y="3082869"/>
                  </a:lnTo>
                  <a:lnTo>
                    <a:pt x="1363449" y="3082869"/>
                  </a:lnTo>
                  <a:lnTo>
                    <a:pt x="1362392" y="3082869"/>
                  </a:lnTo>
                  <a:lnTo>
                    <a:pt x="1361334" y="3082869"/>
                  </a:lnTo>
                  <a:lnTo>
                    <a:pt x="1360276" y="3082869"/>
                  </a:lnTo>
                  <a:lnTo>
                    <a:pt x="1359218" y="3082869"/>
                  </a:lnTo>
                  <a:lnTo>
                    <a:pt x="1358160" y="3082869"/>
                  </a:lnTo>
                  <a:lnTo>
                    <a:pt x="1357102" y="3082869"/>
                  </a:lnTo>
                  <a:lnTo>
                    <a:pt x="1356045" y="3082869"/>
                  </a:lnTo>
                  <a:lnTo>
                    <a:pt x="1354987" y="3082869"/>
                  </a:lnTo>
                  <a:lnTo>
                    <a:pt x="1353929" y="3082869"/>
                  </a:lnTo>
                  <a:lnTo>
                    <a:pt x="1352871" y="3082869"/>
                  </a:lnTo>
                  <a:lnTo>
                    <a:pt x="1351813" y="3082869"/>
                  </a:lnTo>
                  <a:lnTo>
                    <a:pt x="1350755" y="3082869"/>
                  </a:lnTo>
                  <a:lnTo>
                    <a:pt x="1349698" y="3082869"/>
                  </a:lnTo>
                  <a:lnTo>
                    <a:pt x="1348640" y="3082869"/>
                  </a:lnTo>
                  <a:lnTo>
                    <a:pt x="1347582" y="3082869"/>
                  </a:lnTo>
                  <a:lnTo>
                    <a:pt x="1346524" y="3082869"/>
                  </a:lnTo>
                  <a:lnTo>
                    <a:pt x="1345466" y="3082869"/>
                  </a:lnTo>
                  <a:lnTo>
                    <a:pt x="1344408" y="3082869"/>
                  </a:lnTo>
                  <a:lnTo>
                    <a:pt x="1343350" y="3082869"/>
                  </a:lnTo>
                  <a:lnTo>
                    <a:pt x="1342293" y="3082869"/>
                  </a:lnTo>
                  <a:lnTo>
                    <a:pt x="1341235" y="3082869"/>
                  </a:lnTo>
                  <a:lnTo>
                    <a:pt x="1340177" y="3082869"/>
                  </a:lnTo>
                  <a:lnTo>
                    <a:pt x="1339119" y="3082869"/>
                  </a:lnTo>
                  <a:lnTo>
                    <a:pt x="1338061" y="3082869"/>
                  </a:lnTo>
                  <a:lnTo>
                    <a:pt x="1337003" y="3082869"/>
                  </a:lnTo>
                  <a:lnTo>
                    <a:pt x="1335946" y="3082869"/>
                  </a:lnTo>
                  <a:lnTo>
                    <a:pt x="1334888" y="3082869"/>
                  </a:lnTo>
                  <a:lnTo>
                    <a:pt x="1333830" y="3082869"/>
                  </a:lnTo>
                  <a:lnTo>
                    <a:pt x="1332772" y="3082869"/>
                  </a:lnTo>
                  <a:lnTo>
                    <a:pt x="1331714" y="3082869"/>
                  </a:lnTo>
                  <a:lnTo>
                    <a:pt x="1330656" y="3082869"/>
                  </a:lnTo>
                  <a:lnTo>
                    <a:pt x="1329599" y="3082869"/>
                  </a:lnTo>
                  <a:lnTo>
                    <a:pt x="1328541" y="3082869"/>
                  </a:lnTo>
                  <a:lnTo>
                    <a:pt x="1327483" y="3082869"/>
                  </a:lnTo>
                  <a:lnTo>
                    <a:pt x="1326425" y="3082869"/>
                  </a:lnTo>
                  <a:lnTo>
                    <a:pt x="1325367" y="3082869"/>
                  </a:lnTo>
                  <a:lnTo>
                    <a:pt x="1324309" y="3082869"/>
                  </a:lnTo>
                  <a:lnTo>
                    <a:pt x="1323252" y="3082869"/>
                  </a:lnTo>
                  <a:lnTo>
                    <a:pt x="1322194" y="3082869"/>
                  </a:lnTo>
                  <a:lnTo>
                    <a:pt x="1321136" y="3082869"/>
                  </a:lnTo>
                  <a:lnTo>
                    <a:pt x="1320078" y="3082869"/>
                  </a:lnTo>
                  <a:lnTo>
                    <a:pt x="1319020" y="3082869"/>
                  </a:lnTo>
                  <a:lnTo>
                    <a:pt x="1317962" y="3082869"/>
                  </a:lnTo>
                  <a:lnTo>
                    <a:pt x="1316904" y="3082869"/>
                  </a:lnTo>
                  <a:lnTo>
                    <a:pt x="1315847" y="3082869"/>
                  </a:lnTo>
                  <a:lnTo>
                    <a:pt x="1314789" y="3082869"/>
                  </a:lnTo>
                  <a:lnTo>
                    <a:pt x="1313731" y="3082869"/>
                  </a:lnTo>
                  <a:lnTo>
                    <a:pt x="1312673" y="3082869"/>
                  </a:lnTo>
                  <a:lnTo>
                    <a:pt x="1311615" y="3082869"/>
                  </a:lnTo>
                  <a:lnTo>
                    <a:pt x="1310557" y="3082869"/>
                  </a:lnTo>
                  <a:lnTo>
                    <a:pt x="1309500" y="3082869"/>
                  </a:lnTo>
                  <a:lnTo>
                    <a:pt x="1308442" y="3082869"/>
                  </a:lnTo>
                  <a:lnTo>
                    <a:pt x="1307384" y="3082869"/>
                  </a:lnTo>
                  <a:lnTo>
                    <a:pt x="1306326" y="3082869"/>
                  </a:lnTo>
                  <a:lnTo>
                    <a:pt x="1305268" y="3082869"/>
                  </a:lnTo>
                  <a:lnTo>
                    <a:pt x="1304210" y="3082869"/>
                  </a:lnTo>
                  <a:lnTo>
                    <a:pt x="1303153" y="3082869"/>
                  </a:lnTo>
                  <a:lnTo>
                    <a:pt x="1302095" y="3082869"/>
                  </a:lnTo>
                  <a:lnTo>
                    <a:pt x="1301037" y="3082869"/>
                  </a:lnTo>
                  <a:lnTo>
                    <a:pt x="1299979" y="3082869"/>
                  </a:lnTo>
                  <a:lnTo>
                    <a:pt x="1298921" y="3082869"/>
                  </a:lnTo>
                  <a:lnTo>
                    <a:pt x="1297863" y="3082869"/>
                  </a:lnTo>
                  <a:lnTo>
                    <a:pt x="1296806" y="3082869"/>
                  </a:lnTo>
                  <a:lnTo>
                    <a:pt x="1295748" y="3082869"/>
                  </a:lnTo>
                  <a:lnTo>
                    <a:pt x="1294690" y="3082869"/>
                  </a:lnTo>
                  <a:lnTo>
                    <a:pt x="1293632" y="3082869"/>
                  </a:lnTo>
                  <a:lnTo>
                    <a:pt x="1292574" y="3082869"/>
                  </a:lnTo>
                  <a:lnTo>
                    <a:pt x="1291516" y="3082869"/>
                  </a:lnTo>
                  <a:lnTo>
                    <a:pt x="1290458" y="3082869"/>
                  </a:lnTo>
                  <a:lnTo>
                    <a:pt x="1289401" y="3082869"/>
                  </a:lnTo>
                  <a:lnTo>
                    <a:pt x="1288343" y="3082869"/>
                  </a:lnTo>
                  <a:lnTo>
                    <a:pt x="1287285" y="3082869"/>
                  </a:lnTo>
                  <a:lnTo>
                    <a:pt x="1286227" y="3082869"/>
                  </a:lnTo>
                  <a:lnTo>
                    <a:pt x="1285169" y="3082869"/>
                  </a:lnTo>
                  <a:lnTo>
                    <a:pt x="1284111" y="3082869"/>
                  </a:lnTo>
                  <a:lnTo>
                    <a:pt x="1283054" y="3082869"/>
                  </a:lnTo>
                  <a:lnTo>
                    <a:pt x="1281996" y="3082869"/>
                  </a:lnTo>
                  <a:lnTo>
                    <a:pt x="1280938" y="3082869"/>
                  </a:lnTo>
                  <a:lnTo>
                    <a:pt x="1279880" y="3082869"/>
                  </a:lnTo>
                  <a:lnTo>
                    <a:pt x="1278822" y="3082869"/>
                  </a:lnTo>
                  <a:lnTo>
                    <a:pt x="1277764" y="3082869"/>
                  </a:lnTo>
                  <a:lnTo>
                    <a:pt x="1276707" y="3082869"/>
                  </a:lnTo>
                  <a:lnTo>
                    <a:pt x="1275649" y="3082869"/>
                  </a:lnTo>
                  <a:lnTo>
                    <a:pt x="1274591" y="3082869"/>
                  </a:lnTo>
                  <a:lnTo>
                    <a:pt x="1273533" y="3082869"/>
                  </a:lnTo>
                  <a:lnTo>
                    <a:pt x="1272475" y="3082869"/>
                  </a:lnTo>
                  <a:lnTo>
                    <a:pt x="1271417" y="3082869"/>
                  </a:lnTo>
                  <a:lnTo>
                    <a:pt x="1270360" y="3082869"/>
                  </a:lnTo>
                  <a:lnTo>
                    <a:pt x="1269302" y="3082869"/>
                  </a:lnTo>
                  <a:lnTo>
                    <a:pt x="1268244" y="3082869"/>
                  </a:lnTo>
                  <a:lnTo>
                    <a:pt x="1267186" y="3082869"/>
                  </a:lnTo>
                  <a:lnTo>
                    <a:pt x="1266128" y="3082869"/>
                  </a:lnTo>
                  <a:lnTo>
                    <a:pt x="1265070" y="3082869"/>
                  </a:lnTo>
                  <a:lnTo>
                    <a:pt x="1264012" y="3082869"/>
                  </a:lnTo>
                  <a:lnTo>
                    <a:pt x="1262955" y="3082869"/>
                  </a:lnTo>
                  <a:lnTo>
                    <a:pt x="1261897" y="3082869"/>
                  </a:lnTo>
                  <a:lnTo>
                    <a:pt x="1260839" y="3082869"/>
                  </a:lnTo>
                  <a:lnTo>
                    <a:pt x="1259781" y="3082869"/>
                  </a:lnTo>
                  <a:lnTo>
                    <a:pt x="1258723" y="3082869"/>
                  </a:lnTo>
                  <a:lnTo>
                    <a:pt x="1257665" y="3082869"/>
                  </a:lnTo>
                  <a:lnTo>
                    <a:pt x="1256608" y="3082869"/>
                  </a:lnTo>
                  <a:lnTo>
                    <a:pt x="1255550" y="3082869"/>
                  </a:lnTo>
                  <a:lnTo>
                    <a:pt x="1254492" y="3082869"/>
                  </a:lnTo>
                  <a:lnTo>
                    <a:pt x="1253434" y="3082869"/>
                  </a:lnTo>
                  <a:lnTo>
                    <a:pt x="1252376" y="3082869"/>
                  </a:lnTo>
                  <a:lnTo>
                    <a:pt x="1251318" y="3082869"/>
                  </a:lnTo>
                  <a:lnTo>
                    <a:pt x="1250261" y="3082869"/>
                  </a:lnTo>
                  <a:lnTo>
                    <a:pt x="1249203" y="3082869"/>
                  </a:lnTo>
                  <a:lnTo>
                    <a:pt x="1248145" y="3082869"/>
                  </a:lnTo>
                  <a:lnTo>
                    <a:pt x="1247087" y="3082869"/>
                  </a:lnTo>
                  <a:lnTo>
                    <a:pt x="1246029" y="3082869"/>
                  </a:lnTo>
                  <a:lnTo>
                    <a:pt x="1244971" y="3082869"/>
                  </a:lnTo>
                  <a:lnTo>
                    <a:pt x="1243914" y="3082869"/>
                  </a:lnTo>
                  <a:lnTo>
                    <a:pt x="1242856" y="3082869"/>
                  </a:lnTo>
                  <a:lnTo>
                    <a:pt x="1241798" y="3082869"/>
                  </a:lnTo>
                  <a:lnTo>
                    <a:pt x="1240740" y="3082869"/>
                  </a:lnTo>
                  <a:lnTo>
                    <a:pt x="1239682" y="3082869"/>
                  </a:lnTo>
                  <a:lnTo>
                    <a:pt x="1238624" y="3082869"/>
                  </a:lnTo>
                  <a:lnTo>
                    <a:pt x="1237566" y="3082869"/>
                  </a:lnTo>
                  <a:lnTo>
                    <a:pt x="1236509" y="3082869"/>
                  </a:lnTo>
                  <a:lnTo>
                    <a:pt x="1235451" y="3082869"/>
                  </a:lnTo>
                  <a:lnTo>
                    <a:pt x="1234393" y="3082869"/>
                  </a:lnTo>
                  <a:lnTo>
                    <a:pt x="1233335" y="3082869"/>
                  </a:lnTo>
                  <a:lnTo>
                    <a:pt x="1232277" y="3082869"/>
                  </a:lnTo>
                  <a:lnTo>
                    <a:pt x="1231219" y="3082869"/>
                  </a:lnTo>
                  <a:lnTo>
                    <a:pt x="1230162" y="3082869"/>
                  </a:lnTo>
                  <a:lnTo>
                    <a:pt x="1229104" y="3082869"/>
                  </a:lnTo>
                  <a:lnTo>
                    <a:pt x="1228046" y="3082869"/>
                  </a:lnTo>
                  <a:lnTo>
                    <a:pt x="1226988" y="3082869"/>
                  </a:lnTo>
                  <a:lnTo>
                    <a:pt x="1225930" y="3082869"/>
                  </a:lnTo>
                  <a:lnTo>
                    <a:pt x="1224872" y="3082869"/>
                  </a:lnTo>
                  <a:lnTo>
                    <a:pt x="1223815" y="3082869"/>
                  </a:lnTo>
                  <a:lnTo>
                    <a:pt x="1222757" y="3082869"/>
                  </a:lnTo>
                  <a:lnTo>
                    <a:pt x="1221699" y="3082869"/>
                  </a:lnTo>
                  <a:lnTo>
                    <a:pt x="1220641" y="3082869"/>
                  </a:lnTo>
                  <a:lnTo>
                    <a:pt x="1219583" y="3082869"/>
                  </a:lnTo>
                  <a:lnTo>
                    <a:pt x="1218525" y="3082869"/>
                  </a:lnTo>
                  <a:lnTo>
                    <a:pt x="1217468" y="3082869"/>
                  </a:lnTo>
                  <a:lnTo>
                    <a:pt x="1216410" y="3082869"/>
                  </a:lnTo>
                  <a:lnTo>
                    <a:pt x="1215352" y="3082869"/>
                  </a:lnTo>
                  <a:lnTo>
                    <a:pt x="1214294" y="3082869"/>
                  </a:lnTo>
                  <a:lnTo>
                    <a:pt x="1213236" y="3082869"/>
                  </a:lnTo>
                  <a:lnTo>
                    <a:pt x="1212178" y="3082869"/>
                  </a:lnTo>
                  <a:lnTo>
                    <a:pt x="1211120" y="3082869"/>
                  </a:lnTo>
                  <a:lnTo>
                    <a:pt x="1210063" y="3082869"/>
                  </a:lnTo>
                  <a:lnTo>
                    <a:pt x="1209005" y="3082869"/>
                  </a:lnTo>
                  <a:lnTo>
                    <a:pt x="1207947" y="3082869"/>
                  </a:lnTo>
                  <a:lnTo>
                    <a:pt x="1206889" y="3082869"/>
                  </a:lnTo>
                  <a:lnTo>
                    <a:pt x="1205831" y="3082869"/>
                  </a:lnTo>
                  <a:lnTo>
                    <a:pt x="1204773" y="3082869"/>
                  </a:lnTo>
                  <a:lnTo>
                    <a:pt x="1203716" y="3082869"/>
                  </a:lnTo>
                  <a:lnTo>
                    <a:pt x="1202658" y="3082869"/>
                  </a:lnTo>
                  <a:lnTo>
                    <a:pt x="1201600" y="3082869"/>
                  </a:lnTo>
                  <a:lnTo>
                    <a:pt x="1200542" y="3082869"/>
                  </a:lnTo>
                  <a:lnTo>
                    <a:pt x="1199484" y="3082869"/>
                  </a:lnTo>
                  <a:lnTo>
                    <a:pt x="1198426" y="3082869"/>
                  </a:lnTo>
                  <a:lnTo>
                    <a:pt x="1197369" y="3082869"/>
                  </a:lnTo>
                  <a:lnTo>
                    <a:pt x="1196311" y="3082869"/>
                  </a:lnTo>
                  <a:lnTo>
                    <a:pt x="1195253" y="3082869"/>
                  </a:lnTo>
                  <a:lnTo>
                    <a:pt x="1194195" y="3082869"/>
                  </a:lnTo>
                  <a:lnTo>
                    <a:pt x="1193137" y="3082869"/>
                  </a:lnTo>
                  <a:lnTo>
                    <a:pt x="1192079" y="3082869"/>
                  </a:lnTo>
                  <a:lnTo>
                    <a:pt x="1191022" y="3082869"/>
                  </a:lnTo>
                  <a:lnTo>
                    <a:pt x="1189964" y="3082869"/>
                  </a:lnTo>
                  <a:lnTo>
                    <a:pt x="1188906" y="3082869"/>
                  </a:lnTo>
                  <a:lnTo>
                    <a:pt x="1187848" y="3082869"/>
                  </a:lnTo>
                  <a:lnTo>
                    <a:pt x="1186790" y="3082869"/>
                  </a:lnTo>
                  <a:lnTo>
                    <a:pt x="1185732" y="3082869"/>
                  </a:lnTo>
                  <a:lnTo>
                    <a:pt x="1184674" y="3082869"/>
                  </a:lnTo>
                  <a:lnTo>
                    <a:pt x="1183617" y="3082869"/>
                  </a:lnTo>
                  <a:lnTo>
                    <a:pt x="1182559" y="3082869"/>
                  </a:lnTo>
                  <a:lnTo>
                    <a:pt x="1181501" y="3082869"/>
                  </a:lnTo>
                  <a:lnTo>
                    <a:pt x="1180443" y="3082869"/>
                  </a:lnTo>
                  <a:lnTo>
                    <a:pt x="1179385" y="3082869"/>
                  </a:lnTo>
                  <a:lnTo>
                    <a:pt x="1178327" y="3082869"/>
                  </a:lnTo>
                  <a:lnTo>
                    <a:pt x="1177270" y="3082869"/>
                  </a:lnTo>
                  <a:lnTo>
                    <a:pt x="1176212" y="3082869"/>
                  </a:lnTo>
                  <a:lnTo>
                    <a:pt x="1175154" y="3082869"/>
                  </a:lnTo>
                  <a:lnTo>
                    <a:pt x="1174096" y="3082869"/>
                  </a:lnTo>
                  <a:lnTo>
                    <a:pt x="1173038" y="3082869"/>
                  </a:lnTo>
                  <a:lnTo>
                    <a:pt x="1171980" y="3082869"/>
                  </a:lnTo>
                  <a:lnTo>
                    <a:pt x="1170923" y="3082869"/>
                  </a:lnTo>
                  <a:lnTo>
                    <a:pt x="1169865" y="3082869"/>
                  </a:lnTo>
                  <a:lnTo>
                    <a:pt x="1168807" y="3082869"/>
                  </a:lnTo>
                  <a:lnTo>
                    <a:pt x="1167749" y="3082869"/>
                  </a:lnTo>
                  <a:lnTo>
                    <a:pt x="1166691" y="3082869"/>
                  </a:lnTo>
                  <a:lnTo>
                    <a:pt x="1165633" y="3082869"/>
                  </a:lnTo>
                  <a:lnTo>
                    <a:pt x="1164576" y="3082869"/>
                  </a:lnTo>
                  <a:lnTo>
                    <a:pt x="1163518" y="3082869"/>
                  </a:lnTo>
                  <a:lnTo>
                    <a:pt x="1162460" y="3082869"/>
                  </a:lnTo>
                  <a:lnTo>
                    <a:pt x="1161402" y="3082869"/>
                  </a:lnTo>
                  <a:lnTo>
                    <a:pt x="1160344" y="3082869"/>
                  </a:lnTo>
                  <a:lnTo>
                    <a:pt x="1159286" y="3082869"/>
                  </a:lnTo>
                  <a:lnTo>
                    <a:pt x="1158228" y="3082869"/>
                  </a:lnTo>
                  <a:lnTo>
                    <a:pt x="1157171" y="3082869"/>
                  </a:lnTo>
                  <a:lnTo>
                    <a:pt x="1156113" y="3082869"/>
                  </a:lnTo>
                  <a:lnTo>
                    <a:pt x="1155055" y="3082869"/>
                  </a:lnTo>
                  <a:lnTo>
                    <a:pt x="1153997" y="3082869"/>
                  </a:lnTo>
                  <a:lnTo>
                    <a:pt x="1152939" y="3082869"/>
                  </a:lnTo>
                  <a:lnTo>
                    <a:pt x="1151881" y="3082869"/>
                  </a:lnTo>
                  <a:lnTo>
                    <a:pt x="1150824" y="3082869"/>
                  </a:lnTo>
                  <a:lnTo>
                    <a:pt x="1149766" y="3082869"/>
                  </a:lnTo>
                  <a:lnTo>
                    <a:pt x="1148708" y="3082869"/>
                  </a:lnTo>
                  <a:lnTo>
                    <a:pt x="1147650" y="3082869"/>
                  </a:lnTo>
                  <a:lnTo>
                    <a:pt x="1146592" y="3082869"/>
                  </a:lnTo>
                  <a:lnTo>
                    <a:pt x="1145534" y="3082869"/>
                  </a:lnTo>
                  <a:lnTo>
                    <a:pt x="1144477" y="3082869"/>
                  </a:lnTo>
                  <a:lnTo>
                    <a:pt x="1143419" y="3082869"/>
                  </a:lnTo>
                  <a:lnTo>
                    <a:pt x="1142361" y="3082869"/>
                  </a:lnTo>
                  <a:lnTo>
                    <a:pt x="1141303" y="3082869"/>
                  </a:lnTo>
                  <a:lnTo>
                    <a:pt x="1140245" y="3082869"/>
                  </a:lnTo>
                  <a:lnTo>
                    <a:pt x="1139187" y="3082869"/>
                  </a:lnTo>
                  <a:lnTo>
                    <a:pt x="1138130" y="3082869"/>
                  </a:lnTo>
                  <a:lnTo>
                    <a:pt x="1137072" y="3082869"/>
                  </a:lnTo>
                  <a:lnTo>
                    <a:pt x="1136014" y="3082869"/>
                  </a:lnTo>
                  <a:lnTo>
                    <a:pt x="1134956" y="3082869"/>
                  </a:lnTo>
                  <a:lnTo>
                    <a:pt x="1133898" y="3082869"/>
                  </a:lnTo>
                  <a:lnTo>
                    <a:pt x="1132840" y="3082869"/>
                  </a:lnTo>
                  <a:lnTo>
                    <a:pt x="1131782" y="3082869"/>
                  </a:lnTo>
                  <a:lnTo>
                    <a:pt x="1130725" y="3082869"/>
                  </a:lnTo>
                  <a:lnTo>
                    <a:pt x="1129667" y="3082869"/>
                  </a:lnTo>
                  <a:lnTo>
                    <a:pt x="1128609" y="3082869"/>
                  </a:lnTo>
                  <a:lnTo>
                    <a:pt x="1127551" y="3082869"/>
                  </a:lnTo>
                  <a:lnTo>
                    <a:pt x="1126493" y="3082869"/>
                  </a:lnTo>
                  <a:lnTo>
                    <a:pt x="1125435" y="3082869"/>
                  </a:lnTo>
                  <a:lnTo>
                    <a:pt x="1124378" y="3082869"/>
                  </a:lnTo>
                  <a:lnTo>
                    <a:pt x="1123320" y="3082869"/>
                  </a:lnTo>
                  <a:lnTo>
                    <a:pt x="1122262" y="3082869"/>
                  </a:lnTo>
                  <a:lnTo>
                    <a:pt x="1121204" y="3082869"/>
                  </a:lnTo>
                  <a:lnTo>
                    <a:pt x="1120146" y="3082869"/>
                  </a:lnTo>
                  <a:lnTo>
                    <a:pt x="1119088" y="3082869"/>
                  </a:lnTo>
                  <a:lnTo>
                    <a:pt x="1118031" y="3082869"/>
                  </a:lnTo>
                  <a:lnTo>
                    <a:pt x="1116973" y="3082869"/>
                  </a:lnTo>
                  <a:lnTo>
                    <a:pt x="1115915" y="3082869"/>
                  </a:lnTo>
                  <a:lnTo>
                    <a:pt x="1114857" y="3082869"/>
                  </a:lnTo>
                  <a:lnTo>
                    <a:pt x="1113799" y="3082869"/>
                  </a:lnTo>
                  <a:lnTo>
                    <a:pt x="1112741" y="3082869"/>
                  </a:lnTo>
                  <a:lnTo>
                    <a:pt x="1111684" y="3082869"/>
                  </a:lnTo>
                  <a:lnTo>
                    <a:pt x="1110626" y="3082869"/>
                  </a:lnTo>
                  <a:lnTo>
                    <a:pt x="1109568" y="3082869"/>
                  </a:lnTo>
                  <a:lnTo>
                    <a:pt x="1108510" y="3082869"/>
                  </a:lnTo>
                  <a:lnTo>
                    <a:pt x="1107452" y="3082869"/>
                  </a:lnTo>
                  <a:lnTo>
                    <a:pt x="1106394" y="3082869"/>
                  </a:lnTo>
                  <a:lnTo>
                    <a:pt x="1105336" y="3082869"/>
                  </a:lnTo>
                  <a:lnTo>
                    <a:pt x="1104279" y="3082869"/>
                  </a:lnTo>
                  <a:lnTo>
                    <a:pt x="1103221" y="3082869"/>
                  </a:lnTo>
                  <a:lnTo>
                    <a:pt x="1102163" y="3082869"/>
                  </a:lnTo>
                  <a:lnTo>
                    <a:pt x="1101105" y="3082869"/>
                  </a:lnTo>
                  <a:lnTo>
                    <a:pt x="1100047" y="3082869"/>
                  </a:lnTo>
                  <a:lnTo>
                    <a:pt x="1098989" y="3082869"/>
                  </a:lnTo>
                  <a:lnTo>
                    <a:pt x="1097932" y="3082869"/>
                  </a:lnTo>
                  <a:lnTo>
                    <a:pt x="1096874" y="3082869"/>
                  </a:lnTo>
                  <a:lnTo>
                    <a:pt x="1095816" y="3082869"/>
                  </a:lnTo>
                  <a:lnTo>
                    <a:pt x="1094758" y="3082869"/>
                  </a:lnTo>
                  <a:lnTo>
                    <a:pt x="1093700" y="3082869"/>
                  </a:lnTo>
                  <a:lnTo>
                    <a:pt x="1092642" y="3082869"/>
                  </a:lnTo>
                  <a:lnTo>
                    <a:pt x="1091585" y="3082869"/>
                  </a:lnTo>
                  <a:lnTo>
                    <a:pt x="1090527" y="3082869"/>
                  </a:lnTo>
                  <a:lnTo>
                    <a:pt x="1089469" y="3082869"/>
                  </a:lnTo>
                  <a:lnTo>
                    <a:pt x="1088411" y="3082869"/>
                  </a:lnTo>
                  <a:lnTo>
                    <a:pt x="1087353" y="3082869"/>
                  </a:lnTo>
                  <a:lnTo>
                    <a:pt x="1086295" y="3082869"/>
                  </a:lnTo>
                  <a:lnTo>
                    <a:pt x="1085238" y="3082869"/>
                  </a:lnTo>
                  <a:lnTo>
                    <a:pt x="1084180" y="3082869"/>
                  </a:lnTo>
                  <a:lnTo>
                    <a:pt x="1083122" y="3082869"/>
                  </a:lnTo>
                  <a:lnTo>
                    <a:pt x="1082064" y="3082869"/>
                  </a:lnTo>
                  <a:lnTo>
                    <a:pt x="1081006" y="3082869"/>
                  </a:lnTo>
                  <a:lnTo>
                    <a:pt x="1079948" y="3082869"/>
                  </a:lnTo>
                  <a:lnTo>
                    <a:pt x="1078890" y="3082869"/>
                  </a:lnTo>
                  <a:lnTo>
                    <a:pt x="1077833" y="3082869"/>
                  </a:lnTo>
                  <a:lnTo>
                    <a:pt x="1076775" y="3082869"/>
                  </a:lnTo>
                  <a:lnTo>
                    <a:pt x="1075717" y="3082869"/>
                  </a:lnTo>
                  <a:lnTo>
                    <a:pt x="1074659" y="3082869"/>
                  </a:lnTo>
                  <a:lnTo>
                    <a:pt x="1073601" y="3082869"/>
                  </a:lnTo>
                  <a:lnTo>
                    <a:pt x="1072543" y="3082869"/>
                  </a:lnTo>
                  <a:lnTo>
                    <a:pt x="1071486" y="3082869"/>
                  </a:lnTo>
                  <a:lnTo>
                    <a:pt x="1070428" y="3082869"/>
                  </a:lnTo>
                  <a:lnTo>
                    <a:pt x="1069370" y="3082869"/>
                  </a:lnTo>
                  <a:lnTo>
                    <a:pt x="1068312" y="3082869"/>
                  </a:lnTo>
                  <a:lnTo>
                    <a:pt x="1067254" y="3082869"/>
                  </a:lnTo>
                  <a:lnTo>
                    <a:pt x="1066196" y="3082869"/>
                  </a:lnTo>
                  <a:lnTo>
                    <a:pt x="1065139" y="3082869"/>
                  </a:lnTo>
                  <a:lnTo>
                    <a:pt x="1064081" y="3082869"/>
                  </a:lnTo>
                  <a:lnTo>
                    <a:pt x="1063023" y="3082869"/>
                  </a:lnTo>
                  <a:lnTo>
                    <a:pt x="1061965" y="3082869"/>
                  </a:lnTo>
                  <a:lnTo>
                    <a:pt x="1060907" y="3082869"/>
                  </a:lnTo>
                  <a:lnTo>
                    <a:pt x="1059849" y="3082869"/>
                  </a:lnTo>
                  <a:lnTo>
                    <a:pt x="1058792" y="3082869"/>
                  </a:lnTo>
                  <a:lnTo>
                    <a:pt x="1057734" y="3082869"/>
                  </a:lnTo>
                  <a:lnTo>
                    <a:pt x="1056676" y="3082869"/>
                  </a:lnTo>
                  <a:lnTo>
                    <a:pt x="1055618" y="3082869"/>
                  </a:lnTo>
                  <a:lnTo>
                    <a:pt x="1054560" y="3082869"/>
                  </a:lnTo>
                  <a:lnTo>
                    <a:pt x="1053502" y="3082869"/>
                  </a:lnTo>
                  <a:lnTo>
                    <a:pt x="1052444" y="3082869"/>
                  </a:lnTo>
                  <a:lnTo>
                    <a:pt x="1051387" y="3082869"/>
                  </a:lnTo>
                  <a:lnTo>
                    <a:pt x="1050329" y="3082869"/>
                  </a:lnTo>
                  <a:lnTo>
                    <a:pt x="1049271" y="3082869"/>
                  </a:lnTo>
                  <a:lnTo>
                    <a:pt x="1048213" y="3082869"/>
                  </a:lnTo>
                  <a:lnTo>
                    <a:pt x="1047155" y="3082869"/>
                  </a:lnTo>
                  <a:lnTo>
                    <a:pt x="1046097" y="3082869"/>
                  </a:lnTo>
                  <a:lnTo>
                    <a:pt x="1045040" y="3082869"/>
                  </a:lnTo>
                  <a:lnTo>
                    <a:pt x="1043982" y="3082869"/>
                  </a:lnTo>
                  <a:lnTo>
                    <a:pt x="1042924" y="3082869"/>
                  </a:lnTo>
                  <a:lnTo>
                    <a:pt x="1041866" y="3082869"/>
                  </a:lnTo>
                  <a:lnTo>
                    <a:pt x="1040808" y="3082869"/>
                  </a:lnTo>
                  <a:lnTo>
                    <a:pt x="1039750" y="3082869"/>
                  </a:lnTo>
                  <a:lnTo>
                    <a:pt x="1038693" y="3082869"/>
                  </a:lnTo>
                  <a:lnTo>
                    <a:pt x="1037635" y="3082869"/>
                  </a:lnTo>
                  <a:lnTo>
                    <a:pt x="1036577" y="3082869"/>
                  </a:lnTo>
                  <a:lnTo>
                    <a:pt x="1035519" y="3082869"/>
                  </a:lnTo>
                  <a:lnTo>
                    <a:pt x="1034461" y="3082869"/>
                  </a:lnTo>
                  <a:lnTo>
                    <a:pt x="1033403" y="3082869"/>
                  </a:lnTo>
                  <a:lnTo>
                    <a:pt x="1032346" y="3082869"/>
                  </a:lnTo>
                  <a:lnTo>
                    <a:pt x="1031288" y="3082869"/>
                  </a:lnTo>
                  <a:lnTo>
                    <a:pt x="1030230" y="3082869"/>
                  </a:lnTo>
                  <a:lnTo>
                    <a:pt x="1029172" y="3082869"/>
                  </a:lnTo>
                  <a:lnTo>
                    <a:pt x="1028114" y="3082869"/>
                  </a:lnTo>
                  <a:lnTo>
                    <a:pt x="1027056" y="3082869"/>
                  </a:lnTo>
                  <a:lnTo>
                    <a:pt x="1025998" y="3082869"/>
                  </a:lnTo>
                  <a:lnTo>
                    <a:pt x="1024941" y="3082869"/>
                  </a:lnTo>
                  <a:lnTo>
                    <a:pt x="1023883" y="3082869"/>
                  </a:lnTo>
                  <a:lnTo>
                    <a:pt x="1022825" y="3082869"/>
                  </a:lnTo>
                  <a:lnTo>
                    <a:pt x="1021767" y="3082869"/>
                  </a:lnTo>
                  <a:lnTo>
                    <a:pt x="1020709" y="3082869"/>
                  </a:lnTo>
                  <a:lnTo>
                    <a:pt x="1019651" y="3082869"/>
                  </a:lnTo>
                  <a:lnTo>
                    <a:pt x="1018594" y="3082869"/>
                  </a:lnTo>
                  <a:lnTo>
                    <a:pt x="1017536" y="3082869"/>
                  </a:lnTo>
                  <a:lnTo>
                    <a:pt x="1016478" y="3082869"/>
                  </a:lnTo>
                  <a:lnTo>
                    <a:pt x="1015420" y="3082869"/>
                  </a:lnTo>
                  <a:lnTo>
                    <a:pt x="1014362" y="3082869"/>
                  </a:lnTo>
                  <a:lnTo>
                    <a:pt x="1013304" y="3082869"/>
                  </a:lnTo>
                  <a:lnTo>
                    <a:pt x="1012247" y="3082869"/>
                  </a:lnTo>
                  <a:lnTo>
                    <a:pt x="1011189" y="3082869"/>
                  </a:lnTo>
                  <a:lnTo>
                    <a:pt x="1010131" y="3082869"/>
                  </a:lnTo>
                  <a:lnTo>
                    <a:pt x="1009073" y="3082869"/>
                  </a:lnTo>
                  <a:lnTo>
                    <a:pt x="1008015" y="3082869"/>
                  </a:lnTo>
                  <a:lnTo>
                    <a:pt x="1006957" y="3082869"/>
                  </a:lnTo>
                  <a:lnTo>
                    <a:pt x="1005900" y="3082869"/>
                  </a:lnTo>
                  <a:lnTo>
                    <a:pt x="1004842" y="3082869"/>
                  </a:lnTo>
                  <a:lnTo>
                    <a:pt x="1003784" y="3082869"/>
                  </a:lnTo>
                  <a:lnTo>
                    <a:pt x="1002726" y="3082869"/>
                  </a:lnTo>
                  <a:lnTo>
                    <a:pt x="1001668" y="3082869"/>
                  </a:lnTo>
                  <a:lnTo>
                    <a:pt x="1000610" y="3082869"/>
                  </a:lnTo>
                  <a:lnTo>
                    <a:pt x="999552" y="3082869"/>
                  </a:lnTo>
                  <a:lnTo>
                    <a:pt x="998495" y="3082869"/>
                  </a:lnTo>
                  <a:lnTo>
                    <a:pt x="997437" y="3082869"/>
                  </a:lnTo>
                  <a:lnTo>
                    <a:pt x="996379" y="3082869"/>
                  </a:lnTo>
                  <a:lnTo>
                    <a:pt x="995321" y="3082869"/>
                  </a:lnTo>
                  <a:lnTo>
                    <a:pt x="994263" y="3082869"/>
                  </a:lnTo>
                  <a:lnTo>
                    <a:pt x="993205" y="3082869"/>
                  </a:lnTo>
                  <a:lnTo>
                    <a:pt x="992148" y="3082869"/>
                  </a:lnTo>
                  <a:lnTo>
                    <a:pt x="991090" y="3082869"/>
                  </a:lnTo>
                  <a:lnTo>
                    <a:pt x="990032" y="3082869"/>
                  </a:lnTo>
                  <a:lnTo>
                    <a:pt x="988974" y="3082869"/>
                  </a:lnTo>
                  <a:lnTo>
                    <a:pt x="987916" y="3082869"/>
                  </a:lnTo>
                  <a:lnTo>
                    <a:pt x="986858" y="3082869"/>
                  </a:lnTo>
                  <a:lnTo>
                    <a:pt x="985801" y="3082869"/>
                  </a:lnTo>
                  <a:lnTo>
                    <a:pt x="984743" y="3082869"/>
                  </a:lnTo>
                  <a:lnTo>
                    <a:pt x="983685" y="3082869"/>
                  </a:lnTo>
                  <a:lnTo>
                    <a:pt x="982627" y="3082869"/>
                  </a:lnTo>
                  <a:lnTo>
                    <a:pt x="981569" y="3082869"/>
                  </a:lnTo>
                  <a:lnTo>
                    <a:pt x="980511" y="3082869"/>
                  </a:lnTo>
                  <a:lnTo>
                    <a:pt x="979454" y="3082869"/>
                  </a:lnTo>
                  <a:lnTo>
                    <a:pt x="978396" y="3082869"/>
                  </a:lnTo>
                  <a:lnTo>
                    <a:pt x="977338" y="3082869"/>
                  </a:lnTo>
                  <a:lnTo>
                    <a:pt x="976280" y="3082869"/>
                  </a:lnTo>
                  <a:lnTo>
                    <a:pt x="975222" y="3082869"/>
                  </a:lnTo>
                  <a:lnTo>
                    <a:pt x="974164" y="3082869"/>
                  </a:lnTo>
                  <a:lnTo>
                    <a:pt x="973106" y="3082869"/>
                  </a:lnTo>
                  <a:lnTo>
                    <a:pt x="972049" y="3082869"/>
                  </a:lnTo>
                  <a:lnTo>
                    <a:pt x="970991" y="3082869"/>
                  </a:lnTo>
                  <a:lnTo>
                    <a:pt x="969933" y="3082869"/>
                  </a:lnTo>
                  <a:lnTo>
                    <a:pt x="968875" y="3082869"/>
                  </a:lnTo>
                  <a:lnTo>
                    <a:pt x="967817" y="3082869"/>
                  </a:lnTo>
                  <a:lnTo>
                    <a:pt x="966759" y="3082869"/>
                  </a:lnTo>
                  <a:lnTo>
                    <a:pt x="965702" y="3082869"/>
                  </a:lnTo>
                  <a:lnTo>
                    <a:pt x="964644" y="3082869"/>
                  </a:lnTo>
                  <a:lnTo>
                    <a:pt x="963586" y="3082869"/>
                  </a:lnTo>
                  <a:lnTo>
                    <a:pt x="962528" y="3082869"/>
                  </a:lnTo>
                  <a:lnTo>
                    <a:pt x="961470" y="3082869"/>
                  </a:lnTo>
                  <a:lnTo>
                    <a:pt x="960412" y="3082869"/>
                  </a:lnTo>
                  <a:lnTo>
                    <a:pt x="959355" y="3082869"/>
                  </a:lnTo>
                  <a:lnTo>
                    <a:pt x="958297" y="3082869"/>
                  </a:lnTo>
                  <a:lnTo>
                    <a:pt x="957239" y="3082869"/>
                  </a:lnTo>
                  <a:lnTo>
                    <a:pt x="956181" y="3082869"/>
                  </a:lnTo>
                  <a:lnTo>
                    <a:pt x="955123" y="3082869"/>
                  </a:lnTo>
                  <a:lnTo>
                    <a:pt x="954065" y="3082869"/>
                  </a:lnTo>
                  <a:lnTo>
                    <a:pt x="953008" y="3082869"/>
                  </a:lnTo>
                  <a:lnTo>
                    <a:pt x="951950" y="3082869"/>
                  </a:lnTo>
                  <a:lnTo>
                    <a:pt x="950892" y="3082869"/>
                  </a:lnTo>
                  <a:lnTo>
                    <a:pt x="949834" y="3082869"/>
                  </a:lnTo>
                  <a:lnTo>
                    <a:pt x="948776" y="3082869"/>
                  </a:lnTo>
                  <a:lnTo>
                    <a:pt x="947718" y="3082869"/>
                  </a:lnTo>
                  <a:lnTo>
                    <a:pt x="946660" y="3082869"/>
                  </a:lnTo>
                  <a:lnTo>
                    <a:pt x="945603" y="3082869"/>
                  </a:lnTo>
                  <a:lnTo>
                    <a:pt x="944545" y="3082869"/>
                  </a:lnTo>
                  <a:lnTo>
                    <a:pt x="943487" y="3082869"/>
                  </a:lnTo>
                  <a:lnTo>
                    <a:pt x="942429" y="3082869"/>
                  </a:lnTo>
                  <a:lnTo>
                    <a:pt x="941371" y="3082869"/>
                  </a:lnTo>
                  <a:lnTo>
                    <a:pt x="940313" y="3082869"/>
                  </a:lnTo>
                  <a:lnTo>
                    <a:pt x="939256" y="3082869"/>
                  </a:lnTo>
                  <a:lnTo>
                    <a:pt x="938198" y="3082869"/>
                  </a:lnTo>
                  <a:lnTo>
                    <a:pt x="937140" y="3082869"/>
                  </a:lnTo>
                  <a:lnTo>
                    <a:pt x="936082" y="3082869"/>
                  </a:lnTo>
                  <a:lnTo>
                    <a:pt x="935024" y="3082869"/>
                  </a:lnTo>
                  <a:lnTo>
                    <a:pt x="933966" y="3082869"/>
                  </a:lnTo>
                  <a:lnTo>
                    <a:pt x="932909" y="3082869"/>
                  </a:lnTo>
                  <a:lnTo>
                    <a:pt x="931851" y="3082869"/>
                  </a:lnTo>
                  <a:lnTo>
                    <a:pt x="930793" y="3082869"/>
                  </a:lnTo>
                  <a:lnTo>
                    <a:pt x="929735" y="3082869"/>
                  </a:lnTo>
                  <a:lnTo>
                    <a:pt x="928677" y="3082869"/>
                  </a:lnTo>
                  <a:lnTo>
                    <a:pt x="927619" y="3082869"/>
                  </a:lnTo>
                  <a:lnTo>
                    <a:pt x="926562" y="3082869"/>
                  </a:lnTo>
                  <a:lnTo>
                    <a:pt x="925504" y="3082869"/>
                  </a:lnTo>
                  <a:lnTo>
                    <a:pt x="924446" y="3082869"/>
                  </a:lnTo>
                  <a:lnTo>
                    <a:pt x="923388" y="3082869"/>
                  </a:lnTo>
                  <a:lnTo>
                    <a:pt x="922330" y="3082869"/>
                  </a:lnTo>
                  <a:lnTo>
                    <a:pt x="921272" y="3082869"/>
                  </a:lnTo>
                  <a:lnTo>
                    <a:pt x="920214" y="3082869"/>
                  </a:lnTo>
                  <a:lnTo>
                    <a:pt x="919157" y="3082869"/>
                  </a:lnTo>
                  <a:lnTo>
                    <a:pt x="918099" y="3082869"/>
                  </a:lnTo>
                  <a:lnTo>
                    <a:pt x="917041" y="3082869"/>
                  </a:lnTo>
                  <a:lnTo>
                    <a:pt x="915983" y="3082869"/>
                  </a:lnTo>
                  <a:lnTo>
                    <a:pt x="914925" y="3082869"/>
                  </a:lnTo>
                  <a:lnTo>
                    <a:pt x="913867" y="3082869"/>
                  </a:lnTo>
                  <a:lnTo>
                    <a:pt x="912810" y="3082869"/>
                  </a:lnTo>
                  <a:lnTo>
                    <a:pt x="911752" y="3082869"/>
                  </a:lnTo>
                  <a:lnTo>
                    <a:pt x="910694" y="3082869"/>
                  </a:lnTo>
                  <a:lnTo>
                    <a:pt x="909636" y="3082869"/>
                  </a:lnTo>
                  <a:lnTo>
                    <a:pt x="908578" y="3082869"/>
                  </a:lnTo>
                  <a:lnTo>
                    <a:pt x="907520" y="3082869"/>
                  </a:lnTo>
                  <a:lnTo>
                    <a:pt x="906463" y="3082869"/>
                  </a:lnTo>
                  <a:lnTo>
                    <a:pt x="905405" y="3082869"/>
                  </a:lnTo>
                  <a:lnTo>
                    <a:pt x="904347" y="3082869"/>
                  </a:lnTo>
                  <a:lnTo>
                    <a:pt x="903289" y="3082869"/>
                  </a:lnTo>
                  <a:lnTo>
                    <a:pt x="902231" y="3082869"/>
                  </a:lnTo>
                  <a:lnTo>
                    <a:pt x="901173" y="3082869"/>
                  </a:lnTo>
                  <a:lnTo>
                    <a:pt x="900116" y="3082869"/>
                  </a:lnTo>
                  <a:lnTo>
                    <a:pt x="899058" y="3082869"/>
                  </a:lnTo>
                  <a:lnTo>
                    <a:pt x="898000" y="3082869"/>
                  </a:lnTo>
                  <a:lnTo>
                    <a:pt x="896942" y="3082869"/>
                  </a:lnTo>
                  <a:lnTo>
                    <a:pt x="895884" y="3082869"/>
                  </a:lnTo>
                  <a:lnTo>
                    <a:pt x="894826" y="3082869"/>
                  </a:lnTo>
                  <a:lnTo>
                    <a:pt x="893768" y="3082869"/>
                  </a:lnTo>
                  <a:lnTo>
                    <a:pt x="892711" y="3082869"/>
                  </a:lnTo>
                  <a:lnTo>
                    <a:pt x="891653" y="3082869"/>
                  </a:lnTo>
                  <a:lnTo>
                    <a:pt x="890595" y="3082869"/>
                  </a:lnTo>
                  <a:lnTo>
                    <a:pt x="889537" y="3082869"/>
                  </a:lnTo>
                  <a:lnTo>
                    <a:pt x="888479" y="3082869"/>
                  </a:lnTo>
                  <a:lnTo>
                    <a:pt x="887421" y="3082869"/>
                  </a:lnTo>
                  <a:lnTo>
                    <a:pt x="886364" y="3082869"/>
                  </a:lnTo>
                  <a:lnTo>
                    <a:pt x="885306" y="3082869"/>
                  </a:lnTo>
                  <a:lnTo>
                    <a:pt x="884248" y="3082869"/>
                  </a:lnTo>
                  <a:lnTo>
                    <a:pt x="883190" y="3082869"/>
                  </a:lnTo>
                  <a:lnTo>
                    <a:pt x="882132" y="3082869"/>
                  </a:lnTo>
                  <a:lnTo>
                    <a:pt x="881074" y="3082869"/>
                  </a:lnTo>
                  <a:lnTo>
                    <a:pt x="880017" y="3082869"/>
                  </a:lnTo>
                  <a:lnTo>
                    <a:pt x="878959" y="3082869"/>
                  </a:lnTo>
                  <a:lnTo>
                    <a:pt x="877901" y="3082869"/>
                  </a:lnTo>
                  <a:lnTo>
                    <a:pt x="876843" y="3082869"/>
                  </a:lnTo>
                  <a:lnTo>
                    <a:pt x="875785" y="3082869"/>
                  </a:lnTo>
                  <a:lnTo>
                    <a:pt x="874727" y="3082869"/>
                  </a:lnTo>
                  <a:lnTo>
                    <a:pt x="873670" y="3082869"/>
                  </a:lnTo>
                  <a:lnTo>
                    <a:pt x="872612" y="3082869"/>
                  </a:lnTo>
                  <a:lnTo>
                    <a:pt x="871554" y="3082869"/>
                  </a:lnTo>
                  <a:lnTo>
                    <a:pt x="870496" y="3082869"/>
                  </a:lnTo>
                  <a:lnTo>
                    <a:pt x="869438" y="3082869"/>
                  </a:lnTo>
                  <a:lnTo>
                    <a:pt x="868380" y="3082869"/>
                  </a:lnTo>
                  <a:lnTo>
                    <a:pt x="867322" y="3082869"/>
                  </a:lnTo>
                  <a:lnTo>
                    <a:pt x="866265" y="3082869"/>
                  </a:lnTo>
                  <a:lnTo>
                    <a:pt x="865207" y="3082869"/>
                  </a:lnTo>
                  <a:lnTo>
                    <a:pt x="864149" y="3082869"/>
                  </a:lnTo>
                  <a:lnTo>
                    <a:pt x="863091" y="3082869"/>
                  </a:lnTo>
                  <a:lnTo>
                    <a:pt x="862033" y="3082869"/>
                  </a:lnTo>
                  <a:lnTo>
                    <a:pt x="860975" y="3082869"/>
                  </a:lnTo>
                  <a:lnTo>
                    <a:pt x="859918" y="3082869"/>
                  </a:lnTo>
                  <a:lnTo>
                    <a:pt x="858860" y="3082869"/>
                  </a:lnTo>
                  <a:lnTo>
                    <a:pt x="857802" y="3082869"/>
                  </a:lnTo>
                  <a:lnTo>
                    <a:pt x="856744" y="3082869"/>
                  </a:lnTo>
                  <a:lnTo>
                    <a:pt x="855686" y="3082869"/>
                  </a:lnTo>
                  <a:lnTo>
                    <a:pt x="854628" y="3082869"/>
                  </a:lnTo>
                  <a:lnTo>
                    <a:pt x="853571" y="3082869"/>
                  </a:lnTo>
                  <a:lnTo>
                    <a:pt x="852513" y="3082869"/>
                  </a:lnTo>
                  <a:lnTo>
                    <a:pt x="851455" y="3082869"/>
                  </a:lnTo>
                  <a:lnTo>
                    <a:pt x="850397" y="3082869"/>
                  </a:lnTo>
                  <a:lnTo>
                    <a:pt x="849339" y="3082869"/>
                  </a:lnTo>
                  <a:lnTo>
                    <a:pt x="848281" y="3082869"/>
                  </a:lnTo>
                  <a:lnTo>
                    <a:pt x="847224" y="3082869"/>
                  </a:lnTo>
                  <a:lnTo>
                    <a:pt x="846166" y="3082869"/>
                  </a:lnTo>
                  <a:lnTo>
                    <a:pt x="845108" y="3082869"/>
                  </a:lnTo>
                  <a:lnTo>
                    <a:pt x="844050" y="3082869"/>
                  </a:lnTo>
                  <a:lnTo>
                    <a:pt x="842992" y="3082869"/>
                  </a:lnTo>
                  <a:lnTo>
                    <a:pt x="841934" y="3082869"/>
                  </a:lnTo>
                  <a:lnTo>
                    <a:pt x="840876" y="3082869"/>
                  </a:lnTo>
                  <a:lnTo>
                    <a:pt x="839819" y="3082869"/>
                  </a:lnTo>
                  <a:lnTo>
                    <a:pt x="838761" y="3082869"/>
                  </a:lnTo>
                  <a:lnTo>
                    <a:pt x="837703" y="3082869"/>
                  </a:lnTo>
                  <a:lnTo>
                    <a:pt x="836645" y="3082869"/>
                  </a:lnTo>
                  <a:lnTo>
                    <a:pt x="835587" y="3082869"/>
                  </a:lnTo>
                  <a:lnTo>
                    <a:pt x="834529" y="3082869"/>
                  </a:lnTo>
                  <a:lnTo>
                    <a:pt x="833472" y="3082869"/>
                  </a:lnTo>
                  <a:lnTo>
                    <a:pt x="832414" y="3082869"/>
                  </a:lnTo>
                  <a:lnTo>
                    <a:pt x="831356" y="3082869"/>
                  </a:lnTo>
                  <a:lnTo>
                    <a:pt x="830298" y="3082869"/>
                  </a:lnTo>
                  <a:lnTo>
                    <a:pt x="829240" y="3082869"/>
                  </a:lnTo>
                  <a:lnTo>
                    <a:pt x="828182" y="3082869"/>
                  </a:lnTo>
                  <a:lnTo>
                    <a:pt x="827125" y="3082869"/>
                  </a:lnTo>
                  <a:lnTo>
                    <a:pt x="826067" y="3082869"/>
                  </a:lnTo>
                  <a:lnTo>
                    <a:pt x="825009" y="3082869"/>
                  </a:lnTo>
                  <a:lnTo>
                    <a:pt x="823951" y="3082869"/>
                  </a:lnTo>
                  <a:lnTo>
                    <a:pt x="822893" y="3082869"/>
                  </a:lnTo>
                  <a:lnTo>
                    <a:pt x="821835" y="3082869"/>
                  </a:lnTo>
                  <a:lnTo>
                    <a:pt x="820778" y="3082869"/>
                  </a:lnTo>
                  <a:lnTo>
                    <a:pt x="819720" y="3082869"/>
                  </a:lnTo>
                  <a:lnTo>
                    <a:pt x="818662" y="3082869"/>
                  </a:lnTo>
                  <a:lnTo>
                    <a:pt x="817604" y="3082869"/>
                  </a:lnTo>
                  <a:lnTo>
                    <a:pt x="816546" y="3082869"/>
                  </a:lnTo>
                  <a:lnTo>
                    <a:pt x="815488" y="3082869"/>
                  </a:lnTo>
                  <a:lnTo>
                    <a:pt x="814430" y="3082869"/>
                  </a:lnTo>
                  <a:lnTo>
                    <a:pt x="813373" y="3082869"/>
                  </a:lnTo>
                  <a:lnTo>
                    <a:pt x="812315" y="3082869"/>
                  </a:lnTo>
                  <a:lnTo>
                    <a:pt x="811257" y="3082869"/>
                  </a:lnTo>
                  <a:lnTo>
                    <a:pt x="810199" y="3082869"/>
                  </a:lnTo>
                  <a:lnTo>
                    <a:pt x="809141" y="3082869"/>
                  </a:lnTo>
                  <a:lnTo>
                    <a:pt x="808083" y="3082869"/>
                  </a:lnTo>
                  <a:lnTo>
                    <a:pt x="807026" y="3082869"/>
                  </a:lnTo>
                  <a:lnTo>
                    <a:pt x="805968" y="3082869"/>
                  </a:lnTo>
                  <a:lnTo>
                    <a:pt x="804910" y="3082869"/>
                  </a:lnTo>
                  <a:lnTo>
                    <a:pt x="803852" y="3082869"/>
                  </a:lnTo>
                  <a:lnTo>
                    <a:pt x="802794" y="3082869"/>
                  </a:lnTo>
                  <a:lnTo>
                    <a:pt x="801736" y="3082869"/>
                  </a:lnTo>
                  <a:lnTo>
                    <a:pt x="800679" y="3082869"/>
                  </a:lnTo>
                  <a:lnTo>
                    <a:pt x="799621" y="3082869"/>
                  </a:lnTo>
                  <a:lnTo>
                    <a:pt x="798563" y="3082869"/>
                  </a:lnTo>
                  <a:lnTo>
                    <a:pt x="797505" y="3082869"/>
                  </a:lnTo>
                  <a:lnTo>
                    <a:pt x="796447" y="3082869"/>
                  </a:lnTo>
                  <a:lnTo>
                    <a:pt x="795389" y="3082869"/>
                  </a:lnTo>
                  <a:lnTo>
                    <a:pt x="794332" y="3082869"/>
                  </a:lnTo>
                  <a:lnTo>
                    <a:pt x="793274" y="3082869"/>
                  </a:lnTo>
                  <a:lnTo>
                    <a:pt x="792216" y="3082869"/>
                  </a:lnTo>
                  <a:lnTo>
                    <a:pt x="791158" y="3082869"/>
                  </a:lnTo>
                  <a:lnTo>
                    <a:pt x="790100" y="3082869"/>
                  </a:lnTo>
                  <a:lnTo>
                    <a:pt x="789042" y="3082869"/>
                  </a:lnTo>
                  <a:lnTo>
                    <a:pt x="787984" y="3082869"/>
                  </a:lnTo>
                  <a:lnTo>
                    <a:pt x="786927" y="3082869"/>
                  </a:lnTo>
                  <a:lnTo>
                    <a:pt x="785869" y="3082869"/>
                  </a:lnTo>
                  <a:lnTo>
                    <a:pt x="784811" y="3082869"/>
                  </a:lnTo>
                  <a:lnTo>
                    <a:pt x="783753" y="3082869"/>
                  </a:lnTo>
                  <a:lnTo>
                    <a:pt x="782695" y="3082869"/>
                  </a:lnTo>
                  <a:lnTo>
                    <a:pt x="781637" y="3082869"/>
                  </a:lnTo>
                  <a:lnTo>
                    <a:pt x="780580" y="3082869"/>
                  </a:lnTo>
                  <a:lnTo>
                    <a:pt x="779522" y="3082869"/>
                  </a:lnTo>
                  <a:lnTo>
                    <a:pt x="778464" y="3082869"/>
                  </a:lnTo>
                  <a:lnTo>
                    <a:pt x="777406" y="3082869"/>
                  </a:lnTo>
                  <a:lnTo>
                    <a:pt x="776348" y="3082869"/>
                  </a:lnTo>
                  <a:lnTo>
                    <a:pt x="775290" y="3082869"/>
                  </a:lnTo>
                  <a:lnTo>
                    <a:pt x="774233" y="3082869"/>
                  </a:lnTo>
                  <a:lnTo>
                    <a:pt x="773175" y="3082869"/>
                  </a:lnTo>
                  <a:lnTo>
                    <a:pt x="772117" y="3082869"/>
                  </a:lnTo>
                  <a:lnTo>
                    <a:pt x="771059" y="3082869"/>
                  </a:lnTo>
                  <a:lnTo>
                    <a:pt x="770001" y="3082869"/>
                  </a:lnTo>
                  <a:lnTo>
                    <a:pt x="768943" y="3082869"/>
                  </a:lnTo>
                  <a:lnTo>
                    <a:pt x="767886" y="3082869"/>
                  </a:lnTo>
                  <a:lnTo>
                    <a:pt x="766828" y="3082869"/>
                  </a:lnTo>
                  <a:lnTo>
                    <a:pt x="765770" y="3082869"/>
                  </a:lnTo>
                  <a:lnTo>
                    <a:pt x="764712" y="3082869"/>
                  </a:lnTo>
                  <a:lnTo>
                    <a:pt x="763654" y="3082869"/>
                  </a:lnTo>
                  <a:lnTo>
                    <a:pt x="762596" y="3082869"/>
                  </a:lnTo>
                  <a:lnTo>
                    <a:pt x="761538" y="3082869"/>
                  </a:lnTo>
                  <a:lnTo>
                    <a:pt x="760481" y="3082869"/>
                  </a:lnTo>
                  <a:lnTo>
                    <a:pt x="759423" y="3082869"/>
                  </a:lnTo>
                  <a:lnTo>
                    <a:pt x="758365" y="3082869"/>
                  </a:lnTo>
                  <a:lnTo>
                    <a:pt x="757307" y="3082869"/>
                  </a:lnTo>
                  <a:lnTo>
                    <a:pt x="756249" y="3082869"/>
                  </a:lnTo>
                  <a:lnTo>
                    <a:pt x="755191" y="3082869"/>
                  </a:lnTo>
                  <a:lnTo>
                    <a:pt x="754134" y="3082869"/>
                  </a:lnTo>
                  <a:lnTo>
                    <a:pt x="753076" y="3082869"/>
                  </a:lnTo>
                  <a:lnTo>
                    <a:pt x="752018" y="3082869"/>
                  </a:lnTo>
                  <a:lnTo>
                    <a:pt x="750960" y="3082869"/>
                  </a:lnTo>
                  <a:lnTo>
                    <a:pt x="749902" y="3082869"/>
                  </a:lnTo>
                  <a:lnTo>
                    <a:pt x="748844" y="3082869"/>
                  </a:lnTo>
                  <a:lnTo>
                    <a:pt x="747787" y="3082869"/>
                  </a:lnTo>
                  <a:lnTo>
                    <a:pt x="746729" y="3082869"/>
                  </a:lnTo>
                  <a:lnTo>
                    <a:pt x="745671" y="3082869"/>
                  </a:lnTo>
                  <a:lnTo>
                    <a:pt x="744613" y="3082869"/>
                  </a:lnTo>
                  <a:lnTo>
                    <a:pt x="743555" y="3082869"/>
                  </a:lnTo>
                  <a:lnTo>
                    <a:pt x="742497" y="3082869"/>
                  </a:lnTo>
                  <a:lnTo>
                    <a:pt x="741440" y="3082869"/>
                  </a:lnTo>
                  <a:lnTo>
                    <a:pt x="740382" y="3082869"/>
                  </a:lnTo>
                  <a:lnTo>
                    <a:pt x="739324" y="3082869"/>
                  </a:lnTo>
                  <a:lnTo>
                    <a:pt x="738266" y="3082869"/>
                  </a:lnTo>
                  <a:lnTo>
                    <a:pt x="737208" y="3082869"/>
                  </a:lnTo>
                  <a:lnTo>
                    <a:pt x="736150" y="3082869"/>
                  </a:lnTo>
                  <a:lnTo>
                    <a:pt x="735092" y="3082869"/>
                  </a:lnTo>
                  <a:lnTo>
                    <a:pt x="734035" y="3082869"/>
                  </a:lnTo>
                  <a:lnTo>
                    <a:pt x="732977" y="3082869"/>
                  </a:lnTo>
                  <a:lnTo>
                    <a:pt x="731919" y="3082869"/>
                  </a:lnTo>
                  <a:lnTo>
                    <a:pt x="730861" y="3082869"/>
                  </a:lnTo>
                  <a:lnTo>
                    <a:pt x="729803" y="3082869"/>
                  </a:lnTo>
                  <a:lnTo>
                    <a:pt x="728745" y="3082869"/>
                  </a:lnTo>
                  <a:lnTo>
                    <a:pt x="727688" y="3082869"/>
                  </a:lnTo>
                  <a:lnTo>
                    <a:pt x="726630" y="3082869"/>
                  </a:lnTo>
                  <a:lnTo>
                    <a:pt x="725572" y="3082869"/>
                  </a:lnTo>
                  <a:lnTo>
                    <a:pt x="724514" y="3082869"/>
                  </a:lnTo>
                  <a:lnTo>
                    <a:pt x="723456" y="3082869"/>
                  </a:lnTo>
                  <a:lnTo>
                    <a:pt x="722398" y="3082869"/>
                  </a:lnTo>
                  <a:lnTo>
                    <a:pt x="721341" y="3082869"/>
                  </a:lnTo>
                  <a:lnTo>
                    <a:pt x="720283" y="3082869"/>
                  </a:lnTo>
                  <a:lnTo>
                    <a:pt x="719225" y="3082869"/>
                  </a:lnTo>
                  <a:lnTo>
                    <a:pt x="718167" y="3082869"/>
                  </a:lnTo>
                  <a:lnTo>
                    <a:pt x="717109" y="3082869"/>
                  </a:lnTo>
                  <a:lnTo>
                    <a:pt x="716051" y="3082869"/>
                  </a:lnTo>
                  <a:lnTo>
                    <a:pt x="714994" y="3082869"/>
                  </a:lnTo>
                  <a:lnTo>
                    <a:pt x="713936" y="3082869"/>
                  </a:lnTo>
                  <a:lnTo>
                    <a:pt x="712878" y="3082869"/>
                  </a:lnTo>
                  <a:lnTo>
                    <a:pt x="711820" y="3082869"/>
                  </a:lnTo>
                  <a:lnTo>
                    <a:pt x="710762" y="3082869"/>
                  </a:lnTo>
                  <a:lnTo>
                    <a:pt x="709704" y="3082869"/>
                  </a:lnTo>
                  <a:lnTo>
                    <a:pt x="708646" y="3082869"/>
                  </a:lnTo>
                  <a:lnTo>
                    <a:pt x="707589" y="3082869"/>
                  </a:lnTo>
                  <a:lnTo>
                    <a:pt x="706531" y="3082869"/>
                  </a:lnTo>
                  <a:lnTo>
                    <a:pt x="705473" y="3082869"/>
                  </a:lnTo>
                  <a:lnTo>
                    <a:pt x="704415" y="3082869"/>
                  </a:lnTo>
                  <a:lnTo>
                    <a:pt x="703357" y="3082869"/>
                  </a:lnTo>
                  <a:lnTo>
                    <a:pt x="702299" y="3082869"/>
                  </a:lnTo>
                  <a:lnTo>
                    <a:pt x="701242" y="3082869"/>
                  </a:lnTo>
                  <a:lnTo>
                    <a:pt x="700184" y="3082869"/>
                  </a:lnTo>
                  <a:lnTo>
                    <a:pt x="699126" y="3082869"/>
                  </a:lnTo>
                  <a:lnTo>
                    <a:pt x="698068" y="3082869"/>
                  </a:lnTo>
                  <a:lnTo>
                    <a:pt x="697010" y="3082869"/>
                  </a:lnTo>
                  <a:lnTo>
                    <a:pt x="695952" y="3082869"/>
                  </a:lnTo>
                  <a:lnTo>
                    <a:pt x="694895" y="3082869"/>
                  </a:lnTo>
                  <a:lnTo>
                    <a:pt x="693837" y="3082869"/>
                  </a:lnTo>
                  <a:lnTo>
                    <a:pt x="692779" y="3082869"/>
                  </a:lnTo>
                  <a:lnTo>
                    <a:pt x="691721" y="3082869"/>
                  </a:lnTo>
                  <a:lnTo>
                    <a:pt x="690663" y="3082869"/>
                  </a:lnTo>
                  <a:lnTo>
                    <a:pt x="689605" y="3082869"/>
                  </a:lnTo>
                  <a:lnTo>
                    <a:pt x="688548" y="3082869"/>
                  </a:lnTo>
                  <a:lnTo>
                    <a:pt x="687490" y="3082869"/>
                  </a:lnTo>
                  <a:lnTo>
                    <a:pt x="686432" y="3082869"/>
                  </a:lnTo>
                  <a:lnTo>
                    <a:pt x="685374" y="3082869"/>
                  </a:lnTo>
                  <a:lnTo>
                    <a:pt x="684316" y="3082869"/>
                  </a:lnTo>
                  <a:lnTo>
                    <a:pt x="683258" y="3082869"/>
                  </a:lnTo>
                  <a:lnTo>
                    <a:pt x="682200" y="3082869"/>
                  </a:lnTo>
                  <a:lnTo>
                    <a:pt x="681143" y="3082869"/>
                  </a:lnTo>
                  <a:lnTo>
                    <a:pt x="680085" y="3082869"/>
                  </a:lnTo>
                  <a:lnTo>
                    <a:pt x="679027" y="3082869"/>
                  </a:lnTo>
                  <a:lnTo>
                    <a:pt x="677969" y="3082869"/>
                  </a:lnTo>
                  <a:lnTo>
                    <a:pt x="676911" y="3082869"/>
                  </a:lnTo>
                  <a:lnTo>
                    <a:pt x="675853" y="3082869"/>
                  </a:lnTo>
                  <a:lnTo>
                    <a:pt x="674796" y="3082869"/>
                  </a:lnTo>
                  <a:lnTo>
                    <a:pt x="673738" y="3082869"/>
                  </a:lnTo>
                  <a:lnTo>
                    <a:pt x="672680" y="3082869"/>
                  </a:lnTo>
                  <a:lnTo>
                    <a:pt x="671622" y="3082869"/>
                  </a:lnTo>
                  <a:lnTo>
                    <a:pt x="670564" y="3082869"/>
                  </a:lnTo>
                  <a:lnTo>
                    <a:pt x="669506" y="3082869"/>
                  </a:lnTo>
                  <a:lnTo>
                    <a:pt x="668449" y="3082869"/>
                  </a:lnTo>
                  <a:lnTo>
                    <a:pt x="667391" y="3082869"/>
                  </a:lnTo>
                  <a:lnTo>
                    <a:pt x="666333" y="3082869"/>
                  </a:lnTo>
                  <a:lnTo>
                    <a:pt x="665275" y="3082869"/>
                  </a:lnTo>
                  <a:lnTo>
                    <a:pt x="664217" y="3082869"/>
                  </a:lnTo>
                  <a:lnTo>
                    <a:pt x="663159" y="3082869"/>
                  </a:lnTo>
                  <a:lnTo>
                    <a:pt x="662102" y="3082869"/>
                  </a:lnTo>
                  <a:lnTo>
                    <a:pt x="661044" y="3082869"/>
                  </a:lnTo>
                  <a:lnTo>
                    <a:pt x="659986" y="3082869"/>
                  </a:lnTo>
                  <a:lnTo>
                    <a:pt x="658928" y="3082869"/>
                  </a:lnTo>
                  <a:lnTo>
                    <a:pt x="657870" y="3082869"/>
                  </a:lnTo>
                  <a:lnTo>
                    <a:pt x="656812" y="3082869"/>
                  </a:lnTo>
                  <a:lnTo>
                    <a:pt x="655754" y="3082869"/>
                  </a:lnTo>
                  <a:lnTo>
                    <a:pt x="654697" y="3082869"/>
                  </a:lnTo>
                  <a:lnTo>
                    <a:pt x="653639" y="3082869"/>
                  </a:lnTo>
                  <a:lnTo>
                    <a:pt x="652581" y="3082869"/>
                  </a:lnTo>
                  <a:lnTo>
                    <a:pt x="651523" y="3082869"/>
                  </a:lnTo>
                  <a:lnTo>
                    <a:pt x="650465" y="3082869"/>
                  </a:lnTo>
                  <a:lnTo>
                    <a:pt x="649407" y="3082869"/>
                  </a:lnTo>
                  <a:lnTo>
                    <a:pt x="648350" y="3082869"/>
                  </a:lnTo>
                  <a:lnTo>
                    <a:pt x="647292" y="3082869"/>
                  </a:lnTo>
                  <a:lnTo>
                    <a:pt x="646234" y="3082869"/>
                  </a:lnTo>
                  <a:lnTo>
                    <a:pt x="645176" y="3082869"/>
                  </a:lnTo>
                  <a:lnTo>
                    <a:pt x="644118" y="3082869"/>
                  </a:lnTo>
                  <a:lnTo>
                    <a:pt x="643060" y="3082869"/>
                  </a:lnTo>
                  <a:lnTo>
                    <a:pt x="642003" y="3082869"/>
                  </a:lnTo>
                  <a:lnTo>
                    <a:pt x="640945" y="3082869"/>
                  </a:lnTo>
                  <a:lnTo>
                    <a:pt x="639887" y="3082869"/>
                  </a:lnTo>
                  <a:lnTo>
                    <a:pt x="638829" y="3082869"/>
                  </a:lnTo>
                  <a:lnTo>
                    <a:pt x="637771" y="3082869"/>
                  </a:lnTo>
                  <a:lnTo>
                    <a:pt x="636713" y="3082869"/>
                  </a:lnTo>
                  <a:lnTo>
                    <a:pt x="635656" y="3082869"/>
                  </a:lnTo>
                  <a:lnTo>
                    <a:pt x="634598" y="3082869"/>
                  </a:lnTo>
                  <a:lnTo>
                    <a:pt x="633540" y="3082869"/>
                  </a:lnTo>
                  <a:lnTo>
                    <a:pt x="632482" y="3082869"/>
                  </a:lnTo>
                  <a:lnTo>
                    <a:pt x="631424" y="3082869"/>
                  </a:lnTo>
                  <a:lnTo>
                    <a:pt x="630366" y="3082869"/>
                  </a:lnTo>
                  <a:lnTo>
                    <a:pt x="629308" y="3082869"/>
                  </a:lnTo>
                  <a:lnTo>
                    <a:pt x="628251" y="3082869"/>
                  </a:lnTo>
                  <a:lnTo>
                    <a:pt x="627193" y="3082869"/>
                  </a:lnTo>
                  <a:lnTo>
                    <a:pt x="626135" y="3082869"/>
                  </a:lnTo>
                  <a:lnTo>
                    <a:pt x="625077" y="3082869"/>
                  </a:lnTo>
                  <a:lnTo>
                    <a:pt x="624019" y="3082869"/>
                  </a:lnTo>
                  <a:lnTo>
                    <a:pt x="622961" y="3082869"/>
                  </a:lnTo>
                  <a:lnTo>
                    <a:pt x="621904" y="3082869"/>
                  </a:lnTo>
                  <a:lnTo>
                    <a:pt x="620846" y="3082869"/>
                  </a:lnTo>
                  <a:lnTo>
                    <a:pt x="619788" y="3082869"/>
                  </a:lnTo>
                  <a:lnTo>
                    <a:pt x="618730" y="3082869"/>
                  </a:lnTo>
                  <a:lnTo>
                    <a:pt x="617672" y="3082869"/>
                  </a:lnTo>
                  <a:lnTo>
                    <a:pt x="616614" y="3082869"/>
                  </a:lnTo>
                  <a:lnTo>
                    <a:pt x="615557" y="3082869"/>
                  </a:lnTo>
                  <a:lnTo>
                    <a:pt x="614499" y="3082869"/>
                  </a:lnTo>
                  <a:lnTo>
                    <a:pt x="613441" y="3082869"/>
                  </a:lnTo>
                  <a:lnTo>
                    <a:pt x="612383" y="3082869"/>
                  </a:lnTo>
                  <a:lnTo>
                    <a:pt x="611325" y="3082869"/>
                  </a:lnTo>
                  <a:lnTo>
                    <a:pt x="610267" y="3082869"/>
                  </a:lnTo>
                  <a:lnTo>
                    <a:pt x="609210" y="3082869"/>
                  </a:lnTo>
                  <a:lnTo>
                    <a:pt x="608152" y="3082869"/>
                  </a:lnTo>
                  <a:lnTo>
                    <a:pt x="607094" y="3082869"/>
                  </a:lnTo>
                  <a:lnTo>
                    <a:pt x="606036" y="3082869"/>
                  </a:lnTo>
                  <a:lnTo>
                    <a:pt x="604978" y="3082869"/>
                  </a:lnTo>
                  <a:lnTo>
                    <a:pt x="603920" y="3082869"/>
                  </a:lnTo>
                  <a:lnTo>
                    <a:pt x="602862" y="3082869"/>
                  </a:lnTo>
                  <a:lnTo>
                    <a:pt x="601805" y="3082869"/>
                  </a:lnTo>
                  <a:lnTo>
                    <a:pt x="600747" y="3082869"/>
                  </a:lnTo>
                  <a:lnTo>
                    <a:pt x="599689" y="3082869"/>
                  </a:lnTo>
                  <a:lnTo>
                    <a:pt x="598631" y="3082869"/>
                  </a:lnTo>
                  <a:lnTo>
                    <a:pt x="597573" y="3082869"/>
                  </a:lnTo>
                  <a:lnTo>
                    <a:pt x="596515" y="3082869"/>
                  </a:lnTo>
                  <a:lnTo>
                    <a:pt x="595458" y="3082869"/>
                  </a:lnTo>
                  <a:lnTo>
                    <a:pt x="594400" y="3082869"/>
                  </a:lnTo>
                  <a:lnTo>
                    <a:pt x="593342" y="3082869"/>
                  </a:lnTo>
                  <a:lnTo>
                    <a:pt x="592284" y="3082869"/>
                  </a:lnTo>
                  <a:lnTo>
                    <a:pt x="591226" y="3082869"/>
                  </a:lnTo>
                  <a:lnTo>
                    <a:pt x="590168" y="3082869"/>
                  </a:lnTo>
                  <a:lnTo>
                    <a:pt x="589111" y="3082869"/>
                  </a:lnTo>
                  <a:lnTo>
                    <a:pt x="588053" y="3082869"/>
                  </a:lnTo>
                  <a:lnTo>
                    <a:pt x="586995" y="3082869"/>
                  </a:lnTo>
                  <a:lnTo>
                    <a:pt x="585937" y="3082869"/>
                  </a:lnTo>
                  <a:lnTo>
                    <a:pt x="584879" y="3082869"/>
                  </a:lnTo>
                  <a:lnTo>
                    <a:pt x="583821" y="3082869"/>
                  </a:lnTo>
                  <a:lnTo>
                    <a:pt x="582764" y="3082869"/>
                  </a:lnTo>
                  <a:lnTo>
                    <a:pt x="581706" y="3082869"/>
                  </a:lnTo>
                  <a:lnTo>
                    <a:pt x="580648" y="3082869"/>
                  </a:lnTo>
                  <a:lnTo>
                    <a:pt x="579590" y="3082869"/>
                  </a:lnTo>
                  <a:lnTo>
                    <a:pt x="578532" y="3082869"/>
                  </a:lnTo>
                  <a:lnTo>
                    <a:pt x="577474" y="3082869"/>
                  </a:lnTo>
                  <a:lnTo>
                    <a:pt x="576416" y="3082869"/>
                  </a:lnTo>
                  <a:lnTo>
                    <a:pt x="575359" y="3082869"/>
                  </a:lnTo>
                  <a:lnTo>
                    <a:pt x="574301" y="3082869"/>
                  </a:lnTo>
                  <a:lnTo>
                    <a:pt x="573243" y="3082869"/>
                  </a:lnTo>
                  <a:lnTo>
                    <a:pt x="572185" y="3082869"/>
                  </a:lnTo>
                  <a:lnTo>
                    <a:pt x="571127" y="3082869"/>
                  </a:lnTo>
                  <a:lnTo>
                    <a:pt x="570069" y="3082869"/>
                  </a:lnTo>
                  <a:lnTo>
                    <a:pt x="569012" y="3082869"/>
                  </a:lnTo>
                  <a:lnTo>
                    <a:pt x="567954" y="3082869"/>
                  </a:lnTo>
                  <a:lnTo>
                    <a:pt x="566896" y="3082869"/>
                  </a:lnTo>
                  <a:lnTo>
                    <a:pt x="565838" y="3082869"/>
                  </a:lnTo>
                  <a:lnTo>
                    <a:pt x="564780" y="3082869"/>
                  </a:lnTo>
                  <a:lnTo>
                    <a:pt x="563722" y="3082869"/>
                  </a:lnTo>
                  <a:lnTo>
                    <a:pt x="562665" y="3082869"/>
                  </a:lnTo>
                  <a:lnTo>
                    <a:pt x="561607" y="3082869"/>
                  </a:lnTo>
                  <a:lnTo>
                    <a:pt x="560549" y="3082869"/>
                  </a:lnTo>
                  <a:lnTo>
                    <a:pt x="559491" y="3082869"/>
                  </a:lnTo>
                  <a:lnTo>
                    <a:pt x="558433" y="3082869"/>
                  </a:lnTo>
                  <a:lnTo>
                    <a:pt x="557375" y="3082869"/>
                  </a:lnTo>
                  <a:lnTo>
                    <a:pt x="556318" y="3082869"/>
                  </a:lnTo>
                  <a:lnTo>
                    <a:pt x="555260" y="3082869"/>
                  </a:lnTo>
                  <a:lnTo>
                    <a:pt x="554202" y="3082869"/>
                  </a:lnTo>
                  <a:lnTo>
                    <a:pt x="553144" y="3082869"/>
                  </a:lnTo>
                  <a:lnTo>
                    <a:pt x="552086" y="3082869"/>
                  </a:lnTo>
                  <a:lnTo>
                    <a:pt x="551028" y="3082869"/>
                  </a:lnTo>
                  <a:lnTo>
                    <a:pt x="549970" y="3082869"/>
                  </a:lnTo>
                  <a:lnTo>
                    <a:pt x="548913" y="3082869"/>
                  </a:lnTo>
                  <a:lnTo>
                    <a:pt x="547855" y="3082869"/>
                  </a:lnTo>
                  <a:lnTo>
                    <a:pt x="546797" y="3082869"/>
                  </a:lnTo>
                  <a:lnTo>
                    <a:pt x="545739" y="3082869"/>
                  </a:lnTo>
                  <a:lnTo>
                    <a:pt x="544681" y="3082869"/>
                  </a:lnTo>
                  <a:lnTo>
                    <a:pt x="543623" y="3082869"/>
                  </a:lnTo>
                  <a:lnTo>
                    <a:pt x="542566" y="3082869"/>
                  </a:lnTo>
                  <a:lnTo>
                    <a:pt x="541508" y="3082869"/>
                  </a:lnTo>
                  <a:lnTo>
                    <a:pt x="540450" y="3082869"/>
                  </a:lnTo>
                  <a:lnTo>
                    <a:pt x="539392" y="3082869"/>
                  </a:lnTo>
                  <a:lnTo>
                    <a:pt x="538334" y="3082869"/>
                  </a:lnTo>
                  <a:lnTo>
                    <a:pt x="537276" y="3082869"/>
                  </a:lnTo>
                  <a:lnTo>
                    <a:pt x="536219" y="3082869"/>
                  </a:lnTo>
                  <a:lnTo>
                    <a:pt x="535161" y="3082869"/>
                  </a:lnTo>
                  <a:lnTo>
                    <a:pt x="534103" y="3082869"/>
                  </a:lnTo>
                  <a:lnTo>
                    <a:pt x="533045" y="3082869"/>
                  </a:lnTo>
                  <a:lnTo>
                    <a:pt x="531987" y="3082869"/>
                  </a:lnTo>
                  <a:lnTo>
                    <a:pt x="530929" y="3082869"/>
                  </a:lnTo>
                  <a:lnTo>
                    <a:pt x="529872" y="3082869"/>
                  </a:lnTo>
                  <a:lnTo>
                    <a:pt x="528814" y="3082869"/>
                  </a:lnTo>
                  <a:lnTo>
                    <a:pt x="527756" y="3082869"/>
                  </a:lnTo>
                  <a:lnTo>
                    <a:pt x="526698" y="3082869"/>
                  </a:lnTo>
                  <a:lnTo>
                    <a:pt x="525640" y="3082869"/>
                  </a:lnTo>
                  <a:lnTo>
                    <a:pt x="524582" y="3082869"/>
                  </a:lnTo>
                  <a:lnTo>
                    <a:pt x="523524" y="3082869"/>
                  </a:lnTo>
                  <a:lnTo>
                    <a:pt x="522467" y="3082869"/>
                  </a:lnTo>
                  <a:lnTo>
                    <a:pt x="521409" y="3082869"/>
                  </a:lnTo>
                  <a:lnTo>
                    <a:pt x="520351" y="3082869"/>
                  </a:lnTo>
                  <a:lnTo>
                    <a:pt x="519293" y="3082869"/>
                  </a:lnTo>
                  <a:lnTo>
                    <a:pt x="518235" y="3082869"/>
                  </a:lnTo>
                  <a:lnTo>
                    <a:pt x="517177" y="3082869"/>
                  </a:lnTo>
                  <a:lnTo>
                    <a:pt x="516120" y="3082869"/>
                  </a:lnTo>
                  <a:lnTo>
                    <a:pt x="515062" y="3082869"/>
                  </a:lnTo>
                  <a:lnTo>
                    <a:pt x="514004" y="3082869"/>
                  </a:lnTo>
                  <a:lnTo>
                    <a:pt x="512946" y="3082869"/>
                  </a:lnTo>
                  <a:lnTo>
                    <a:pt x="511888" y="3082869"/>
                  </a:lnTo>
                  <a:lnTo>
                    <a:pt x="510830" y="3082869"/>
                  </a:lnTo>
                  <a:lnTo>
                    <a:pt x="509773" y="3082869"/>
                  </a:lnTo>
                  <a:lnTo>
                    <a:pt x="508715" y="3082869"/>
                  </a:lnTo>
                  <a:lnTo>
                    <a:pt x="507657" y="3082869"/>
                  </a:lnTo>
                  <a:lnTo>
                    <a:pt x="506599" y="3082869"/>
                  </a:lnTo>
                  <a:lnTo>
                    <a:pt x="505541" y="3082869"/>
                  </a:lnTo>
                  <a:lnTo>
                    <a:pt x="504483" y="3082869"/>
                  </a:lnTo>
                  <a:lnTo>
                    <a:pt x="503426" y="3082869"/>
                  </a:lnTo>
                  <a:lnTo>
                    <a:pt x="502368" y="3082869"/>
                  </a:lnTo>
                  <a:lnTo>
                    <a:pt x="501310" y="3082869"/>
                  </a:lnTo>
                  <a:lnTo>
                    <a:pt x="500252" y="3082869"/>
                  </a:lnTo>
                  <a:lnTo>
                    <a:pt x="499194" y="3082869"/>
                  </a:lnTo>
                  <a:lnTo>
                    <a:pt x="498136" y="3082869"/>
                  </a:lnTo>
                  <a:lnTo>
                    <a:pt x="497078" y="3082869"/>
                  </a:lnTo>
                  <a:lnTo>
                    <a:pt x="496021" y="3082869"/>
                  </a:lnTo>
                  <a:lnTo>
                    <a:pt x="494963" y="3082869"/>
                  </a:lnTo>
                  <a:lnTo>
                    <a:pt x="493905" y="3082869"/>
                  </a:lnTo>
                  <a:lnTo>
                    <a:pt x="492847" y="3082869"/>
                  </a:lnTo>
                  <a:lnTo>
                    <a:pt x="491789" y="3082869"/>
                  </a:lnTo>
                  <a:lnTo>
                    <a:pt x="490731" y="3082869"/>
                  </a:lnTo>
                  <a:lnTo>
                    <a:pt x="489674" y="3082869"/>
                  </a:lnTo>
                  <a:lnTo>
                    <a:pt x="488616" y="3082869"/>
                  </a:lnTo>
                  <a:lnTo>
                    <a:pt x="487558" y="3082869"/>
                  </a:lnTo>
                  <a:lnTo>
                    <a:pt x="486500" y="3082869"/>
                  </a:lnTo>
                  <a:lnTo>
                    <a:pt x="485442" y="3082869"/>
                  </a:lnTo>
                  <a:lnTo>
                    <a:pt x="484384" y="3082869"/>
                  </a:lnTo>
                  <a:lnTo>
                    <a:pt x="483327" y="3082869"/>
                  </a:lnTo>
                  <a:lnTo>
                    <a:pt x="482269" y="3082869"/>
                  </a:lnTo>
                  <a:lnTo>
                    <a:pt x="481211" y="3082869"/>
                  </a:lnTo>
                  <a:lnTo>
                    <a:pt x="480153" y="3082869"/>
                  </a:lnTo>
                  <a:lnTo>
                    <a:pt x="479095" y="3082869"/>
                  </a:lnTo>
                  <a:lnTo>
                    <a:pt x="478037" y="3082869"/>
                  </a:lnTo>
                  <a:lnTo>
                    <a:pt x="476980" y="3082869"/>
                  </a:lnTo>
                  <a:lnTo>
                    <a:pt x="475922" y="3082869"/>
                  </a:lnTo>
                  <a:lnTo>
                    <a:pt x="474864" y="3082869"/>
                  </a:lnTo>
                  <a:lnTo>
                    <a:pt x="473806" y="3082869"/>
                  </a:lnTo>
                  <a:lnTo>
                    <a:pt x="472748" y="3082869"/>
                  </a:lnTo>
                  <a:lnTo>
                    <a:pt x="471690" y="3082869"/>
                  </a:lnTo>
                  <a:lnTo>
                    <a:pt x="470632" y="3082869"/>
                  </a:lnTo>
                  <a:lnTo>
                    <a:pt x="469575" y="3082869"/>
                  </a:lnTo>
                  <a:lnTo>
                    <a:pt x="468517" y="3082869"/>
                  </a:lnTo>
                  <a:lnTo>
                    <a:pt x="467459" y="3082869"/>
                  </a:lnTo>
                  <a:lnTo>
                    <a:pt x="466401" y="3082869"/>
                  </a:lnTo>
                  <a:lnTo>
                    <a:pt x="465343" y="3082869"/>
                  </a:lnTo>
                  <a:lnTo>
                    <a:pt x="464285" y="3082869"/>
                  </a:lnTo>
                  <a:lnTo>
                    <a:pt x="463228" y="3082869"/>
                  </a:lnTo>
                  <a:lnTo>
                    <a:pt x="462170" y="3082869"/>
                  </a:lnTo>
                  <a:lnTo>
                    <a:pt x="461112" y="3082869"/>
                  </a:lnTo>
                  <a:lnTo>
                    <a:pt x="460054" y="3082869"/>
                  </a:lnTo>
                  <a:lnTo>
                    <a:pt x="458996" y="3082869"/>
                  </a:lnTo>
                  <a:lnTo>
                    <a:pt x="457938" y="3082869"/>
                  </a:lnTo>
                  <a:lnTo>
                    <a:pt x="456881" y="3082869"/>
                  </a:lnTo>
                  <a:lnTo>
                    <a:pt x="455823" y="3082869"/>
                  </a:lnTo>
                  <a:lnTo>
                    <a:pt x="454765" y="3082869"/>
                  </a:lnTo>
                  <a:lnTo>
                    <a:pt x="453707" y="3082869"/>
                  </a:lnTo>
                  <a:lnTo>
                    <a:pt x="452649" y="3082869"/>
                  </a:lnTo>
                  <a:lnTo>
                    <a:pt x="451591" y="3082869"/>
                  </a:lnTo>
                  <a:lnTo>
                    <a:pt x="450534" y="3082869"/>
                  </a:lnTo>
                  <a:lnTo>
                    <a:pt x="449476" y="3082869"/>
                  </a:lnTo>
                  <a:lnTo>
                    <a:pt x="448418" y="3082869"/>
                  </a:lnTo>
                  <a:lnTo>
                    <a:pt x="447360" y="3082869"/>
                  </a:lnTo>
                  <a:lnTo>
                    <a:pt x="446302" y="3082869"/>
                  </a:lnTo>
                  <a:lnTo>
                    <a:pt x="445244" y="3082869"/>
                  </a:lnTo>
                  <a:lnTo>
                    <a:pt x="444187" y="3082869"/>
                  </a:lnTo>
                  <a:lnTo>
                    <a:pt x="443129" y="3082869"/>
                  </a:lnTo>
                  <a:lnTo>
                    <a:pt x="442071" y="3082869"/>
                  </a:lnTo>
                  <a:lnTo>
                    <a:pt x="441013" y="3082869"/>
                  </a:lnTo>
                  <a:lnTo>
                    <a:pt x="439955" y="3082869"/>
                  </a:lnTo>
                  <a:lnTo>
                    <a:pt x="438897" y="3082869"/>
                  </a:lnTo>
                  <a:lnTo>
                    <a:pt x="437839" y="3082869"/>
                  </a:lnTo>
                  <a:lnTo>
                    <a:pt x="436782" y="3082869"/>
                  </a:lnTo>
                  <a:lnTo>
                    <a:pt x="435724" y="3082869"/>
                  </a:lnTo>
                  <a:lnTo>
                    <a:pt x="434666" y="3082869"/>
                  </a:lnTo>
                  <a:lnTo>
                    <a:pt x="433608" y="3082869"/>
                  </a:lnTo>
                  <a:lnTo>
                    <a:pt x="432550" y="3082869"/>
                  </a:lnTo>
                  <a:lnTo>
                    <a:pt x="431492" y="3082869"/>
                  </a:lnTo>
                  <a:lnTo>
                    <a:pt x="430435" y="3082869"/>
                  </a:lnTo>
                  <a:lnTo>
                    <a:pt x="429377" y="3082869"/>
                  </a:lnTo>
                  <a:lnTo>
                    <a:pt x="428319" y="3082869"/>
                  </a:lnTo>
                  <a:lnTo>
                    <a:pt x="427261" y="3082869"/>
                  </a:lnTo>
                  <a:lnTo>
                    <a:pt x="426203" y="3082869"/>
                  </a:lnTo>
                  <a:lnTo>
                    <a:pt x="425145" y="3082869"/>
                  </a:lnTo>
                  <a:lnTo>
                    <a:pt x="424088" y="3082869"/>
                  </a:lnTo>
                  <a:lnTo>
                    <a:pt x="423030" y="3082869"/>
                  </a:lnTo>
                  <a:lnTo>
                    <a:pt x="421972" y="3082869"/>
                  </a:lnTo>
                  <a:lnTo>
                    <a:pt x="420914" y="3082869"/>
                  </a:lnTo>
                  <a:lnTo>
                    <a:pt x="419856" y="3082869"/>
                  </a:lnTo>
                  <a:lnTo>
                    <a:pt x="418798" y="3082869"/>
                  </a:lnTo>
                  <a:lnTo>
                    <a:pt x="417741" y="3082869"/>
                  </a:lnTo>
                  <a:lnTo>
                    <a:pt x="416683" y="3082869"/>
                  </a:lnTo>
                  <a:lnTo>
                    <a:pt x="415625" y="3082869"/>
                  </a:lnTo>
                  <a:lnTo>
                    <a:pt x="414567" y="3082869"/>
                  </a:lnTo>
                  <a:lnTo>
                    <a:pt x="413509" y="3082869"/>
                  </a:lnTo>
                  <a:lnTo>
                    <a:pt x="412451" y="3082869"/>
                  </a:lnTo>
                  <a:lnTo>
                    <a:pt x="411393" y="3082869"/>
                  </a:lnTo>
                  <a:lnTo>
                    <a:pt x="410336" y="3082869"/>
                  </a:lnTo>
                  <a:lnTo>
                    <a:pt x="409278" y="3082869"/>
                  </a:lnTo>
                  <a:lnTo>
                    <a:pt x="408220" y="3082869"/>
                  </a:lnTo>
                  <a:lnTo>
                    <a:pt x="407162" y="3082869"/>
                  </a:lnTo>
                  <a:lnTo>
                    <a:pt x="406104" y="3082869"/>
                  </a:lnTo>
                  <a:lnTo>
                    <a:pt x="405046" y="3082869"/>
                  </a:lnTo>
                  <a:lnTo>
                    <a:pt x="403989" y="3082869"/>
                  </a:lnTo>
                  <a:lnTo>
                    <a:pt x="402931" y="3082869"/>
                  </a:lnTo>
                  <a:lnTo>
                    <a:pt x="401873" y="3082869"/>
                  </a:lnTo>
                  <a:lnTo>
                    <a:pt x="400815" y="3082869"/>
                  </a:lnTo>
                  <a:lnTo>
                    <a:pt x="399757" y="3082869"/>
                  </a:lnTo>
                  <a:lnTo>
                    <a:pt x="398699" y="3082869"/>
                  </a:lnTo>
                  <a:lnTo>
                    <a:pt x="397642" y="3082869"/>
                  </a:lnTo>
                  <a:lnTo>
                    <a:pt x="396584" y="3082869"/>
                  </a:lnTo>
                  <a:lnTo>
                    <a:pt x="395526" y="3082869"/>
                  </a:lnTo>
                  <a:lnTo>
                    <a:pt x="394468" y="3082869"/>
                  </a:lnTo>
                  <a:lnTo>
                    <a:pt x="393410" y="3082869"/>
                  </a:lnTo>
                  <a:lnTo>
                    <a:pt x="392352" y="3082869"/>
                  </a:lnTo>
                  <a:lnTo>
                    <a:pt x="391295" y="3082869"/>
                  </a:lnTo>
                  <a:lnTo>
                    <a:pt x="390237" y="3082869"/>
                  </a:lnTo>
                  <a:lnTo>
                    <a:pt x="389179" y="3082869"/>
                  </a:lnTo>
                  <a:lnTo>
                    <a:pt x="388121" y="3082869"/>
                  </a:lnTo>
                  <a:lnTo>
                    <a:pt x="387063" y="3082869"/>
                  </a:lnTo>
                  <a:lnTo>
                    <a:pt x="386005" y="3082869"/>
                  </a:lnTo>
                  <a:lnTo>
                    <a:pt x="384947" y="3082869"/>
                  </a:lnTo>
                  <a:lnTo>
                    <a:pt x="383890" y="3082869"/>
                  </a:lnTo>
                  <a:lnTo>
                    <a:pt x="382832" y="3082869"/>
                  </a:lnTo>
                  <a:lnTo>
                    <a:pt x="381774" y="3082869"/>
                  </a:lnTo>
                  <a:lnTo>
                    <a:pt x="380716" y="3082869"/>
                  </a:lnTo>
                  <a:lnTo>
                    <a:pt x="379658" y="3082869"/>
                  </a:lnTo>
                  <a:lnTo>
                    <a:pt x="378600" y="3082869"/>
                  </a:lnTo>
                  <a:lnTo>
                    <a:pt x="377543" y="3082869"/>
                  </a:lnTo>
                  <a:lnTo>
                    <a:pt x="376485" y="3082869"/>
                  </a:lnTo>
                  <a:lnTo>
                    <a:pt x="375427" y="3082869"/>
                  </a:lnTo>
                  <a:lnTo>
                    <a:pt x="374369" y="3082869"/>
                  </a:lnTo>
                  <a:lnTo>
                    <a:pt x="373311" y="3082869"/>
                  </a:lnTo>
                  <a:lnTo>
                    <a:pt x="372253" y="3082869"/>
                  </a:lnTo>
                  <a:lnTo>
                    <a:pt x="371196" y="3082869"/>
                  </a:lnTo>
                  <a:lnTo>
                    <a:pt x="370138" y="3082869"/>
                  </a:lnTo>
                  <a:lnTo>
                    <a:pt x="369080" y="3082869"/>
                  </a:lnTo>
                  <a:lnTo>
                    <a:pt x="368022" y="3082869"/>
                  </a:lnTo>
                  <a:lnTo>
                    <a:pt x="366964" y="3082869"/>
                  </a:lnTo>
                  <a:lnTo>
                    <a:pt x="365906" y="3082869"/>
                  </a:lnTo>
                  <a:lnTo>
                    <a:pt x="364849" y="3082869"/>
                  </a:lnTo>
                  <a:lnTo>
                    <a:pt x="363791" y="3082869"/>
                  </a:lnTo>
                  <a:lnTo>
                    <a:pt x="362733" y="3082869"/>
                  </a:lnTo>
                  <a:lnTo>
                    <a:pt x="361675" y="3082869"/>
                  </a:lnTo>
                  <a:lnTo>
                    <a:pt x="360617" y="3082869"/>
                  </a:lnTo>
                  <a:lnTo>
                    <a:pt x="359559" y="3082869"/>
                  </a:lnTo>
                  <a:lnTo>
                    <a:pt x="358501" y="3082869"/>
                  </a:lnTo>
                  <a:lnTo>
                    <a:pt x="357444" y="3082869"/>
                  </a:lnTo>
                  <a:lnTo>
                    <a:pt x="356386" y="3082869"/>
                  </a:lnTo>
                  <a:lnTo>
                    <a:pt x="355328" y="3082869"/>
                  </a:lnTo>
                  <a:lnTo>
                    <a:pt x="354270" y="3082869"/>
                  </a:lnTo>
                  <a:lnTo>
                    <a:pt x="353212" y="3082869"/>
                  </a:lnTo>
                  <a:lnTo>
                    <a:pt x="352154" y="3082869"/>
                  </a:lnTo>
                  <a:lnTo>
                    <a:pt x="351097" y="3082869"/>
                  </a:lnTo>
                  <a:lnTo>
                    <a:pt x="350039" y="3082869"/>
                  </a:lnTo>
                  <a:lnTo>
                    <a:pt x="348981" y="3082869"/>
                  </a:lnTo>
                  <a:lnTo>
                    <a:pt x="347923" y="3082869"/>
                  </a:lnTo>
                  <a:lnTo>
                    <a:pt x="346865" y="3082869"/>
                  </a:lnTo>
                  <a:lnTo>
                    <a:pt x="345807" y="3082869"/>
                  </a:lnTo>
                  <a:lnTo>
                    <a:pt x="344750" y="3082869"/>
                  </a:lnTo>
                  <a:lnTo>
                    <a:pt x="343692" y="3082869"/>
                  </a:lnTo>
                  <a:lnTo>
                    <a:pt x="342634" y="3082869"/>
                  </a:lnTo>
                  <a:lnTo>
                    <a:pt x="341576" y="3082869"/>
                  </a:lnTo>
                  <a:lnTo>
                    <a:pt x="340518" y="3082869"/>
                  </a:lnTo>
                  <a:lnTo>
                    <a:pt x="339460" y="3082869"/>
                  </a:lnTo>
                  <a:lnTo>
                    <a:pt x="338403" y="3082869"/>
                  </a:lnTo>
                  <a:lnTo>
                    <a:pt x="337345" y="3082869"/>
                  </a:lnTo>
                  <a:lnTo>
                    <a:pt x="336287" y="3082869"/>
                  </a:lnTo>
                  <a:lnTo>
                    <a:pt x="335229" y="3082869"/>
                  </a:lnTo>
                  <a:lnTo>
                    <a:pt x="334171" y="3082869"/>
                  </a:lnTo>
                  <a:lnTo>
                    <a:pt x="333113" y="3082869"/>
                  </a:lnTo>
                  <a:lnTo>
                    <a:pt x="332055" y="3082869"/>
                  </a:lnTo>
                  <a:lnTo>
                    <a:pt x="330998" y="3082869"/>
                  </a:lnTo>
                  <a:lnTo>
                    <a:pt x="329940" y="3082869"/>
                  </a:lnTo>
                  <a:lnTo>
                    <a:pt x="328882" y="3082869"/>
                  </a:lnTo>
                  <a:lnTo>
                    <a:pt x="327824" y="3082869"/>
                  </a:lnTo>
                  <a:lnTo>
                    <a:pt x="326766" y="3082869"/>
                  </a:lnTo>
                  <a:lnTo>
                    <a:pt x="325708" y="3082869"/>
                  </a:lnTo>
                  <a:lnTo>
                    <a:pt x="324651" y="3082869"/>
                  </a:lnTo>
                  <a:lnTo>
                    <a:pt x="323593" y="3082869"/>
                  </a:lnTo>
                  <a:lnTo>
                    <a:pt x="322535" y="3082869"/>
                  </a:lnTo>
                  <a:lnTo>
                    <a:pt x="321477" y="3082869"/>
                  </a:lnTo>
                  <a:lnTo>
                    <a:pt x="320419" y="3082869"/>
                  </a:lnTo>
                  <a:lnTo>
                    <a:pt x="319361" y="3082869"/>
                  </a:lnTo>
                  <a:lnTo>
                    <a:pt x="318304" y="3082869"/>
                  </a:lnTo>
                  <a:lnTo>
                    <a:pt x="317246" y="3082869"/>
                  </a:lnTo>
                  <a:lnTo>
                    <a:pt x="316188" y="3082869"/>
                  </a:lnTo>
                  <a:lnTo>
                    <a:pt x="315130" y="3082869"/>
                  </a:lnTo>
                  <a:lnTo>
                    <a:pt x="314072" y="3082869"/>
                  </a:lnTo>
                  <a:lnTo>
                    <a:pt x="313014" y="3082869"/>
                  </a:lnTo>
                  <a:lnTo>
                    <a:pt x="311957" y="3082869"/>
                  </a:lnTo>
                  <a:lnTo>
                    <a:pt x="310899" y="3082869"/>
                  </a:lnTo>
                  <a:lnTo>
                    <a:pt x="309841" y="3082869"/>
                  </a:lnTo>
                  <a:lnTo>
                    <a:pt x="308783" y="3082869"/>
                  </a:lnTo>
                  <a:lnTo>
                    <a:pt x="307725" y="3082869"/>
                  </a:lnTo>
                  <a:lnTo>
                    <a:pt x="306667" y="3082869"/>
                  </a:lnTo>
                  <a:lnTo>
                    <a:pt x="305609" y="3082869"/>
                  </a:lnTo>
                  <a:lnTo>
                    <a:pt x="304552" y="3082869"/>
                  </a:lnTo>
                  <a:lnTo>
                    <a:pt x="303494" y="3082869"/>
                  </a:lnTo>
                  <a:lnTo>
                    <a:pt x="302436" y="3082869"/>
                  </a:lnTo>
                  <a:lnTo>
                    <a:pt x="301378" y="3082869"/>
                  </a:lnTo>
                  <a:lnTo>
                    <a:pt x="300320" y="3082869"/>
                  </a:lnTo>
                  <a:lnTo>
                    <a:pt x="299262" y="3082869"/>
                  </a:lnTo>
                  <a:lnTo>
                    <a:pt x="298205" y="3082869"/>
                  </a:lnTo>
                  <a:lnTo>
                    <a:pt x="297147" y="3082869"/>
                  </a:lnTo>
                  <a:lnTo>
                    <a:pt x="296089" y="3082869"/>
                  </a:lnTo>
                  <a:lnTo>
                    <a:pt x="295031" y="3082869"/>
                  </a:lnTo>
                  <a:lnTo>
                    <a:pt x="293973" y="3082869"/>
                  </a:lnTo>
                  <a:lnTo>
                    <a:pt x="292915" y="3082869"/>
                  </a:lnTo>
                  <a:lnTo>
                    <a:pt x="291858" y="3082869"/>
                  </a:lnTo>
                  <a:lnTo>
                    <a:pt x="290800" y="3082869"/>
                  </a:lnTo>
                  <a:lnTo>
                    <a:pt x="289742" y="3082869"/>
                  </a:lnTo>
                  <a:lnTo>
                    <a:pt x="288684" y="3082869"/>
                  </a:lnTo>
                  <a:lnTo>
                    <a:pt x="287626" y="3082869"/>
                  </a:lnTo>
                  <a:lnTo>
                    <a:pt x="286568" y="3082869"/>
                  </a:lnTo>
                  <a:lnTo>
                    <a:pt x="285511" y="3082869"/>
                  </a:lnTo>
                  <a:lnTo>
                    <a:pt x="284453" y="3082869"/>
                  </a:lnTo>
                  <a:lnTo>
                    <a:pt x="283395" y="3082869"/>
                  </a:lnTo>
                  <a:lnTo>
                    <a:pt x="282337" y="3082869"/>
                  </a:lnTo>
                  <a:lnTo>
                    <a:pt x="281279" y="3082869"/>
                  </a:lnTo>
                  <a:lnTo>
                    <a:pt x="280221" y="3082869"/>
                  </a:lnTo>
                  <a:lnTo>
                    <a:pt x="279163" y="3082869"/>
                  </a:lnTo>
                  <a:lnTo>
                    <a:pt x="278106" y="3082869"/>
                  </a:lnTo>
                  <a:lnTo>
                    <a:pt x="277048" y="3082869"/>
                  </a:lnTo>
                  <a:lnTo>
                    <a:pt x="275990" y="3082869"/>
                  </a:lnTo>
                  <a:lnTo>
                    <a:pt x="274932" y="3082869"/>
                  </a:lnTo>
                  <a:lnTo>
                    <a:pt x="273874" y="3082869"/>
                  </a:lnTo>
                  <a:lnTo>
                    <a:pt x="272816" y="3082869"/>
                  </a:lnTo>
                  <a:lnTo>
                    <a:pt x="271759" y="3082869"/>
                  </a:lnTo>
                  <a:lnTo>
                    <a:pt x="270701" y="3082869"/>
                  </a:lnTo>
                  <a:lnTo>
                    <a:pt x="269643" y="3082869"/>
                  </a:lnTo>
                  <a:lnTo>
                    <a:pt x="268585" y="3082869"/>
                  </a:lnTo>
                  <a:lnTo>
                    <a:pt x="267527" y="3082869"/>
                  </a:lnTo>
                  <a:lnTo>
                    <a:pt x="266469" y="3082869"/>
                  </a:lnTo>
                  <a:lnTo>
                    <a:pt x="265412" y="3082869"/>
                  </a:lnTo>
                  <a:lnTo>
                    <a:pt x="264354" y="3082869"/>
                  </a:lnTo>
                  <a:lnTo>
                    <a:pt x="263296" y="3082869"/>
                  </a:lnTo>
                  <a:lnTo>
                    <a:pt x="262238" y="3082869"/>
                  </a:lnTo>
                  <a:lnTo>
                    <a:pt x="261180" y="3082869"/>
                  </a:lnTo>
                  <a:lnTo>
                    <a:pt x="260122" y="3082869"/>
                  </a:lnTo>
                  <a:lnTo>
                    <a:pt x="259065" y="3082869"/>
                  </a:lnTo>
                  <a:lnTo>
                    <a:pt x="258007" y="3082869"/>
                  </a:lnTo>
                  <a:lnTo>
                    <a:pt x="256949" y="3082869"/>
                  </a:lnTo>
                  <a:lnTo>
                    <a:pt x="255891" y="3082869"/>
                  </a:lnTo>
                  <a:lnTo>
                    <a:pt x="254833" y="3082869"/>
                  </a:lnTo>
                  <a:lnTo>
                    <a:pt x="253775" y="3082869"/>
                  </a:lnTo>
                  <a:lnTo>
                    <a:pt x="252717" y="3082869"/>
                  </a:lnTo>
                  <a:lnTo>
                    <a:pt x="251660" y="3082869"/>
                  </a:lnTo>
                  <a:lnTo>
                    <a:pt x="250602" y="3082869"/>
                  </a:lnTo>
                  <a:lnTo>
                    <a:pt x="249544" y="3082869"/>
                  </a:lnTo>
                  <a:lnTo>
                    <a:pt x="248486" y="3082869"/>
                  </a:lnTo>
                  <a:lnTo>
                    <a:pt x="247428" y="3082869"/>
                  </a:lnTo>
                  <a:lnTo>
                    <a:pt x="246370" y="3082869"/>
                  </a:lnTo>
                  <a:lnTo>
                    <a:pt x="245313" y="3082869"/>
                  </a:lnTo>
                  <a:lnTo>
                    <a:pt x="244255" y="3082869"/>
                  </a:lnTo>
                  <a:lnTo>
                    <a:pt x="243197" y="3082869"/>
                  </a:lnTo>
                  <a:lnTo>
                    <a:pt x="242139" y="3082869"/>
                  </a:lnTo>
                  <a:lnTo>
                    <a:pt x="241081" y="3082869"/>
                  </a:lnTo>
                  <a:lnTo>
                    <a:pt x="240023" y="3082869"/>
                  </a:lnTo>
                  <a:lnTo>
                    <a:pt x="238966" y="3082869"/>
                  </a:lnTo>
                  <a:lnTo>
                    <a:pt x="237908" y="3082869"/>
                  </a:lnTo>
                  <a:lnTo>
                    <a:pt x="236850" y="3082869"/>
                  </a:lnTo>
                  <a:lnTo>
                    <a:pt x="235792" y="3082869"/>
                  </a:lnTo>
                  <a:lnTo>
                    <a:pt x="234734" y="3082869"/>
                  </a:lnTo>
                  <a:lnTo>
                    <a:pt x="233676" y="3082869"/>
                  </a:lnTo>
                  <a:lnTo>
                    <a:pt x="232619" y="3082869"/>
                  </a:lnTo>
                  <a:lnTo>
                    <a:pt x="231561" y="3082869"/>
                  </a:lnTo>
                  <a:lnTo>
                    <a:pt x="230503" y="3082869"/>
                  </a:lnTo>
                  <a:lnTo>
                    <a:pt x="229445" y="3082869"/>
                  </a:lnTo>
                  <a:lnTo>
                    <a:pt x="228387" y="3082869"/>
                  </a:lnTo>
                  <a:lnTo>
                    <a:pt x="227329" y="3082869"/>
                  </a:lnTo>
                  <a:lnTo>
                    <a:pt x="226271" y="3082869"/>
                  </a:lnTo>
                  <a:lnTo>
                    <a:pt x="225214" y="3082869"/>
                  </a:lnTo>
                  <a:lnTo>
                    <a:pt x="224156" y="3082869"/>
                  </a:lnTo>
                  <a:lnTo>
                    <a:pt x="223098" y="3082869"/>
                  </a:lnTo>
                  <a:lnTo>
                    <a:pt x="222040" y="3082869"/>
                  </a:lnTo>
                  <a:lnTo>
                    <a:pt x="220982" y="3082869"/>
                  </a:lnTo>
                  <a:lnTo>
                    <a:pt x="219924" y="3082869"/>
                  </a:lnTo>
                  <a:lnTo>
                    <a:pt x="218867" y="3082869"/>
                  </a:lnTo>
                  <a:lnTo>
                    <a:pt x="217809" y="3082869"/>
                  </a:lnTo>
                  <a:lnTo>
                    <a:pt x="216751" y="3082869"/>
                  </a:lnTo>
                  <a:lnTo>
                    <a:pt x="215693" y="3082869"/>
                  </a:lnTo>
                  <a:lnTo>
                    <a:pt x="214635" y="3082869"/>
                  </a:lnTo>
                  <a:lnTo>
                    <a:pt x="213577" y="3082869"/>
                  </a:lnTo>
                  <a:lnTo>
                    <a:pt x="212520" y="3082869"/>
                  </a:lnTo>
                  <a:lnTo>
                    <a:pt x="211462" y="3082869"/>
                  </a:lnTo>
                  <a:lnTo>
                    <a:pt x="210404" y="3082869"/>
                  </a:lnTo>
                  <a:lnTo>
                    <a:pt x="209346" y="3082869"/>
                  </a:lnTo>
                  <a:lnTo>
                    <a:pt x="208288" y="3082869"/>
                  </a:lnTo>
                  <a:lnTo>
                    <a:pt x="207230" y="3082869"/>
                  </a:lnTo>
                  <a:lnTo>
                    <a:pt x="206173" y="3082869"/>
                  </a:lnTo>
                  <a:lnTo>
                    <a:pt x="205115" y="3082869"/>
                  </a:lnTo>
                  <a:lnTo>
                    <a:pt x="204057" y="3082869"/>
                  </a:lnTo>
                  <a:lnTo>
                    <a:pt x="202999" y="3082869"/>
                  </a:lnTo>
                  <a:lnTo>
                    <a:pt x="201941" y="3082869"/>
                  </a:lnTo>
                  <a:lnTo>
                    <a:pt x="200883" y="3082869"/>
                  </a:lnTo>
                  <a:lnTo>
                    <a:pt x="199825" y="3082869"/>
                  </a:lnTo>
                  <a:lnTo>
                    <a:pt x="198768" y="3082869"/>
                  </a:lnTo>
                  <a:lnTo>
                    <a:pt x="197710" y="3082869"/>
                  </a:lnTo>
                  <a:lnTo>
                    <a:pt x="196652" y="3082869"/>
                  </a:lnTo>
                  <a:lnTo>
                    <a:pt x="195594" y="3082869"/>
                  </a:lnTo>
                  <a:lnTo>
                    <a:pt x="194536" y="3082869"/>
                  </a:lnTo>
                  <a:lnTo>
                    <a:pt x="193478" y="3082869"/>
                  </a:lnTo>
                  <a:lnTo>
                    <a:pt x="192421" y="3082869"/>
                  </a:lnTo>
                  <a:lnTo>
                    <a:pt x="191363" y="3082869"/>
                  </a:lnTo>
                  <a:lnTo>
                    <a:pt x="190305" y="3082869"/>
                  </a:lnTo>
                  <a:lnTo>
                    <a:pt x="189247" y="3082869"/>
                  </a:lnTo>
                  <a:lnTo>
                    <a:pt x="188189" y="3082869"/>
                  </a:lnTo>
                  <a:lnTo>
                    <a:pt x="187131" y="3082869"/>
                  </a:lnTo>
                  <a:lnTo>
                    <a:pt x="186074" y="3082869"/>
                  </a:lnTo>
                  <a:lnTo>
                    <a:pt x="185016" y="3082869"/>
                  </a:lnTo>
                  <a:lnTo>
                    <a:pt x="183958" y="3082869"/>
                  </a:lnTo>
                  <a:lnTo>
                    <a:pt x="182900" y="3082869"/>
                  </a:lnTo>
                  <a:lnTo>
                    <a:pt x="181842" y="3082869"/>
                  </a:lnTo>
                  <a:lnTo>
                    <a:pt x="180784" y="3082869"/>
                  </a:lnTo>
                  <a:lnTo>
                    <a:pt x="179727" y="3082869"/>
                  </a:lnTo>
                  <a:lnTo>
                    <a:pt x="178669" y="3082869"/>
                  </a:lnTo>
                  <a:lnTo>
                    <a:pt x="177611" y="3082869"/>
                  </a:lnTo>
                  <a:lnTo>
                    <a:pt x="176553" y="3082869"/>
                  </a:lnTo>
                  <a:lnTo>
                    <a:pt x="175495" y="3082869"/>
                  </a:lnTo>
                  <a:lnTo>
                    <a:pt x="174437" y="3082869"/>
                  </a:lnTo>
                  <a:lnTo>
                    <a:pt x="173379" y="3082869"/>
                  </a:lnTo>
                  <a:lnTo>
                    <a:pt x="172322" y="3082869"/>
                  </a:lnTo>
                  <a:lnTo>
                    <a:pt x="171264" y="3082869"/>
                  </a:lnTo>
                  <a:lnTo>
                    <a:pt x="170206" y="3082869"/>
                  </a:lnTo>
                  <a:lnTo>
                    <a:pt x="169148" y="3082869"/>
                  </a:lnTo>
                  <a:lnTo>
                    <a:pt x="168090" y="3082869"/>
                  </a:lnTo>
                  <a:lnTo>
                    <a:pt x="167032" y="3082869"/>
                  </a:lnTo>
                  <a:lnTo>
                    <a:pt x="165975" y="3082869"/>
                  </a:lnTo>
                  <a:lnTo>
                    <a:pt x="164917" y="3082869"/>
                  </a:lnTo>
                  <a:lnTo>
                    <a:pt x="163859" y="3082869"/>
                  </a:lnTo>
                  <a:lnTo>
                    <a:pt x="162801" y="3082869"/>
                  </a:lnTo>
                  <a:lnTo>
                    <a:pt x="161743" y="3082869"/>
                  </a:lnTo>
                  <a:lnTo>
                    <a:pt x="160685" y="3082869"/>
                  </a:lnTo>
                  <a:lnTo>
                    <a:pt x="159628" y="3082869"/>
                  </a:lnTo>
                  <a:lnTo>
                    <a:pt x="158570" y="3082869"/>
                  </a:lnTo>
                  <a:lnTo>
                    <a:pt x="157512" y="3082869"/>
                  </a:lnTo>
                  <a:lnTo>
                    <a:pt x="156454" y="3082869"/>
                  </a:lnTo>
                  <a:lnTo>
                    <a:pt x="155396" y="3082869"/>
                  </a:lnTo>
                  <a:lnTo>
                    <a:pt x="154338" y="3082869"/>
                  </a:lnTo>
                  <a:lnTo>
                    <a:pt x="153281" y="3082869"/>
                  </a:lnTo>
                  <a:lnTo>
                    <a:pt x="152223" y="3082869"/>
                  </a:lnTo>
                  <a:lnTo>
                    <a:pt x="151165" y="3082869"/>
                  </a:lnTo>
                  <a:lnTo>
                    <a:pt x="150107" y="3082869"/>
                  </a:lnTo>
                  <a:lnTo>
                    <a:pt x="149049" y="3082869"/>
                  </a:lnTo>
                  <a:lnTo>
                    <a:pt x="147991" y="3082869"/>
                  </a:lnTo>
                  <a:lnTo>
                    <a:pt x="146933" y="3082869"/>
                  </a:lnTo>
                  <a:lnTo>
                    <a:pt x="145876" y="3082869"/>
                  </a:lnTo>
                  <a:lnTo>
                    <a:pt x="144818" y="3082869"/>
                  </a:lnTo>
                  <a:lnTo>
                    <a:pt x="143760" y="3082869"/>
                  </a:lnTo>
                  <a:lnTo>
                    <a:pt x="142702" y="3082869"/>
                  </a:lnTo>
                  <a:lnTo>
                    <a:pt x="141644" y="3082869"/>
                  </a:lnTo>
                  <a:lnTo>
                    <a:pt x="140586" y="3082869"/>
                  </a:lnTo>
                  <a:lnTo>
                    <a:pt x="139529" y="3082869"/>
                  </a:lnTo>
                  <a:lnTo>
                    <a:pt x="138471" y="3082869"/>
                  </a:lnTo>
                  <a:lnTo>
                    <a:pt x="137413" y="3082869"/>
                  </a:lnTo>
                  <a:lnTo>
                    <a:pt x="136355" y="3082869"/>
                  </a:lnTo>
                  <a:lnTo>
                    <a:pt x="135297" y="3082869"/>
                  </a:lnTo>
                  <a:lnTo>
                    <a:pt x="134239" y="3082869"/>
                  </a:lnTo>
                  <a:lnTo>
                    <a:pt x="133182" y="3082869"/>
                  </a:lnTo>
                  <a:lnTo>
                    <a:pt x="132124" y="3082869"/>
                  </a:lnTo>
                  <a:lnTo>
                    <a:pt x="131066" y="3082869"/>
                  </a:lnTo>
                  <a:lnTo>
                    <a:pt x="130008" y="3082869"/>
                  </a:lnTo>
                  <a:lnTo>
                    <a:pt x="128950" y="3082869"/>
                  </a:lnTo>
                  <a:lnTo>
                    <a:pt x="127892" y="3082869"/>
                  </a:lnTo>
                  <a:lnTo>
                    <a:pt x="126835" y="3082869"/>
                  </a:lnTo>
                  <a:lnTo>
                    <a:pt x="125777" y="3082869"/>
                  </a:lnTo>
                  <a:lnTo>
                    <a:pt x="124719" y="3082869"/>
                  </a:lnTo>
                  <a:lnTo>
                    <a:pt x="123661" y="3082869"/>
                  </a:lnTo>
                  <a:lnTo>
                    <a:pt x="122603" y="3082869"/>
                  </a:lnTo>
                  <a:lnTo>
                    <a:pt x="121545" y="3082869"/>
                  </a:lnTo>
                  <a:lnTo>
                    <a:pt x="120487" y="3082869"/>
                  </a:lnTo>
                  <a:lnTo>
                    <a:pt x="119430" y="3082869"/>
                  </a:lnTo>
                  <a:lnTo>
                    <a:pt x="118372" y="3082869"/>
                  </a:lnTo>
                  <a:lnTo>
                    <a:pt x="117314" y="3082869"/>
                  </a:lnTo>
                  <a:lnTo>
                    <a:pt x="116256" y="3082869"/>
                  </a:lnTo>
                  <a:lnTo>
                    <a:pt x="115198" y="3082869"/>
                  </a:lnTo>
                  <a:lnTo>
                    <a:pt x="114140" y="3082869"/>
                  </a:lnTo>
                  <a:lnTo>
                    <a:pt x="113083" y="3082869"/>
                  </a:lnTo>
                  <a:lnTo>
                    <a:pt x="112025" y="3082869"/>
                  </a:lnTo>
                  <a:lnTo>
                    <a:pt x="110967" y="3082869"/>
                  </a:lnTo>
                  <a:lnTo>
                    <a:pt x="109909" y="3082869"/>
                  </a:lnTo>
                  <a:lnTo>
                    <a:pt x="108851" y="3082869"/>
                  </a:lnTo>
                  <a:lnTo>
                    <a:pt x="107793" y="3082869"/>
                  </a:lnTo>
                  <a:lnTo>
                    <a:pt x="106736" y="3082869"/>
                  </a:lnTo>
                  <a:lnTo>
                    <a:pt x="105678" y="3082869"/>
                  </a:lnTo>
                  <a:lnTo>
                    <a:pt x="104620" y="3082869"/>
                  </a:lnTo>
                  <a:lnTo>
                    <a:pt x="103562" y="3082869"/>
                  </a:lnTo>
                  <a:lnTo>
                    <a:pt x="102504" y="3082869"/>
                  </a:lnTo>
                  <a:lnTo>
                    <a:pt x="101446" y="3082869"/>
                  </a:lnTo>
                  <a:lnTo>
                    <a:pt x="100389" y="3082869"/>
                  </a:lnTo>
                  <a:lnTo>
                    <a:pt x="99331" y="3082869"/>
                  </a:lnTo>
                  <a:lnTo>
                    <a:pt x="98273" y="3082869"/>
                  </a:lnTo>
                  <a:lnTo>
                    <a:pt x="97215" y="3082869"/>
                  </a:lnTo>
                  <a:lnTo>
                    <a:pt x="96157" y="3082869"/>
                  </a:lnTo>
                  <a:lnTo>
                    <a:pt x="95099" y="3082869"/>
                  </a:lnTo>
                  <a:lnTo>
                    <a:pt x="94041" y="3082869"/>
                  </a:lnTo>
                  <a:lnTo>
                    <a:pt x="92984" y="3082869"/>
                  </a:lnTo>
                  <a:lnTo>
                    <a:pt x="91926" y="3082869"/>
                  </a:lnTo>
                  <a:lnTo>
                    <a:pt x="90868" y="3082869"/>
                  </a:lnTo>
                  <a:lnTo>
                    <a:pt x="89810" y="3082869"/>
                  </a:lnTo>
                  <a:lnTo>
                    <a:pt x="88752" y="3082869"/>
                  </a:lnTo>
                  <a:lnTo>
                    <a:pt x="87694" y="3082869"/>
                  </a:lnTo>
                  <a:lnTo>
                    <a:pt x="86637" y="3082869"/>
                  </a:lnTo>
                  <a:lnTo>
                    <a:pt x="85579" y="3082869"/>
                  </a:lnTo>
                  <a:lnTo>
                    <a:pt x="84521" y="3082869"/>
                  </a:lnTo>
                  <a:lnTo>
                    <a:pt x="83463" y="3082869"/>
                  </a:lnTo>
                  <a:lnTo>
                    <a:pt x="82405" y="3082869"/>
                  </a:lnTo>
                  <a:lnTo>
                    <a:pt x="81347" y="3082869"/>
                  </a:lnTo>
                  <a:lnTo>
                    <a:pt x="80290" y="3082869"/>
                  </a:lnTo>
                  <a:lnTo>
                    <a:pt x="79232" y="3082869"/>
                  </a:lnTo>
                  <a:lnTo>
                    <a:pt x="78174" y="3082869"/>
                  </a:lnTo>
                  <a:lnTo>
                    <a:pt x="77116" y="3082869"/>
                  </a:lnTo>
                  <a:lnTo>
                    <a:pt x="76058" y="3082869"/>
                  </a:lnTo>
                  <a:lnTo>
                    <a:pt x="75000" y="3082869"/>
                  </a:lnTo>
                  <a:lnTo>
                    <a:pt x="73943" y="3082869"/>
                  </a:lnTo>
                  <a:lnTo>
                    <a:pt x="72885" y="3082869"/>
                  </a:lnTo>
                  <a:lnTo>
                    <a:pt x="71827" y="3082869"/>
                  </a:lnTo>
                  <a:lnTo>
                    <a:pt x="70769" y="3082869"/>
                  </a:lnTo>
                  <a:lnTo>
                    <a:pt x="69711" y="3082869"/>
                  </a:lnTo>
                  <a:lnTo>
                    <a:pt x="68653" y="3082869"/>
                  </a:lnTo>
                  <a:lnTo>
                    <a:pt x="67595" y="3082869"/>
                  </a:lnTo>
                  <a:lnTo>
                    <a:pt x="66538" y="3082869"/>
                  </a:lnTo>
                  <a:lnTo>
                    <a:pt x="65480" y="3082869"/>
                  </a:lnTo>
                  <a:lnTo>
                    <a:pt x="64422" y="3082869"/>
                  </a:lnTo>
                  <a:lnTo>
                    <a:pt x="63364" y="3082869"/>
                  </a:lnTo>
                  <a:lnTo>
                    <a:pt x="62306" y="3082869"/>
                  </a:lnTo>
                  <a:lnTo>
                    <a:pt x="61248" y="3082869"/>
                  </a:lnTo>
                  <a:lnTo>
                    <a:pt x="60191" y="3082869"/>
                  </a:lnTo>
                  <a:lnTo>
                    <a:pt x="59133" y="3082869"/>
                  </a:lnTo>
                  <a:lnTo>
                    <a:pt x="58075" y="3082869"/>
                  </a:lnTo>
                  <a:lnTo>
                    <a:pt x="57017" y="3082869"/>
                  </a:lnTo>
                  <a:lnTo>
                    <a:pt x="55959" y="3082869"/>
                  </a:lnTo>
                  <a:lnTo>
                    <a:pt x="54901" y="3082869"/>
                  </a:lnTo>
                  <a:lnTo>
                    <a:pt x="53844" y="3082869"/>
                  </a:lnTo>
                  <a:lnTo>
                    <a:pt x="52786" y="3082869"/>
                  </a:lnTo>
                  <a:lnTo>
                    <a:pt x="51728" y="3082869"/>
                  </a:lnTo>
                  <a:lnTo>
                    <a:pt x="50670" y="3082869"/>
                  </a:lnTo>
                  <a:lnTo>
                    <a:pt x="49612" y="3082869"/>
                  </a:lnTo>
                  <a:lnTo>
                    <a:pt x="48554" y="3082869"/>
                  </a:lnTo>
                  <a:lnTo>
                    <a:pt x="47497" y="3082869"/>
                  </a:lnTo>
                  <a:lnTo>
                    <a:pt x="46439" y="3082869"/>
                  </a:lnTo>
                  <a:lnTo>
                    <a:pt x="45381" y="3082869"/>
                  </a:lnTo>
                  <a:lnTo>
                    <a:pt x="44323" y="3082869"/>
                  </a:lnTo>
                  <a:lnTo>
                    <a:pt x="43265" y="3082869"/>
                  </a:lnTo>
                  <a:lnTo>
                    <a:pt x="42207" y="3082869"/>
                  </a:lnTo>
                  <a:lnTo>
                    <a:pt x="41149" y="3082869"/>
                  </a:lnTo>
                  <a:lnTo>
                    <a:pt x="40092" y="3082869"/>
                  </a:lnTo>
                  <a:lnTo>
                    <a:pt x="39034" y="3082869"/>
                  </a:lnTo>
                  <a:lnTo>
                    <a:pt x="37976" y="3082869"/>
                  </a:lnTo>
                  <a:lnTo>
                    <a:pt x="36918" y="3082869"/>
                  </a:lnTo>
                  <a:lnTo>
                    <a:pt x="35860" y="3082869"/>
                  </a:lnTo>
                  <a:lnTo>
                    <a:pt x="34802" y="3082869"/>
                  </a:lnTo>
                  <a:lnTo>
                    <a:pt x="33745" y="3082869"/>
                  </a:lnTo>
                  <a:lnTo>
                    <a:pt x="32687" y="3082869"/>
                  </a:lnTo>
                  <a:lnTo>
                    <a:pt x="31629" y="3082869"/>
                  </a:lnTo>
                  <a:lnTo>
                    <a:pt x="30571" y="3082869"/>
                  </a:lnTo>
                  <a:lnTo>
                    <a:pt x="29513" y="3082869"/>
                  </a:lnTo>
                  <a:lnTo>
                    <a:pt x="28455" y="3082869"/>
                  </a:lnTo>
                  <a:lnTo>
                    <a:pt x="27398" y="3082869"/>
                  </a:lnTo>
                  <a:lnTo>
                    <a:pt x="26340" y="3082869"/>
                  </a:lnTo>
                  <a:lnTo>
                    <a:pt x="25282" y="3082869"/>
                  </a:lnTo>
                  <a:lnTo>
                    <a:pt x="24224" y="3082869"/>
                  </a:lnTo>
                  <a:lnTo>
                    <a:pt x="23166" y="3082869"/>
                  </a:lnTo>
                  <a:lnTo>
                    <a:pt x="22108" y="3082869"/>
                  </a:lnTo>
                  <a:lnTo>
                    <a:pt x="21051" y="3082869"/>
                  </a:lnTo>
                  <a:lnTo>
                    <a:pt x="19993" y="3082869"/>
                  </a:lnTo>
                  <a:lnTo>
                    <a:pt x="18935" y="3082869"/>
                  </a:lnTo>
                  <a:lnTo>
                    <a:pt x="17877" y="3082869"/>
                  </a:lnTo>
                  <a:lnTo>
                    <a:pt x="16819" y="3082869"/>
                  </a:lnTo>
                  <a:lnTo>
                    <a:pt x="15761" y="3082869"/>
                  </a:lnTo>
                  <a:lnTo>
                    <a:pt x="14703" y="3082869"/>
                  </a:lnTo>
                  <a:lnTo>
                    <a:pt x="13646" y="3082869"/>
                  </a:lnTo>
                  <a:lnTo>
                    <a:pt x="12588" y="3082869"/>
                  </a:lnTo>
                  <a:lnTo>
                    <a:pt x="11530" y="3082869"/>
                  </a:lnTo>
                  <a:lnTo>
                    <a:pt x="10472" y="3082869"/>
                  </a:lnTo>
                  <a:lnTo>
                    <a:pt x="9414" y="3082869"/>
                  </a:lnTo>
                  <a:lnTo>
                    <a:pt x="8356" y="3082869"/>
                  </a:lnTo>
                  <a:lnTo>
                    <a:pt x="7299" y="3082869"/>
                  </a:lnTo>
                  <a:lnTo>
                    <a:pt x="6241" y="3082869"/>
                  </a:lnTo>
                  <a:lnTo>
                    <a:pt x="5183" y="3082869"/>
                  </a:lnTo>
                  <a:lnTo>
                    <a:pt x="4125" y="3082869"/>
                  </a:lnTo>
                  <a:lnTo>
                    <a:pt x="3067" y="3082869"/>
                  </a:lnTo>
                  <a:lnTo>
                    <a:pt x="2009" y="3082869"/>
                  </a:lnTo>
                  <a:lnTo>
                    <a:pt x="952" y="3082869"/>
                  </a:lnTo>
                  <a:lnTo>
                    <a:pt x="0" y="3082869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90787" y="3262477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023800" y="3262477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90734" y="3262477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356999" y="5735562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56999" y="489456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56999" y="405662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85894" y="3218684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455940" y="57762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55940" y="49383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55940" y="41004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55940" y="32624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90734" y="6404755"/>
              <a:ext cx="8533066" cy="0"/>
            </a:xfrm>
            <a:custGeom>
              <a:avLst/>
              <a:pathLst>
                <a:path w="8533066" h="0">
                  <a:moveTo>
                    <a:pt x="0" y="0"/>
                  </a:moveTo>
                  <a:lnTo>
                    <a:pt x="8533066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131679" y="640475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247359" y="640475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363039" y="640475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478719" y="640475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847259" y="646432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74640000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962939" y="646432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74680000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078619" y="646432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74720000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94299" y="646432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74760000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150650" y="6600624"/>
              <a:ext cx="1213234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Genomic Position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-238088" y="4766017"/>
              <a:ext cx="78506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ChIP Signal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2026-03-08T10:49:06Z</dcterms:modified>
  <cp:category/>
</cp:coreProperties>
</file>