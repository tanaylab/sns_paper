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2953848"/>
              <a:ext cx="82752" cy="308628"/>
            </a:xfrm>
            <a:custGeom>
              <a:avLst/>
              <a:pathLst>
                <a:path w="82752" h="308628">
                  <a:moveTo>
                    <a:pt x="0" y="148966"/>
                  </a:moveTo>
                  <a:lnTo>
                    <a:pt x="4278" y="164282"/>
                  </a:lnTo>
                  <a:lnTo>
                    <a:pt x="8557" y="197350"/>
                  </a:lnTo>
                  <a:lnTo>
                    <a:pt x="12836" y="249996"/>
                  </a:lnTo>
                  <a:lnTo>
                    <a:pt x="17115" y="268084"/>
                  </a:lnTo>
                  <a:lnTo>
                    <a:pt x="21394" y="256237"/>
                  </a:lnTo>
                  <a:lnTo>
                    <a:pt x="25673" y="204011"/>
                  </a:lnTo>
                  <a:lnTo>
                    <a:pt x="29952" y="168410"/>
                  </a:lnTo>
                  <a:lnTo>
                    <a:pt x="34231" y="98468"/>
                  </a:lnTo>
                  <a:lnTo>
                    <a:pt x="38510" y="26754"/>
                  </a:lnTo>
                  <a:lnTo>
                    <a:pt x="42789" y="33932"/>
                  </a:lnTo>
                  <a:lnTo>
                    <a:pt x="47068" y="7661"/>
                  </a:lnTo>
                  <a:lnTo>
                    <a:pt x="51347" y="0"/>
                  </a:lnTo>
                  <a:lnTo>
                    <a:pt x="55625" y="12280"/>
                  </a:lnTo>
                  <a:lnTo>
                    <a:pt x="59904" y="102542"/>
                  </a:lnTo>
                  <a:lnTo>
                    <a:pt x="64183" y="180909"/>
                  </a:lnTo>
                  <a:lnTo>
                    <a:pt x="68462" y="177294"/>
                  </a:lnTo>
                  <a:lnTo>
                    <a:pt x="72741" y="215412"/>
                  </a:lnTo>
                  <a:lnTo>
                    <a:pt x="77020" y="259415"/>
                  </a:lnTo>
                  <a:lnTo>
                    <a:pt x="81299" y="301778"/>
                  </a:lnTo>
                  <a:lnTo>
                    <a:pt x="82752" y="3086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33662" y="2430947"/>
              <a:ext cx="523515" cy="831529"/>
            </a:xfrm>
            <a:custGeom>
              <a:avLst/>
              <a:pathLst>
                <a:path w="523515" h="831529">
                  <a:moveTo>
                    <a:pt x="0" y="831529"/>
                  </a:moveTo>
                  <a:lnTo>
                    <a:pt x="1129" y="826753"/>
                  </a:lnTo>
                  <a:lnTo>
                    <a:pt x="5408" y="807661"/>
                  </a:lnTo>
                  <a:lnTo>
                    <a:pt x="9687" y="780075"/>
                  </a:lnTo>
                  <a:lnTo>
                    <a:pt x="13966" y="704703"/>
                  </a:lnTo>
                  <a:lnTo>
                    <a:pt x="18245" y="645076"/>
                  </a:lnTo>
                  <a:lnTo>
                    <a:pt x="22524" y="588319"/>
                  </a:lnTo>
                  <a:lnTo>
                    <a:pt x="26802" y="561172"/>
                  </a:lnTo>
                  <a:lnTo>
                    <a:pt x="31081" y="518341"/>
                  </a:lnTo>
                  <a:lnTo>
                    <a:pt x="35360" y="545699"/>
                  </a:lnTo>
                  <a:lnTo>
                    <a:pt x="39639" y="625043"/>
                  </a:lnTo>
                  <a:lnTo>
                    <a:pt x="43918" y="598182"/>
                  </a:lnTo>
                  <a:lnTo>
                    <a:pt x="48197" y="542139"/>
                  </a:lnTo>
                  <a:lnTo>
                    <a:pt x="52476" y="508048"/>
                  </a:lnTo>
                  <a:lnTo>
                    <a:pt x="56755" y="559550"/>
                  </a:lnTo>
                  <a:lnTo>
                    <a:pt x="61034" y="537714"/>
                  </a:lnTo>
                  <a:lnTo>
                    <a:pt x="65313" y="393919"/>
                  </a:lnTo>
                  <a:lnTo>
                    <a:pt x="69592" y="352704"/>
                  </a:lnTo>
                  <a:lnTo>
                    <a:pt x="73871" y="438561"/>
                  </a:lnTo>
                  <a:lnTo>
                    <a:pt x="78150" y="502612"/>
                  </a:lnTo>
                  <a:lnTo>
                    <a:pt x="82428" y="440743"/>
                  </a:lnTo>
                  <a:lnTo>
                    <a:pt x="86707" y="420590"/>
                  </a:lnTo>
                  <a:lnTo>
                    <a:pt x="90986" y="558051"/>
                  </a:lnTo>
                  <a:lnTo>
                    <a:pt x="95265" y="610357"/>
                  </a:lnTo>
                  <a:lnTo>
                    <a:pt x="99544" y="566913"/>
                  </a:lnTo>
                  <a:lnTo>
                    <a:pt x="103823" y="521655"/>
                  </a:lnTo>
                  <a:lnTo>
                    <a:pt x="108102" y="530415"/>
                  </a:lnTo>
                  <a:lnTo>
                    <a:pt x="112381" y="561407"/>
                  </a:lnTo>
                  <a:lnTo>
                    <a:pt x="116660" y="537172"/>
                  </a:lnTo>
                  <a:lnTo>
                    <a:pt x="120939" y="569846"/>
                  </a:lnTo>
                  <a:lnTo>
                    <a:pt x="125218" y="562515"/>
                  </a:lnTo>
                  <a:lnTo>
                    <a:pt x="129497" y="614841"/>
                  </a:lnTo>
                  <a:lnTo>
                    <a:pt x="133775" y="604604"/>
                  </a:lnTo>
                  <a:lnTo>
                    <a:pt x="138054" y="531015"/>
                  </a:lnTo>
                  <a:lnTo>
                    <a:pt x="142333" y="493860"/>
                  </a:lnTo>
                  <a:lnTo>
                    <a:pt x="146612" y="443751"/>
                  </a:lnTo>
                  <a:lnTo>
                    <a:pt x="150891" y="403594"/>
                  </a:lnTo>
                  <a:lnTo>
                    <a:pt x="155170" y="391946"/>
                  </a:lnTo>
                  <a:lnTo>
                    <a:pt x="159449" y="476024"/>
                  </a:lnTo>
                  <a:lnTo>
                    <a:pt x="163728" y="553434"/>
                  </a:lnTo>
                  <a:lnTo>
                    <a:pt x="168007" y="554781"/>
                  </a:lnTo>
                  <a:lnTo>
                    <a:pt x="172286" y="555450"/>
                  </a:lnTo>
                  <a:lnTo>
                    <a:pt x="176565" y="644388"/>
                  </a:lnTo>
                  <a:lnTo>
                    <a:pt x="180844" y="664254"/>
                  </a:lnTo>
                  <a:lnTo>
                    <a:pt x="185123" y="650260"/>
                  </a:lnTo>
                  <a:lnTo>
                    <a:pt x="189401" y="585571"/>
                  </a:lnTo>
                  <a:lnTo>
                    <a:pt x="193680" y="564237"/>
                  </a:lnTo>
                  <a:lnTo>
                    <a:pt x="197959" y="523258"/>
                  </a:lnTo>
                  <a:lnTo>
                    <a:pt x="202238" y="400846"/>
                  </a:lnTo>
                  <a:lnTo>
                    <a:pt x="206517" y="301438"/>
                  </a:lnTo>
                  <a:lnTo>
                    <a:pt x="210796" y="222560"/>
                  </a:lnTo>
                  <a:lnTo>
                    <a:pt x="215075" y="193097"/>
                  </a:lnTo>
                  <a:lnTo>
                    <a:pt x="219354" y="178616"/>
                  </a:lnTo>
                  <a:lnTo>
                    <a:pt x="223633" y="264543"/>
                  </a:lnTo>
                  <a:lnTo>
                    <a:pt x="227912" y="387922"/>
                  </a:lnTo>
                  <a:lnTo>
                    <a:pt x="232191" y="436280"/>
                  </a:lnTo>
                  <a:lnTo>
                    <a:pt x="236470" y="466127"/>
                  </a:lnTo>
                  <a:lnTo>
                    <a:pt x="240748" y="490694"/>
                  </a:lnTo>
                  <a:lnTo>
                    <a:pt x="245027" y="477023"/>
                  </a:lnTo>
                  <a:lnTo>
                    <a:pt x="249306" y="442713"/>
                  </a:lnTo>
                  <a:lnTo>
                    <a:pt x="253585" y="405510"/>
                  </a:lnTo>
                  <a:lnTo>
                    <a:pt x="257864" y="400074"/>
                  </a:lnTo>
                  <a:lnTo>
                    <a:pt x="262143" y="383303"/>
                  </a:lnTo>
                  <a:lnTo>
                    <a:pt x="266422" y="405616"/>
                  </a:lnTo>
                  <a:lnTo>
                    <a:pt x="270701" y="475688"/>
                  </a:lnTo>
                  <a:lnTo>
                    <a:pt x="274980" y="521601"/>
                  </a:lnTo>
                  <a:lnTo>
                    <a:pt x="279259" y="545214"/>
                  </a:lnTo>
                  <a:lnTo>
                    <a:pt x="283538" y="535884"/>
                  </a:lnTo>
                  <a:lnTo>
                    <a:pt x="287817" y="524283"/>
                  </a:lnTo>
                  <a:lnTo>
                    <a:pt x="292096" y="533697"/>
                  </a:lnTo>
                  <a:lnTo>
                    <a:pt x="296374" y="513043"/>
                  </a:lnTo>
                  <a:lnTo>
                    <a:pt x="300653" y="459506"/>
                  </a:lnTo>
                  <a:lnTo>
                    <a:pt x="304932" y="387183"/>
                  </a:lnTo>
                  <a:lnTo>
                    <a:pt x="309211" y="395841"/>
                  </a:lnTo>
                  <a:lnTo>
                    <a:pt x="313490" y="476927"/>
                  </a:lnTo>
                  <a:lnTo>
                    <a:pt x="317769" y="431197"/>
                  </a:lnTo>
                  <a:lnTo>
                    <a:pt x="322048" y="316327"/>
                  </a:lnTo>
                  <a:lnTo>
                    <a:pt x="326327" y="273915"/>
                  </a:lnTo>
                  <a:lnTo>
                    <a:pt x="330606" y="277956"/>
                  </a:lnTo>
                  <a:lnTo>
                    <a:pt x="334885" y="224563"/>
                  </a:lnTo>
                  <a:lnTo>
                    <a:pt x="339164" y="134931"/>
                  </a:lnTo>
                  <a:lnTo>
                    <a:pt x="343443" y="173332"/>
                  </a:lnTo>
                  <a:lnTo>
                    <a:pt x="347721" y="278112"/>
                  </a:lnTo>
                  <a:lnTo>
                    <a:pt x="352000" y="315847"/>
                  </a:lnTo>
                  <a:lnTo>
                    <a:pt x="356279" y="300452"/>
                  </a:lnTo>
                  <a:lnTo>
                    <a:pt x="360558" y="276599"/>
                  </a:lnTo>
                  <a:lnTo>
                    <a:pt x="364837" y="223245"/>
                  </a:lnTo>
                  <a:lnTo>
                    <a:pt x="369116" y="134833"/>
                  </a:lnTo>
                  <a:lnTo>
                    <a:pt x="373395" y="77937"/>
                  </a:lnTo>
                  <a:lnTo>
                    <a:pt x="377674" y="0"/>
                  </a:lnTo>
                  <a:lnTo>
                    <a:pt x="381953" y="9646"/>
                  </a:lnTo>
                  <a:lnTo>
                    <a:pt x="386232" y="84711"/>
                  </a:lnTo>
                  <a:lnTo>
                    <a:pt x="390511" y="108779"/>
                  </a:lnTo>
                  <a:lnTo>
                    <a:pt x="394790" y="37973"/>
                  </a:lnTo>
                  <a:lnTo>
                    <a:pt x="399069" y="19139"/>
                  </a:lnTo>
                  <a:lnTo>
                    <a:pt x="403347" y="49987"/>
                  </a:lnTo>
                  <a:lnTo>
                    <a:pt x="407626" y="80743"/>
                  </a:lnTo>
                  <a:lnTo>
                    <a:pt x="411905" y="105588"/>
                  </a:lnTo>
                  <a:lnTo>
                    <a:pt x="416184" y="166701"/>
                  </a:lnTo>
                  <a:lnTo>
                    <a:pt x="420463" y="311046"/>
                  </a:lnTo>
                  <a:lnTo>
                    <a:pt x="424742" y="462470"/>
                  </a:lnTo>
                  <a:lnTo>
                    <a:pt x="429021" y="574303"/>
                  </a:lnTo>
                  <a:lnTo>
                    <a:pt x="433300" y="558839"/>
                  </a:lnTo>
                  <a:lnTo>
                    <a:pt x="437579" y="519355"/>
                  </a:lnTo>
                  <a:lnTo>
                    <a:pt x="441858" y="490686"/>
                  </a:lnTo>
                  <a:lnTo>
                    <a:pt x="446137" y="497197"/>
                  </a:lnTo>
                  <a:lnTo>
                    <a:pt x="450416" y="406962"/>
                  </a:lnTo>
                  <a:lnTo>
                    <a:pt x="454694" y="284383"/>
                  </a:lnTo>
                  <a:lnTo>
                    <a:pt x="458973" y="238111"/>
                  </a:lnTo>
                  <a:lnTo>
                    <a:pt x="463252" y="237302"/>
                  </a:lnTo>
                  <a:lnTo>
                    <a:pt x="467531" y="308939"/>
                  </a:lnTo>
                  <a:lnTo>
                    <a:pt x="471810" y="317598"/>
                  </a:lnTo>
                  <a:lnTo>
                    <a:pt x="476089" y="312584"/>
                  </a:lnTo>
                  <a:lnTo>
                    <a:pt x="480368" y="365649"/>
                  </a:lnTo>
                  <a:lnTo>
                    <a:pt x="484647" y="438376"/>
                  </a:lnTo>
                  <a:lnTo>
                    <a:pt x="488926" y="511211"/>
                  </a:lnTo>
                  <a:lnTo>
                    <a:pt x="493205" y="481966"/>
                  </a:lnTo>
                  <a:lnTo>
                    <a:pt x="497484" y="489846"/>
                  </a:lnTo>
                  <a:lnTo>
                    <a:pt x="501763" y="557148"/>
                  </a:lnTo>
                  <a:lnTo>
                    <a:pt x="506042" y="649932"/>
                  </a:lnTo>
                  <a:lnTo>
                    <a:pt x="510320" y="720474"/>
                  </a:lnTo>
                  <a:lnTo>
                    <a:pt x="514599" y="722421"/>
                  </a:lnTo>
                  <a:lnTo>
                    <a:pt x="518878" y="773565"/>
                  </a:lnTo>
                  <a:lnTo>
                    <a:pt x="523157" y="830125"/>
                  </a:lnTo>
                  <a:lnTo>
                    <a:pt x="523515" y="8315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62086" y="145504"/>
              <a:ext cx="6139254" cy="3116972"/>
            </a:xfrm>
            <a:custGeom>
              <a:avLst/>
              <a:pathLst>
                <a:path w="6139254" h="3116972">
                  <a:moveTo>
                    <a:pt x="0" y="3116972"/>
                  </a:moveTo>
                  <a:lnTo>
                    <a:pt x="3291" y="3065690"/>
                  </a:lnTo>
                  <a:lnTo>
                    <a:pt x="7570" y="2993631"/>
                  </a:lnTo>
                  <a:lnTo>
                    <a:pt x="11849" y="2960009"/>
                  </a:lnTo>
                  <a:lnTo>
                    <a:pt x="16128" y="2893071"/>
                  </a:lnTo>
                  <a:lnTo>
                    <a:pt x="20407" y="2813086"/>
                  </a:lnTo>
                  <a:lnTo>
                    <a:pt x="24686" y="2722599"/>
                  </a:lnTo>
                  <a:lnTo>
                    <a:pt x="28965" y="2696218"/>
                  </a:lnTo>
                  <a:lnTo>
                    <a:pt x="33244" y="2691701"/>
                  </a:lnTo>
                  <a:lnTo>
                    <a:pt x="37523" y="2713976"/>
                  </a:lnTo>
                  <a:lnTo>
                    <a:pt x="41802" y="2783556"/>
                  </a:lnTo>
                  <a:lnTo>
                    <a:pt x="46081" y="2880299"/>
                  </a:lnTo>
                  <a:lnTo>
                    <a:pt x="50360" y="3016913"/>
                  </a:lnTo>
                  <a:lnTo>
                    <a:pt x="54639" y="3076130"/>
                  </a:lnTo>
                  <a:lnTo>
                    <a:pt x="58917" y="3087528"/>
                  </a:lnTo>
                  <a:lnTo>
                    <a:pt x="63196" y="3084934"/>
                  </a:lnTo>
                  <a:lnTo>
                    <a:pt x="67475" y="3036925"/>
                  </a:lnTo>
                  <a:lnTo>
                    <a:pt x="71754" y="2967771"/>
                  </a:lnTo>
                  <a:lnTo>
                    <a:pt x="76033" y="2882763"/>
                  </a:lnTo>
                  <a:lnTo>
                    <a:pt x="80312" y="2851535"/>
                  </a:lnTo>
                  <a:lnTo>
                    <a:pt x="84591" y="2816171"/>
                  </a:lnTo>
                  <a:lnTo>
                    <a:pt x="88870" y="2794949"/>
                  </a:lnTo>
                  <a:lnTo>
                    <a:pt x="93149" y="2836641"/>
                  </a:lnTo>
                  <a:lnTo>
                    <a:pt x="97428" y="2876893"/>
                  </a:lnTo>
                  <a:lnTo>
                    <a:pt x="101707" y="2919553"/>
                  </a:lnTo>
                  <a:lnTo>
                    <a:pt x="105986" y="2963694"/>
                  </a:lnTo>
                  <a:lnTo>
                    <a:pt x="110264" y="3022479"/>
                  </a:lnTo>
                  <a:lnTo>
                    <a:pt x="114543" y="3052287"/>
                  </a:lnTo>
                  <a:lnTo>
                    <a:pt x="118822" y="3032170"/>
                  </a:lnTo>
                  <a:lnTo>
                    <a:pt x="123101" y="2954396"/>
                  </a:lnTo>
                  <a:lnTo>
                    <a:pt x="127380" y="2893500"/>
                  </a:lnTo>
                  <a:lnTo>
                    <a:pt x="131659" y="2863577"/>
                  </a:lnTo>
                  <a:lnTo>
                    <a:pt x="135938" y="2873054"/>
                  </a:lnTo>
                  <a:lnTo>
                    <a:pt x="140217" y="2878408"/>
                  </a:lnTo>
                  <a:lnTo>
                    <a:pt x="144496" y="2895140"/>
                  </a:lnTo>
                  <a:lnTo>
                    <a:pt x="148775" y="2972914"/>
                  </a:lnTo>
                  <a:lnTo>
                    <a:pt x="153054" y="3033810"/>
                  </a:lnTo>
                  <a:lnTo>
                    <a:pt x="157333" y="3061011"/>
                  </a:lnTo>
                  <a:lnTo>
                    <a:pt x="161612" y="3076622"/>
                  </a:lnTo>
                  <a:lnTo>
                    <a:pt x="165890" y="3075639"/>
                  </a:lnTo>
                  <a:lnTo>
                    <a:pt x="170169" y="3049199"/>
                  </a:lnTo>
                  <a:lnTo>
                    <a:pt x="174448" y="3007049"/>
                  </a:lnTo>
                  <a:lnTo>
                    <a:pt x="178727" y="3006021"/>
                  </a:lnTo>
                  <a:lnTo>
                    <a:pt x="183006" y="3008741"/>
                  </a:lnTo>
                  <a:lnTo>
                    <a:pt x="187285" y="2992158"/>
                  </a:lnTo>
                  <a:lnTo>
                    <a:pt x="191564" y="2965383"/>
                  </a:lnTo>
                  <a:lnTo>
                    <a:pt x="195843" y="2992288"/>
                  </a:lnTo>
                  <a:lnTo>
                    <a:pt x="200122" y="3072871"/>
                  </a:lnTo>
                  <a:lnTo>
                    <a:pt x="204401" y="3062428"/>
                  </a:lnTo>
                  <a:lnTo>
                    <a:pt x="208680" y="3045012"/>
                  </a:lnTo>
                  <a:lnTo>
                    <a:pt x="212959" y="3029303"/>
                  </a:lnTo>
                  <a:lnTo>
                    <a:pt x="217237" y="3068649"/>
                  </a:lnTo>
                  <a:lnTo>
                    <a:pt x="221516" y="3055403"/>
                  </a:lnTo>
                  <a:lnTo>
                    <a:pt x="225795" y="2952352"/>
                  </a:lnTo>
                  <a:lnTo>
                    <a:pt x="230074" y="2925993"/>
                  </a:lnTo>
                  <a:lnTo>
                    <a:pt x="234353" y="2880112"/>
                  </a:lnTo>
                  <a:lnTo>
                    <a:pt x="238632" y="2844635"/>
                  </a:lnTo>
                  <a:lnTo>
                    <a:pt x="242911" y="2764382"/>
                  </a:lnTo>
                  <a:lnTo>
                    <a:pt x="247190" y="2742515"/>
                  </a:lnTo>
                  <a:lnTo>
                    <a:pt x="251469" y="2794640"/>
                  </a:lnTo>
                  <a:lnTo>
                    <a:pt x="255748" y="2796405"/>
                  </a:lnTo>
                  <a:lnTo>
                    <a:pt x="260027" y="2835029"/>
                  </a:lnTo>
                  <a:lnTo>
                    <a:pt x="264306" y="2864043"/>
                  </a:lnTo>
                  <a:lnTo>
                    <a:pt x="268585" y="2922955"/>
                  </a:lnTo>
                  <a:lnTo>
                    <a:pt x="272863" y="2945381"/>
                  </a:lnTo>
                  <a:lnTo>
                    <a:pt x="277142" y="2926907"/>
                  </a:lnTo>
                  <a:lnTo>
                    <a:pt x="281421" y="2984631"/>
                  </a:lnTo>
                  <a:lnTo>
                    <a:pt x="285700" y="3020745"/>
                  </a:lnTo>
                  <a:lnTo>
                    <a:pt x="289979" y="2959450"/>
                  </a:lnTo>
                  <a:lnTo>
                    <a:pt x="294258" y="2868481"/>
                  </a:lnTo>
                  <a:lnTo>
                    <a:pt x="298537" y="2779959"/>
                  </a:lnTo>
                  <a:lnTo>
                    <a:pt x="302816" y="2744856"/>
                  </a:lnTo>
                  <a:lnTo>
                    <a:pt x="307095" y="2682620"/>
                  </a:lnTo>
                  <a:lnTo>
                    <a:pt x="311374" y="2626250"/>
                  </a:lnTo>
                  <a:lnTo>
                    <a:pt x="315653" y="2712957"/>
                  </a:lnTo>
                  <a:lnTo>
                    <a:pt x="319932" y="2845851"/>
                  </a:lnTo>
                  <a:lnTo>
                    <a:pt x="324210" y="2908226"/>
                  </a:lnTo>
                  <a:lnTo>
                    <a:pt x="328489" y="2885067"/>
                  </a:lnTo>
                  <a:lnTo>
                    <a:pt x="332768" y="2873905"/>
                  </a:lnTo>
                  <a:lnTo>
                    <a:pt x="337047" y="2901875"/>
                  </a:lnTo>
                  <a:lnTo>
                    <a:pt x="341326" y="2864370"/>
                  </a:lnTo>
                  <a:lnTo>
                    <a:pt x="345605" y="2850626"/>
                  </a:lnTo>
                  <a:lnTo>
                    <a:pt x="349884" y="2949461"/>
                  </a:lnTo>
                  <a:lnTo>
                    <a:pt x="354163" y="3052771"/>
                  </a:lnTo>
                  <a:lnTo>
                    <a:pt x="358442" y="2994045"/>
                  </a:lnTo>
                  <a:lnTo>
                    <a:pt x="362721" y="2951697"/>
                  </a:lnTo>
                  <a:lnTo>
                    <a:pt x="367000" y="2951552"/>
                  </a:lnTo>
                  <a:lnTo>
                    <a:pt x="371279" y="2805481"/>
                  </a:lnTo>
                  <a:lnTo>
                    <a:pt x="375558" y="2651182"/>
                  </a:lnTo>
                  <a:lnTo>
                    <a:pt x="379836" y="2628513"/>
                  </a:lnTo>
                  <a:lnTo>
                    <a:pt x="384115" y="2753845"/>
                  </a:lnTo>
                  <a:lnTo>
                    <a:pt x="388394" y="2839569"/>
                  </a:lnTo>
                  <a:lnTo>
                    <a:pt x="392673" y="2814290"/>
                  </a:lnTo>
                  <a:lnTo>
                    <a:pt x="396952" y="2833510"/>
                  </a:lnTo>
                  <a:lnTo>
                    <a:pt x="401231" y="2840327"/>
                  </a:lnTo>
                  <a:lnTo>
                    <a:pt x="405510" y="2762806"/>
                  </a:lnTo>
                  <a:lnTo>
                    <a:pt x="409789" y="2642582"/>
                  </a:lnTo>
                  <a:lnTo>
                    <a:pt x="414068" y="2533022"/>
                  </a:lnTo>
                  <a:lnTo>
                    <a:pt x="418347" y="2601174"/>
                  </a:lnTo>
                  <a:lnTo>
                    <a:pt x="422626" y="2709600"/>
                  </a:lnTo>
                  <a:lnTo>
                    <a:pt x="426905" y="2789327"/>
                  </a:lnTo>
                  <a:lnTo>
                    <a:pt x="431183" y="2832559"/>
                  </a:lnTo>
                  <a:lnTo>
                    <a:pt x="435462" y="2909730"/>
                  </a:lnTo>
                  <a:lnTo>
                    <a:pt x="439741" y="2992483"/>
                  </a:lnTo>
                  <a:lnTo>
                    <a:pt x="444020" y="2993637"/>
                  </a:lnTo>
                  <a:lnTo>
                    <a:pt x="448299" y="3006407"/>
                  </a:lnTo>
                  <a:lnTo>
                    <a:pt x="452578" y="2955523"/>
                  </a:lnTo>
                  <a:lnTo>
                    <a:pt x="456857" y="2930069"/>
                  </a:lnTo>
                  <a:lnTo>
                    <a:pt x="461136" y="2941341"/>
                  </a:lnTo>
                  <a:lnTo>
                    <a:pt x="465415" y="2913319"/>
                  </a:lnTo>
                  <a:lnTo>
                    <a:pt x="469694" y="2815634"/>
                  </a:lnTo>
                  <a:lnTo>
                    <a:pt x="473973" y="2687856"/>
                  </a:lnTo>
                  <a:lnTo>
                    <a:pt x="478252" y="2632627"/>
                  </a:lnTo>
                  <a:lnTo>
                    <a:pt x="482531" y="2646918"/>
                  </a:lnTo>
                  <a:lnTo>
                    <a:pt x="486809" y="2625624"/>
                  </a:lnTo>
                  <a:lnTo>
                    <a:pt x="491088" y="2646523"/>
                  </a:lnTo>
                  <a:lnTo>
                    <a:pt x="495367" y="2760221"/>
                  </a:lnTo>
                  <a:lnTo>
                    <a:pt x="499646" y="2839847"/>
                  </a:lnTo>
                  <a:lnTo>
                    <a:pt x="503925" y="2919442"/>
                  </a:lnTo>
                  <a:lnTo>
                    <a:pt x="508204" y="2945247"/>
                  </a:lnTo>
                  <a:lnTo>
                    <a:pt x="512483" y="2922441"/>
                  </a:lnTo>
                  <a:lnTo>
                    <a:pt x="516762" y="2853390"/>
                  </a:lnTo>
                  <a:lnTo>
                    <a:pt x="521041" y="2815710"/>
                  </a:lnTo>
                  <a:lnTo>
                    <a:pt x="525320" y="2837363"/>
                  </a:lnTo>
                  <a:lnTo>
                    <a:pt x="529599" y="2841154"/>
                  </a:lnTo>
                  <a:lnTo>
                    <a:pt x="533878" y="2801349"/>
                  </a:lnTo>
                  <a:lnTo>
                    <a:pt x="538156" y="2806783"/>
                  </a:lnTo>
                  <a:lnTo>
                    <a:pt x="542435" y="2819785"/>
                  </a:lnTo>
                  <a:lnTo>
                    <a:pt x="546714" y="2782997"/>
                  </a:lnTo>
                  <a:lnTo>
                    <a:pt x="550993" y="2749040"/>
                  </a:lnTo>
                  <a:lnTo>
                    <a:pt x="555272" y="2769114"/>
                  </a:lnTo>
                  <a:lnTo>
                    <a:pt x="559551" y="2859698"/>
                  </a:lnTo>
                  <a:lnTo>
                    <a:pt x="563830" y="2957665"/>
                  </a:lnTo>
                  <a:lnTo>
                    <a:pt x="568109" y="2984009"/>
                  </a:lnTo>
                  <a:lnTo>
                    <a:pt x="572388" y="2933641"/>
                  </a:lnTo>
                  <a:lnTo>
                    <a:pt x="576667" y="2875120"/>
                  </a:lnTo>
                  <a:lnTo>
                    <a:pt x="580946" y="2805037"/>
                  </a:lnTo>
                  <a:lnTo>
                    <a:pt x="585225" y="2744382"/>
                  </a:lnTo>
                  <a:lnTo>
                    <a:pt x="589504" y="2732178"/>
                  </a:lnTo>
                  <a:lnTo>
                    <a:pt x="593782" y="2803369"/>
                  </a:lnTo>
                  <a:lnTo>
                    <a:pt x="598061" y="2874299"/>
                  </a:lnTo>
                  <a:lnTo>
                    <a:pt x="602340" y="2918475"/>
                  </a:lnTo>
                  <a:lnTo>
                    <a:pt x="606619" y="2977086"/>
                  </a:lnTo>
                  <a:lnTo>
                    <a:pt x="610898" y="3042451"/>
                  </a:lnTo>
                  <a:lnTo>
                    <a:pt x="615177" y="3027408"/>
                  </a:lnTo>
                  <a:lnTo>
                    <a:pt x="619456" y="3024277"/>
                  </a:lnTo>
                  <a:lnTo>
                    <a:pt x="623735" y="3042464"/>
                  </a:lnTo>
                  <a:lnTo>
                    <a:pt x="628014" y="3048445"/>
                  </a:lnTo>
                  <a:lnTo>
                    <a:pt x="632293" y="3066305"/>
                  </a:lnTo>
                  <a:lnTo>
                    <a:pt x="636572" y="3039050"/>
                  </a:lnTo>
                  <a:lnTo>
                    <a:pt x="640851" y="3023906"/>
                  </a:lnTo>
                  <a:lnTo>
                    <a:pt x="645129" y="2991070"/>
                  </a:lnTo>
                  <a:lnTo>
                    <a:pt x="649408" y="2971896"/>
                  </a:lnTo>
                  <a:lnTo>
                    <a:pt x="653687" y="2961750"/>
                  </a:lnTo>
                  <a:lnTo>
                    <a:pt x="657966" y="2941268"/>
                  </a:lnTo>
                  <a:lnTo>
                    <a:pt x="662245" y="2907179"/>
                  </a:lnTo>
                  <a:lnTo>
                    <a:pt x="666524" y="2841440"/>
                  </a:lnTo>
                  <a:lnTo>
                    <a:pt x="670803" y="2771228"/>
                  </a:lnTo>
                  <a:lnTo>
                    <a:pt x="675082" y="2765506"/>
                  </a:lnTo>
                  <a:lnTo>
                    <a:pt x="679361" y="2807138"/>
                  </a:lnTo>
                  <a:lnTo>
                    <a:pt x="683640" y="2802924"/>
                  </a:lnTo>
                  <a:lnTo>
                    <a:pt x="687919" y="2746615"/>
                  </a:lnTo>
                  <a:lnTo>
                    <a:pt x="692198" y="2695502"/>
                  </a:lnTo>
                  <a:lnTo>
                    <a:pt x="696476" y="2682776"/>
                  </a:lnTo>
                  <a:lnTo>
                    <a:pt x="700755" y="2725264"/>
                  </a:lnTo>
                  <a:lnTo>
                    <a:pt x="705034" y="2749830"/>
                  </a:lnTo>
                  <a:lnTo>
                    <a:pt x="709313" y="2778082"/>
                  </a:lnTo>
                  <a:lnTo>
                    <a:pt x="713592" y="2868482"/>
                  </a:lnTo>
                  <a:lnTo>
                    <a:pt x="717871" y="2985334"/>
                  </a:lnTo>
                  <a:lnTo>
                    <a:pt x="722150" y="3028756"/>
                  </a:lnTo>
                  <a:lnTo>
                    <a:pt x="726429" y="3009026"/>
                  </a:lnTo>
                  <a:lnTo>
                    <a:pt x="730708" y="3000238"/>
                  </a:lnTo>
                  <a:lnTo>
                    <a:pt x="734987" y="2985693"/>
                  </a:lnTo>
                  <a:lnTo>
                    <a:pt x="739266" y="2992577"/>
                  </a:lnTo>
                  <a:lnTo>
                    <a:pt x="743545" y="3014465"/>
                  </a:lnTo>
                  <a:lnTo>
                    <a:pt x="747824" y="3077824"/>
                  </a:lnTo>
                  <a:lnTo>
                    <a:pt x="752102" y="3107661"/>
                  </a:lnTo>
                  <a:lnTo>
                    <a:pt x="756381" y="3106052"/>
                  </a:lnTo>
                  <a:lnTo>
                    <a:pt x="760660" y="3035868"/>
                  </a:lnTo>
                  <a:lnTo>
                    <a:pt x="764939" y="2973843"/>
                  </a:lnTo>
                  <a:lnTo>
                    <a:pt x="769218" y="2976381"/>
                  </a:lnTo>
                  <a:lnTo>
                    <a:pt x="773497" y="2907253"/>
                  </a:lnTo>
                  <a:lnTo>
                    <a:pt x="777776" y="2804354"/>
                  </a:lnTo>
                  <a:lnTo>
                    <a:pt x="782055" y="2745470"/>
                  </a:lnTo>
                  <a:lnTo>
                    <a:pt x="786334" y="2827987"/>
                  </a:lnTo>
                  <a:lnTo>
                    <a:pt x="790613" y="2898363"/>
                  </a:lnTo>
                  <a:lnTo>
                    <a:pt x="794892" y="2831898"/>
                  </a:lnTo>
                  <a:lnTo>
                    <a:pt x="799171" y="2867268"/>
                  </a:lnTo>
                  <a:lnTo>
                    <a:pt x="803449" y="2984294"/>
                  </a:lnTo>
                  <a:lnTo>
                    <a:pt x="807728" y="2993854"/>
                  </a:lnTo>
                  <a:lnTo>
                    <a:pt x="812007" y="2893733"/>
                  </a:lnTo>
                  <a:lnTo>
                    <a:pt x="816286" y="2801152"/>
                  </a:lnTo>
                  <a:lnTo>
                    <a:pt x="820565" y="2792050"/>
                  </a:lnTo>
                  <a:lnTo>
                    <a:pt x="824844" y="2772651"/>
                  </a:lnTo>
                  <a:lnTo>
                    <a:pt x="829123" y="2716004"/>
                  </a:lnTo>
                  <a:lnTo>
                    <a:pt x="833402" y="2748835"/>
                  </a:lnTo>
                  <a:lnTo>
                    <a:pt x="837681" y="2791928"/>
                  </a:lnTo>
                  <a:lnTo>
                    <a:pt x="841960" y="2827195"/>
                  </a:lnTo>
                  <a:lnTo>
                    <a:pt x="846239" y="2827610"/>
                  </a:lnTo>
                  <a:lnTo>
                    <a:pt x="850518" y="2813222"/>
                  </a:lnTo>
                  <a:lnTo>
                    <a:pt x="854797" y="2850876"/>
                  </a:lnTo>
                  <a:lnTo>
                    <a:pt x="859075" y="2824681"/>
                  </a:lnTo>
                  <a:lnTo>
                    <a:pt x="863354" y="2791517"/>
                  </a:lnTo>
                  <a:lnTo>
                    <a:pt x="867633" y="2699107"/>
                  </a:lnTo>
                  <a:lnTo>
                    <a:pt x="871912" y="2595783"/>
                  </a:lnTo>
                  <a:lnTo>
                    <a:pt x="876191" y="2532179"/>
                  </a:lnTo>
                  <a:lnTo>
                    <a:pt x="880470" y="2450438"/>
                  </a:lnTo>
                  <a:lnTo>
                    <a:pt x="884749" y="2416902"/>
                  </a:lnTo>
                  <a:lnTo>
                    <a:pt x="889028" y="2480961"/>
                  </a:lnTo>
                  <a:lnTo>
                    <a:pt x="893307" y="2561387"/>
                  </a:lnTo>
                  <a:lnTo>
                    <a:pt x="897586" y="2633485"/>
                  </a:lnTo>
                  <a:lnTo>
                    <a:pt x="901865" y="2657849"/>
                  </a:lnTo>
                  <a:lnTo>
                    <a:pt x="906144" y="2656039"/>
                  </a:lnTo>
                  <a:lnTo>
                    <a:pt x="910422" y="2727423"/>
                  </a:lnTo>
                  <a:lnTo>
                    <a:pt x="914701" y="2665440"/>
                  </a:lnTo>
                  <a:lnTo>
                    <a:pt x="918980" y="2626577"/>
                  </a:lnTo>
                  <a:lnTo>
                    <a:pt x="923259" y="2673764"/>
                  </a:lnTo>
                  <a:lnTo>
                    <a:pt x="927538" y="2759447"/>
                  </a:lnTo>
                  <a:lnTo>
                    <a:pt x="931817" y="2820423"/>
                  </a:lnTo>
                  <a:lnTo>
                    <a:pt x="936096" y="2817026"/>
                  </a:lnTo>
                  <a:lnTo>
                    <a:pt x="940375" y="2890651"/>
                  </a:lnTo>
                  <a:lnTo>
                    <a:pt x="944654" y="2936891"/>
                  </a:lnTo>
                  <a:lnTo>
                    <a:pt x="948933" y="2848579"/>
                  </a:lnTo>
                  <a:lnTo>
                    <a:pt x="953212" y="2701929"/>
                  </a:lnTo>
                  <a:lnTo>
                    <a:pt x="957491" y="2609220"/>
                  </a:lnTo>
                  <a:lnTo>
                    <a:pt x="961770" y="2561677"/>
                  </a:lnTo>
                  <a:lnTo>
                    <a:pt x="966048" y="2555574"/>
                  </a:lnTo>
                  <a:lnTo>
                    <a:pt x="970327" y="2557587"/>
                  </a:lnTo>
                  <a:lnTo>
                    <a:pt x="974606" y="2646839"/>
                  </a:lnTo>
                  <a:lnTo>
                    <a:pt x="978885" y="2792747"/>
                  </a:lnTo>
                  <a:lnTo>
                    <a:pt x="983164" y="2928535"/>
                  </a:lnTo>
                  <a:lnTo>
                    <a:pt x="987443" y="3015476"/>
                  </a:lnTo>
                  <a:lnTo>
                    <a:pt x="991722" y="3038282"/>
                  </a:lnTo>
                  <a:lnTo>
                    <a:pt x="996001" y="3047893"/>
                  </a:lnTo>
                  <a:lnTo>
                    <a:pt x="1000280" y="3038514"/>
                  </a:lnTo>
                  <a:lnTo>
                    <a:pt x="1004559" y="3012843"/>
                  </a:lnTo>
                  <a:lnTo>
                    <a:pt x="1008838" y="2918534"/>
                  </a:lnTo>
                  <a:lnTo>
                    <a:pt x="1013117" y="2753484"/>
                  </a:lnTo>
                  <a:lnTo>
                    <a:pt x="1017395" y="2633250"/>
                  </a:lnTo>
                  <a:lnTo>
                    <a:pt x="1021674" y="2602044"/>
                  </a:lnTo>
                  <a:lnTo>
                    <a:pt x="1025953" y="2525827"/>
                  </a:lnTo>
                  <a:lnTo>
                    <a:pt x="1030232" y="2486770"/>
                  </a:lnTo>
                  <a:lnTo>
                    <a:pt x="1034511" y="2532998"/>
                  </a:lnTo>
                  <a:lnTo>
                    <a:pt x="1038790" y="2612535"/>
                  </a:lnTo>
                  <a:lnTo>
                    <a:pt x="1043069" y="2556764"/>
                  </a:lnTo>
                  <a:lnTo>
                    <a:pt x="1047348" y="2511198"/>
                  </a:lnTo>
                  <a:lnTo>
                    <a:pt x="1051627" y="2596282"/>
                  </a:lnTo>
                  <a:lnTo>
                    <a:pt x="1055906" y="2622448"/>
                  </a:lnTo>
                  <a:lnTo>
                    <a:pt x="1060185" y="2630279"/>
                  </a:lnTo>
                  <a:lnTo>
                    <a:pt x="1064464" y="2688689"/>
                  </a:lnTo>
                  <a:lnTo>
                    <a:pt x="1068743" y="2799225"/>
                  </a:lnTo>
                  <a:lnTo>
                    <a:pt x="1073021" y="2808463"/>
                  </a:lnTo>
                  <a:lnTo>
                    <a:pt x="1077300" y="2781214"/>
                  </a:lnTo>
                  <a:lnTo>
                    <a:pt x="1081579" y="2772755"/>
                  </a:lnTo>
                  <a:lnTo>
                    <a:pt x="1085858" y="2709335"/>
                  </a:lnTo>
                  <a:lnTo>
                    <a:pt x="1090137" y="2530441"/>
                  </a:lnTo>
                  <a:lnTo>
                    <a:pt x="1094416" y="2396684"/>
                  </a:lnTo>
                  <a:lnTo>
                    <a:pt x="1098695" y="2334654"/>
                  </a:lnTo>
                  <a:lnTo>
                    <a:pt x="1102974" y="2261491"/>
                  </a:lnTo>
                  <a:lnTo>
                    <a:pt x="1107253" y="2211460"/>
                  </a:lnTo>
                  <a:lnTo>
                    <a:pt x="1111532" y="2204137"/>
                  </a:lnTo>
                  <a:lnTo>
                    <a:pt x="1115811" y="2254418"/>
                  </a:lnTo>
                  <a:lnTo>
                    <a:pt x="1120090" y="2231112"/>
                  </a:lnTo>
                  <a:lnTo>
                    <a:pt x="1124368" y="2098192"/>
                  </a:lnTo>
                  <a:lnTo>
                    <a:pt x="1128647" y="1971292"/>
                  </a:lnTo>
                  <a:lnTo>
                    <a:pt x="1132926" y="1888987"/>
                  </a:lnTo>
                  <a:lnTo>
                    <a:pt x="1137205" y="1734348"/>
                  </a:lnTo>
                  <a:lnTo>
                    <a:pt x="1141484" y="1657465"/>
                  </a:lnTo>
                  <a:lnTo>
                    <a:pt x="1145763" y="1713086"/>
                  </a:lnTo>
                  <a:lnTo>
                    <a:pt x="1150042" y="1864253"/>
                  </a:lnTo>
                  <a:lnTo>
                    <a:pt x="1154321" y="1994856"/>
                  </a:lnTo>
                  <a:lnTo>
                    <a:pt x="1158600" y="2082628"/>
                  </a:lnTo>
                  <a:lnTo>
                    <a:pt x="1162879" y="2165665"/>
                  </a:lnTo>
                  <a:lnTo>
                    <a:pt x="1167158" y="2182624"/>
                  </a:lnTo>
                  <a:lnTo>
                    <a:pt x="1171437" y="2093781"/>
                  </a:lnTo>
                  <a:lnTo>
                    <a:pt x="1175716" y="1964369"/>
                  </a:lnTo>
                  <a:lnTo>
                    <a:pt x="1179994" y="1964088"/>
                  </a:lnTo>
                  <a:lnTo>
                    <a:pt x="1184273" y="1953921"/>
                  </a:lnTo>
                  <a:lnTo>
                    <a:pt x="1188552" y="2042699"/>
                  </a:lnTo>
                  <a:lnTo>
                    <a:pt x="1192831" y="2206981"/>
                  </a:lnTo>
                  <a:lnTo>
                    <a:pt x="1197110" y="2379466"/>
                  </a:lnTo>
                  <a:lnTo>
                    <a:pt x="1201389" y="2538805"/>
                  </a:lnTo>
                  <a:lnTo>
                    <a:pt x="1205668" y="2593943"/>
                  </a:lnTo>
                  <a:lnTo>
                    <a:pt x="1209947" y="2582652"/>
                  </a:lnTo>
                  <a:lnTo>
                    <a:pt x="1214226" y="2512529"/>
                  </a:lnTo>
                  <a:lnTo>
                    <a:pt x="1218505" y="2349442"/>
                  </a:lnTo>
                  <a:lnTo>
                    <a:pt x="1222784" y="2293494"/>
                  </a:lnTo>
                  <a:lnTo>
                    <a:pt x="1227063" y="2327797"/>
                  </a:lnTo>
                  <a:lnTo>
                    <a:pt x="1231341" y="2309430"/>
                  </a:lnTo>
                  <a:lnTo>
                    <a:pt x="1235620" y="2277971"/>
                  </a:lnTo>
                  <a:lnTo>
                    <a:pt x="1239899" y="2191583"/>
                  </a:lnTo>
                  <a:lnTo>
                    <a:pt x="1244178" y="2147611"/>
                  </a:lnTo>
                  <a:lnTo>
                    <a:pt x="1248457" y="2068759"/>
                  </a:lnTo>
                  <a:lnTo>
                    <a:pt x="1252736" y="2059188"/>
                  </a:lnTo>
                  <a:lnTo>
                    <a:pt x="1257015" y="2123909"/>
                  </a:lnTo>
                  <a:lnTo>
                    <a:pt x="1261294" y="2260256"/>
                  </a:lnTo>
                  <a:lnTo>
                    <a:pt x="1265573" y="2471182"/>
                  </a:lnTo>
                  <a:lnTo>
                    <a:pt x="1269852" y="2537965"/>
                  </a:lnTo>
                  <a:lnTo>
                    <a:pt x="1274131" y="2575503"/>
                  </a:lnTo>
                  <a:lnTo>
                    <a:pt x="1278410" y="2494025"/>
                  </a:lnTo>
                  <a:lnTo>
                    <a:pt x="1282689" y="2433327"/>
                  </a:lnTo>
                  <a:lnTo>
                    <a:pt x="1286967" y="2369203"/>
                  </a:lnTo>
                  <a:lnTo>
                    <a:pt x="1291246" y="2184340"/>
                  </a:lnTo>
                  <a:lnTo>
                    <a:pt x="1295525" y="2143364"/>
                  </a:lnTo>
                  <a:lnTo>
                    <a:pt x="1299804" y="2219430"/>
                  </a:lnTo>
                  <a:lnTo>
                    <a:pt x="1304083" y="2335994"/>
                  </a:lnTo>
                  <a:lnTo>
                    <a:pt x="1308362" y="2315619"/>
                  </a:lnTo>
                  <a:lnTo>
                    <a:pt x="1312641" y="2255939"/>
                  </a:lnTo>
                  <a:lnTo>
                    <a:pt x="1316920" y="2399321"/>
                  </a:lnTo>
                  <a:lnTo>
                    <a:pt x="1321199" y="2605861"/>
                  </a:lnTo>
                  <a:lnTo>
                    <a:pt x="1325478" y="2729405"/>
                  </a:lnTo>
                  <a:lnTo>
                    <a:pt x="1329757" y="2832396"/>
                  </a:lnTo>
                  <a:lnTo>
                    <a:pt x="1334036" y="2932727"/>
                  </a:lnTo>
                  <a:lnTo>
                    <a:pt x="1338314" y="3015839"/>
                  </a:lnTo>
                  <a:lnTo>
                    <a:pt x="1342593" y="2980591"/>
                  </a:lnTo>
                  <a:lnTo>
                    <a:pt x="1346872" y="2903580"/>
                  </a:lnTo>
                  <a:lnTo>
                    <a:pt x="1351151" y="2827263"/>
                  </a:lnTo>
                  <a:lnTo>
                    <a:pt x="1355430" y="2747904"/>
                  </a:lnTo>
                  <a:lnTo>
                    <a:pt x="1359709" y="2659767"/>
                  </a:lnTo>
                  <a:lnTo>
                    <a:pt x="1363988" y="2554979"/>
                  </a:lnTo>
                  <a:lnTo>
                    <a:pt x="1368267" y="2522403"/>
                  </a:lnTo>
                  <a:lnTo>
                    <a:pt x="1372546" y="2523407"/>
                  </a:lnTo>
                  <a:lnTo>
                    <a:pt x="1376825" y="2552203"/>
                  </a:lnTo>
                  <a:lnTo>
                    <a:pt x="1381104" y="2546660"/>
                  </a:lnTo>
                  <a:lnTo>
                    <a:pt x="1385383" y="2606145"/>
                  </a:lnTo>
                  <a:lnTo>
                    <a:pt x="1389662" y="2692790"/>
                  </a:lnTo>
                  <a:lnTo>
                    <a:pt x="1393940" y="2735489"/>
                  </a:lnTo>
                  <a:lnTo>
                    <a:pt x="1398219" y="2644392"/>
                  </a:lnTo>
                  <a:lnTo>
                    <a:pt x="1402498" y="2490941"/>
                  </a:lnTo>
                  <a:lnTo>
                    <a:pt x="1406777" y="2531329"/>
                  </a:lnTo>
                  <a:lnTo>
                    <a:pt x="1411056" y="2592990"/>
                  </a:lnTo>
                  <a:lnTo>
                    <a:pt x="1415335" y="2659979"/>
                  </a:lnTo>
                  <a:lnTo>
                    <a:pt x="1419614" y="2742356"/>
                  </a:lnTo>
                  <a:lnTo>
                    <a:pt x="1423893" y="2914766"/>
                  </a:lnTo>
                  <a:lnTo>
                    <a:pt x="1428172" y="3078595"/>
                  </a:lnTo>
                  <a:lnTo>
                    <a:pt x="1432451" y="3016608"/>
                  </a:lnTo>
                  <a:lnTo>
                    <a:pt x="1436730" y="2912599"/>
                  </a:lnTo>
                  <a:lnTo>
                    <a:pt x="1441009" y="2751302"/>
                  </a:lnTo>
                  <a:lnTo>
                    <a:pt x="1445287" y="2506713"/>
                  </a:lnTo>
                  <a:lnTo>
                    <a:pt x="1449566" y="2296081"/>
                  </a:lnTo>
                  <a:lnTo>
                    <a:pt x="1453845" y="2148076"/>
                  </a:lnTo>
                  <a:lnTo>
                    <a:pt x="1458124" y="2177639"/>
                  </a:lnTo>
                  <a:lnTo>
                    <a:pt x="1462403" y="2221017"/>
                  </a:lnTo>
                  <a:lnTo>
                    <a:pt x="1466682" y="2276119"/>
                  </a:lnTo>
                  <a:lnTo>
                    <a:pt x="1470961" y="2401849"/>
                  </a:lnTo>
                  <a:lnTo>
                    <a:pt x="1475240" y="2579622"/>
                  </a:lnTo>
                  <a:lnTo>
                    <a:pt x="1479519" y="2715045"/>
                  </a:lnTo>
                  <a:lnTo>
                    <a:pt x="1483798" y="2633595"/>
                  </a:lnTo>
                  <a:lnTo>
                    <a:pt x="1488077" y="2550986"/>
                  </a:lnTo>
                  <a:lnTo>
                    <a:pt x="1492356" y="2611238"/>
                  </a:lnTo>
                  <a:lnTo>
                    <a:pt x="1496635" y="2724179"/>
                  </a:lnTo>
                  <a:lnTo>
                    <a:pt x="1500913" y="2710086"/>
                  </a:lnTo>
                  <a:lnTo>
                    <a:pt x="1505192" y="2682352"/>
                  </a:lnTo>
                  <a:lnTo>
                    <a:pt x="1509471" y="2710367"/>
                  </a:lnTo>
                  <a:lnTo>
                    <a:pt x="1513750" y="2787694"/>
                  </a:lnTo>
                  <a:lnTo>
                    <a:pt x="1518029" y="2817745"/>
                  </a:lnTo>
                  <a:lnTo>
                    <a:pt x="1522308" y="2823664"/>
                  </a:lnTo>
                  <a:lnTo>
                    <a:pt x="1526587" y="2870615"/>
                  </a:lnTo>
                  <a:lnTo>
                    <a:pt x="1530866" y="2919972"/>
                  </a:lnTo>
                  <a:lnTo>
                    <a:pt x="1535145" y="2918112"/>
                  </a:lnTo>
                  <a:lnTo>
                    <a:pt x="1539424" y="2803808"/>
                  </a:lnTo>
                  <a:lnTo>
                    <a:pt x="1543703" y="2714349"/>
                  </a:lnTo>
                  <a:lnTo>
                    <a:pt x="1547982" y="2599029"/>
                  </a:lnTo>
                  <a:lnTo>
                    <a:pt x="1552260" y="2474525"/>
                  </a:lnTo>
                  <a:lnTo>
                    <a:pt x="1556539" y="2450516"/>
                  </a:lnTo>
                  <a:lnTo>
                    <a:pt x="1560818" y="2475793"/>
                  </a:lnTo>
                  <a:lnTo>
                    <a:pt x="1565097" y="2547705"/>
                  </a:lnTo>
                  <a:lnTo>
                    <a:pt x="1569376" y="2557355"/>
                  </a:lnTo>
                  <a:lnTo>
                    <a:pt x="1573655" y="2575971"/>
                  </a:lnTo>
                  <a:lnTo>
                    <a:pt x="1577934" y="2595874"/>
                  </a:lnTo>
                  <a:lnTo>
                    <a:pt x="1582213" y="2480782"/>
                  </a:lnTo>
                  <a:lnTo>
                    <a:pt x="1586492" y="2367291"/>
                  </a:lnTo>
                  <a:lnTo>
                    <a:pt x="1590771" y="2348544"/>
                  </a:lnTo>
                  <a:lnTo>
                    <a:pt x="1595050" y="2319913"/>
                  </a:lnTo>
                  <a:lnTo>
                    <a:pt x="1599329" y="2364112"/>
                  </a:lnTo>
                  <a:lnTo>
                    <a:pt x="1603608" y="2450303"/>
                  </a:lnTo>
                  <a:lnTo>
                    <a:pt x="1607886" y="2565707"/>
                  </a:lnTo>
                  <a:lnTo>
                    <a:pt x="1612165" y="2694109"/>
                  </a:lnTo>
                  <a:lnTo>
                    <a:pt x="1616444" y="2747601"/>
                  </a:lnTo>
                  <a:lnTo>
                    <a:pt x="1620723" y="2765199"/>
                  </a:lnTo>
                  <a:lnTo>
                    <a:pt x="1625002" y="2657950"/>
                  </a:lnTo>
                  <a:lnTo>
                    <a:pt x="1629281" y="2505937"/>
                  </a:lnTo>
                  <a:lnTo>
                    <a:pt x="1633560" y="2393517"/>
                  </a:lnTo>
                  <a:lnTo>
                    <a:pt x="1637839" y="2379284"/>
                  </a:lnTo>
                  <a:lnTo>
                    <a:pt x="1642118" y="2399457"/>
                  </a:lnTo>
                  <a:lnTo>
                    <a:pt x="1646397" y="2490523"/>
                  </a:lnTo>
                  <a:lnTo>
                    <a:pt x="1650676" y="2640931"/>
                  </a:lnTo>
                  <a:lnTo>
                    <a:pt x="1654955" y="2685444"/>
                  </a:lnTo>
                  <a:lnTo>
                    <a:pt x="1659233" y="2667991"/>
                  </a:lnTo>
                  <a:lnTo>
                    <a:pt x="1663512" y="2583993"/>
                  </a:lnTo>
                  <a:lnTo>
                    <a:pt x="1667791" y="2510382"/>
                  </a:lnTo>
                  <a:lnTo>
                    <a:pt x="1672070" y="2453772"/>
                  </a:lnTo>
                  <a:lnTo>
                    <a:pt x="1676349" y="2444942"/>
                  </a:lnTo>
                  <a:lnTo>
                    <a:pt x="1680628" y="2483306"/>
                  </a:lnTo>
                  <a:lnTo>
                    <a:pt x="1684907" y="2536866"/>
                  </a:lnTo>
                  <a:lnTo>
                    <a:pt x="1689186" y="2614438"/>
                  </a:lnTo>
                  <a:lnTo>
                    <a:pt x="1693465" y="2695657"/>
                  </a:lnTo>
                  <a:lnTo>
                    <a:pt x="1697744" y="2762372"/>
                  </a:lnTo>
                  <a:lnTo>
                    <a:pt x="1702023" y="2647818"/>
                  </a:lnTo>
                  <a:lnTo>
                    <a:pt x="1706302" y="2531402"/>
                  </a:lnTo>
                  <a:lnTo>
                    <a:pt x="1710581" y="2543353"/>
                  </a:lnTo>
                  <a:lnTo>
                    <a:pt x="1714859" y="2486802"/>
                  </a:lnTo>
                  <a:lnTo>
                    <a:pt x="1719138" y="2369053"/>
                  </a:lnTo>
                  <a:lnTo>
                    <a:pt x="1723417" y="2322051"/>
                  </a:lnTo>
                  <a:lnTo>
                    <a:pt x="1727696" y="2453755"/>
                  </a:lnTo>
                  <a:lnTo>
                    <a:pt x="1731975" y="2639375"/>
                  </a:lnTo>
                  <a:lnTo>
                    <a:pt x="1736254" y="2649889"/>
                  </a:lnTo>
                  <a:lnTo>
                    <a:pt x="1740533" y="2673820"/>
                  </a:lnTo>
                  <a:lnTo>
                    <a:pt x="1744812" y="2720716"/>
                  </a:lnTo>
                  <a:lnTo>
                    <a:pt x="1749091" y="2635210"/>
                  </a:lnTo>
                  <a:lnTo>
                    <a:pt x="1753370" y="2548758"/>
                  </a:lnTo>
                  <a:lnTo>
                    <a:pt x="1757649" y="2439441"/>
                  </a:lnTo>
                  <a:lnTo>
                    <a:pt x="1761928" y="2343055"/>
                  </a:lnTo>
                  <a:lnTo>
                    <a:pt x="1766206" y="2236019"/>
                  </a:lnTo>
                  <a:lnTo>
                    <a:pt x="1770485" y="2135878"/>
                  </a:lnTo>
                  <a:lnTo>
                    <a:pt x="1774764" y="2040324"/>
                  </a:lnTo>
                  <a:lnTo>
                    <a:pt x="1779043" y="1882118"/>
                  </a:lnTo>
                  <a:lnTo>
                    <a:pt x="1783322" y="1753373"/>
                  </a:lnTo>
                  <a:lnTo>
                    <a:pt x="1787601" y="1665214"/>
                  </a:lnTo>
                  <a:lnTo>
                    <a:pt x="1791880" y="1599546"/>
                  </a:lnTo>
                  <a:lnTo>
                    <a:pt x="1796159" y="1477411"/>
                  </a:lnTo>
                  <a:lnTo>
                    <a:pt x="1800438" y="1472074"/>
                  </a:lnTo>
                  <a:lnTo>
                    <a:pt x="1804717" y="1443887"/>
                  </a:lnTo>
                  <a:lnTo>
                    <a:pt x="1808996" y="1390169"/>
                  </a:lnTo>
                  <a:lnTo>
                    <a:pt x="1813275" y="1451066"/>
                  </a:lnTo>
                  <a:lnTo>
                    <a:pt x="1817554" y="1555007"/>
                  </a:lnTo>
                  <a:lnTo>
                    <a:pt x="1821832" y="1760359"/>
                  </a:lnTo>
                  <a:lnTo>
                    <a:pt x="1826111" y="1915287"/>
                  </a:lnTo>
                  <a:lnTo>
                    <a:pt x="1830390" y="2010079"/>
                  </a:lnTo>
                  <a:lnTo>
                    <a:pt x="1834669" y="2184796"/>
                  </a:lnTo>
                  <a:lnTo>
                    <a:pt x="1838948" y="2158951"/>
                  </a:lnTo>
                  <a:lnTo>
                    <a:pt x="1843227" y="1973815"/>
                  </a:lnTo>
                  <a:lnTo>
                    <a:pt x="1847506" y="1696560"/>
                  </a:lnTo>
                  <a:lnTo>
                    <a:pt x="1851785" y="1373529"/>
                  </a:lnTo>
                  <a:lnTo>
                    <a:pt x="1856064" y="1143498"/>
                  </a:lnTo>
                  <a:lnTo>
                    <a:pt x="1860343" y="890659"/>
                  </a:lnTo>
                  <a:lnTo>
                    <a:pt x="1864622" y="787781"/>
                  </a:lnTo>
                  <a:lnTo>
                    <a:pt x="1868901" y="832216"/>
                  </a:lnTo>
                  <a:lnTo>
                    <a:pt x="1873179" y="934726"/>
                  </a:lnTo>
                  <a:lnTo>
                    <a:pt x="1877458" y="1157756"/>
                  </a:lnTo>
                  <a:lnTo>
                    <a:pt x="1881737" y="1222309"/>
                  </a:lnTo>
                  <a:lnTo>
                    <a:pt x="1886016" y="1205059"/>
                  </a:lnTo>
                  <a:lnTo>
                    <a:pt x="1890295" y="1206378"/>
                  </a:lnTo>
                  <a:lnTo>
                    <a:pt x="1894574" y="1261812"/>
                  </a:lnTo>
                  <a:lnTo>
                    <a:pt x="1898853" y="1256452"/>
                  </a:lnTo>
                  <a:lnTo>
                    <a:pt x="1903132" y="1043355"/>
                  </a:lnTo>
                  <a:lnTo>
                    <a:pt x="1907411" y="1016245"/>
                  </a:lnTo>
                  <a:lnTo>
                    <a:pt x="1911690" y="1063235"/>
                  </a:lnTo>
                  <a:lnTo>
                    <a:pt x="1915969" y="1090203"/>
                  </a:lnTo>
                  <a:lnTo>
                    <a:pt x="1920248" y="1067893"/>
                  </a:lnTo>
                  <a:lnTo>
                    <a:pt x="1924527" y="1016804"/>
                  </a:lnTo>
                  <a:lnTo>
                    <a:pt x="1928805" y="1075892"/>
                  </a:lnTo>
                  <a:lnTo>
                    <a:pt x="1933084" y="1197295"/>
                  </a:lnTo>
                  <a:lnTo>
                    <a:pt x="1937363" y="1272910"/>
                  </a:lnTo>
                  <a:lnTo>
                    <a:pt x="1941642" y="1255766"/>
                  </a:lnTo>
                  <a:lnTo>
                    <a:pt x="1945921" y="1189040"/>
                  </a:lnTo>
                  <a:lnTo>
                    <a:pt x="1950200" y="1191790"/>
                  </a:lnTo>
                  <a:lnTo>
                    <a:pt x="1954479" y="1209777"/>
                  </a:lnTo>
                  <a:lnTo>
                    <a:pt x="1958758" y="1121543"/>
                  </a:lnTo>
                  <a:lnTo>
                    <a:pt x="1963037" y="1069889"/>
                  </a:lnTo>
                  <a:lnTo>
                    <a:pt x="1967316" y="1103754"/>
                  </a:lnTo>
                  <a:lnTo>
                    <a:pt x="1971595" y="1095582"/>
                  </a:lnTo>
                  <a:lnTo>
                    <a:pt x="1975874" y="1047569"/>
                  </a:lnTo>
                  <a:lnTo>
                    <a:pt x="1980152" y="1000866"/>
                  </a:lnTo>
                  <a:lnTo>
                    <a:pt x="1984431" y="999612"/>
                  </a:lnTo>
                  <a:lnTo>
                    <a:pt x="1988710" y="922291"/>
                  </a:lnTo>
                  <a:lnTo>
                    <a:pt x="1992989" y="786064"/>
                  </a:lnTo>
                  <a:lnTo>
                    <a:pt x="1997268" y="713230"/>
                  </a:lnTo>
                  <a:lnTo>
                    <a:pt x="2001547" y="653032"/>
                  </a:lnTo>
                  <a:lnTo>
                    <a:pt x="2005826" y="555923"/>
                  </a:lnTo>
                  <a:lnTo>
                    <a:pt x="2010105" y="450489"/>
                  </a:lnTo>
                  <a:lnTo>
                    <a:pt x="2014384" y="432997"/>
                  </a:lnTo>
                  <a:lnTo>
                    <a:pt x="2018663" y="410243"/>
                  </a:lnTo>
                  <a:lnTo>
                    <a:pt x="2022942" y="448487"/>
                  </a:lnTo>
                  <a:lnTo>
                    <a:pt x="2027221" y="596889"/>
                  </a:lnTo>
                  <a:lnTo>
                    <a:pt x="2031500" y="813494"/>
                  </a:lnTo>
                  <a:lnTo>
                    <a:pt x="2035778" y="1001121"/>
                  </a:lnTo>
                  <a:lnTo>
                    <a:pt x="2040057" y="1202012"/>
                  </a:lnTo>
                  <a:lnTo>
                    <a:pt x="2044336" y="1415037"/>
                  </a:lnTo>
                  <a:lnTo>
                    <a:pt x="2048615" y="1488783"/>
                  </a:lnTo>
                  <a:lnTo>
                    <a:pt x="2052894" y="1452858"/>
                  </a:lnTo>
                  <a:lnTo>
                    <a:pt x="2057173" y="1319641"/>
                  </a:lnTo>
                  <a:lnTo>
                    <a:pt x="2061452" y="1231850"/>
                  </a:lnTo>
                  <a:lnTo>
                    <a:pt x="2065731" y="1089609"/>
                  </a:lnTo>
                  <a:lnTo>
                    <a:pt x="2070010" y="952150"/>
                  </a:lnTo>
                  <a:lnTo>
                    <a:pt x="2074289" y="871443"/>
                  </a:lnTo>
                  <a:lnTo>
                    <a:pt x="2078568" y="868739"/>
                  </a:lnTo>
                  <a:lnTo>
                    <a:pt x="2082847" y="918960"/>
                  </a:lnTo>
                  <a:lnTo>
                    <a:pt x="2087125" y="899448"/>
                  </a:lnTo>
                  <a:lnTo>
                    <a:pt x="2091404" y="953992"/>
                  </a:lnTo>
                  <a:lnTo>
                    <a:pt x="2095683" y="1008004"/>
                  </a:lnTo>
                  <a:lnTo>
                    <a:pt x="2099962" y="1156983"/>
                  </a:lnTo>
                  <a:lnTo>
                    <a:pt x="2104241" y="1201542"/>
                  </a:lnTo>
                  <a:lnTo>
                    <a:pt x="2108520" y="1206756"/>
                  </a:lnTo>
                  <a:lnTo>
                    <a:pt x="2112799" y="1275739"/>
                  </a:lnTo>
                  <a:lnTo>
                    <a:pt x="2117078" y="1462022"/>
                  </a:lnTo>
                  <a:lnTo>
                    <a:pt x="2121357" y="1625461"/>
                  </a:lnTo>
                  <a:lnTo>
                    <a:pt x="2125636" y="1543556"/>
                  </a:lnTo>
                  <a:lnTo>
                    <a:pt x="2129915" y="1450982"/>
                  </a:lnTo>
                  <a:lnTo>
                    <a:pt x="2134194" y="1372643"/>
                  </a:lnTo>
                  <a:lnTo>
                    <a:pt x="2138473" y="1281228"/>
                  </a:lnTo>
                  <a:lnTo>
                    <a:pt x="2142751" y="1036364"/>
                  </a:lnTo>
                  <a:lnTo>
                    <a:pt x="2147030" y="811329"/>
                  </a:lnTo>
                  <a:lnTo>
                    <a:pt x="2151309" y="705619"/>
                  </a:lnTo>
                  <a:lnTo>
                    <a:pt x="2155588" y="659513"/>
                  </a:lnTo>
                  <a:lnTo>
                    <a:pt x="2159867" y="700021"/>
                  </a:lnTo>
                  <a:lnTo>
                    <a:pt x="2164146" y="719652"/>
                  </a:lnTo>
                  <a:lnTo>
                    <a:pt x="2168425" y="653635"/>
                  </a:lnTo>
                  <a:lnTo>
                    <a:pt x="2172704" y="651954"/>
                  </a:lnTo>
                  <a:lnTo>
                    <a:pt x="2176983" y="755528"/>
                  </a:lnTo>
                  <a:lnTo>
                    <a:pt x="2181262" y="725395"/>
                  </a:lnTo>
                  <a:lnTo>
                    <a:pt x="2185541" y="640650"/>
                  </a:lnTo>
                  <a:lnTo>
                    <a:pt x="2189820" y="609507"/>
                  </a:lnTo>
                  <a:lnTo>
                    <a:pt x="2194098" y="643656"/>
                  </a:lnTo>
                  <a:lnTo>
                    <a:pt x="2198377" y="592216"/>
                  </a:lnTo>
                  <a:lnTo>
                    <a:pt x="2202656" y="473291"/>
                  </a:lnTo>
                  <a:lnTo>
                    <a:pt x="2206935" y="453797"/>
                  </a:lnTo>
                  <a:lnTo>
                    <a:pt x="2211214" y="425201"/>
                  </a:lnTo>
                  <a:lnTo>
                    <a:pt x="2215493" y="368143"/>
                  </a:lnTo>
                  <a:lnTo>
                    <a:pt x="2219772" y="344155"/>
                  </a:lnTo>
                  <a:lnTo>
                    <a:pt x="2224051" y="373807"/>
                  </a:lnTo>
                  <a:lnTo>
                    <a:pt x="2228330" y="443123"/>
                  </a:lnTo>
                  <a:lnTo>
                    <a:pt x="2232609" y="539979"/>
                  </a:lnTo>
                  <a:lnTo>
                    <a:pt x="2236888" y="566392"/>
                  </a:lnTo>
                  <a:lnTo>
                    <a:pt x="2241167" y="651618"/>
                  </a:lnTo>
                  <a:lnTo>
                    <a:pt x="2245446" y="680452"/>
                  </a:lnTo>
                  <a:lnTo>
                    <a:pt x="2249724" y="658282"/>
                  </a:lnTo>
                  <a:lnTo>
                    <a:pt x="2254003" y="659052"/>
                  </a:lnTo>
                  <a:lnTo>
                    <a:pt x="2258282" y="716493"/>
                  </a:lnTo>
                  <a:lnTo>
                    <a:pt x="2262561" y="891790"/>
                  </a:lnTo>
                  <a:lnTo>
                    <a:pt x="2266840" y="1006407"/>
                  </a:lnTo>
                  <a:lnTo>
                    <a:pt x="2271119" y="1027581"/>
                  </a:lnTo>
                  <a:lnTo>
                    <a:pt x="2275398" y="998448"/>
                  </a:lnTo>
                  <a:lnTo>
                    <a:pt x="2279677" y="881111"/>
                  </a:lnTo>
                  <a:lnTo>
                    <a:pt x="2283956" y="735696"/>
                  </a:lnTo>
                  <a:lnTo>
                    <a:pt x="2288235" y="561530"/>
                  </a:lnTo>
                  <a:lnTo>
                    <a:pt x="2292514" y="436777"/>
                  </a:lnTo>
                  <a:lnTo>
                    <a:pt x="2296793" y="463687"/>
                  </a:lnTo>
                  <a:lnTo>
                    <a:pt x="2301071" y="502046"/>
                  </a:lnTo>
                  <a:lnTo>
                    <a:pt x="2305350" y="502452"/>
                  </a:lnTo>
                  <a:lnTo>
                    <a:pt x="2309629" y="481248"/>
                  </a:lnTo>
                  <a:lnTo>
                    <a:pt x="2313908" y="440579"/>
                  </a:lnTo>
                  <a:lnTo>
                    <a:pt x="2318187" y="330209"/>
                  </a:lnTo>
                  <a:lnTo>
                    <a:pt x="2322466" y="243926"/>
                  </a:lnTo>
                  <a:lnTo>
                    <a:pt x="2326745" y="259891"/>
                  </a:lnTo>
                  <a:lnTo>
                    <a:pt x="2331024" y="429937"/>
                  </a:lnTo>
                  <a:lnTo>
                    <a:pt x="2335303" y="649630"/>
                  </a:lnTo>
                  <a:lnTo>
                    <a:pt x="2339582" y="852066"/>
                  </a:lnTo>
                  <a:lnTo>
                    <a:pt x="2343861" y="919373"/>
                  </a:lnTo>
                  <a:lnTo>
                    <a:pt x="2348140" y="896510"/>
                  </a:lnTo>
                  <a:lnTo>
                    <a:pt x="2352419" y="845572"/>
                  </a:lnTo>
                  <a:lnTo>
                    <a:pt x="2356697" y="721334"/>
                  </a:lnTo>
                  <a:lnTo>
                    <a:pt x="2360976" y="617762"/>
                  </a:lnTo>
                  <a:lnTo>
                    <a:pt x="2365255" y="622990"/>
                  </a:lnTo>
                  <a:lnTo>
                    <a:pt x="2369534" y="730620"/>
                  </a:lnTo>
                  <a:lnTo>
                    <a:pt x="2373813" y="866911"/>
                  </a:lnTo>
                  <a:lnTo>
                    <a:pt x="2378092" y="1060201"/>
                  </a:lnTo>
                  <a:lnTo>
                    <a:pt x="2382371" y="1190543"/>
                  </a:lnTo>
                  <a:lnTo>
                    <a:pt x="2386650" y="1166473"/>
                  </a:lnTo>
                  <a:lnTo>
                    <a:pt x="2390929" y="1085062"/>
                  </a:lnTo>
                  <a:lnTo>
                    <a:pt x="2395208" y="1050613"/>
                  </a:lnTo>
                  <a:lnTo>
                    <a:pt x="2399487" y="1033276"/>
                  </a:lnTo>
                  <a:lnTo>
                    <a:pt x="2403766" y="923256"/>
                  </a:lnTo>
                  <a:lnTo>
                    <a:pt x="2408044" y="944590"/>
                  </a:lnTo>
                  <a:lnTo>
                    <a:pt x="2412323" y="1064207"/>
                  </a:lnTo>
                  <a:lnTo>
                    <a:pt x="2416602" y="1024209"/>
                  </a:lnTo>
                  <a:lnTo>
                    <a:pt x="2420881" y="973290"/>
                  </a:lnTo>
                  <a:lnTo>
                    <a:pt x="2425160" y="887361"/>
                  </a:lnTo>
                  <a:lnTo>
                    <a:pt x="2429439" y="831470"/>
                  </a:lnTo>
                  <a:lnTo>
                    <a:pt x="2433718" y="733074"/>
                  </a:lnTo>
                  <a:lnTo>
                    <a:pt x="2437997" y="689158"/>
                  </a:lnTo>
                  <a:lnTo>
                    <a:pt x="2442276" y="774959"/>
                  </a:lnTo>
                  <a:lnTo>
                    <a:pt x="2446555" y="766539"/>
                  </a:lnTo>
                  <a:lnTo>
                    <a:pt x="2450834" y="770466"/>
                  </a:lnTo>
                  <a:lnTo>
                    <a:pt x="2455113" y="730681"/>
                  </a:lnTo>
                  <a:lnTo>
                    <a:pt x="2459392" y="707928"/>
                  </a:lnTo>
                  <a:lnTo>
                    <a:pt x="2463670" y="661846"/>
                  </a:lnTo>
                  <a:lnTo>
                    <a:pt x="2467949" y="565981"/>
                  </a:lnTo>
                  <a:lnTo>
                    <a:pt x="2472228" y="463841"/>
                  </a:lnTo>
                  <a:lnTo>
                    <a:pt x="2476507" y="354279"/>
                  </a:lnTo>
                  <a:lnTo>
                    <a:pt x="2480786" y="304838"/>
                  </a:lnTo>
                  <a:lnTo>
                    <a:pt x="2485065" y="214202"/>
                  </a:lnTo>
                  <a:lnTo>
                    <a:pt x="2489344" y="75197"/>
                  </a:lnTo>
                  <a:lnTo>
                    <a:pt x="2493623" y="26775"/>
                  </a:lnTo>
                  <a:lnTo>
                    <a:pt x="2497902" y="88334"/>
                  </a:lnTo>
                  <a:lnTo>
                    <a:pt x="2502181" y="175393"/>
                  </a:lnTo>
                  <a:lnTo>
                    <a:pt x="2506460" y="239482"/>
                  </a:lnTo>
                  <a:lnTo>
                    <a:pt x="2510739" y="273173"/>
                  </a:lnTo>
                  <a:lnTo>
                    <a:pt x="2515017" y="350687"/>
                  </a:lnTo>
                  <a:lnTo>
                    <a:pt x="2519296" y="348611"/>
                  </a:lnTo>
                  <a:lnTo>
                    <a:pt x="2523575" y="287931"/>
                  </a:lnTo>
                  <a:lnTo>
                    <a:pt x="2527854" y="294639"/>
                  </a:lnTo>
                  <a:lnTo>
                    <a:pt x="2532133" y="358599"/>
                  </a:lnTo>
                  <a:lnTo>
                    <a:pt x="2536412" y="413106"/>
                  </a:lnTo>
                  <a:lnTo>
                    <a:pt x="2540691" y="418439"/>
                  </a:lnTo>
                  <a:lnTo>
                    <a:pt x="2544970" y="515833"/>
                  </a:lnTo>
                  <a:lnTo>
                    <a:pt x="2549249" y="716922"/>
                  </a:lnTo>
                  <a:lnTo>
                    <a:pt x="2553528" y="815049"/>
                  </a:lnTo>
                  <a:lnTo>
                    <a:pt x="2557807" y="834560"/>
                  </a:lnTo>
                  <a:lnTo>
                    <a:pt x="2562086" y="824332"/>
                  </a:lnTo>
                  <a:lnTo>
                    <a:pt x="2566365" y="800039"/>
                  </a:lnTo>
                  <a:lnTo>
                    <a:pt x="2570643" y="694380"/>
                  </a:lnTo>
                  <a:lnTo>
                    <a:pt x="2574922" y="571154"/>
                  </a:lnTo>
                  <a:lnTo>
                    <a:pt x="2579201" y="536141"/>
                  </a:lnTo>
                  <a:lnTo>
                    <a:pt x="2583480" y="513792"/>
                  </a:lnTo>
                  <a:lnTo>
                    <a:pt x="2587759" y="504539"/>
                  </a:lnTo>
                  <a:lnTo>
                    <a:pt x="2592038" y="511270"/>
                  </a:lnTo>
                  <a:lnTo>
                    <a:pt x="2596317" y="511238"/>
                  </a:lnTo>
                  <a:lnTo>
                    <a:pt x="2600596" y="464912"/>
                  </a:lnTo>
                  <a:lnTo>
                    <a:pt x="2604875" y="440621"/>
                  </a:lnTo>
                  <a:lnTo>
                    <a:pt x="2609154" y="451648"/>
                  </a:lnTo>
                  <a:lnTo>
                    <a:pt x="2613433" y="498374"/>
                  </a:lnTo>
                  <a:lnTo>
                    <a:pt x="2617712" y="533058"/>
                  </a:lnTo>
                  <a:lnTo>
                    <a:pt x="2621990" y="549184"/>
                  </a:lnTo>
                  <a:lnTo>
                    <a:pt x="2626269" y="582762"/>
                  </a:lnTo>
                  <a:lnTo>
                    <a:pt x="2630548" y="589682"/>
                  </a:lnTo>
                  <a:lnTo>
                    <a:pt x="2634827" y="596814"/>
                  </a:lnTo>
                  <a:lnTo>
                    <a:pt x="2639106" y="570439"/>
                  </a:lnTo>
                  <a:lnTo>
                    <a:pt x="2643385" y="493020"/>
                  </a:lnTo>
                  <a:lnTo>
                    <a:pt x="2647664" y="491417"/>
                  </a:lnTo>
                  <a:lnTo>
                    <a:pt x="2651943" y="507699"/>
                  </a:lnTo>
                  <a:lnTo>
                    <a:pt x="2656222" y="493357"/>
                  </a:lnTo>
                  <a:lnTo>
                    <a:pt x="2660501" y="560987"/>
                  </a:lnTo>
                  <a:lnTo>
                    <a:pt x="2664780" y="701154"/>
                  </a:lnTo>
                  <a:lnTo>
                    <a:pt x="2669059" y="865554"/>
                  </a:lnTo>
                  <a:lnTo>
                    <a:pt x="2673338" y="920573"/>
                  </a:lnTo>
                  <a:lnTo>
                    <a:pt x="2677616" y="944972"/>
                  </a:lnTo>
                  <a:lnTo>
                    <a:pt x="2681895" y="934309"/>
                  </a:lnTo>
                  <a:lnTo>
                    <a:pt x="2686174" y="789585"/>
                  </a:lnTo>
                  <a:lnTo>
                    <a:pt x="2690453" y="632244"/>
                  </a:lnTo>
                  <a:lnTo>
                    <a:pt x="2694732" y="505265"/>
                  </a:lnTo>
                  <a:lnTo>
                    <a:pt x="2699011" y="414004"/>
                  </a:lnTo>
                  <a:lnTo>
                    <a:pt x="2703290" y="322580"/>
                  </a:lnTo>
                  <a:lnTo>
                    <a:pt x="2707569" y="218816"/>
                  </a:lnTo>
                  <a:lnTo>
                    <a:pt x="2711848" y="187975"/>
                  </a:lnTo>
                  <a:lnTo>
                    <a:pt x="2716127" y="243878"/>
                  </a:lnTo>
                  <a:lnTo>
                    <a:pt x="2720406" y="289045"/>
                  </a:lnTo>
                  <a:lnTo>
                    <a:pt x="2724685" y="329728"/>
                  </a:lnTo>
                  <a:lnTo>
                    <a:pt x="2728963" y="399184"/>
                  </a:lnTo>
                  <a:lnTo>
                    <a:pt x="2733242" y="550392"/>
                  </a:lnTo>
                  <a:lnTo>
                    <a:pt x="2737521" y="668056"/>
                  </a:lnTo>
                  <a:lnTo>
                    <a:pt x="2741800" y="685485"/>
                  </a:lnTo>
                  <a:lnTo>
                    <a:pt x="2746079" y="749595"/>
                  </a:lnTo>
                  <a:lnTo>
                    <a:pt x="2750358" y="888858"/>
                  </a:lnTo>
                  <a:lnTo>
                    <a:pt x="2754637" y="980527"/>
                  </a:lnTo>
                  <a:lnTo>
                    <a:pt x="2758916" y="1026619"/>
                  </a:lnTo>
                  <a:lnTo>
                    <a:pt x="2763195" y="975399"/>
                  </a:lnTo>
                  <a:lnTo>
                    <a:pt x="2767474" y="930017"/>
                  </a:lnTo>
                  <a:lnTo>
                    <a:pt x="2771753" y="896483"/>
                  </a:lnTo>
                  <a:lnTo>
                    <a:pt x="2776032" y="822392"/>
                  </a:lnTo>
                  <a:lnTo>
                    <a:pt x="2780311" y="786119"/>
                  </a:lnTo>
                  <a:lnTo>
                    <a:pt x="2784589" y="732013"/>
                  </a:lnTo>
                  <a:lnTo>
                    <a:pt x="2788868" y="705842"/>
                  </a:lnTo>
                  <a:lnTo>
                    <a:pt x="2793147" y="638834"/>
                  </a:lnTo>
                  <a:lnTo>
                    <a:pt x="2797426" y="572921"/>
                  </a:lnTo>
                  <a:lnTo>
                    <a:pt x="2801705" y="541862"/>
                  </a:lnTo>
                  <a:lnTo>
                    <a:pt x="2805984" y="454994"/>
                  </a:lnTo>
                  <a:lnTo>
                    <a:pt x="2810263" y="379632"/>
                  </a:lnTo>
                  <a:lnTo>
                    <a:pt x="2814542" y="407441"/>
                  </a:lnTo>
                  <a:lnTo>
                    <a:pt x="2818821" y="543276"/>
                  </a:lnTo>
                  <a:lnTo>
                    <a:pt x="2823100" y="690275"/>
                  </a:lnTo>
                  <a:lnTo>
                    <a:pt x="2827379" y="730968"/>
                  </a:lnTo>
                  <a:lnTo>
                    <a:pt x="2831658" y="813407"/>
                  </a:lnTo>
                  <a:lnTo>
                    <a:pt x="2835936" y="894612"/>
                  </a:lnTo>
                  <a:lnTo>
                    <a:pt x="2840215" y="884443"/>
                  </a:lnTo>
                  <a:lnTo>
                    <a:pt x="2844494" y="811318"/>
                  </a:lnTo>
                  <a:lnTo>
                    <a:pt x="2848773" y="780267"/>
                  </a:lnTo>
                  <a:lnTo>
                    <a:pt x="2853052" y="806861"/>
                  </a:lnTo>
                  <a:lnTo>
                    <a:pt x="2857331" y="786694"/>
                  </a:lnTo>
                  <a:lnTo>
                    <a:pt x="2861610" y="779594"/>
                  </a:lnTo>
                  <a:lnTo>
                    <a:pt x="2865889" y="937036"/>
                  </a:lnTo>
                  <a:lnTo>
                    <a:pt x="2870168" y="1057032"/>
                  </a:lnTo>
                  <a:lnTo>
                    <a:pt x="2874447" y="982175"/>
                  </a:lnTo>
                  <a:lnTo>
                    <a:pt x="2878726" y="931227"/>
                  </a:lnTo>
                  <a:lnTo>
                    <a:pt x="2883005" y="936488"/>
                  </a:lnTo>
                  <a:lnTo>
                    <a:pt x="2887284" y="955193"/>
                  </a:lnTo>
                  <a:lnTo>
                    <a:pt x="2891562" y="866317"/>
                  </a:lnTo>
                  <a:lnTo>
                    <a:pt x="2895841" y="780661"/>
                  </a:lnTo>
                  <a:lnTo>
                    <a:pt x="2900120" y="758675"/>
                  </a:lnTo>
                  <a:lnTo>
                    <a:pt x="2904399" y="831821"/>
                  </a:lnTo>
                  <a:lnTo>
                    <a:pt x="2908678" y="862951"/>
                  </a:lnTo>
                  <a:lnTo>
                    <a:pt x="2912957" y="875848"/>
                  </a:lnTo>
                  <a:lnTo>
                    <a:pt x="2917236" y="853957"/>
                  </a:lnTo>
                  <a:lnTo>
                    <a:pt x="2921515" y="806777"/>
                  </a:lnTo>
                  <a:lnTo>
                    <a:pt x="2925794" y="821016"/>
                  </a:lnTo>
                  <a:lnTo>
                    <a:pt x="2930073" y="715199"/>
                  </a:lnTo>
                  <a:lnTo>
                    <a:pt x="2934352" y="675490"/>
                  </a:lnTo>
                  <a:lnTo>
                    <a:pt x="2938631" y="664963"/>
                  </a:lnTo>
                  <a:lnTo>
                    <a:pt x="2942909" y="668040"/>
                  </a:lnTo>
                  <a:lnTo>
                    <a:pt x="2947188" y="668266"/>
                  </a:lnTo>
                  <a:lnTo>
                    <a:pt x="2951467" y="602221"/>
                  </a:lnTo>
                  <a:lnTo>
                    <a:pt x="2955746" y="582327"/>
                  </a:lnTo>
                  <a:lnTo>
                    <a:pt x="2960025" y="610557"/>
                  </a:lnTo>
                  <a:lnTo>
                    <a:pt x="2964304" y="630613"/>
                  </a:lnTo>
                  <a:lnTo>
                    <a:pt x="2968583" y="612179"/>
                  </a:lnTo>
                  <a:lnTo>
                    <a:pt x="2972862" y="641323"/>
                  </a:lnTo>
                  <a:lnTo>
                    <a:pt x="2977141" y="703953"/>
                  </a:lnTo>
                  <a:lnTo>
                    <a:pt x="2981420" y="745836"/>
                  </a:lnTo>
                  <a:lnTo>
                    <a:pt x="2985699" y="703029"/>
                  </a:lnTo>
                  <a:lnTo>
                    <a:pt x="2989978" y="694753"/>
                  </a:lnTo>
                  <a:lnTo>
                    <a:pt x="2994257" y="746962"/>
                  </a:lnTo>
                  <a:lnTo>
                    <a:pt x="2998535" y="796205"/>
                  </a:lnTo>
                  <a:lnTo>
                    <a:pt x="3002814" y="890549"/>
                  </a:lnTo>
                  <a:lnTo>
                    <a:pt x="3007093" y="999941"/>
                  </a:lnTo>
                  <a:lnTo>
                    <a:pt x="3011372" y="1107305"/>
                  </a:lnTo>
                  <a:lnTo>
                    <a:pt x="3015651" y="1125321"/>
                  </a:lnTo>
                  <a:lnTo>
                    <a:pt x="3019930" y="1085352"/>
                  </a:lnTo>
                  <a:lnTo>
                    <a:pt x="3024209" y="1012463"/>
                  </a:lnTo>
                  <a:lnTo>
                    <a:pt x="3028488" y="911956"/>
                  </a:lnTo>
                  <a:lnTo>
                    <a:pt x="3032767" y="808146"/>
                  </a:lnTo>
                  <a:lnTo>
                    <a:pt x="3037046" y="703391"/>
                  </a:lnTo>
                  <a:lnTo>
                    <a:pt x="3041325" y="663380"/>
                  </a:lnTo>
                  <a:lnTo>
                    <a:pt x="3045604" y="664522"/>
                  </a:lnTo>
                  <a:lnTo>
                    <a:pt x="3049882" y="712186"/>
                  </a:lnTo>
                  <a:lnTo>
                    <a:pt x="3054161" y="729661"/>
                  </a:lnTo>
                  <a:lnTo>
                    <a:pt x="3058440" y="735641"/>
                  </a:lnTo>
                  <a:lnTo>
                    <a:pt x="3062719" y="767932"/>
                  </a:lnTo>
                  <a:lnTo>
                    <a:pt x="3066998" y="764223"/>
                  </a:lnTo>
                  <a:lnTo>
                    <a:pt x="3071277" y="762794"/>
                  </a:lnTo>
                  <a:lnTo>
                    <a:pt x="3075556" y="688785"/>
                  </a:lnTo>
                  <a:lnTo>
                    <a:pt x="3079835" y="612576"/>
                  </a:lnTo>
                  <a:lnTo>
                    <a:pt x="3084114" y="557203"/>
                  </a:lnTo>
                  <a:lnTo>
                    <a:pt x="3088393" y="491429"/>
                  </a:lnTo>
                  <a:lnTo>
                    <a:pt x="3092672" y="459827"/>
                  </a:lnTo>
                  <a:lnTo>
                    <a:pt x="3096951" y="433410"/>
                  </a:lnTo>
                  <a:lnTo>
                    <a:pt x="3101230" y="452890"/>
                  </a:lnTo>
                  <a:lnTo>
                    <a:pt x="3105508" y="489549"/>
                  </a:lnTo>
                  <a:lnTo>
                    <a:pt x="3109787" y="542236"/>
                  </a:lnTo>
                  <a:lnTo>
                    <a:pt x="3114066" y="560994"/>
                  </a:lnTo>
                  <a:lnTo>
                    <a:pt x="3118345" y="520558"/>
                  </a:lnTo>
                  <a:lnTo>
                    <a:pt x="3122624" y="489660"/>
                  </a:lnTo>
                  <a:lnTo>
                    <a:pt x="3126903" y="453760"/>
                  </a:lnTo>
                  <a:lnTo>
                    <a:pt x="3131182" y="401432"/>
                  </a:lnTo>
                  <a:lnTo>
                    <a:pt x="3135461" y="315779"/>
                  </a:lnTo>
                  <a:lnTo>
                    <a:pt x="3139740" y="244938"/>
                  </a:lnTo>
                  <a:lnTo>
                    <a:pt x="3144019" y="327669"/>
                  </a:lnTo>
                  <a:lnTo>
                    <a:pt x="3148298" y="469173"/>
                  </a:lnTo>
                  <a:lnTo>
                    <a:pt x="3152577" y="592952"/>
                  </a:lnTo>
                  <a:lnTo>
                    <a:pt x="3156855" y="680475"/>
                  </a:lnTo>
                  <a:lnTo>
                    <a:pt x="3161134" y="745894"/>
                  </a:lnTo>
                  <a:lnTo>
                    <a:pt x="3165413" y="874061"/>
                  </a:lnTo>
                  <a:lnTo>
                    <a:pt x="3169692" y="888839"/>
                  </a:lnTo>
                  <a:lnTo>
                    <a:pt x="3173971" y="842060"/>
                  </a:lnTo>
                  <a:lnTo>
                    <a:pt x="3178250" y="770971"/>
                  </a:lnTo>
                  <a:lnTo>
                    <a:pt x="3182529" y="741857"/>
                  </a:lnTo>
                  <a:lnTo>
                    <a:pt x="3186808" y="724827"/>
                  </a:lnTo>
                  <a:lnTo>
                    <a:pt x="3191087" y="654530"/>
                  </a:lnTo>
                  <a:lnTo>
                    <a:pt x="3195366" y="573119"/>
                  </a:lnTo>
                  <a:lnTo>
                    <a:pt x="3199645" y="501085"/>
                  </a:lnTo>
                  <a:lnTo>
                    <a:pt x="3203924" y="506561"/>
                  </a:lnTo>
                  <a:lnTo>
                    <a:pt x="3208203" y="550515"/>
                  </a:lnTo>
                  <a:lnTo>
                    <a:pt x="3212481" y="594990"/>
                  </a:lnTo>
                  <a:lnTo>
                    <a:pt x="3216760" y="611736"/>
                  </a:lnTo>
                  <a:lnTo>
                    <a:pt x="3221039" y="625387"/>
                  </a:lnTo>
                  <a:lnTo>
                    <a:pt x="3225318" y="617045"/>
                  </a:lnTo>
                  <a:lnTo>
                    <a:pt x="3229597" y="545795"/>
                  </a:lnTo>
                  <a:lnTo>
                    <a:pt x="3233876" y="464902"/>
                  </a:lnTo>
                  <a:lnTo>
                    <a:pt x="3238155" y="411166"/>
                  </a:lnTo>
                  <a:lnTo>
                    <a:pt x="3242434" y="357201"/>
                  </a:lnTo>
                  <a:lnTo>
                    <a:pt x="3246713" y="313936"/>
                  </a:lnTo>
                  <a:lnTo>
                    <a:pt x="3250992" y="297270"/>
                  </a:lnTo>
                  <a:lnTo>
                    <a:pt x="3255271" y="359240"/>
                  </a:lnTo>
                  <a:lnTo>
                    <a:pt x="3259550" y="404740"/>
                  </a:lnTo>
                  <a:lnTo>
                    <a:pt x="3263828" y="434618"/>
                  </a:lnTo>
                  <a:lnTo>
                    <a:pt x="3268107" y="458241"/>
                  </a:lnTo>
                  <a:lnTo>
                    <a:pt x="3272386" y="482295"/>
                  </a:lnTo>
                  <a:lnTo>
                    <a:pt x="3276665" y="479164"/>
                  </a:lnTo>
                  <a:lnTo>
                    <a:pt x="3280944" y="489408"/>
                  </a:lnTo>
                  <a:lnTo>
                    <a:pt x="3285223" y="610772"/>
                  </a:lnTo>
                  <a:lnTo>
                    <a:pt x="3289502" y="730894"/>
                  </a:lnTo>
                  <a:lnTo>
                    <a:pt x="3293781" y="886020"/>
                  </a:lnTo>
                  <a:lnTo>
                    <a:pt x="3298060" y="1043160"/>
                  </a:lnTo>
                  <a:lnTo>
                    <a:pt x="3302339" y="1159481"/>
                  </a:lnTo>
                  <a:lnTo>
                    <a:pt x="3306618" y="1184411"/>
                  </a:lnTo>
                  <a:lnTo>
                    <a:pt x="3310897" y="1075286"/>
                  </a:lnTo>
                  <a:lnTo>
                    <a:pt x="3315176" y="936750"/>
                  </a:lnTo>
                  <a:lnTo>
                    <a:pt x="3319454" y="758964"/>
                  </a:lnTo>
                  <a:lnTo>
                    <a:pt x="3323733" y="560933"/>
                  </a:lnTo>
                  <a:lnTo>
                    <a:pt x="3328012" y="395474"/>
                  </a:lnTo>
                  <a:lnTo>
                    <a:pt x="3332291" y="332603"/>
                  </a:lnTo>
                  <a:lnTo>
                    <a:pt x="3336570" y="317925"/>
                  </a:lnTo>
                  <a:lnTo>
                    <a:pt x="3340849" y="291208"/>
                  </a:lnTo>
                  <a:lnTo>
                    <a:pt x="3345128" y="358543"/>
                  </a:lnTo>
                  <a:lnTo>
                    <a:pt x="3349407" y="406314"/>
                  </a:lnTo>
                  <a:lnTo>
                    <a:pt x="3353686" y="523149"/>
                  </a:lnTo>
                  <a:lnTo>
                    <a:pt x="3357965" y="557876"/>
                  </a:lnTo>
                  <a:lnTo>
                    <a:pt x="3362244" y="511337"/>
                  </a:lnTo>
                  <a:lnTo>
                    <a:pt x="3366523" y="535348"/>
                  </a:lnTo>
                  <a:lnTo>
                    <a:pt x="3370801" y="528601"/>
                  </a:lnTo>
                  <a:lnTo>
                    <a:pt x="3375080" y="535076"/>
                  </a:lnTo>
                  <a:lnTo>
                    <a:pt x="3379359" y="543233"/>
                  </a:lnTo>
                  <a:lnTo>
                    <a:pt x="3383638" y="606506"/>
                  </a:lnTo>
                  <a:lnTo>
                    <a:pt x="3387917" y="763530"/>
                  </a:lnTo>
                  <a:lnTo>
                    <a:pt x="3392196" y="864599"/>
                  </a:lnTo>
                  <a:lnTo>
                    <a:pt x="3396475" y="857185"/>
                  </a:lnTo>
                  <a:lnTo>
                    <a:pt x="3400754" y="846158"/>
                  </a:lnTo>
                  <a:lnTo>
                    <a:pt x="3405033" y="763614"/>
                  </a:lnTo>
                  <a:lnTo>
                    <a:pt x="3409312" y="687100"/>
                  </a:lnTo>
                  <a:lnTo>
                    <a:pt x="3413591" y="583978"/>
                  </a:lnTo>
                  <a:lnTo>
                    <a:pt x="3417870" y="560203"/>
                  </a:lnTo>
                  <a:lnTo>
                    <a:pt x="3422149" y="668020"/>
                  </a:lnTo>
                  <a:lnTo>
                    <a:pt x="3426427" y="766336"/>
                  </a:lnTo>
                  <a:lnTo>
                    <a:pt x="3430706" y="852492"/>
                  </a:lnTo>
                  <a:lnTo>
                    <a:pt x="3434985" y="870689"/>
                  </a:lnTo>
                  <a:lnTo>
                    <a:pt x="3439264" y="842464"/>
                  </a:lnTo>
                  <a:lnTo>
                    <a:pt x="3443543" y="733260"/>
                  </a:lnTo>
                  <a:lnTo>
                    <a:pt x="3447822" y="593932"/>
                  </a:lnTo>
                  <a:lnTo>
                    <a:pt x="3452101" y="469159"/>
                  </a:lnTo>
                  <a:lnTo>
                    <a:pt x="3456380" y="370997"/>
                  </a:lnTo>
                  <a:lnTo>
                    <a:pt x="3460659" y="462904"/>
                  </a:lnTo>
                  <a:lnTo>
                    <a:pt x="3464938" y="580814"/>
                  </a:lnTo>
                  <a:lnTo>
                    <a:pt x="3469217" y="649875"/>
                  </a:lnTo>
                  <a:lnTo>
                    <a:pt x="3473496" y="761955"/>
                  </a:lnTo>
                  <a:lnTo>
                    <a:pt x="3477774" y="842240"/>
                  </a:lnTo>
                  <a:lnTo>
                    <a:pt x="3482053" y="871412"/>
                  </a:lnTo>
                  <a:lnTo>
                    <a:pt x="3486332" y="773230"/>
                  </a:lnTo>
                  <a:lnTo>
                    <a:pt x="3490611" y="714834"/>
                  </a:lnTo>
                  <a:lnTo>
                    <a:pt x="3494890" y="712746"/>
                  </a:lnTo>
                  <a:lnTo>
                    <a:pt x="3499169" y="600876"/>
                  </a:lnTo>
                  <a:lnTo>
                    <a:pt x="3503448" y="524463"/>
                  </a:lnTo>
                  <a:lnTo>
                    <a:pt x="3507727" y="534494"/>
                  </a:lnTo>
                  <a:lnTo>
                    <a:pt x="3512006" y="532145"/>
                  </a:lnTo>
                  <a:lnTo>
                    <a:pt x="3516285" y="492111"/>
                  </a:lnTo>
                  <a:lnTo>
                    <a:pt x="3520564" y="442096"/>
                  </a:lnTo>
                  <a:lnTo>
                    <a:pt x="3524843" y="506260"/>
                  </a:lnTo>
                  <a:lnTo>
                    <a:pt x="3529122" y="627298"/>
                  </a:lnTo>
                  <a:lnTo>
                    <a:pt x="3533400" y="630967"/>
                  </a:lnTo>
                  <a:lnTo>
                    <a:pt x="3537679" y="612695"/>
                  </a:lnTo>
                  <a:lnTo>
                    <a:pt x="3541958" y="605231"/>
                  </a:lnTo>
                  <a:lnTo>
                    <a:pt x="3546237" y="640304"/>
                  </a:lnTo>
                  <a:lnTo>
                    <a:pt x="3550516" y="672172"/>
                  </a:lnTo>
                  <a:lnTo>
                    <a:pt x="3554795" y="680262"/>
                  </a:lnTo>
                  <a:lnTo>
                    <a:pt x="3559074" y="755076"/>
                  </a:lnTo>
                  <a:lnTo>
                    <a:pt x="3563353" y="840358"/>
                  </a:lnTo>
                  <a:lnTo>
                    <a:pt x="3567632" y="894048"/>
                  </a:lnTo>
                  <a:lnTo>
                    <a:pt x="3571911" y="898012"/>
                  </a:lnTo>
                  <a:lnTo>
                    <a:pt x="3576190" y="836705"/>
                  </a:lnTo>
                  <a:lnTo>
                    <a:pt x="3580469" y="736382"/>
                  </a:lnTo>
                  <a:lnTo>
                    <a:pt x="3584747" y="637605"/>
                  </a:lnTo>
                  <a:lnTo>
                    <a:pt x="3589026" y="644834"/>
                  </a:lnTo>
                  <a:lnTo>
                    <a:pt x="3593305" y="863540"/>
                  </a:lnTo>
                  <a:lnTo>
                    <a:pt x="3597584" y="1061347"/>
                  </a:lnTo>
                  <a:lnTo>
                    <a:pt x="3601863" y="1163601"/>
                  </a:lnTo>
                  <a:lnTo>
                    <a:pt x="3606142" y="1284786"/>
                  </a:lnTo>
                  <a:lnTo>
                    <a:pt x="3610421" y="1394196"/>
                  </a:lnTo>
                  <a:lnTo>
                    <a:pt x="3614700" y="1364894"/>
                  </a:lnTo>
                  <a:lnTo>
                    <a:pt x="3618979" y="1215916"/>
                  </a:lnTo>
                  <a:lnTo>
                    <a:pt x="3623258" y="1104191"/>
                  </a:lnTo>
                  <a:lnTo>
                    <a:pt x="3627537" y="1056077"/>
                  </a:lnTo>
                  <a:lnTo>
                    <a:pt x="3631816" y="989972"/>
                  </a:lnTo>
                  <a:lnTo>
                    <a:pt x="3636095" y="900196"/>
                  </a:lnTo>
                  <a:lnTo>
                    <a:pt x="3640373" y="840611"/>
                  </a:lnTo>
                  <a:lnTo>
                    <a:pt x="3644652" y="731286"/>
                  </a:lnTo>
                  <a:lnTo>
                    <a:pt x="3648931" y="687979"/>
                  </a:lnTo>
                  <a:lnTo>
                    <a:pt x="3653210" y="711117"/>
                  </a:lnTo>
                  <a:lnTo>
                    <a:pt x="3657489" y="712359"/>
                  </a:lnTo>
                  <a:lnTo>
                    <a:pt x="3661768" y="773212"/>
                  </a:lnTo>
                  <a:lnTo>
                    <a:pt x="3666047" y="819244"/>
                  </a:lnTo>
                  <a:lnTo>
                    <a:pt x="3670326" y="828619"/>
                  </a:lnTo>
                  <a:lnTo>
                    <a:pt x="3674605" y="733800"/>
                  </a:lnTo>
                  <a:lnTo>
                    <a:pt x="3678884" y="567219"/>
                  </a:lnTo>
                  <a:lnTo>
                    <a:pt x="3683163" y="439168"/>
                  </a:lnTo>
                  <a:lnTo>
                    <a:pt x="3687442" y="290825"/>
                  </a:lnTo>
                  <a:lnTo>
                    <a:pt x="3691720" y="178674"/>
                  </a:lnTo>
                  <a:lnTo>
                    <a:pt x="3695999" y="68773"/>
                  </a:lnTo>
                  <a:lnTo>
                    <a:pt x="3700278" y="25250"/>
                  </a:lnTo>
                  <a:lnTo>
                    <a:pt x="3704557" y="14984"/>
                  </a:lnTo>
                  <a:lnTo>
                    <a:pt x="3708836" y="0"/>
                  </a:lnTo>
                  <a:lnTo>
                    <a:pt x="3708836" y="0"/>
                  </a:lnTo>
                  <a:lnTo>
                    <a:pt x="3713115" y="11811"/>
                  </a:lnTo>
                  <a:lnTo>
                    <a:pt x="3717394" y="39222"/>
                  </a:lnTo>
                  <a:lnTo>
                    <a:pt x="3721673" y="84527"/>
                  </a:lnTo>
                  <a:lnTo>
                    <a:pt x="3725952" y="83111"/>
                  </a:lnTo>
                  <a:lnTo>
                    <a:pt x="3730231" y="138326"/>
                  </a:lnTo>
                  <a:lnTo>
                    <a:pt x="3734510" y="174905"/>
                  </a:lnTo>
                  <a:lnTo>
                    <a:pt x="3738789" y="207751"/>
                  </a:lnTo>
                  <a:lnTo>
                    <a:pt x="3743068" y="287629"/>
                  </a:lnTo>
                  <a:lnTo>
                    <a:pt x="3747346" y="464713"/>
                  </a:lnTo>
                  <a:lnTo>
                    <a:pt x="3751625" y="695013"/>
                  </a:lnTo>
                  <a:lnTo>
                    <a:pt x="3755904" y="802230"/>
                  </a:lnTo>
                  <a:lnTo>
                    <a:pt x="3760183" y="893727"/>
                  </a:lnTo>
                  <a:lnTo>
                    <a:pt x="3764462" y="1054200"/>
                  </a:lnTo>
                  <a:lnTo>
                    <a:pt x="3768741" y="1104033"/>
                  </a:lnTo>
                  <a:lnTo>
                    <a:pt x="3773020" y="945998"/>
                  </a:lnTo>
                  <a:lnTo>
                    <a:pt x="3777299" y="727850"/>
                  </a:lnTo>
                  <a:lnTo>
                    <a:pt x="3781578" y="583590"/>
                  </a:lnTo>
                  <a:lnTo>
                    <a:pt x="3785857" y="599229"/>
                  </a:lnTo>
                  <a:lnTo>
                    <a:pt x="3790136" y="596158"/>
                  </a:lnTo>
                  <a:lnTo>
                    <a:pt x="3794415" y="519182"/>
                  </a:lnTo>
                  <a:lnTo>
                    <a:pt x="3798693" y="519865"/>
                  </a:lnTo>
                  <a:lnTo>
                    <a:pt x="3802972" y="555319"/>
                  </a:lnTo>
                  <a:lnTo>
                    <a:pt x="3807251" y="597296"/>
                  </a:lnTo>
                  <a:lnTo>
                    <a:pt x="3811530" y="511308"/>
                  </a:lnTo>
                  <a:lnTo>
                    <a:pt x="3815809" y="358120"/>
                  </a:lnTo>
                  <a:lnTo>
                    <a:pt x="3820088" y="317385"/>
                  </a:lnTo>
                  <a:lnTo>
                    <a:pt x="3824367" y="385295"/>
                  </a:lnTo>
                  <a:lnTo>
                    <a:pt x="3828646" y="431159"/>
                  </a:lnTo>
                  <a:lnTo>
                    <a:pt x="3832925" y="396903"/>
                  </a:lnTo>
                  <a:lnTo>
                    <a:pt x="3837204" y="342486"/>
                  </a:lnTo>
                  <a:lnTo>
                    <a:pt x="3841483" y="332529"/>
                  </a:lnTo>
                  <a:lnTo>
                    <a:pt x="3845762" y="305139"/>
                  </a:lnTo>
                  <a:lnTo>
                    <a:pt x="3850040" y="205785"/>
                  </a:lnTo>
                  <a:lnTo>
                    <a:pt x="3854319" y="142095"/>
                  </a:lnTo>
                  <a:lnTo>
                    <a:pt x="3858598" y="237088"/>
                  </a:lnTo>
                  <a:lnTo>
                    <a:pt x="3862877" y="352949"/>
                  </a:lnTo>
                  <a:lnTo>
                    <a:pt x="3867156" y="442841"/>
                  </a:lnTo>
                  <a:lnTo>
                    <a:pt x="3871435" y="520688"/>
                  </a:lnTo>
                  <a:lnTo>
                    <a:pt x="3875714" y="619157"/>
                  </a:lnTo>
                  <a:lnTo>
                    <a:pt x="3879993" y="716450"/>
                  </a:lnTo>
                  <a:lnTo>
                    <a:pt x="3884272" y="775038"/>
                  </a:lnTo>
                  <a:lnTo>
                    <a:pt x="3888551" y="810703"/>
                  </a:lnTo>
                  <a:lnTo>
                    <a:pt x="3892830" y="826617"/>
                  </a:lnTo>
                  <a:lnTo>
                    <a:pt x="3897109" y="845332"/>
                  </a:lnTo>
                  <a:lnTo>
                    <a:pt x="3901388" y="839879"/>
                  </a:lnTo>
                  <a:lnTo>
                    <a:pt x="3905666" y="836596"/>
                  </a:lnTo>
                  <a:lnTo>
                    <a:pt x="3909945" y="787433"/>
                  </a:lnTo>
                  <a:lnTo>
                    <a:pt x="3914224" y="736684"/>
                  </a:lnTo>
                  <a:lnTo>
                    <a:pt x="3918503" y="782918"/>
                  </a:lnTo>
                  <a:lnTo>
                    <a:pt x="3922782" y="774962"/>
                  </a:lnTo>
                  <a:lnTo>
                    <a:pt x="3927061" y="702695"/>
                  </a:lnTo>
                  <a:lnTo>
                    <a:pt x="3931340" y="646992"/>
                  </a:lnTo>
                  <a:lnTo>
                    <a:pt x="3935619" y="619760"/>
                  </a:lnTo>
                  <a:lnTo>
                    <a:pt x="3939898" y="681208"/>
                  </a:lnTo>
                  <a:lnTo>
                    <a:pt x="3944177" y="595839"/>
                  </a:lnTo>
                  <a:lnTo>
                    <a:pt x="3948456" y="504089"/>
                  </a:lnTo>
                  <a:lnTo>
                    <a:pt x="3952735" y="479699"/>
                  </a:lnTo>
                  <a:lnTo>
                    <a:pt x="3957013" y="521653"/>
                  </a:lnTo>
                  <a:lnTo>
                    <a:pt x="3961292" y="486785"/>
                  </a:lnTo>
                  <a:lnTo>
                    <a:pt x="3965571" y="375268"/>
                  </a:lnTo>
                  <a:lnTo>
                    <a:pt x="3969850" y="333769"/>
                  </a:lnTo>
                  <a:lnTo>
                    <a:pt x="3974129" y="354362"/>
                  </a:lnTo>
                  <a:lnTo>
                    <a:pt x="3978408" y="479871"/>
                  </a:lnTo>
                  <a:lnTo>
                    <a:pt x="3982687" y="500018"/>
                  </a:lnTo>
                  <a:lnTo>
                    <a:pt x="3986966" y="519952"/>
                  </a:lnTo>
                  <a:lnTo>
                    <a:pt x="3991245" y="524401"/>
                  </a:lnTo>
                  <a:lnTo>
                    <a:pt x="3995524" y="492744"/>
                  </a:lnTo>
                  <a:lnTo>
                    <a:pt x="3999803" y="479387"/>
                  </a:lnTo>
                  <a:lnTo>
                    <a:pt x="4004082" y="393001"/>
                  </a:lnTo>
                  <a:lnTo>
                    <a:pt x="4008361" y="315197"/>
                  </a:lnTo>
                  <a:lnTo>
                    <a:pt x="4012639" y="258840"/>
                  </a:lnTo>
                  <a:lnTo>
                    <a:pt x="4016918" y="240686"/>
                  </a:lnTo>
                  <a:lnTo>
                    <a:pt x="4021197" y="277210"/>
                  </a:lnTo>
                  <a:lnTo>
                    <a:pt x="4025476" y="318573"/>
                  </a:lnTo>
                  <a:lnTo>
                    <a:pt x="4029755" y="323801"/>
                  </a:lnTo>
                  <a:lnTo>
                    <a:pt x="4034034" y="314651"/>
                  </a:lnTo>
                  <a:lnTo>
                    <a:pt x="4038313" y="329345"/>
                  </a:lnTo>
                  <a:lnTo>
                    <a:pt x="4042592" y="355423"/>
                  </a:lnTo>
                  <a:lnTo>
                    <a:pt x="4046871" y="351002"/>
                  </a:lnTo>
                  <a:lnTo>
                    <a:pt x="4051150" y="386265"/>
                  </a:lnTo>
                  <a:lnTo>
                    <a:pt x="4055429" y="498396"/>
                  </a:lnTo>
                  <a:lnTo>
                    <a:pt x="4059708" y="639677"/>
                  </a:lnTo>
                  <a:lnTo>
                    <a:pt x="4063986" y="677581"/>
                  </a:lnTo>
                  <a:lnTo>
                    <a:pt x="4068265" y="726533"/>
                  </a:lnTo>
                  <a:lnTo>
                    <a:pt x="4072544" y="787998"/>
                  </a:lnTo>
                  <a:lnTo>
                    <a:pt x="4076823" y="750869"/>
                  </a:lnTo>
                  <a:lnTo>
                    <a:pt x="4081102" y="684693"/>
                  </a:lnTo>
                  <a:lnTo>
                    <a:pt x="4085381" y="610341"/>
                  </a:lnTo>
                  <a:lnTo>
                    <a:pt x="4089660" y="703467"/>
                  </a:lnTo>
                  <a:lnTo>
                    <a:pt x="4093939" y="872901"/>
                  </a:lnTo>
                  <a:lnTo>
                    <a:pt x="4098218" y="970635"/>
                  </a:lnTo>
                  <a:lnTo>
                    <a:pt x="4102497" y="1064575"/>
                  </a:lnTo>
                  <a:lnTo>
                    <a:pt x="4106776" y="1067991"/>
                  </a:lnTo>
                  <a:lnTo>
                    <a:pt x="4111055" y="1086247"/>
                  </a:lnTo>
                  <a:lnTo>
                    <a:pt x="4115334" y="1059523"/>
                  </a:lnTo>
                  <a:lnTo>
                    <a:pt x="4119612" y="1057668"/>
                  </a:lnTo>
                  <a:lnTo>
                    <a:pt x="4123891" y="1134654"/>
                  </a:lnTo>
                  <a:lnTo>
                    <a:pt x="4128170" y="1179319"/>
                  </a:lnTo>
                  <a:lnTo>
                    <a:pt x="4132449" y="1230029"/>
                  </a:lnTo>
                  <a:lnTo>
                    <a:pt x="4136728" y="1341231"/>
                  </a:lnTo>
                  <a:lnTo>
                    <a:pt x="4141007" y="1445041"/>
                  </a:lnTo>
                  <a:lnTo>
                    <a:pt x="4145286" y="1337416"/>
                  </a:lnTo>
                  <a:lnTo>
                    <a:pt x="4149565" y="1223075"/>
                  </a:lnTo>
                  <a:lnTo>
                    <a:pt x="4153844" y="1345494"/>
                  </a:lnTo>
                  <a:lnTo>
                    <a:pt x="4158123" y="1530164"/>
                  </a:lnTo>
                  <a:lnTo>
                    <a:pt x="4162402" y="1631837"/>
                  </a:lnTo>
                  <a:lnTo>
                    <a:pt x="4166681" y="1523596"/>
                  </a:lnTo>
                  <a:lnTo>
                    <a:pt x="4170959" y="1429742"/>
                  </a:lnTo>
                  <a:lnTo>
                    <a:pt x="4175238" y="1354898"/>
                  </a:lnTo>
                  <a:lnTo>
                    <a:pt x="4179517" y="1109379"/>
                  </a:lnTo>
                  <a:lnTo>
                    <a:pt x="4183796" y="839181"/>
                  </a:lnTo>
                  <a:lnTo>
                    <a:pt x="4188075" y="579604"/>
                  </a:lnTo>
                  <a:lnTo>
                    <a:pt x="4192354" y="514754"/>
                  </a:lnTo>
                  <a:lnTo>
                    <a:pt x="4196633" y="545702"/>
                  </a:lnTo>
                  <a:lnTo>
                    <a:pt x="4200912" y="542536"/>
                  </a:lnTo>
                  <a:lnTo>
                    <a:pt x="4205191" y="601816"/>
                  </a:lnTo>
                  <a:lnTo>
                    <a:pt x="4209470" y="735121"/>
                  </a:lnTo>
                  <a:lnTo>
                    <a:pt x="4213749" y="904694"/>
                  </a:lnTo>
                  <a:lnTo>
                    <a:pt x="4218028" y="1039132"/>
                  </a:lnTo>
                  <a:lnTo>
                    <a:pt x="4222307" y="1159529"/>
                  </a:lnTo>
                  <a:lnTo>
                    <a:pt x="4226585" y="1295307"/>
                  </a:lnTo>
                  <a:lnTo>
                    <a:pt x="4230864" y="1323036"/>
                  </a:lnTo>
                  <a:lnTo>
                    <a:pt x="4235143" y="1231262"/>
                  </a:lnTo>
                  <a:lnTo>
                    <a:pt x="4239422" y="1048494"/>
                  </a:lnTo>
                  <a:lnTo>
                    <a:pt x="4243701" y="917144"/>
                  </a:lnTo>
                  <a:lnTo>
                    <a:pt x="4247980" y="750339"/>
                  </a:lnTo>
                  <a:lnTo>
                    <a:pt x="4252259" y="542523"/>
                  </a:lnTo>
                  <a:lnTo>
                    <a:pt x="4256538" y="415289"/>
                  </a:lnTo>
                  <a:lnTo>
                    <a:pt x="4260817" y="337190"/>
                  </a:lnTo>
                  <a:lnTo>
                    <a:pt x="4265096" y="383364"/>
                  </a:lnTo>
                  <a:lnTo>
                    <a:pt x="4269375" y="421966"/>
                  </a:lnTo>
                  <a:lnTo>
                    <a:pt x="4273654" y="474407"/>
                  </a:lnTo>
                  <a:lnTo>
                    <a:pt x="4277932" y="553509"/>
                  </a:lnTo>
                  <a:lnTo>
                    <a:pt x="4282211" y="627608"/>
                  </a:lnTo>
                  <a:lnTo>
                    <a:pt x="4286490" y="707986"/>
                  </a:lnTo>
                  <a:lnTo>
                    <a:pt x="4290769" y="675685"/>
                  </a:lnTo>
                  <a:lnTo>
                    <a:pt x="4295048" y="616872"/>
                  </a:lnTo>
                  <a:lnTo>
                    <a:pt x="4299327" y="579814"/>
                  </a:lnTo>
                  <a:lnTo>
                    <a:pt x="4303606" y="596846"/>
                  </a:lnTo>
                  <a:lnTo>
                    <a:pt x="4307885" y="587277"/>
                  </a:lnTo>
                  <a:lnTo>
                    <a:pt x="4312164" y="512835"/>
                  </a:lnTo>
                  <a:lnTo>
                    <a:pt x="4316443" y="506712"/>
                  </a:lnTo>
                  <a:lnTo>
                    <a:pt x="4320722" y="503224"/>
                  </a:lnTo>
                  <a:lnTo>
                    <a:pt x="4325001" y="492264"/>
                  </a:lnTo>
                  <a:lnTo>
                    <a:pt x="4329280" y="441278"/>
                  </a:lnTo>
                  <a:lnTo>
                    <a:pt x="4333558" y="422906"/>
                  </a:lnTo>
                  <a:lnTo>
                    <a:pt x="4337837" y="478935"/>
                  </a:lnTo>
                  <a:lnTo>
                    <a:pt x="4342116" y="495943"/>
                  </a:lnTo>
                  <a:lnTo>
                    <a:pt x="4346395" y="553649"/>
                  </a:lnTo>
                  <a:lnTo>
                    <a:pt x="4350674" y="613797"/>
                  </a:lnTo>
                  <a:lnTo>
                    <a:pt x="4354953" y="735033"/>
                  </a:lnTo>
                  <a:lnTo>
                    <a:pt x="4359232" y="865504"/>
                  </a:lnTo>
                  <a:lnTo>
                    <a:pt x="4363511" y="1067564"/>
                  </a:lnTo>
                  <a:lnTo>
                    <a:pt x="4367790" y="1369968"/>
                  </a:lnTo>
                  <a:lnTo>
                    <a:pt x="4372069" y="1499722"/>
                  </a:lnTo>
                  <a:lnTo>
                    <a:pt x="4376348" y="1506597"/>
                  </a:lnTo>
                  <a:lnTo>
                    <a:pt x="4380627" y="1425133"/>
                  </a:lnTo>
                  <a:lnTo>
                    <a:pt x="4384905" y="1306627"/>
                  </a:lnTo>
                  <a:lnTo>
                    <a:pt x="4389184" y="1154249"/>
                  </a:lnTo>
                  <a:lnTo>
                    <a:pt x="4393463" y="895036"/>
                  </a:lnTo>
                  <a:lnTo>
                    <a:pt x="4397742" y="786080"/>
                  </a:lnTo>
                  <a:lnTo>
                    <a:pt x="4402021" y="789573"/>
                  </a:lnTo>
                  <a:lnTo>
                    <a:pt x="4406300" y="855724"/>
                  </a:lnTo>
                  <a:lnTo>
                    <a:pt x="4410579" y="925210"/>
                  </a:lnTo>
                  <a:lnTo>
                    <a:pt x="4414858" y="1016987"/>
                  </a:lnTo>
                  <a:lnTo>
                    <a:pt x="4419137" y="1058923"/>
                  </a:lnTo>
                  <a:lnTo>
                    <a:pt x="4423416" y="1098393"/>
                  </a:lnTo>
                  <a:lnTo>
                    <a:pt x="4427695" y="1140153"/>
                  </a:lnTo>
                  <a:lnTo>
                    <a:pt x="4431974" y="1172571"/>
                  </a:lnTo>
                  <a:lnTo>
                    <a:pt x="4436253" y="1185648"/>
                  </a:lnTo>
                  <a:lnTo>
                    <a:pt x="4440531" y="1085842"/>
                  </a:lnTo>
                  <a:lnTo>
                    <a:pt x="4444810" y="1051164"/>
                  </a:lnTo>
                  <a:lnTo>
                    <a:pt x="4449089" y="1004199"/>
                  </a:lnTo>
                  <a:lnTo>
                    <a:pt x="4453368" y="1006351"/>
                  </a:lnTo>
                  <a:lnTo>
                    <a:pt x="4457647" y="986080"/>
                  </a:lnTo>
                  <a:lnTo>
                    <a:pt x="4461926" y="899156"/>
                  </a:lnTo>
                  <a:lnTo>
                    <a:pt x="4466205" y="959487"/>
                  </a:lnTo>
                  <a:lnTo>
                    <a:pt x="4470484" y="1149570"/>
                  </a:lnTo>
                  <a:lnTo>
                    <a:pt x="4474763" y="1262043"/>
                  </a:lnTo>
                  <a:lnTo>
                    <a:pt x="4479042" y="1225488"/>
                  </a:lnTo>
                  <a:lnTo>
                    <a:pt x="4483321" y="1103133"/>
                  </a:lnTo>
                  <a:lnTo>
                    <a:pt x="4487600" y="1104621"/>
                  </a:lnTo>
                  <a:lnTo>
                    <a:pt x="4491878" y="1044605"/>
                  </a:lnTo>
                  <a:lnTo>
                    <a:pt x="4496157" y="840601"/>
                  </a:lnTo>
                  <a:lnTo>
                    <a:pt x="4500436" y="700146"/>
                  </a:lnTo>
                  <a:lnTo>
                    <a:pt x="4504715" y="669017"/>
                  </a:lnTo>
                  <a:lnTo>
                    <a:pt x="4508994" y="751939"/>
                  </a:lnTo>
                  <a:lnTo>
                    <a:pt x="4513273" y="810870"/>
                  </a:lnTo>
                  <a:lnTo>
                    <a:pt x="4517552" y="854472"/>
                  </a:lnTo>
                  <a:lnTo>
                    <a:pt x="4521831" y="894763"/>
                  </a:lnTo>
                  <a:lnTo>
                    <a:pt x="4526110" y="920036"/>
                  </a:lnTo>
                  <a:lnTo>
                    <a:pt x="4530389" y="916624"/>
                  </a:lnTo>
                  <a:lnTo>
                    <a:pt x="4534668" y="891846"/>
                  </a:lnTo>
                  <a:lnTo>
                    <a:pt x="4538947" y="906679"/>
                  </a:lnTo>
                  <a:lnTo>
                    <a:pt x="4543226" y="867192"/>
                  </a:lnTo>
                  <a:lnTo>
                    <a:pt x="4547504" y="853487"/>
                  </a:lnTo>
                  <a:lnTo>
                    <a:pt x="4551783" y="881563"/>
                  </a:lnTo>
                  <a:lnTo>
                    <a:pt x="4556062" y="928578"/>
                  </a:lnTo>
                  <a:lnTo>
                    <a:pt x="4560341" y="967693"/>
                  </a:lnTo>
                  <a:lnTo>
                    <a:pt x="4564620" y="970625"/>
                  </a:lnTo>
                  <a:lnTo>
                    <a:pt x="4568899" y="1024350"/>
                  </a:lnTo>
                  <a:lnTo>
                    <a:pt x="4573178" y="1104168"/>
                  </a:lnTo>
                  <a:lnTo>
                    <a:pt x="4577457" y="1159687"/>
                  </a:lnTo>
                  <a:lnTo>
                    <a:pt x="4581736" y="1223447"/>
                  </a:lnTo>
                  <a:lnTo>
                    <a:pt x="4586015" y="1271824"/>
                  </a:lnTo>
                  <a:lnTo>
                    <a:pt x="4590294" y="1380174"/>
                  </a:lnTo>
                  <a:lnTo>
                    <a:pt x="4594573" y="1469632"/>
                  </a:lnTo>
                  <a:lnTo>
                    <a:pt x="4598851" y="1613651"/>
                  </a:lnTo>
                  <a:lnTo>
                    <a:pt x="4603130" y="1854229"/>
                  </a:lnTo>
                  <a:lnTo>
                    <a:pt x="4607409" y="2030495"/>
                  </a:lnTo>
                  <a:lnTo>
                    <a:pt x="4611688" y="2182695"/>
                  </a:lnTo>
                  <a:lnTo>
                    <a:pt x="4615967" y="2260538"/>
                  </a:lnTo>
                  <a:lnTo>
                    <a:pt x="4620246" y="2387708"/>
                  </a:lnTo>
                  <a:lnTo>
                    <a:pt x="4624525" y="2426261"/>
                  </a:lnTo>
                  <a:lnTo>
                    <a:pt x="4628804" y="2461272"/>
                  </a:lnTo>
                  <a:lnTo>
                    <a:pt x="4633083" y="2493869"/>
                  </a:lnTo>
                  <a:lnTo>
                    <a:pt x="4637362" y="2442636"/>
                  </a:lnTo>
                  <a:lnTo>
                    <a:pt x="4641641" y="2389381"/>
                  </a:lnTo>
                  <a:lnTo>
                    <a:pt x="4645920" y="2342448"/>
                  </a:lnTo>
                  <a:lnTo>
                    <a:pt x="4650199" y="2336157"/>
                  </a:lnTo>
                  <a:lnTo>
                    <a:pt x="4654477" y="2128203"/>
                  </a:lnTo>
                  <a:lnTo>
                    <a:pt x="4658756" y="1914285"/>
                  </a:lnTo>
                  <a:lnTo>
                    <a:pt x="4663035" y="1824938"/>
                  </a:lnTo>
                  <a:lnTo>
                    <a:pt x="4667314" y="1799545"/>
                  </a:lnTo>
                  <a:lnTo>
                    <a:pt x="4671593" y="1752948"/>
                  </a:lnTo>
                  <a:lnTo>
                    <a:pt x="4675872" y="1630579"/>
                  </a:lnTo>
                  <a:lnTo>
                    <a:pt x="4680151" y="1627744"/>
                  </a:lnTo>
                  <a:lnTo>
                    <a:pt x="4684430" y="1659859"/>
                  </a:lnTo>
                  <a:lnTo>
                    <a:pt x="4688709" y="1694881"/>
                  </a:lnTo>
                  <a:lnTo>
                    <a:pt x="4692988" y="1755363"/>
                  </a:lnTo>
                  <a:lnTo>
                    <a:pt x="4697267" y="1907422"/>
                  </a:lnTo>
                  <a:lnTo>
                    <a:pt x="4701546" y="2137471"/>
                  </a:lnTo>
                  <a:lnTo>
                    <a:pt x="4705824" y="2358343"/>
                  </a:lnTo>
                  <a:lnTo>
                    <a:pt x="4710103" y="2511326"/>
                  </a:lnTo>
                  <a:lnTo>
                    <a:pt x="4714382" y="2657712"/>
                  </a:lnTo>
                  <a:lnTo>
                    <a:pt x="4718661" y="2714755"/>
                  </a:lnTo>
                  <a:lnTo>
                    <a:pt x="4722940" y="2630223"/>
                  </a:lnTo>
                  <a:lnTo>
                    <a:pt x="4727219" y="2473247"/>
                  </a:lnTo>
                  <a:lnTo>
                    <a:pt x="4731498" y="2289510"/>
                  </a:lnTo>
                  <a:lnTo>
                    <a:pt x="4735777" y="2216250"/>
                  </a:lnTo>
                  <a:lnTo>
                    <a:pt x="4740056" y="2150401"/>
                  </a:lnTo>
                  <a:lnTo>
                    <a:pt x="4744335" y="2131612"/>
                  </a:lnTo>
                  <a:lnTo>
                    <a:pt x="4748614" y="2146449"/>
                  </a:lnTo>
                  <a:lnTo>
                    <a:pt x="4752893" y="2203753"/>
                  </a:lnTo>
                  <a:lnTo>
                    <a:pt x="4757172" y="2328536"/>
                  </a:lnTo>
                  <a:lnTo>
                    <a:pt x="4761450" y="2428344"/>
                  </a:lnTo>
                  <a:lnTo>
                    <a:pt x="4765729" y="2562422"/>
                  </a:lnTo>
                  <a:lnTo>
                    <a:pt x="4770008" y="2683048"/>
                  </a:lnTo>
                  <a:lnTo>
                    <a:pt x="4774287" y="2763006"/>
                  </a:lnTo>
                  <a:lnTo>
                    <a:pt x="4778566" y="2733404"/>
                  </a:lnTo>
                  <a:lnTo>
                    <a:pt x="4782845" y="2701325"/>
                  </a:lnTo>
                  <a:lnTo>
                    <a:pt x="4787124" y="2636659"/>
                  </a:lnTo>
                  <a:lnTo>
                    <a:pt x="4791403" y="2521318"/>
                  </a:lnTo>
                  <a:lnTo>
                    <a:pt x="4795682" y="2385800"/>
                  </a:lnTo>
                  <a:lnTo>
                    <a:pt x="4799961" y="2245571"/>
                  </a:lnTo>
                  <a:lnTo>
                    <a:pt x="4804240" y="2230251"/>
                  </a:lnTo>
                  <a:lnTo>
                    <a:pt x="4808519" y="2243845"/>
                  </a:lnTo>
                  <a:lnTo>
                    <a:pt x="4812797" y="2294874"/>
                  </a:lnTo>
                  <a:lnTo>
                    <a:pt x="4817076" y="2226837"/>
                  </a:lnTo>
                  <a:lnTo>
                    <a:pt x="4821355" y="2099250"/>
                  </a:lnTo>
                  <a:lnTo>
                    <a:pt x="4825634" y="2098587"/>
                  </a:lnTo>
                  <a:lnTo>
                    <a:pt x="4829913" y="2023445"/>
                  </a:lnTo>
                  <a:lnTo>
                    <a:pt x="4834192" y="1923908"/>
                  </a:lnTo>
                  <a:lnTo>
                    <a:pt x="4838471" y="1879227"/>
                  </a:lnTo>
                  <a:lnTo>
                    <a:pt x="4842750" y="2005025"/>
                  </a:lnTo>
                  <a:lnTo>
                    <a:pt x="4847029" y="2133768"/>
                  </a:lnTo>
                  <a:lnTo>
                    <a:pt x="4851308" y="2049491"/>
                  </a:lnTo>
                  <a:lnTo>
                    <a:pt x="4855587" y="1953836"/>
                  </a:lnTo>
                  <a:lnTo>
                    <a:pt x="4859866" y="1953887"/>
                  </a:lnTo>
                  <a:lnTo>
                    <a:pt x="4864145" y="1972334"/>
                  </a:lnTo>
                  <a:lnTo>
                    <a:pt x="4868423" y="1857707"/>
                  </a:lnTo>
                  <a:lnTo>
                    <a:pt x="4872702" y="1759177"/>
                  </a:lnTo>
                  <a:lnTo>
                    <a:pt x="4876981" y="1789199"/>
                  </a:lnTo>
                  <a:lnTo>
                    <a:pt x="4881260" y="1806738"/>
                  </a:lnTo>
                  <a:lnTo>
                    <a:pt x="4885539" y="1731183"/>
                  </a:lnTo>
                  <a:lnTo>
                    <a:pt x="4889818" y="1607662"/>
                  </a:lnTo>
                  <a:lnTo>
                    <a:pt x="4894097" y="1497877"/>
                  </a:lnTo>
                  <a:lnTo>
                    <a:pt x="4898376" y="1399179"/>
                  </a:lnTo>
                  <a:lnTo>
                    <a:pt x="4902655" y="1332222"/>
                  </a:lnTo>
                  <a:lnTo>
                    <a:pt x="4906934" y="1400780"/>
                  </a:lnTo>
                  <a:lnTo>
                    <a:pt x="4911213" y="1405830"/>
                  </a:lnTo>
                  <a:lnTo>
                    <a:pt x="4915492" y="1406018"/>
                  </a:lnTo>
                  <a:lnTo>
                    <a:pt x="4919770" y="1451258"/>
                  </a:lnTo>
                  <a:lnTo>
                    <a:pt x="4924049" y="1512635"/>
                  </a:lnTo>
                  <a:lnTo>
                    <a:pt x="4928328" y="1568341"/>
                  </a:lnTo>
                  <a:lnTo>
                    <a:pt x="4932607" y="1598741"/>
                  </a:lnTo>
                  <a:lnTo>
                    <a:pt x="4936886" y="1621443"/>
                  </a:lnTo>
                  <a:lnTo>
                    <a:pt x="4941165" y="1695819"/>
                  </a:lnTo>
                  <a:lnTo>
                    <a:pt x="4945444" y="1777495"/>
                  </a:lnTo>
                  <a:lnTo>
                    <a:pt x="4949723" y="1805655"/>
                  </a:lnTo>
                  <a:lnTo>
                    <a:pt x="4954002" y="1763466"/>
                  </a:lnTo>
                  <a:lnTo>
                    <a:pt x="4958281" y="1708138"/>
                  </a:lnTo>
                  <a:lnTo>
                    <a:pt x="4962560" y="1777808"/>
                  </a:lnTo>
                  <a:lnTo>
                    <a:pt x="4966839" y="1734519"/>
                  </a:lnTo>
                  <a:lnTo>
                    <a:pt x="4971118" y="1668003"/>
                  </a:lnTo>
                  <a:lnTo>
                    <a:pt x="4975396" y="1677461"/>
                  </a:lnTo>
                  <a:lnTo>
                    <a:pt x="4979675" y="1700082"/>
                  </a:lnTo>
                  <a:lnTo>
                    <a:pt x="4983954" y="1687818"/>
                  </a:lnTo>
                  <a:lnTo>
                    <a:pt x="4988233" y="1635117"/>
                  </a:lnTo>
                  <a:lnTo>
                    <a:pt x="4992512" y="1631527"/>
                  </a:lnTo>
                  <a:lnTo>
                    <a:pt x="4996791" y="1632112"/>
                  </a:lnTo>
                  <a:lnTo>
                    <a:pt x="5001070" y="1591601"/>
                  </a:lnTo>
                  <a:lnTo>
                    <a:pt x="5005349" y="1593769"/>
                  </a:lnTo>
                  <a:lnTo>
                    <a:pt x="5009628" y="1684039"/>
                  </a:lnTo>
                  <a:lnTo>
                    <a:pt x="5013907" y="1751506"/>
                  </a:lnTo>
                  <a:lnTo>
                    <a:pt x="5018186" y="1805530"/>
                  </a:lnTo>
                  <a:lnTo>
                    <a:pt x="5022465" y="1948866"/>
                  </a:lnTo>
                  <a:lnTo>
                    <a:pt x="5026743" y="2039797"/>
                  </a:lnTo>
                  <a:lnTo>
                    <a:pt x="5031022" y="2030859"/>
                  </a:lnTo>
                  <a:lnTo>
                    <a:pt x="5035301" y="1955326"/>
                  </a:lnTo>
                  <a:lnTo>
                    <a:pt x="5039580" y="1928071"/>
                  </a:lnTo>
                  <a:lnTo>
                    <a:pt x="5043859" y="1890457"/>
                  </a:lnTo>
                  <a:lnTo>
                    <a:pt x="5048138" y="1749763"/>
                  </a:lnTo>
                  <a:lnTo>
                    <a:pt x="5052417" y="1692078"/>
                  </a:lnTo>
                  <a:lnTo>
                    <a:pt x="5056696" y="1817843"/>
                  </a:lnTo>
                  <a:lnTo>
                    <a:pt x="5060975" y="1934846"/>
                  </a:lnTo>
                  <a:lnTo>
                    <a:pt x="5065254" y="1938839"/>
                  </a:lnTo>
                  <a:lnTo>
                    <a:pt x="5069533" y="1955816"/>
                  </a:lnTo>
                  <a:lnTo>
                    <a:pt x="5073812" y="1949439"/>
                  </a:lnTo>
                  <a:lnTo>
                    <a:pt x="5078091" y="1912098"/>
                  </a:lnTo>
                  <a:lnTo>
                    <a:pt x="5082369" y="1801149"/>
                  </a:lnTo>
                  <a:lnTo>
                    <a:pt x="5086648" y="1706684"/>
                  </a:lnTo>
                  <a:lnTo>
                    <a:pt x="5090927" y="1653059"/>
                  </a:lnTo>
                  <a:lnTo>
                    <a:pt x="5095206" y="1598084"/>
                  </a:lnTo>
                  <a:lnTo>
                    <a:pt x="5099485" y="1585931"/>
                  </a:lnTo>
                  <a:lnTo>
                    <a:pt x="5103764" y="1631280"/>
                  </a:lnTo>
                  <a:lnTo>
                    <a:pt x="5108043" y="1695791"/>
                  </a:lnTo>
                  <a:lnTo>
                    <a:pt x="5112322" y="1766427"/>
                  </a:lnTo>
                  <a:lnTo>
                    <a:pt x="5116601" y="1923648"/>
                  </a:lnTo>
                  <a:lnTo>
                    <a:pt x="5120880" y="2052266"/>
                  </a:lnTo>
                  <a:lnTo>
                    <a:pt x="5125159" y="2124529"/>
                  </a:lnTo>
                  <a:lnTo>
                    <a:pt x="5129438" y="2160383"/>
                  </a:lnTo>
                  <a:lnTo>
                    <a:pt x="5133716" y="2150313"/>
                  </a:lnTo>
                  <a:lnTo>
                    <a:pt x="5137995" y="2032032"/>
                  </a:lnTo>
                  <a:lnTo>
                    <a:pt x="5142274" y="1830163"/>
                  </a:lnTo>
                  <a:lnTo>
                    <a:pt x="5146553" y="1721079"/>
                  </a:lnTo>
                  <a:lnTo>
                    <a:pt x="5150832" y="1742630"/>
                  </a:lnTo>
                  <a:lnTo>
                    <a:pt x="5155111" y="1699784"/>
                  </a:lnTo>
                  <a:lnTo>
                    <a:pt x="5159390" y="1633663"/>
                  </a:lnTo>
                  <a:lnTo>
                    <a:pt x="5163669" y="1803012"/>
                  </a:lnTo>
                  <a:lnTo>
                    <a:pt x="5167948" y="1956183"/>
                  </a:lnTo>
                  <a:lnTo>
                    <a:pt x="5172227" y="1940606"/>
                  </a:lnTo>
                  <a:lnTo>
                    <a:pt x="5176506" y="1828232"/>
                  </a:lnTo>
                  <a:lnTo>
                    <a:pt x="5180785" y="1688239"/>
                  </a:lnTo>
                  <a:lnTo>
                    <a:pt x="5185064" y="1628768"/>
                  </a:lnTo>
                  <a:lnTo>
                    <a:pt x="5189342" y="1489405"/>
                  </a:lnTo>
                  <a:lnTo>
                    <a:pt x="5193621" y="1373308"/>
                  </a:lnTo>
                  <a:lnTo>
                    <a:pt x="5197900" y="1326239"/>
                  </a:lnTo>
                  <a:lnTo>
                    <a:pt x="5202179" y="1253395"/>
                  </a:lnTo>
                  <a:lnTo>
                    <a:pt x="5206458" y="1277048"/>
                  </a:lnTo>
                  <a:lnTo>
                    <a:pt x="5210737" y="1191488"/>
                  </a:lnTo>
                  <a:lnTo>
                    <a:pt x="5215016" y="1025817"/>
                  </a:lnTo>
                  <a:lnTo>
                    <a:pt x="5219295" y="881925"/>
                  </a:lnTo>
                  <a:lnTo>
                    <a:pt x="5223574" y="829914"/>
                  </a:lnTo>
                  <a:lnTo>
                    <a:pt x="5227853" y="891842"/>
                  </a:lnTo>
                  <a:lnTo>
                    <a:pt x="5232132" y="1013775"/>
                  </a:lnTo>
                  <a:lnTo>
                    <a:pt x="5236411" y="1087338"/>
                  </a:lnTo>
                  <a:lnTo>
                    <a:pt x="5240689" y="1112481"/>
                  </a:lnTo>
                  <a:lnTo>
                    <a:pt x="5244968" y="1109788"/>
                  </a:lnTo>
                  <a:lnTo>
                    <a:pt x="5249247" y="1069634"/>
                  </a:lnTo>
                  <a:lnTo>
                    <a:pt x="5253526" y="936448"/>
                  </a:lnTo>
                  <a:lnTo>
                    <a:pt x="5257805" y="725535"/>
                  </a:lnTo>
                  <a:lnTo>
                    <a:pt x="5262084" y="622274"/>
                  </a:lnTo>
                  <a:lnTo>
                    <a:pt x="5266363" y="565727"/>
                  </a:lnTo>
                  <a:lnTo>
                    <a:pt x="5270642" y="535080"/>
                  </a:lnTo>
                  <a:lnTo>
                    <a:pt x="5274921" y="502036"/>
                  </a:lnTo>
                  <a:lnTo>
                    <a:pt x="5279200" y="539727"/>
                  </a:lnTo>
                  <a:lnTo>
                    <a:pt x="5283479" y="630566"/>
                  </a:lnTo>
                  <a:lnTo>
                    <a:pt x="5287758" y="716038"/>
                  </a:lnTo>
                  <a:lnTo>
                    <a:pt x="5292037" y="871072"/>
                  </a:lnTo>
                  <a:lnTo>
                    <a:pt x="5296315" y="1023428"/>
                  </a:lnTo>
                  <a:lnTo>
                    <a:pt x="5300594" y="1079237"/>
                  </a:lnTo>
                  <a:lnTo>
                    <a:pt x="5304873" y="1047402"/>
                  </a:lnTo>
                  <a:lnTo>
                    <a:pt x="5309152" y="1002496"/>
                  </a:lnTo>
                  <a:lnTo>
                    <a:pt x="5313431" y="958734"/>
                  </a:lnTo>
                  <a:lnTo>
                    <a:pt x="5317710" y="861038"/>
                  </a:lnTo>
                  <a:lnTo>
                    <a:pt x="5321989" y="682333"/>
                  </a:lnTo>
                  <a:lnTo>
                    <a:pt x="5326268" y="623952"/>
                  </a:lnTo>
                  <a:lnTo>
                    <a:pt x="5330547" y="689364"/>
                  </a:lnTo>
                  <a:lnTo>
                    <a:pt x="5334826" y="791119"/>
                  </a:lnTo>
                  <a:lnTo>
                    <a:pt x="5339105" y="903081"/>
                  </a:lnTo>
                  <a:lnTo>
                    <a:pt x="5343384" y="1043838"/>
                  </a:lnTo>
                  <a:lnTo>
                    <a:pt x="5347662" y="1216919"/>
                  </a:lnTo>
                  <a:lnTo>
                    <a:pt x="5351941" y="1335143"/>
                  </a:lnTo>
                  <a:lnTo>
                    <a:pt x="5356220" y="1405296"/>
                  </a:lnTo>
                  <a:lnTo>
                    <a:pt x="5360499" y="1431044"/>
                  </a:lnTo>
                  <a:lnTo>
                    <a:pt x="5364778" y="1423387"/>
                  </a:lnTo>
                  <a:lnTo>
                    <a:pt x="5369057" y="1332046"/>
                  </a:lnTo>
                  <a:lnTo>
                    <a:pt x="5373336" y="1267360"/>
                  </a:lnTo>
                  <a:lnTo>
                    <a:pt x="5377615" y="1221028"/>
                  </a:lnTo>
                  <a:lnTo>
                    <a:pt x="5381894" y="1111889"/>
                  </a:lnTo>
                  <a:lnTo>
                    <a:pt x="5386173" y="986654"/>
                  </a:lnTo>
                  <a:lnTo>
                    <a:pt x="5390452" y="845361"/>
                  </a:lnTo>
                  <a:lnTo>
                    <a:pt x="5394731" y="751817"/>
                  </a:lnTo>
                  <a:lnTo>
                    <a:pt x="5399010" y="740898"/>
                  </a:lnTo>
                  <a:lnTo>
                    <a:pt x="5403288" y="710105"/>
                  </a:lnTo>
                  <a:lnTo>
                    <a:pt x="5407567" y="702098"/>
                  </a:lnTo>
                  <a:lnTo>
                    <a:pt x="5411846" y="694427"/>
                  </a:lnTo>
                  <a:lnTo>
                    <a:pt x="5416125" y="780167"/>
                  </a:lnTo>
                  <a:lnTo>
                    <a:pt x="5420404" y="912826"/>
                  </a:lnTo>
                  <a:lnTo>
                    <a:pt x="5424683" y="971081"/>
                  </a:lnTo>
                  <a:lnTo>
                    <a:pt x="5428962" y="981648"/>
                  </a:lnTo>
                  <a:lnTo>
                    <a:pt x="5433241" y="993758"/>
                  </a:lnTo>
                  <a:lnTo>
                    <a:pt x="5437520" y="1019693"/>
                  </a:lnTo>
                  <a:lnTo>
                    <a:pt x="5441799" y="1021322"/>
                  </a:lnTo>
                  <a:lnTo>
                    <a:pt x="5446078" y="1022655"/>
                  </a:lnTo>
                  <a:lnTo>
                    <a:pt x="5450357" y="1013188"/>
                  </a:lnTo>
                  <a:lnTo>
                    <a:pt x="5454635" y="1081480"/>
                  </a:lnTo>
                  <a:lnTo>
                    <a:pt x="5458914" y="1091253"/>
                  </a:lnTo>
                  <a:lnTo>
                    <a:pt x="5463193" y="1029059"/>
                  </a:lnTo>
                  <a:lnTo>
                    <a:pt x="5467472" y="948283"/>
                  </a:lnTo>
                  <a:lnTo>
                    <a:pt x="5471751" y="884753"/>
                  </a:lnTo>
                  <a:lnTo>
                    <a:pt x="5476030" y="848941"/>
                  </a:lnTo>
                  <a:lnTo>
                    <a:pt x="5480309" y="741828"/>
                  </a:lnTo>
                  <a:lnTo>
                    <a:pt x="5484588" y="759948"/>
                  </a:lnTo>
                  <a:lnTo>
                    <a:pt x="5488867" y="848890"/>
                  </a:lnTo>
                  <a:lnTo>
                    <a:pt x="5493146" y="878772"/>
                  </a:lnTo>
                  <a:lnTo>
                    <a:pt x="5497425" y="808044"/>
                  </a:lnTo>
                  <a:lnTo>
                    <a:pt x="5501704" y="763210"/>
                  </a:lnTo>
                  <a:lnTo>
                    <a:pt x="5505983" y="869717"/>
                  </a:lnTo>
                  <a:lnTo>
                    <a:pt x="5510261" y="928008"/>
                  </a:lnTo>
                  <a:lnTo>
                    <a:pt x="5514540" y="1013168"/>
                  </a:lnTo>
                  <a:lnTo>
                    <a:pt x="5518819" y="1191839"/>
                  </a:lnTo>
                  <a:lnTo>
                    <a:pt x="5523098" y="1461504"/>
                  </a:lnTo>
                  <a:lnTo>
                    <a:pt x="5527377" y="1577183"/>
                  </a:lnTo>
                  <a:lnTo>
                    <a:pt x="5531656" y="1561191"/>
                  </a:lnTo>
                  <a:lnTo>
                    <a:pt x="5535935" y="1504113"/>
                  </a:lnTo>
                  <a:lnTo>
                    <a:pt x="5540214" y="1433952"/>
                  </a:lnTo>
                  <a:lnTo>
                    <a:pt x="5544493" y="1314557"/>
                  </a:lnTo>
                  <a:lnTo>
                    <a:pt x="5548772" y="1136389"/>
                  </a:lnTo>
                  <a:lnTo>
                    <a:pt x="5553051" y="1069293"/>
                  </a:lnTo>
                  <a:lnTo>
                    <a:pt x="5557330" y="990730"/>
                  </a:lnTo>
                  <a:lnTo>
                    <a:pt x="5561608" y="1019279"/>
                  </a:lnTo>
                  <a:lnTo>
                    <a:pt x="5565887" y="1081899"/>
                  </a:lnTo>
                  <a:lnTo>
                    <a:pt x="5570166" y="1097287"/>
                  </a:lnTo>
                  <a:lnTo>
                    <a:pt x="5574445" y="1151298"/>
                  </a:lnTo>
                  <a:lnTo>
                    <a:pt x="5578724" y="1194347"/>
                  </a:lnTo>
                  <a:lnTo>
                    <a:pt x="5583003" y="1265974"/>
                  </a:lnTo>
                  <a:lnTo>
                    <a:pt x="5587282" y="1294459"/>
                  </a:lnTo>
                  <a:lnTo>
                    <a:pt x="5591561" y="1240393"/>
                  </a:lnTo>
                  <a:lnTo>
                    <a:pt x="5595840" y="1277093"/>
                  </a:lnTo>
                  <a:lnTo>
                    <a:pt x="5600119" y="1426215"/>
                  </a:lnTo>
                  <a:lnTo>
                    <a:pt x="5604398" y="1533283"/>
                  </a:lnTo>
                  <a:lnTo>
                    <a:pt x="5608677" y="1713366"/>
                  </a:lnTo>
                  <a:lnTo>
                    <a:pt x="5612956" y="1897996"/>
                  </a:lnTo>
                  <a:lnTo>
                    <a:pt x="5617234" y="2075829"/>
                  </a:lnTo>
                  <a:lnTo>
                    <a:pt x="5621513" y="2121579"/>
                  </a:lnTo>
                  <a:lnTo>
                    <a:pt x="5625792" y="2009560"/>
                  </a:lnTo>
                  <a:lnTo>
                    <a:pt x="5630071" y="1932760"/>
                  </a:lnTo>
                  <a:lnTo>
                    <a:pt x="5634350" y="1781711"/>
                  </a:lnTo>
                  <a:lnTo>
                    <a:pt x="5638629" y="1618043"/>
                  </a:lnTo>
                  <a:lnTo>
                    <a:pt x="5642908" y="1533274"/>
                  </a:lnTo>
                  <a:lnTo>
                    <a:pt x="5647187" y="1651024"/>
                  </a:lnTo>
                  <a:lnTo>
                    <a:pt x="5651466" y="1875206"/>
                  </a:lnTo>
                  <a:lnTo>
                    <a:pt x="5655745" y="1990457"/>
                  </a:lnTo>
                  <a:lnTo>
                    <a:pt x="5660024" y="2084074"/>
                  </a:lnTo>
                  <a:lnTo>
                    <a:pt x="5664303" y="2132097"/>
                  </a:lnTo>
                  <a:lnTo>
                    <a:pt x="5668581" y="2124303"/>
                  </a:lnTo>
                  <a:lnTo>
                    <a:pt x="5672860" y="2085791"/>
                  </a:lnTo>
                  <a:lnTo>
                    <a:pt x="5677139" y="2006172"/>
                  </a:lnTo>
                  <a:lnTo>
                    <a:pt x="5681418" y="2111684"/>
                  </a:lnTo>
                  <a:lnTo>
                    <a:pt x="5685697" y="2267992"/>
                  </a:lnTo>
                  <a:lnTo>
                    <a:pt x="5689976" y="2427800"/>
                  </a:lnTo>
                  <a:lnTo>
                    <a:pt x="5694255" y="2581958"/>
                  </a:lnTo>
                  <a:lnTo>
                    <a:pt x="5698534" y="2544965"/>
                  </a:lnTo>
                  <a:lnTo>
                    <a:pt x="5702813" y="2547005"/>
                  </a:lnTo>
                  <a:lnTo>
                    <a:pt x="5707092" y="2506535"/>
                  </a:lnTo>
                  <a:lnTo>
                    <a:pt x="5711371" y="2336609"/>
                  </a:lnTo>
                  <a:lnTo>
                    <a:pt x="5715650" y="2202797"/>
                  </a:lnTo>
                  <a:lnTo>
                    <a:pt x="5719929" y="2186787"/>
                  </a:lnTo>
                  <a:lnTo>
                    <a:pt x="5724207" y="2315626"/>
                  </a:lnTo>
                  <a:lnTo>
                    <a:pt x="5728486" y="2255057"/>
                  </a:lnTo>
                  <a:lnTo>
                    <a:pt x="5732765" y="2176971"/>
                  </a:lnTo>
                  <a:lnTo>
                    <a:pt x="5737044" y="2302821"/>
                  </a:lnTo>
                  <a:lnTo>
                    <a:pt x="5741323" y="2496604"/>
                  </a:lnTo>
                  <a:lnTo>
                    <a:pt x="5745602" y="2587912"/>
                  </a:lnTo>
                  <a:lnTo>
                    <a:pt x="5749881" y="2577567"/>
                  </a:lnTo>
                  <a:lnTo>
                    <a:pt x="5754160" y="2583147"/>
                  </a:lnTo>
                  <a:lnTo>
                    <a:pt x="5758439" y="2566758"/>
                  </a:lnTo>
                  <a:lnTo>
                    <a:pt x="5762718" y="2416007"/>
                  </a:lnTo>
                  <a:lnTo>
                    <a:pt x="5766997" y="2231806"/>
                  </a:lnTo>
                  <a:lnTo>
                    <a:pt x="5771276" y="2231907"/>
                  </a:lnTo>
                  <a:lnTo>
                    <a:pt x="5775554" y="2341635"/>
                  </a:lnTo>
                  <a:lnTo>
                    <a:pt x="5779833" y="2453073"/>
                  </a:lnTo>
                  <a:lnTo>
                    <a:pt x="5784112" y="2591890"/>
                  </a:lnTo>
                  <a:lnTo>
                    <a:pt x="5788391" y="2799109"/>
                  </a:lnTo>
                  <a:lnTo>
                    <a:pt x="5792670" y="2999317"/>
                  </a:lnTo>
                  <a:lnTo>
                    <a:pt x="5796949" y="3013549"/>
                  </a:lnTo>
                  <a:lnTo>
                    <a:pt x="5801228" y="2929647"/>
                  </a:lnTo>
                  <a:lnTo>
                    <a:pt x="5805507" y="2826905"/>
                  </a:lnTo>
                  <a:lnTo>
                    <a:pt x="5809786" y="2724382"/>
                  </a:lnTo>
                  <a:lnTo>
                    <a:pt x="5814065" y="2679153"/>
                  </a:lnTo>
                  <a:lnTo>
                    <a:pt x="5818344" y="2665499"/>
                  </a:lnTo>
                  <a:lnTo>
                    <a:pt x="5822623" y="2665605"/>
                  </a:lnTo>
                  <a:lnTo>
                    <a:pt x="5826902" y="2661523"/>
                  </a:lnTo>
                  <a:lnTo>
                    <a:pt x="5831180" y="2750609"/>
                  </a:lnTo>
                  <a:lnTo>
                    <a:pt x="5835459" y="2899736"/>
                  </a:lnTo>
                  <a:lnTo>
                    <a:pt x="5839738" y="2960423"/>
                  </a:lnTo>
                  <a:lnTo>
                    <a:pt x="5844017" y="2936104"/>
                  </a:lnTo>
                  <a:lnTo>
                    <a:pt x="5848296" y="2907870"/>
                  </a:lnTo>
                  <a:lnTo>
                    <a:pt x="5852575" y="2934210"/>
                  </a:lnTo>
                  <a:lnTo>
                    <a:pt x="5856854" y="2966325"/>
                  </a:lnTo>
                  <a:lnTo>
                    <a:pt x="5861133" y="2950062"/>
                  </a:lnTo>
                  <a:lnTo>
                    <a:pt x="5865412" y="2956813"/>
                  </a:lnTo>
                  <a:lnTo>
                    <a:pt x="5869691" y="2979239"/>
                  </a:lnTo>
                  <a:lnTo>
                    <a:pt x="5873970" y="2939379"/>
                  </a:lnTo>
                  <a:lnTo>
                    <a:pt x="5878249" y="2866960"/>
                  </a:lnTo>
                  <a:lnTo>
                    <a:pt x="5882527" y="2854605"/>
                  </a:lnTo>
                  <a:lnTo>
                    <a:pt x="5886806" y="2886678"/>
                  </a:lnTo>
                  <a:lnTo>
                    <a:pt x="5891085" y="2880981"/>
                  </a:lnTo>
                  <a:lnTo>
                    <a:pt x="5895364" y="2852055"/>
                  </a:lnTo>
                  <a:lnTo>
                    <a:pt x="5899643" y="2856532"/>
                  </a:lnTo>
                  <a:lnTo>
                    <a:pt x="5903922" y="2903850"/>
                  </a:lnTo>
                  <a:lnTo>
                    <a:pt x="5908201" y="2874599"/>
                  </a:lnTo>
                  <a:lnTo>
                    <a:pt x="5912480" y="2813333"/>
                  </a:lnTo>
                  <a:lnTo>
                    <a:pt x="5916759" y="2796100"/>
                  </a:lnTo>
                  <a:lnTo>
                    <a:pt x="5921038" y="2836993"/>
                  </a:lnTo>
                  <a:lnTo>
                    <a:pt x="5925317" y="2868321"/>
                  </a:lnTo>
                  <a:lnTo>
                    <a:pt x="5929596" y="2812277"/>
                  </a:lnTo>
                  <a:lnTo>
                    <a:pt x="5933875" y="2730105"/>
                  </a:lnTo>
                  <a:lnTo>
                    <a:pt x="5938153" y="2695935"/>
                  </a:lnTo>
                  <a:lnTo>
                    <a:pt x="5942432" y="2734172"/>
                  </a:lnTo>
                  <a:lnTo>
                    <a:pt x="5946711" y="2731877"/>
                  </a:lnTo>
                  <a:lnTo>
                    <a:pt x="5950990" y="2706790"/>
                  </a:lnTo>
                  <a:lnTo>
                    <a:pt x="5955269" y="2742917"/>
                  </a:lnTo>
                  <a:lnTo>
                    <a:pt x="5959548" y="2849745"/>
                  </a:lnTo>
                  <a:lnTo>
                    <a:pt x="5963827" y="2893958"/>
                  </a:lnTo>
                  <a:lnTo>
                    <a:pt x="5968106" y="2843249"/>
                  </a:lnTo>
                  <a:lnTo>
                    <a:pt x="5972385" y="2831881"/>
                  </a:lnTo>
                  <a:lnTo>
                    <a:pt x="5976664" y="2878972"/>
                  </a:lnTo>
                  <a:lnTo>
                    <a:pt x="5980943" y="2906713"/>
                  </a:lnTo>
                  <a:lnTo>
                    <a:pt x="5985222" y="2902416"/>
                  </a:lnTo>
                  <a:lnTo>
                    <a:pt x="5989500" y="2921878"/>
                  </a:lnTo>
                  <a:lnTo>
                    <a:pt x="5993779" y="2959636"/>
                  </a:lnTo>
                  <a:lnTo>
                    <a:pt x="5998058" y="2977017"/>
                  </a:lnTo>
                  <a:lnTo>
                    <a:pt x="6002337" y="2939307"/>
                  </a:lnTo>
                  <a:lnTo>
                    <a:pt x="6006616" y="2831390"/>
                  </a:lnTo>
                  <a:lnTo>
                    <a:pt x="6010895" y="2819258"/>
                  </a:lnTo>
                  <a:lnTo>
                    <a:pt x="6015174" y="2852416"/>
                  </a:lnTo>
                  <a:lnTo>
                    <a:pt x="6019453" y="2862422"/>
                  </a:lnTo>
                  <a:lnTo>
                    <a:pt x="6023732" y="2864557"/>
                  </a:lnTo>
                  <a:lnTo>
                    <a:pt x="6028011" y="2911102"/>
                  </a:lnTo>
                  <a:lnTo>
                    <a:pt x="6032290" y="3027446"/>
                  </a:lnTo>
                  <a:lnTo>
                    <a:pt x="6036569" y="3059307"/>
                  </a:lnTo>
                  <a:lnTo>
                    <a:pt x="6040848" y="2995732"/>
                  </a:lnTo>
                  <a:lnTo>
                    <a:pt x="6045126" y="2898276"/>
                  </a:lnTo>
                  <a:lnTo>
                    <a:pt x="6049405" y="2776145"/>
                  </a:lnTo>
                  <a:lnTo>
                    <a:pt x="6053684" y="2681689"/>
                  </a:lnTo>
                  <a:lnTo>
                    <a:pt x="6057963" y="2686228"/>
                  </a:lnTo>
                  <a:lnTo>
                    <a:pt x="6062242" y="2722648"/>
                  </a:lnTo>
                  <a:lnTo>
                    <a:pt x="6066521" y="2786224"/>
                  </a:lnTo>
                  <a:lnTo>
                    <a:pt x="6070800" y="2873811"/>
                  </a:lnTo>
                  <a:lnTo>
                    <a:pt x="6075079" y="2989072"/>
                  </a:lnTo>
                  <a:lnTo>
                    <a:pt x="6079358" y="3074711"/>
                  </a:lnTo>
                  <a:lnTo>
                    <a:pt x="6083637" y="3081657"/>
                  </a:lnTo>
                  <a:lnTo>
                    <a:pt x="6087916" y="3052406"/>
                  </a:lnTo>
                  <a:lnTo>
                    <a:pt x="6092195" y="3025151"/>
                  </a:lnTo>
                  <a:lnTo>
                    <a:pt x="6096473" y="3025011"/>
                  </a:lnTo>
                  <a:lnTo>
                    <a:pt x="6100752" y="3029745"/>
                  </a:lnTo>
                  <a:lnTo>
                    <a:pt x="6105031" y="3018475"/>
                  </a:lnTo>
                  <a:lnTo>
                    <a:pt x="6109310" y="2962616"/>
                  </a:lnTo>
                  <a:lnTo>
                    <a:pt x="6113589" y="2921512"/>
                  </a:lnTo>
                  <a:lnTo>
                    <a:pt x="6117868" y="2910656"/>
                  </a:lnTo>
                  <a:lnTo>
                    <a:pt x="6122147" y="2915069"/>
                  </a:lnTo>
                  <a:lnTo>
                    <a:pt x="6126426" y="2942326"/>
                  </a:lnTo>
                  <a:lnTo>
                    <a:pt x="6130705" y="2974613"/>
                  </a:lnTo>
                  <a:lnTo>
                    <a:pt x="6134984" y="3048524"/>
                  </a:lnTo>
                  <a:lnTo>
                    <a:pt x="6139254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06246" y="2622967"/>
              <a:ext cx="639526" cy="639509"/>
            </a:xfrm>
            <a:custGeom>
              <a:avLst/>
              <a:pathLst>
                <a:path w="639526" h="639509">
                  <a:moveTo>
                    <a:pt x="0" y="639509"/>
                  </a:moveTo>
                  <a:lnTo>
                    <a:pt x="3660" y="612023"/>
                  </a:lnTo>
                  <a:lnTo>
                    <a:pt x="7939" y="593001"/>
                  </a:lnTo>
                  <a:lnTo>
                    <a:pt x="12218" y="607745"/>
                  </a:lnTo>
                  <a:lnTo>
                    <a:pt x="16497" y="614722"/>
                  </a:lnTo>
                  <a:lnTo>
                    <a:pt x="20776" y="603304"/>
                  </a:lnTo>
                  <a:lnTo>
                    <a:pt x="25055" y="600507"/>
                  </a:lnTo>
                  <a:lnTo>
                    <a:pt x="29333" y="611313"/>
                  </a:lnTo>
                  <a:lnTo>
                    <a:pt x="33612" y="604614"/>
                  </a:lnTo>
                  <a:lnTo>
                    <a:pt x="37891" y="577359"/>
                  </a:lnTo>
                  <a:lnTo>
                    <a:pt x="42170" y="543574"/>
                  </a:lnTo>
                  <a:lnTo>
                    <a:pt x="46449" y="520304"/>
                  </a:lnTo>
                  <a:lnTo>
                    <a:pt x="50728" y="502652"/>
                  </a:lnTo>
                  <a:lnTo>
                    <a:pt x="55007" y="492641"/>
                  </a:lnTo>
                  <a:lnTo>
                    <a:pt x="59286" y="445263"/>
                  </a:lnTo>
                  <a:lnTo>
                    <a:pt x="63565" y="430117"/>
                  </a:lnTo>
                  <a:lnTo>
                    <a:pt x="67844" y="445612"/>
                  </a:lnTo>
                  <a:lnTo>
                    <a:pt x="72123" y="459609"/>
                  </a:lnTo>
                  <a:lnTo>
                    <a:pt x="76402" y="458056"/>
                  </a:lnTo>
                  <a:lnTo>
                    <a:pt x="80680" y="408528"/>
                  </a:lnTo>
                  <a:lnTo>
                    <a:pt x="84959" y="382426"/>
                  </a:lnTo>
                  <a:lnTo>
                    <a:pt x="89238" y="383760"/>
                  </a:lnTo>
                  <a:lnTo>
                    <a:pt x="93517" y="376749"/>
                  </a:lnTo>
                  <a:lnTo>
                    <a:pt x="97796" y="320973"/>
                  </a:lnTo>
                  <a:lnTo>
                    <a:pt x="102075" y="312054"/>
                  </a:lnTo>
                  <a:lnTo>
                    <a:pt x="106354" y="409206"/>
                  </a:lnTo>
                  <a:lnTo>
                    <a:pt x="110633" y="472716"/>
                  </a:lnTo>
                  <a:lnTo>
                    <a:pt x="114912" y="446617"/>
                  </a:lnTo>
                  <a:lnTo>
                    <a:pt x="119191" y="454083"/>
                  </a:lnTo>
                  <a:lnTo>
                    <a:pt x="123470" y="519136"/>
                  </a:lnTo>
                  <a:lnTo>
                    <a:pt x="127749" y="556412"/>
                  </a:lnTo>
                  <a:lnTo>
                    <a:pt x="132028" y="522028"/>
                  </a:lnTo>
                  <a:lnTo>
                    <a:pt x="136306" y="491801"/>
                  </a:lnTo>
                  <a:lnTo>
                    <a:pt x="140585" y="512403"/>
                  </a:lnTo>
                  <a:lnTo>
                    <a:pt x="144864" y="479824"/>
                  </a:lnTo>
                  <a:lnTo>
                    <a:pt x="149143" y="412321"/>
                  </a:lnTo>
                  <a:lnTo>
                    <a:pt x="153422" y="398672"/>
                  </a:lnTo>
                  <a:lnTo>
                    <a:pt x="157701" y="422454"/>
                  </a:lnTo>
                  <a:lnTo>
                    <a:pt x="161980" y="448094"/>
                  </a:lnTo>
                  <a:lnTo>
                    <a:pt x="166259" y="431900"/>
                  </a:lnTo>
                  <a:lnTo>
                    <a:pt x="170538" y="489279"/>
                  </a:lnTo>
                  <a:lnTo>
                    <a:pt x="174817" y="563312"/>
                  </a:lnTo>
                  <a:lnTo>
                    <a:pt x="179096" y="576961"/>
                  </a:lnTo>
                  <a:lnTo>
                    <a:pt x="183375" y="566861"/>
                  </a:lnTo>
                  <a:lnTo>
                    <a:pt x="187653" y="579887"/>
                  </a:lnTo>
                  <a:lnTo>
                    <a:pt x="191932" y="615389"/>
                  </a:lnTo>
                  <a:lnTo>
                    <a:pt x="196211" y="601445"/>
                  </a:lnTo>
                  <a:lnTo>
                    <a:pt x="200490" y="594914"/>
                  </a:lnTo>
                  <a:lnTo>
                    <a:pt x="204769" y="594914"/>
                  </a:lnTo>
                  <a:lnTo>
                    <a:pt x="209048" y="594914"/>
                  </a:lnTo>
                  <a:lnTo>
                    <a:pt x="213327" y="594914"/>
                  </a:lnTo>
                  <a:lnTo>
                    <a:pt x="217606" y="594914"/>
                  </a:lnTo>
                  <a:lnTo>
                    <a:pt x="221885" y="594914"/>
                  </a:lnTo>
                  <a:lnTo>
                    <a:pt x="226164" y="594914"/>
                  </a:lnTo>
                  <a:lnTo>
                    <a:pt x="230443" y="594914"/>
                  </a:lnTo>
                  <a:lnTo>
                    <a:pt x="234722" y="594914"/>
                  </a:lnTo>
                  <a:lnTo>
                    <a:pt x="239001" y="580040"/>
                  </a:lnTo>
                  <a:lnTo>
                    <a:pt x="243279" y="540229"/>
                  </a:lnTo>
                  <a:lnTo>
                    <a:pt x="247558" y="523494"/>
                  </a:lnTo>
                  <a:lnTo>
                    <a:pt x="251837" y="523495"/>
                  </a:lnTo>
                  <a:lnTo>
                    <a:pt x="256116" y="504022"/>
                  </a:lnTo>
                  <a:lnTo>
                    <a:pt x="260395" y="459418"/>
                  </a:lnTo>
                  <a:lnTo>
                    <a:pt x="264674" y="468473"/>
                  </a:lnTo>
                  <a:lnTo>
                    <a:pt x="268953" y="508285"/>
                  </a:lnTo>
                  <a:lnTo>
                    <a:pt x="273232" y="525019"/>
                  </a:lnTo>
                  <a:lnTo>
                    <a:pt x="277511" y="525020"/>
                  </a:lnTo>
                  <a:lnTo>
                    <a:pt x="281790" y="526933"/>
                  </a:lnTo>
                  <a:lnTo>
                    <a:pt x="286069" y="552526"/>
                  </a:lnTo>
                  <a:lnTo>
                    <a:pt x="290348" y="535165"/>
                  </a:lnTo>
                  <a:lnTo>
                    <a:pt x="294626" y="508033"/>
                  </a:lnTo>
                  <a:lnTo>
                    <a:pt x="298905" y="508034"/>
                  </a:lnTo>
                  <a:lnTo>
                    <a:pt x="303184" y="508034"/>
                  </a:lnTo>
                  <a:lnTo>
                    <a:pt x="307463" y="518232"/>
                  </a:lnTo>
                  <a:lnTo>
                    <a:pt x="311742" y="506780"/>
                  </a:lnTo>
                  <a:lnTo>
                    <a:pt x="316021" y="444962"/>
                  </a:lnTo>
                  <a:lnTo>
                    <a:pt x="320300" y="372811"/>
                  </a:lnTo>
                  <a:lnTo>
                    <a:pt x="324579" y="278517"/>
                  </a:lnTo>
                  <a:lnTo>
                    <a:pt x="328858" y="246288"/>
                  </a:lnTo>
                  <a:lnTo>
                    <a:pt x="333137" y="253651"/>
                  </a:lnTo>
                  <a:lnTo>
                    <a:pt x="337416" y="297793"/>
                  </a:lnTo>
                  <a:lnTo>
                    <a:pt x="341695" y="410647"/>
                  </a:lnTo>
                  <a:lnTo>
                    <a:pt x="345974" y="465022"/>
                  </a:lnTo>
                  <a:lnTo>
                    <a:pt x="350252" y="513989"/>
                  </a:lnTo>
                  <a:lnTo>
                    <a:pt x="354531" y="493207"/>
                  </a:lnTo>
                  <a:lnTo>
                    <a:pt x="358810" y="479379"/>
                  </a:lnTo>
                  <a:lnTo>
                    <a:pt x="363089" y="477605"/>
                  </a:lnTo>
                  <a:lnTo>
                    <a:pt x="367368" y="437462"/>
                  </a:lnTo>
                  <a:lnTo>
                    <a:pt x="371647" y="456056"/>
                  </a:lnTo>
                  <a:lnTo>
                    <a:pt x="375926" y="453131"/>
                  </a:lnTo>
                  <a:lnTo>
                    <a:pt x="380205" y="432694"/>
                  </a:lnTo>
                  <a:lnTo>
                    <a:pt x="384484" y="368572"/>
                  </a:lnTo>
                  <a:lnTo>
                    <a:pt x="388763" y="274609"/>
                  </a:lnTo>
                  <a:lnTo>
                    <a:pt x="393042" y="277502"/>
                  </a:lnTo>
                  <a:lnTo>
                    <a:pt x="397321" y="325635"/>
                  </a:lnTo>
                  <a:lnTo>
                    <a:pt x="401599" y="298264"/>
                  </a:lnTo>
                  <a:lnTo>
                    <a:pt x="405878" y="264427"/>
                  </a:lnTo>
                  <a:lnTo>
                    <a:pt x="410157" y="242943"/>
                  </a:lnTo>
                  <a:lnTo>
                    <a:pt x="414436" y="199441"/>
                  </a:lnTo>
                  <a:lnTo>
                    <a:pt x="418715" y="112857"/>
                  </a:lnTo>
                  <a:lnTo>
                    <a:pt x="422994" y="10311"/>
                  </a:lnTo>
                  <a:lnTo>
                    <a:pt x="427273" y="0"/>
                  </a:lnTo>
                  <a:lnTo>
                    <a:pt x="431552" y="34325"/>
                  </a:lnTo>
                  <a:lnTo>
                    <a:pt x="435831" y="36522"/>
                  </a:lnTo>
                  <a:lnTo>
                    <a:pt x="440110" y="86782"/>
                  </a:lnTo>
                  <a:lnTo>
                    <a:pt x="444389" y="158223"/>
                  </a:lnTo>
                  <a:lnTo>
                    <a:pt x="448668" y="210649"/>
                  </a:lnTo>
                  <a:lnTo>
                    <a:pt x="452947" y="280691"/>
                  </a:lnTo>
                  <a:lnTo>
                    <a:pt x="457225" y="313523"/>
                  </a:lnTo>
                  <a:lnTo>
                    <a:pt x="461504" y="335711"/>
                  </a:lnTo>
                  <a:lnTo>
                    <a:pt x="465783" y="341125"/>
                  </a:lnTo>
                  <a:lnTo>
                    <a:pt x="470062" y="307338"/>
                  </a:lnTo>
                  <a:lnTo>
                    <a:pt x="474341" y="320700"/>
                  </a:lnTo>
                  <a:lnTo>
                    <a:pt x="478620" y="356992"/>
                  </a:lnTo>
                  <a:lnTo>
                    <a:pt x="482899" y="420745"/>
                  </a:lnTo>
                  <a:lnTo>
                    <a:pt x="487178" y="495796"/>
                  </a:lnTo>
                  <a:lnTo>
                    <a:pt x="491457" y="565685"/>
                  </a:lnTo>
                  <a:lnTo>
                    <a:pt x="495736" y="618086"/>
                  </a:lnTo>
                  <a:lnTo>
                    <a:pt x="500015" y="587175"/>
                  </a:lnTo>
                  <a:lnTo>
                    <a:pt x="504294" y="535448"/>
                  </a:lnTo>
                  <a:lnTo>
                    <a:pt x="508572" y="460049"/>
                  </a:lnTo>
                  <a:lnTo>
                    <a:pt x="512851" y="414783"/>
                  </a:lnTo>
                  <a:lnTo>
                    <a:pt x="517130" y="387689"/>
                  </a:lnTo>
                  <a:lnTo>
                    <a:pt x="521409" y="390500"/>
                  </a:lnTo>
                  <a:lnTo>
                    <a:pt x="525688" y="399744"/>
                  </a:lnTo>
                  <a:lnTo>
                    <a:pt x="529967" y="369412"/>
                  </a:lnTo>
                  <a:lnTo>
                    <a:pt x="534246" y="387583"/>
                  </a:lnTo>
                  <a:lnTo>
                    <a:pt x="538525" y="395889"/>
                  </a:lnTo>
                  <a:lnTo>
                    <a:pt x="542804" y="316458"/>
                  </a:lnTo>
                  <a:lnTo>
                    <a:pt x="547083" y="243779"/>
                  </a:lnTo>
                  <a:lnTo>
                    <a:pt x="551362" y="212263"/>
                  </a:lnTo>
                  <a:lnTo>
                    <a:pt x="555641" y="219373"/>
                  </a:lnTo>
                  <a:lnTo>
                    <a:pt x="559920" y="140202"/>
                  </a:lnTo>
                  <a:lnTo>
                    <a:pt x="564198" y="24176"/>
                  </a:lnTo>
                  <a:lnTo>
                    <a:pt x="568477" y="88382"/>
                  </a:lnTo>
                  <a:lnTo>
                    <a:pt x="572756" y="140190"/>
                  </a:lnTo>
                  <a:lnTo>
                    <a:pt x="577035" y="183620"/>
                  </a:lnTo>
                  <a:lnTo>
                    <a:pt x="581314" y="217247"/>
                  </a:lnTo>
                  <a:lnTo>
                    <a:pt x="585593" y="330020"/>
                  </a:lnTo>
                  <a:lnTo>
                    <a:pt x="589872" y="483005"/>
                  </a:lnTo>
                  <a:lnTo>
                    <a:pt x="594151" y="514334"/>
                  </a:lnTo>
                  <a:lnTo>
                    <a:pt x="598430" y="487152"/>
                  </a:lnTo>
                  <a:lnTo>
                    <a:pt x="602709" y="480050"/>
                  </a:lnTo>
                  <a:lnTo>
                    <a:pt x="606988" y="443899"/>
                  </a:lnTo>
                  <a:lnTo>
                    <a:pt x="611267" y="371627"/>
                  </a:lnTo>
                  <a:lnTo>
                    <a:pt x="615545" y="326834"/>
                  </a:lnTo>
                  <a:lnTo>
                    <a:pt x="619824" y="343235"/>
                  </a:lnTo>
                  <a:lnTo>
                    <a:pt x="624103" y="409809"/>
                  </a:lnTo>
                  <a:lnTo>
                    <a:pt x="628382" y="438775"/>
                  </a:lnTo>
                  <a:lnTo>
                    <a:pt x="632661" y="522209"/>
                  </a:lnTo>
                  <a:lnTo>
                    <a:pt x="636940" y="612435"/>
                  </a:lnTo>
                  <a:lnTo>
                    <a:pt x="639526" y="6395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853555" y="3000078"/>
              <a:ext cx="75072" cy="262399"/>
            </a:xfrm>
            <a:custGeom>
              <a:avLst/>
              <a:pathLst>
                <a:path w="75072" h="262399">
                  <a:moveTo>
                    <a:pt x="0" y="262399"/>
                  </a:moveTo>
                  <a:lnTo>
                    <a:pt x="2468" y="245622"/>
                  </a:lnTo>
                  <a:lnTo>
                    <a:pt x="6747" y="206872"/>
                  </a:lnTo>
                  <a:lnTo>
                    <a:pt x="11025" y="183108"/>
                  </a:lnTo>
                  <a:lnTo>
                    <a:pt x="15304" y="165153"/>
                  </a:lnTo>
                  <a:lnTo>
                    <a:pt x="19583" y="165154"/>
                  </a:lnTo>
                  <a:lnTo>
                    <a:pt x="23862" y="165155"/>
                  </a:lnTo>
                  <a:lnTo>
                    <a:pt x="28141" y="176953"/>
                  </a:lnTo>
                  <a:lnTo>
                    <a:pt x="32420" y="185128"/>
                  </a:lnTo>
                  <a:lnTo>
                    <a:pt x="36699" y="134326"/>
                  </a:lnTo>
                  <a:lnTo>
                    <a:pt x="40978" y="106510"/>
                  </a:lnTo>
                  <a:lnTo>
                    <a:pt x="45257" y="38739"/>
                  </a:lnTo>
                  <a:lnTo>
                    <a:pt x="49536" y="0"/>
                  </a:lnTo>
                  <a:lnTo>
                    <a:pt x="53815" y="1876"/>
                  </a:lnTo>
                  <a:lnTo>
                    <a:pt x="58094" y="35273"/>
                  </a:lnTo>
                  <a:lnTo>
                    <a:pt x="62372" y="83477"/>
                  </a:lnTo>
                  <a:lnTo>
                    <a:pt x="66651" y="111291"/>
                  </a:lnTo>
                  <a:lnTo>
                    <a:pt x="70930" y="205035"/>
                  </a:lnTo>
                  <a:lnTo>
                    <a:pt x="75072" y="2623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943711" y="2687421"/>
              <a:ext cx="800105" cy="575055"/>
            </a:xfrm>
            <a:custGeom>
              <a:avLst/>
              <a:pathLst>
                <a:path w="800105" h="575055">
                  <a:moveTo>
                    <a:pt x="0" y="575055"/>
                  </a:moveTo>
                  <a:lnTo>
                    <a:pt x="2170" y="542377"/>
                  </a:lnTo>
                  <a:lnTo>
                    <a:pt x="6449" y="431245"/>
                  </a:lnTo>
                  <a:lnTo>
                    <a:pt x="10728" y="334569"/>
                  </a:lnTo>
                  <a:lnTo>
                    <a:pt x="15007" y="262892"/>
                  </a:lnTo>
                  <a:lnTo>
                    <a:pt x="19285" y="283638"/>
                  </a:lnTo>
                  <a:lnTo>
                    <a:pt x="23564" y="284963"/>
                  </a:lnTo>
                  <a:lnTo>
                    <a:pt x="27843" y="349391"/>
                  </a:lnTo>
                  <a:lnTo>
                    <a:pt x="32122" y="416222"/>
                  </a:lnTo>
                  <a:lnTo>
                    <a:pt x="36401" y="412933"/>
                  </a:lnTo>
                  <a:lnTo>
                    <a:pt x="40680" y="425695"/>
                  </a:lnTo>
                  <a:lnTo>
                    <a:pt x="44959" y="374667"/>
                  </a:lnTo>
                  <a:lnTo>
                    <a:pt x="49238" y="347259"/>
                  </a:lnTo>
                  <a:lnTo>
                    <a:pt x="53517" y="347259"/>
                  </a:lnTo>
                  <a:lnTo>
                    <a:pt x="57796" y="365590"/>
                  </a:lnTo>
                  <a:lnTo>
                    <a:pt x="62075" y="445034"/>
                  </a:lnTo>
                  <a:lnTo>
                    <a:pt x="66354" y="503947"/>
                  </a:lnTo>
                  <a:lnTo>
                    <a:pt x="70632" y="519362"/>
                  </a:lnTo>
                  <a:lnTo>
                    <a:pt x="74911" y="530460"/>
                  </a:lnTo>
                  <a:lnTo>
                    <a:pt x="79190" y="530460"/>
                  </a:lnTo>
                  <a:lnTo>
                    <a:pt x="83469" y="529556"/>
                  </a:lnTo>
                  <a:lnTo>
                    <a:pt x="87748" y="504988"/>
                  </a:lnTo>
                  <a:lnTo>
                    <a:pt x="92027" y="517107"/>
                  </a:lnTo>
                  <a:lnTo>
                    <a:pt x="96306" y="538671"/>
                  </a:lnTo>
                  <a:lnTo>
                    <a:pt x="100585" y="540480"/>
                  </a:lnTo>
                  <a:lnTo>
                    <a:pt x="104864" y="542537"/>
                  </a:lnTo>
                  <a:lnTo>
                    <a:pt x="109143" y="556073"/>
                  </a:lnTo>
                  <a:lnTo>
                    <a:pt x="113422" y="547492"/>
                  </a:lnTo>
                  <a:lnTo>
                    <a:pt x="117701" y="493185"/>
                  </a:lnTo>
                  <a:lnTo>
                    <a:pt x="121980" y="441837"/>
                  </a:lnTo>
                  <a:lnTo>
                    <a:pt x="126258" y="422622"/>
                  </a:lnTo>
                  <a:lnTo>
                    <a:pt x="130537" y="420869"/>
                  </a:lnTo>
                  <a:lnTo>
                    <a:pt x="134816" y="389786"/>
                  </a:lnTo>
                  <a:lnTo>
                    <a:pt x="139095" y="424401"/>
                  </a:lnTo>
                  <a:lnTo>
                    <a:pt x="143374" y="466590"/>
                  </a:lnTo>
                  <a:lnTo>
                    <a:pt x="147653" y="493265"/>
                  </a:lnTo>
                  <a:lnTo>
                    <a:pt x="151932" y="458089"/>
                  </a:lnTo>
                  <a:lnTo>
                    <a:pt x="156211" y="399560"/>
                  </a:lnTo>
                  <a:lnTo>
                    <a:pt x="160490" y="397960"/>
                  </a:lnTo>
                  <a:lnTo>
                    <a:pt x="164769" y="396495"/>
                  </a:lnTo>
                  <a:lnTo>
                    <a:pt x="169048" y="414940"/>
                  </a:lnTo>
                  <a:lnTo>
                    <a:pt x="173327" y="460070"/>
                  </a:lnTo>
                  <a:lnTo>
                    <a:pt x="177605" y="483818"/>
                  </a:lnTo>
                  <a:lnTo>
                    <a:pt x="181884" y="476437"/>
                  </a:lnTo>
                  <a:lnTo>
                    <a:pt x="186163" y="432079"/>
                  </a:lnTo>
                  <a:lnTo>
                    <a:pt x="190442" y="386039"/>
                  </a:lnTo>
                  <a:lnTo>
                    <a:pt x="194721" y="342277"/>
                  </a:lnTo>
                  <a:lnTo>
                    <a:pt x="199000" y="262440"/>
                  </a:lnTo>
                  <a:lnTo>
                    <a:pt x="203279" y="217242"/>
                  </a:lnTo>
                  <a:lnTo>
                    <a:pt x="207558" y="258075"/>
                  </a:lnTo>
                  <a:lnTo>
                    <a:pt x="211837" y="276363"/>
                  </a:lnTo>
                  <a:lnTo>
                    <a:pt x="216116" y="270433"/>
                  </a:lnTo>
                  <a:lnTo>
                    <a:pt x="220395" y="252673"/>
                  </a:lnTo>
                  <a:lnTo>
                    <a:pt x="224674" y="228172"/>
                  </a:lnTo>
                  <a:lnTo>
                    <a:pt x="228953" y="249438"/>
                  </a:lnTo>
                  <a:lnTo>
                    <a:pt x="233231" y="262160"/>
                  </a:lnTo>
                  <a:lnTo>
                    <a:pt x="237510" y="272621"/>
                  </a:lnTo>
                  <a:lnTo>
                    <a:pt x="241789" y="296231"/>
                  </a:lnTo>
                  <a:lnTo>
                    <a:pt x="246068" y="339309"/>
                  </a:lnTo>
                  <a:lnTo>
                    <a:pt x="250347" y="379648"/>
                  </a:lnTo>
                  <a:lnTo>
                    <a:pt x="254626" y="394522"/>
                  </a:lnTo>
                  <a:lnTo>
                    <a:pt x="258905" y="394749"/>
                  </a:lnTo>
                  <a:lnTo>
                    <a:pt x="263184" y="407634"/>
                  </a:lnTo>
                  <a:lnTo>
                    <a:pt x="267463" y="368657"/>
                  </a:lnTo>
                  <a:lnTo>
                    <a:pt x="271742" y="332192"/>
                  </a:lnTo>
                  <a:lnTo>
                    <a:pt x="276021" y="347146"/>
                  </a:lnTo>
                  <a:lnTo>
                    <a:pt x="280300" y="385042"/>
                  </a:lnTo>
                  <a:lnTo>
                    <a:pt x="284578" y="396864"/>
                  </a:lnTo>
                  <a:lnTo>
                    <a:pt x="288857" y="419634"/>
                  </a:lnTo>
                  <a:lnTo>
                    <a:pt x="293136" y="486971"/>
                  </a:lnTo>
                  <a:lnTo>
                    <a:pt x="297415" y="508430"/>
                  </a:lnTo>
                  <a:lnTo>
                    <a:pt x="301694" y="453089"/>
                  </a:lnTo>
                  <a:lnTo>
                    <a:pt x="305973" y="399714"/>
                  </a:lnTo>
                  <a:lnTo>
                    <a:pt x="310252" y="397170"/>
                  </a:lnTo>
                  <a:lnTo>
                    <a:pt x="314531" y="366725"/>
                  </a:lnTo>
                  <a:lnTo>
                    <a:pt x="318810" y="332870"/>
                  </a:lnTo>
                  <a:lnTo>
                    <a:pt x="323089" y="313595"/>
                  </a:lnTo>
                  <a:lnTo>
                    <a:pt x="327368" y="305157"/>
                  </a:lnTo>
                  <a:lnTo>
                    <a:pt x="331647" y="266798"/>
                  </a:lnTo>
                  <a:lnTo>
                    <a:pt x="335926" y="193556"/>
                  </a:lnTo>
                  <a:lnTo>
                    <a:pt x="340204" y="217047"/>
                  </a:lnTo>
                  <a:lnTo>
                    <a:pt x="344483" y="242415"/>
                  </a:lnTo>
                  <a:lnTo>
                    <a:pt x="348762" y="262985"/>
                  </a:lnTo>
                  <a:lnTo>
                    <a:pt x="353041" y="301153"/>
                  </a:lnTo>
                  <a:lnTo>
                    <a:pt x="357320" y="228125"/>
                  </a:lnTo>
                  <a:lnTo>
                    <a:pt x="361599" y="150639"/>
                  </a:lnTo>
                  <a:lnTo>
                    <a:pt x="365878" y="76965"/>
                  </a:lnTo>
                  <a:lnTo>
                    <a:pt x="370157" y="57119"/>
                  </a:lnTo>
                  <a:lnTo>
                    <a:pt x="374436" y="33765"/>
                  </a:lnTo>
                  <a:lnTo>
                    <a:pt x="378715" y="0"/>
                  </a:lnTo>
                  <a:lnTo>
                    <a:pt x="382994" y="137004"/>
                  </a:lnTo>
                  <a:lnTo>
                    <a:pt x="387273" y="268718"/>
                  </a:lnTo>
                  <a:lnTo>
                    <a:pt x="391551" y="273472"/>
                  </a:lnTo>
                  <a:lnTo>
                    <a:pt x="395830" y="228419"/>
                  </a:lnTo>
                  <a:lnTo>
                    <a:pt x="400109" y="244989"/>
                  </a:lnTo>
                  <a:lnTo>
                    <a:pt x="404388" y="313363"/>
                  </a:lnTo>
                  <a:lnTo>
                    <a:pt x="408667" y="343367"/>
                  </a:lnTo>
                  <a:lnTo>
                    <a:pt x="412946" y="354544"/>
                  </a:lnTo>
                  <a:lnTo>
                    <a:pt x="417225" y="344520"/>
                  </a:lnTo>
                  <a:lnTo>
                    <a:pt x="421504" y="307232"/>
                  </a:lnTo>
                  <a:lnTo>
                    <a:pt x="425783" y="312598"/>
                  </a:lnTo>
                  <a:lnTo>
                    <a:pt x="430062" y="300601"/>
                  </a:lnTo>
                  <a:lnTo>
                    <a:pt x="434341" y="199883"/>
                  </a:lnTo>
                  <a:lnTo>
                    <a:pt x="438620" y="165364"/>
                  </a:lnTo>
                  <a:lnTo>
                    <a:pt x="442899" y="179168"/>
                  </a:lnTo>
                  <a:lnTo>
                    <a:pt x="447177" y="282808"/>
                  </a:lnTo>
                  <a:lnTo>
                    <a:pt x="451456" y="274360"/>
                  </a:lnTo>
                  <a:lnTo>
                    <a:pt x="455735" y="154274"/>
                  </a:lnTo>
                  <a:lnTo>
                    <a:pt x="460014" y="137164"/>
                  </a:lnTo>
                  <a:lnTo>
                    <a:pt x="464293" y="161279"/>
                  </a:lnTo>
                  <a:lnTo>
                    <a:pt x="468572" y="233373"/>
                  </a:lnTo>
                  <a:lnTo>
                    <a:pt x="472851" y="245374"/>
                  </a:lnTo>
                  <a:lnTo>
                    <a:pt x="477130" y="250354"/>
                  </a:lnTo>
                  <a:lnTo>
                    <a:pt x="481409" y="379167"/>
                  </a:lnTo>
                  <a:lnTo>
                    <a:pt x="485688" y="480199"/>
                  </a:lnTo>
                  <a:lnTo>
                    <a:pt x="489967" y="481410"/>
                  </a:lnTo>
                  <a:lnTo>
                    <a:pt x="494246" y="498462"/>
                  </a:lnTo>
                  <a:lnTo>
                    <a:pt x="498524" y="486880"/>
                  </a:lnTo>
                  <a:lnTo>
                    <a:pt x="502803" y="500680"/>
                  </a:lnTo>
                  <a:lnTo>
                    <a:pt x="507082" y="487009"/>
                  </a:lnTo>
                  <a:lnTo>
                    <a:pt x="511361" y="471611"/>
                  </a:lnTo>
                  <a:lnTo>
                    <a:pt x="515640" y="476907"/>
                  </a:lnTo>
                  <a:lnTo>
                    <a:pt x="519919" y="459856"/>
                  </a:lnTo>
                  <a:lnTo>
                    <a:pt x="524198" y="456127"/>
                  </a:lnTo>
                  <a:lnTo>
                    <a:pt x="528477" y="427600"/>
                  </a:lnTo>
                  <a:lnTo>
                    <a:pt x="532756" y="421114"/>
                  </a:lnTo>
                  <a:lnTo>
                    <a:pt x="537035" y="470467"/>
                  </a:lnTo>
                  <a:lnTo>
                    <a:pt x="541314" y="519680"/>
                  </a:lnTo>
                  <a:lnTo>
                    <a:pt x="545593" y="546849"/>
                  </a:lnTo>
                  <a:lnTo>
                    <a:pt x="549872" y="560839"/>
                  </a:lnTo>
                  <a:lnTo>
                    <a:pt x="554150" y="548311"/>
                  </a:lnTo>
                  <a:lnTo>
                    <a:pt x="558429" y="551606"/>
                  </a:lnTo>
                  <a:lnTo>
                    <a:pt x="562708" y="532192"/>
                  </a:lnTo>
                  <a:lnTo>
                    <a:pt x="566987" y="473443"/>
                  </a:lnTo>
                  <a:lnTo>
                    <a:pt x="571266" y="429314"/>
                  </a:lnTo>
                  <a:lnTo>
                    <a:pt x="575545" y="441092"/>
                  </a:lnTo>
                  <a:lnTo>
                    <a:pt x="579824" y="488913"/>
                  </a:lnTo>
                  <a:lnTo>
                    <a:pt x="584103" y="507082"/>
                  </a:lnTo>
                  <a:lnTo>
                    <a:pt x="588382" y="507083"/>
                  </a:lnTo>
                  <a:lnTo>
                    <a:pt x="592661" y="530897"/>
                  </a:lnTo>
                  <a:lnTo>
                    <a:pt x="596940" y="547855"/>
                  </a:lnTo>
                  <a:lnTo>
                    <a:pt x="601219" y="491247"/>
                  </a:lnTo>
                  <a:lnTo>
                    <a:pt x="605497" y="463288"/>
                  </a:lnTo>
                  <a:lnTo>
                    <a:pt x="609776" y="479233"/>
                  </a:lnTo>
                  <a:lnTo>
                    <a:pt x="614055" y="447699"/>
                  </a:lnTo>
                  <a:lnTo>
                    <a:pt x="618334" y="416869"/>
                  </a:lnTo>
                  <a:lnTo>
                    <a:pt x="622613" y="429382"/>
                  </a:lnTo>
                  <a:lnTo>
                    <a:pt x="626892" y="492908"/>
                  </a:lnTo>
                  <a:lnTo>
                    <a:pt x="631171" y="510120"/>
                  </a:lnTo>
                  <a:lnTo>
                    <a:pt x="635450" y="475516"/>
                  </a:lnTo>
                  <a:lnTo>
                    <a:pt x="639729" y="437056"/>
                  </a:lnTo>
                  <a:lnTo>
                    <a:pt x="644008" y="357124"/>
                  </a:lnTo>
                  <a:lnTo>
                    <a:pt x="648287" y="263739"/>
                  </a:lnTo>
                  <a:lnTo>
                    <a:pt x="652566" y="225547"/>
                  </a:lnTo>
                  <a:lnTo>
                    <a:pt x="656845" y="293583"/>
                  </a:lnTo>
                  <a:lnTo>
                    <a:pt x="661123" y="323527"/>
                  </a:lnTo>
                  <a:lnTo>
                    <a:pt x="665402" y="406684"/>
                  </a:lnTo>
                  <a:lnTo>
                    <a:pt x="669681" y="559476"/>
                  </a:lnTo>
                  <a:lnTo>
                    <a:pt x="673960" y="575021"/>
                  </a:lnTo>
                  <a:lnTo>
                    <a:pt x="678239" y="553198"/>
                  </a:lnTo>
                  <a:lnTo>
                    <a:pt x="682518" y="493413"/>
                  </a:lnTo>
                  <a:lnTo>
                    <a:pt x="686797" y="458421"/>
                  </a:lnTo>
                  <a:lnTo>
                    <a:pt x="691076" y="465626"/>
                  </a:lnTo>
                  <a:lnTo>
                    <a:pt x="695355" y="405481"/>
                  </a:lnTo>
                  <a:lnTo>
                    <a:pt x="699634" y="403706"/>
                  </a:lnTo>
                  <a:lnTo>
                    <a:pt x="703913" y="349672"/>
                  </a:lnTo>
                  <a:lnTo>
                    <a:pt x="708192" y="343741"/>
                  </a:lnTo>
                  <a:lnTo>
                    <a:pt x="712470" y="335070"/>
                  </a:lnTo>
                  <a:lnTo>
                    <a:pt x="716749" y="226514"/>
                  </a:lnTo>
                  <a:lnTo>
                    <a:pt x="721028" y="180547"/>
                  </a:lnTo>
                  <a:lnTo>
                    <a:pt x="725307" y="231833"/>
                  </a:lnTo>
                  <a:lnTo>
                    <a:pt x="729586" y="317888"/>
                  </a:lnTo>
                  <a:lnTo>
                    <a:pt x="733865" y="270265"/>
                  </a:lnTo>
                  <a:lnTo>
                    <a:pt x="738144" y="267118"/>
                  </a:lnTo>
                  <a:lnTo>
                    <a:pt x="742423" y="344439"/>
                  </a:lnTo>
                  <a:lnTo>
                    <a:pt x="746702" y="361158"/>
                  </a:lnTo>
                  <a:lnTo>
                    <a:pt x="750981" y="323951"/>
                  </a:lnTo>
                  <a:lnTo>
                    <a:pt x="755260" y="267863"/>
                  </a:lnTo>
                  <a:lnTo>
                    <a:pt x="759539" y="275899"/>
                  </a:lnTo>
                  <a:lnTo>
                    <a:pt x="763818" y="239402"/>
                  </a:lnTo>
                  <a:lnTo>
                    <a:pt x="768096" y="205885"/>
                  </a:lnTo>
                  <a:lnTo>
                    <a:pt x="772375" y="252240"/>
                  </a:lnTo>
                  <a:lnTo>
                    <a:pt x="776654" y="296614"/>
                  </a:lnTo>
                  <a:lnTo>
                    <a:pt x="780933" y="358357"/>
                  </a:lnTo>
                  <a:lnTo>
                    <a:pt x="785212" y="411416"/>
                  </a:lnTo>
                  <a:lnTo>
                    <a:pt x="789491" y="490700"/>
                  </a:lnTo>
                  <a:lnTo>
                    <a:pt x="793770" y="565478"/>
                  </a:lnTo>
                  <a:lnTo>
                    <a:pt x="798049" y="570902"/>
                  </a:lnTo>
                  <a:lnTo>
                    <a:pt x="800105" y="5750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46660" y="2957487"/>
              <a:ext cx="251835" cy="304989"/>
            </a:xfrm>
            <a:custGeom>
              <a:avLst/>
              <a:pathLst>
                <a:path w="251835" h="304989">
                  <a:moveTo>
                    <a:pt x="0" y="304989"/>
                  </a:moveTo>
                  <a:lnTo>
                    <a:pt x="3657" y="278533"/>
                  </a:lnTo>
                  <a:lnTo>
                    <a:pt x="7936" y="232763"/>
                  </a:lnTo>
                  <a:lnTo>
                    <a:pt x="12215" y="225500"/>
                  </a:lnTo>
                  <a:lnTo>
                    <a:pt x="16494" y="189294"/>
                  </a:lnTo>
                  <a:lnTo>
                    <a:pt x="20773" y="144334"/>
                  </a:lnTo>
                  <a:lnTo>
                    <a:pt x="25052" y="110393"/>
                  </a:lnTo>
                  <a:lnTo>
                    <a:pt x="29331" y="113802"/>
                  </a:lnTo>
                  <a:lnTo>
                    <a:pt x="33610" y="185294"/>
                  </a:lnTo>
                  <a:lnTo>
                    <a:pt x="37889" y="174206"/>
                  </a:lnTo>
                  <a:lnTo>
                    <a:pt x="42168" y="145071"/>
                  </a:lnTo>
                  <a:lnTo>
                    <a:pt x="46447" y="162020"/>
                  </a:lnTo>
                  <a:lnTo>
                    <a:pt x="50725" y="165186"/>
                  </a:lnTo>
                  <a:lnTo>
                    <a:pt x="55004" y="200934"/>
                  </a:lnTo>
                  <a:lnTo>
                    <a:pt x="59283" y="145227"/>
                  </a:lnTo>
                  <a:lnTo>
                    <a:pt x="63562" y="90965"/>
                  </a:lnTo>
                  <a:lnTo>
                    <a:pt x="67841" y="83031"/>
                  </a:lnTo>
                  <a:lnTo>
                    <a:pt x="72120" y="76600"/>
                  </a:lnTo>
                  <a:lnTo>
                    <a:pt x="76399" y="89392"/>
                  </a:lnTo>
                  <a:lnTo>
                    <a:pt x="80678" y="56617"/>
                  </a:lnTo>
                  <a:lnTo>
                    <a:pt x="84957" y="87271"/>
                  </a:lnTo>
                  <a:lnTo>
                    <a:pt x="89236" y="149600"/>
                  </a:lnTo>
                  <a:lnTo>
                    <a:pt x="93515" y="158065"/>
                  </a:lnTo>
                  <a:lnTo>
                    <a:pt x="97794" y="186941"/>
                  </a:lnTo>
                  <a:lnTo>
                    <a:pt x="102073" y="176564"/>
                  </a:lnTo>
                  <a:lnTo>
                    <a:pt x="106351" y="139304"/>
                  </a:lnTo>
                  <a:lnTo>
                    <a:pt x="110630" y="61907"/>
                  </a:lnTo>
                  <a:lnTo>
                    <a:pt x="114909" y="27727"/>
                  </a:lnTo>
                  <a:lnTo>
                    <a:pt x="119188" y="62143"/>
                  </a:lnTo>
                  <a:lnTo>
                    <a:pt x="123467" y="63296"/>
                  </a:lnTo>
                  <a:lnTo>
                    <a:pt x="127746" y="60566"/>
                  </a:lnTo>
                  <a:lnTo>
                    <a:pt x="132025" y="84201"/>
                  </a:lnTo>
                  <a:lnTo>
                    <a:pt x="136304" y="179601"/>
                  </a:lnTo>
                  <a:lnTo>
                    <a:pt x="140583" y="214655"/>
                  </a:lnTo>
                  <a:lnTo>
                    <a:pt x="144862" y="162850"/>
                  </a:lnTo>
                  <a:lnTo>
                    <a:pt x="149141" y="140753"/>
                  </a:lnTo>
                  <a:lnTo>
                    <a:pt x="153420" y="158193"/>
                  </a:lnTo>
                  <a:lnTo>
                    <a:pt x="157698" y="145523"/>
                  </a:lnTo>
                  <a:lnTo>
                    <a:pt x="161977" y="78162"/>
                  </a:lnTo>
                  <a:lnTo>
                    <a:pt x="166256" y="90728"/>
                  </a:lnTo>
                  <a:lnTo>
                    <a:pt x="170535" y="167381"/>
                  </a:lnTo>
                  <a:lnTo>
                    <a:pt x="174814" y="214412"/>
                  </a:lnTo>
                  <a:lnTo>
                    <a:pt x="179093" y="201306"/>
                  </a:lnTo>
                  <a:lnTo>
                    <a:pt x="183372" y="140084"/>
                  </a:lnTo>
                  <a:lnTo>
                    <a:pt x="187651" y="116443"/>
                  </a:lnTo>
                  <a:lnTo>
                    <a:pt x="191930" y="88014"/>
                  </a:lnTo>
                  <a:lnTo>
                    <a:pt x="196209" y="15829"/>
                  </a:lnTo>
                  <a:lnTo>
                    <a:pt x="200488" y="0"/>
                  </a:lnTo>
                  <a:lnTo>
                    <a:pt x="204767" y="25434"/>
                  </a:lnTo>
                  <a:lnTo>
                    <a:pt x="209046" y="103728"/>
                  </a:lnTo>
                  <a:lnTo>
                    <a:pt x="213324" y="141559"/>
                  </a:lnTo>
                  <a:lnTo>
                    <a:pt x="217603" y="149604"/>
                  </a:lnTo>
                  <a:lnTo>
                    <a:pt x="221882" y="196941"/>
                  </a:lnTo>
                  <a:lnTo>
                    <a:pt x="226161" y="187835"/>
                  </a:lnTo>
                  <a:lnTo>
                    <a:pt x="230440" y="189162"/>
                  </a:lnTo>
                  <a:lnTo>
                    <a:pt x="234719" y="222951"/>
                  </a:lnTo>
                  <a:lnTo>
                    <a:pt x="238998" y="250435"/>
                  </a:lnTo>
                  <a:lnTo>
                    <a:pt x="243277" y="267453"/>
                  </a:lnTo>
                  <a:lnTo>
                    <a:pt x="247556" y="294708"/>
                  </a:lnTo>
                  <a:lnTo>
                    <a:pt x="251835" y="304932"/>
                  </a:lnTo>
                  <a:lnTo>
                    <a:pt x="251835" y="3049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57310"/>
                  </a:moveTo>
                  <a:lnTo>
                    <a:pt x="4278" y="2972627"/>
                  </a:lnTo>
                  <a:lnTo>
                    <a:pt x="8557" y="3005694"/>
                  </a:lnTo>
                  <a:lnTo>
                    <a:pt x="12836" y="3058341"/>
                  </a:lnTo>
                  <a:lnTo>
                    <a:pt x="17115" y="3076428"/>
                  </a:lnTo>
                  <a:lnTo>
                    <a:pt x="21394" y="3064581"/>
                  </a:lnTo>
                  <a:lnTo>
                    <a:pt x="25673" y="3012356"/>
                  </a:lnTo>
                  <a:lnTo>
                    <a:pt x="29952" y="2976754"/>
                  </a:lnTo>
                  <a:lnTo>
                    <a:pt x="34231" y="2906812"/>
                  </a:lnTo>
                  <a:lnTo>
                    <a:pt x="38510" y="2835098"/>
                  </a:lnTo>
                  <a:lnTo>
                    <a:pt x="42789" y="2842276"/>
                  </a:lnTo>
                  <a:lnTo>
                    <a:pt x="47068" y="2816005"/>
                  </a:lnTo>
                  <a:lnTo>
                    <a:pt x="51347" y="2808344"/>
                  </a:lnTo>
                  <a:lnTo>
                    <a:pt x="55625" y="2820624"/>
                  </a:lnTo>
                  <a:lnTo>
                    <a:pt x="59904" y="2910886"/>
                  </a:lnTo>
                  <a:lnTo>
                    <a:pt x="64183" y="2989253"/>
                  </a:lnTo>
                  <a:lnTo>
                    <a:pt x="68462" y="2985638"/>
                  </a:lnTo>
                  <a:lnTo>
                    <a:pt x="72741" y="3023756"/>
                  </a:lnTo>
                  <a:lnTo>
                    <a:pt x="77020" y="3067759"/>
                  </a:lnTo>
                  <a:lnTo>
                    <a:pt x="81299" y="3110122"/>
                  </a:lnTo>
                  <a:lnTo>
                    <a:pt x="85578" y="3116972"/>
                  </a:lnTo>
                  <a:lnTo>
                    <a:pt x="89857" y="3112196"/>
                  </a:lnTo>
                  <a:lnTo>
                    <a:pt x="94136" y="3093104"/>
                  </a:lnTo>
                  <a:lnTo>
                    <a:pt x="98415" y="3065518"/>
                  </a:lnTo>
                  <a:lnTo>
                    <a:pt x="102694" y="2990146"/>
                  </a:lnTo>
                  <a:lnTo>
                    <a:pt x="106972" y="2930519"/>
                  </a:lnTo>
                  <a:lnTo>
                    <a:pt x="111251" y="2873762"/>
                  </a:lnTo>
                  <a:lnTo>
                    <a:pt x="115530" y="2846615"/>
                  </a:lnTo>
                  <a:lnTo>
                    <a:pt x="119809" y="2803784"/>
                  </a:lnTo>
                  <a:lnTo>
                    <a:pt x="124088" y="2831142"/>
                  </a:lnTo>
                  <a:lnTo>
                    <a:pt x="128367" y="2910486"/>
                  </a:lnTo>
                  <a:lnTo>
                    <a:pt x="132646" y="2883625"/>
                  </a:lnTo>
                  <a:lnTo>
                    <a:pt x="136925" y="2827582"/>
                  </a:lnTo>
                  <a:lnTo>
                    <a:pt x="141204" y="2793492"/>
                  </a:lnTo>
                  <a:lnTo>
                    <a:pt x="145483" y="2844993"/>
                  </a:lnTo>
                  <a:lnTo>
                    <a:pt x="149762" y="2823157"/>
                  </a:lnTo>
                  <a:lnTo>
                    <a:pt x="154041" y="2679362"/>
                  </a:lnTo>
                  <a:lnTo>
                    <a:pt x="158320" y="2638147"/>
                  </a:lnTo>
                  <a:lnTo>
                    <a:pt x="162598" y="2724004"/>
                  </a:lnTo>
                  <a:lnTo>
                    <a:pt x="166877" y="2788055"/>
                  </a:lnTo>
                  <a:lnTo>
                    <a:pt x="171156" y="2726187"/>
                  </a:lnTo>
                  <a:lnTo>
                    <a:pt x="175435" y="2706033"/>
                  </a:lnTo>
                  <a:lnTo>
                    <a:pt x="179714" y="2843495"/>
                  </a:lnTo>
                  <a:lnTo>
                    <a:pt x="183993" y="2895800"/>
                  </a:lnTo>
                  <a:lnTo>
                    <a:pt x="188272" y="2852356"/>
                  </a:lnTo>
                  <a:lnTo>
                    <a:pt x="192551" y="2807098"/>
                  </a:lnTo>
                  <a:lnTo>
                    <a:pt x="196830" y="2815859"/>
                  </a:lnTo>
                  <a:lnTo>
                    <a:pt x="201109" y="2846850"/>
                  </a:lnTo>
                  <a:lnTo>
                    <a:pt x="205388" y="2822615"/>
                  </a:lnTo>
                  <a:lnTo>
                    <a:pt x="209667" y="2855289"/>
                  </a:lnTo>
                  <a:lnTo>
                    <a:pt x="213945" y="2847958"/>
                  </a:lnTo>
                  <a:lnTo>
                    <a:pt x="218224" y="2900284"/>
                  </a:lnTo>
                  <a:lnTo>
                    <a:pt x="222503" y="2890047"/>
                  </a:lnTo>
                  <a:lnTo>
                    <a:pt x="226782" y="2816458"/>
                  </a:lnTo>
                  <a:lnTo>
                    <a:pt x="231061" y="2779303"/>
                  </a:lnTo>
                  <a:lnTo>
                    <a:pt x="235340" y="2729194"/>
                  </a:lnTo>
                  <a:lnTo>
                    <a:pt x="239619" y="2689038"/>
                  </a:lnTo>
                  <a:lnTo>
                    <a:pt x="243898" y="2677389"/>
                  </a:lnTo>
                  <a:lnTo>
                    <a:pt x="248177" y="2761467"/>
                  </a:lnTo>
                  <a:lnTo>
                    <a:pt x="252456" y="2838878"/>
                  </a:lnTo>
                  <a:lnTo>
                    <a:pt x="256735" y="2840224"/>
                  </a:lnTo>
                  <a:lnTo>
                    <a:pt x="261014" y="2840894"/>
                  </a:lnTo>
                  <a:lnTo>
                    <a:pt x="265293" y="2929832"/>
                  </a:lnTo>
                  <a:lnTo>
                    <a:pt x="269571" y="2949698"/>
                  </a:lnTo>
                  <a:lnTo>
                    <a:pt x="273850" y="2935703"/>
                  </a:lnTo>
                  <a:lnTo>
                    <a:pt x="278129" y="2871014"/>
                  </a:lnTo>
                  <a:lnTo>
                    <a:pt x="282408" y="2849680"/>
                  </a:lnTo>
                  <a:lnTo>
                    <a:pt x="286687" y="2808701"/>
                  </a:lnTo>
                  <a:lnTo>
                    <a:pt x="290966" y="2686289"/>
                  </a:lnTo>
                  <a:lnTo>
                    <a:pt x="295245" y="2586881"/>
                  </a:lnTo>
                  <a:lnTo>
                    <a:pt x="299524" y="2508003"/>
                  </a:lnTo>
                  <a:lnTo>
                    <a:pt x="303803" y="2478541"/>
                  </a:lnTo>
                  <a:lnTo>
                    <a:pt x="308082" y="2464059"/>
                  </a:lnTo>
                  <a:lnTo>
                    <a:pt x="312361" y="2549986"/>
                  </a:lnTo>
                  <a:lnTo>
                    <a:pt x="316640" y="2673366"/>
                  </a:lnTo>
                  <a:lnTo>
                    <a:pt x="320918" y="2721723"/>
                  </a:lnTo>
                  <a:lnTo>
                    <a:pt x="325197" y="2751570"/>
                  </a:lnTo>
                  <a:lnTo>
                    <a:pt x="329476" y="2776137"/>
                  </a:lnTo>
                  <a:lnTo>
                    <a:pt x="333755" y="2762467"/>
                  </a:lnTo>
                  <a:lnTo>
                    <a:pt x="338034" y="2728156"/>
                  </a:lnTo>
                  <a:lnTo>
                    <a:pt x="342313" y="2690953"/>
                  </a:lnTo>
                  <a:lnTo>
                    <a:pt x="346592" y="2685517"/>
                  </a:lnTo>
                  <a:lnTo>
                    <a:pt x="350871" y="2668747"/>
                  </a:lnTo>
                  <a:lnTo>
                    <a:pt x="355150" y="2691059"/>
                  </a:lnTo>
                  <a:lnTo>
                    <a:pt x="359429" y="2761132"/>
                  </a:lnTo>
                  <a:lnTo>
                    <a:pt x="363708" y="2807044"/>
                  </a:lnTo>
                  <a:lnTo>
                    <a:pt x="367987" y="2830657"/>
                  </a:lnTo>
                  <a:lnTo>
                    <a:pt x="372266" y="2821328"/>
                  </a:lnTo>
                  <a:lnTo>
                    <a:pt x="376544" y="2809726"/>
                  </a:lnTo>
                  <a:lnTo>
                    <a:pt x="380823" y="2819140"/>
                  </a:lnTo>
                  <a:lnTo>
                    <a:pt x="385102" y="2798487"/>
                  </a:lnTo>
                  <a:lnTo>
                    <a:pt x="389381" y="2744949"/>
                  </a:lnTo>
                  <a:lnTo>
                    <a:pt x="393660" y="2672626"/>
                  </a:lnTo>
                  <a:lnTo>
                    <a:pt x="397939" y="2681284"/>
                  </a:lnTo>
                  <a:lnTo>
                    <a:pt x="402218" y="2762371"/>
                  </a:lnTo>
                  <a:lnTo>
                    <a:pt x="406497" y="2716640"/>
                  </a:lnTo>
                  <a:lnTo>
                    <a:pt x="410776" y="2601770"/>
                  </a:lnTo>
                  <a:lnTo>
                    <a:pt x="415055" y="2559359"/>
                  </a:lnTo>
                  <a:lnTo>
                    <a:pt x="419334" y="2563400"/>
                  </a:lnTo>
                  <a:lnTo>
                    <a:pt x="423613" y="2510006"/>
                  </a:lnTo>
                  <a:lnTo>
                    <a:pt x="427891" y="2420374"/>
                  </a:lnTo>
                  <a:lnTo>
                    <a:pt x="432170" y="2458775"/>
                  </a:lnTo>
                  <a:lnTo>
                    <a:pt x="436449" y="2563556"/>
                  </a:lnTo>
                  <a:lnTo>
                    <a:pt x="440728" y="2601291"/>
                  </a:lnTo>
                  <a:lnTo>
                    <a:pt x="445007" y="2585896"/>
                  </a:lnTo>
                  <a:lnTo>
                    <a:pt x="449286" y="2562043"/>
                  </a:lnTo>
                  <a:lnTo>
                    <a:pt x="453565" y="2508688"/>
                  </a:lnTo>
                  <a:lnTo>
                    <a:pt x="457844" y="2420276"/>
                  </a:lnTo>
                  <a:lnTo>
                    <a:pt x="462123" y="2363381"/>
                  </a:lnTo>
                  <a:lnTo>
                    <a:pt x="466402" y="2285443"/>
                  </a:lnTo>
                  <a:lnTo>
                    <a:pt x="470681" y="2295089"/>
                  </a:lnTo>
                  <a:lnTo>
                    <a:pt x="474960" y="2370154"/>
                  </a:lnTo>
                  <a:lnTo>
                    <a:pt x="479239" y="2394223"/>
                  </a:lnTo>
                  <a:lnTo>
                    <a:pt x="483517" y="2323416"/>
                  </a:lnTo>
                  <a:lnTo>
                    <a:pt x="487796" y="2304582"/>
                  </a:lnTo>
                  <a:lnTo>
                    <a:pt x="492075" y="2335430"/>
                  </a:lnTo>
                  <a:lnTo>
                    <a:pt x="496354" y="2366186"/>
                  </a:lnTo>
                  <a:lnTo>
                    <a:pt x="500633" y="2391031"/>
                  </a:lnTo>
                  <a:lnTo>
                    <a:pt x="504912" y="2452144"/>
                  </a:lnTo>
                  <a:lnTo>
                    <a:pt x="509191" y="2596489"/>
                  </a:lnTo>
                  <a:lnTo>
                    <a:pt x="513470" y="2747914"/>
                  </a:lnTo>
                  <a:lnTo>
                    <a:pt x="517749" y="2859746"/>
                  </a:lnTo>
                  <a:lnTo>
                    <a:pt x="522028" y="2844283"/>
                  </a:lnTo>
                  <a:lnTo>
                    <a:pt x="526307" y="2804798"/>
                  </a:lnTo>
                  <a:lnTo>
                    <a:pt x="530586" y="2776130"/>
                  </a:lnTo>
                  <a:lnTo>
                    <a:pt x="534864" y="2782640"/>
                  </a:lnTo>
                  <a:lnTo>
                    <a:pt x="539143" y="2692405"/>
                  </a:lnTo>
                  <a:lnTo>
                    <a:pt x="543422" y="2569827"/>
                  </a:lnTo>
                  <a:lnTo>
                    <a:pt x="547701" y="2523554"/>
                  </a:lnTo>
                  <a:lnTo>
                    <a:pt x="551980" y="2522745"/>
                  </a:lnTo>
                  <a:lnTo>
                    <a:pt x="556259" y="2594382"/>
                  </a:lnTo>
                  <a:lnTo>
                    <a:pt x="560538" y="2603041"/>
                  </a:lnTo>
                  <a:lnTo>
                    <a:pt x="564817" y="2598027"/>
                  </a:lnTo>
                  <a:lnTo>
                    <a:pt x="569096" y="2651092"/>
                  </a:lnTo>
                  <a:lnTo>
                    <a:pt x="573375" y="2723819"/>
                  </a:lnTo>
                  <a:lnTo>
                    <a:pt x="577654" y="2796654"/>
                  </a:lnTo>
                  <a:lnTo>
                    <a:pt x="581933" y="2767409"/>
                  </a:lnTo>
                  <a:lnTo>
                    <a:pt x="586212" y="2775289"/>
                  </a:lnTo>
                  <a:lnTo>
                    <a:pt x="590490" y="2842591"/>
                  </a:lnTo>
                  <a:lnTo>
                    <a:pt x="594769" y="2935376"/>
                  </a:lnTo>
                  <a:lnTo>
                    <a:pt x="599048" y="3005917"/>
                  </a:lnTo>
                  <a:lnTo>
                    <a:pt x="603327" y="3007865"/>
                  </a:lnTo>
                  <a:lnTo>
                    <a:pt x="607606" y="3059008"/>
                  </a:lnTo>
                  <a:lnTo>
                    <a:pt x="611885" y="3115568"/>
                  </a:lnTo>
                  <a:lnTo>
                    <a:pt x="616164" y="3116972"/>
                  </a:lnTo>
                  <a:lnTo>
                    <a:pt x="620443" y="3065690"/>
                  </a:lnTo>
                  <a:lnTo>
                    <a:pt x="624722" y="2993631"/>
                  </a:lnTo>
                  <a:lnTo>
                    <a:pt x="629001" y="2960009"/>
                  </a:lnTo>
                  <a:lnTo>
                    <a:pt x="633280" y="2893071"/>
                  </a:lnTo>
                  <a:lnTo>
                    <a:pt x="637559" y="2813086"/>
                  </a:lnTo>
                  <a:lnTo>
                    <a:pt x="641837" y="2722599"/>
                  </a:lnTo>
                  <a:lnTo>
                    <a:pt x="646116" y="2696218"/>
                  </a:lnTo>
                  <a:lnTo>
                    <a:pt x="650395" y="2691701"/>
                  </a:lnTo>
                  <a:lnTo>
                    <a:pt x="654674" y="2713976"/>
                  </a:lnTo>
                  <a:lnTo>
                    <a:pt x="658953" y="2783556"/>
                  </a:lnTo>
                  <a:lnTo>
                    <a:pt x="663232" y="2880299"/>
                  </a:lnTo>
                  <a:lnTo>
                    <a:pt x="667511" y="3016913"/>
                  </a:lnTo>
                  <a:lnTo>
                    <a:pt x="671790" y="3076130"/>
                  </a:lnTo>
                  <a:lnTo>
                    <a:pt x="676069" y="3087528"/>
                  </a:lnTo>
                  <a:lnTo>
                    <a:pt x="680348" y="3084934"/>
                  </a:lnTo>
                  <a:lnTo>
                    <a:pt x="684627" y="3036925"/>
                  </a:lnTo>
                  <a:lnTo>
                    <a:pt x="688906" y="2967771"/>
                  </a:lnTo>
                  <a:lnTo>
                    <a:pt x="693185" y="2882763"/>
                  </a:lnTo>
                  <a:lnTo>
                    <a:pt x="697463" y="2851535"/>
                  </a:lnTo>
                  <a:lnTo>
                    <a:pt x="701742" y="2816171"/>
                  </a:lnTo>
                  <a:lnTo>
                    <a:pt x="706021" y="2794949"/>
                  </a:lnTo>
                  <a:lnTo>
                    <a:pt x="710300" y="2836641"/>
                  </a:lnTo>
                  <a:lnTo>
                    <a:pt x="714579" y="2876893"/>
                  </a:lnTo>
                  <a:lnTo>
                    <a:pt x="718858" y="2919553"/>
                  </a:lnTo>
                  <a:lnTo>
                    <a:pt x="723137" y="2963694"/>
                  </a:lnTo>
                  <a:lnTo>
                    <a:pt x="727416" y="3022479"/>
                  </a:lnTo>
                  <a:lnTo>
                    <a:pt x="731695" y="3052287"/>
                  </a:lnTo>
                  <a:lnTo>
                    <a:pt x="735974" y="3032170"/>
                  </a:lnTo>
                  <a:lnTo>
                    <a:pt x="740253" y="2954396"/>
                  </a:lnTo>
                  <a:lnTo>
                    <a:pt x="744532" y="2893500"/>
                  </a:lnTo>
                  <a:lnTo>
                    <a:pt x="748810" y="2863577"/>
                  </a:lnTo>
                  <a:lnTo>
                    <a:pt x="753089" y="2873054"/>
                  </a:lnTo>
                  <a:lnTo>
                    <a:pt x="757368" y="2878408"/>
                  </a:lnTo>
                  <a:lnTo>
                    <a:pt x="761647" y="2895140"/>
                  </a:lnTo>
                  <a:lnTo>
                    <a:pt x="765926" y="2972914"/>
                  </a:lnTo>
                  <a:lnTo>
                    <a:pt x="770205" y="3033810"/>
                  </a:lnTo>
                  <a:lnTo>
                    <a:pt x="774484" y="3061011"/>
                  </a:lnTo>
                  <a:lnTo>
                    <a:pt x="778763" y="3076622"/>
                  </a:lnTo>
                  <a:lnTo>
                    <a:pt x="783042" y="3075639"/>
                  </a:lnTo>
                  <a:lnTo>
                    <a:pt x="787321" y="3049199"/>
                  </a:lnTo>
                  <a:lnTo>
                    <a:pt x="791600" y="3007049"/>
                  </a:lnTo>
                  <a:lnTo>
                    <a:pt x="795879" y="3006021"/>
                  </a:lnTo>
                  <a:lnTo>
                    <a:pt x="800158" y="3008741"/>
                  </a:lnTo>
                  <a:lnTo>
                    <a:pt x="804436" y="2992158"/>
                  </a:lnTo>
                  <a:lnTo>
                    <a:pt x="808715" y="2965383"/>
                  </a:lnTo>
                  <a:lnTo>
                    <a:pt x="812994" y="2992288"/>
                  </a:lnTo>
                  <a:lnTo>
                    <a:pt x="817273" y="3072871"/>
                  </a:lnTo>
                  <a:lnTo>
                    <a:pt x="821552" y="3062428"/>
                  </a:lnTo>
                  <a:lnTo>
                    <a:pt x="825831" y="3045012"/>
                  </a:lnTo>
                  <a:lnTo>
                    <a:pt x="830110" y="3029303"/>
                  </a:lnTo>
                  <a:lnTo>
                    <a:pt x="834389" y="3068649"/>
                  </a:lnTo>
                  <a:lnTo>
                    <a:pt x="838668" y="3055403"/>
                  </a:lnTo>
                  <a:lnTo>
                    <a:pt x="842947" y="2952352"/>
                  </a:lnTo>
                  <a:lnTo>
                    <a:pt x="847226" y="2925993"/>
                  </a:lnTo>
                  <a:lnTo>
                    <a:pt x="851505" y="2880112"/>
                  </a:lnTo>
                  <a:lnTo>
                    <a:pt x="855783" y="2844635"/>
                  </a:lnTo>
                  <a:lnTo>
                    <a:pt x="860062" y="2764382"/>
                  </a:lnTo>
                  <a:lnTo>
                    <a:pt x="864341" y="2742515"/>
                  </a:lnTo>
                  <a:lnTo>
                    <a:pt x="868620" y="2794640"/>
                  </a:lnTo>
                  <a:lnTo>
                    <a:pt x="872899" y="2796405"/>
                  </a:lnTo>
                  <a:lnTo>
                    <a:pt x="877178" y="2835029"/>
                  </a:lnTo>
                  <a:lnTo>
                    <a:pt x="881457" y="2864043"/>
                  </a:lnTo>
                  <a:lnTo>
                    <a:pt x="885736" y="2922955"/>
                  </a:lnTo>
                  <a:lnTo>
                    <a:pt x="890015" y="2945381"/>
                  </a:lnTo>
                  <a:lnTo>
                    <a:pt x="894294" y="2926907"/>
                  </a:lnTo>
                  <a:lnTo>
                    <a:pt x="898573" y="2984631"/>
                  </a:lnTo>
                  <a:lnTo>
                    <a:pt x="902852" y="3020745"/>
                  </a:lnTo>
                  <a:lnTo>
                    <a:pt x="907131" y="2959450"/>
                  </a:lnTo>
                  <a:lnTo>
                    <a:pt x="911409" y="2868481"/>
                  </a:lnTo>
                  <a:lnTo>
                    <a:pt x="915688" y="2779959"/>
                  </a:lnTo>
                  <a:lnTo>
                    <a:pt x="919967" y="2744856"/>
                  </a:lnTo>
                  <a:lnTo>
                    <a:pt x="924246" y="2682620"/>
                  </a:lnTo>
                  <a:lnTo>
                    <a:pt x="928525" y="2626250"/>
                  </a:lnTo>
                  <a:lnTo>
                    <a:pt x="932804" y="2712957"/>
                  </a:lnTo>
                  <a:lnTo>
                    <a:pt x="937083" y="2845851"/>
                  </a:lnTo>
                  <a:lnTo>
                    <a:pt x="941362" y="2908226"/>
                  </a:lnTo>
                  <a:lnTo>
                    <a:pt x="945641" y="2885067"/>
                  </a:lnTo>
                  <a:lnTo>
                    <a:pt x="949920" y="2873905"/>
                  </a:lnTo>
                  <a:lnTo>
                    <a:pt x="954199" y="2901875"/>
                  </a:lnTo>
                  <a:lnTo>
                    <a:pt x="958478" y="2864370"/>
                  </a:lnTo>
                  <a:lnTo>
                    <a:pt x="962756" y="2850626"/>
                  </a:lnTo>
                  <a:lnTo>
                    <a:pt x="967035" y="2949461"/>
                  </a:lnTo>
                  <a:lnTo>
                    <a:pt x="971314" y="3052771"/>
                  </a:lnTo>
                  <a:lnTo>
                    <a:pt x="975593" y="2994045"/>
                  </a:lnTo>
                  <a:lnTo>
                    <a:pt x="979872" y="2951697"/>
                  </a:lnTo>
                  <a:lnTo>
                    <a:pt x="984151" y="2951552"/>
                  </a:lnTo>
                  <a:lnTo>
                    <a:pt x="988430" y="2805481"/>
                  </a:lnTo>
                  <a:lnTo>
                    <a:pt x="992709" y="2651182"/>
                  </a:lnTo>
                  <a:lnTo>
                    <a:pt x="996988" y="2628513"/>
                  </a:lnTo>
                  <a:lnTo>
                    <a:pt x="1001267" y="2753845"/>
                  </a:lnTo>
                  <a:lnTo>
                    <a:pt x="1005546" y="2839569"/>
                  </a:lnTo>
                  <a:lnTo>
                    <a:pt x="1009825" y="2814290"/>
                  </a:lnTo>
                  <a:lnTo>
                    <a:pt x="1014104" y="2833510"/>
                  </a:lnTo>
                  <a:lnTo>
                    <a:pt x="1018382" y="2840327"/>
                  </a:lnTo>
                  <a:lnTo>
                    <a:pt x="1022661" y="2762806"/>
                  </a:lnTo>
                  <a:lnTo>
                    <a:pt x="1026940" y="2642582"/>
                  </a:lnTo>
                  <a:lnTo>
                    <a:pt x="1031219" y="2533022"/>
                  </a:lnTo>
                  <a:lnTo>
                    <a:pt x="1035498" y="2601174"/>
                  </a:lnTo>
                  <a:lnTo>
                    <a:pt x="1039777" y="2709600"/>
                  </a:lnTo>
                  <a:lnTo>
                    <a:pt x="1044056" y="2789327"/>
                  </a:lnTo>
                  <a:lnTo>
                    <a:pt x="1048335" y="2832559"/>
                  </a:lnTo>
                  <a:lnTo>
                    <a:pt x="1052614" y="2909730"/>
                  </a:lnTo>
                  <a:lnTo>
                    <a:pt x="1056893" y="2992483"/>
                  </a:lnTo>
                  <a:lnTo>
                    <a:pt x="1061172" y="2993637"/>
                  </a:lnTo>
                  <a:lnTo>
                    <a:pt x="1065451" y="3006407"/>
                  </a:lnTo>
                  <a:lnTo>
                    <a:pt x="1069729" y="2955523"/>
                  </a:lnTo>
                  <a:lnTo>
                    <a:pt x="1074008" y="2930069"/>
                  </a:lnTo>
                  <a:lnTo>
                    <a:pt x="1078287" y="2941341"/>
                  </a:lnTo>
                  <a:lnTo>
                    <a:pt x="1082566" y="2913319"/>
                  </a:lnTo>
                  <a:lnTo>
                    <a:pt x="1086845" y="2815634"/>
                  </a:lnTo>
                  <a:lnTo>
                    <a:pt x="1091124" y="2687856"/>
                  </a:lnTo>
                  <a:lnTo>
                    <a:pt x="1095403" y="2632627"/>
                  </a:lnTo>
                  <a:lnTo>
                    <a:pt x="1099682" y="2646918"/>
                  </a:lnTo>
                  <a:lnTo>
                    <a:pt x="1103961" y="2625624"/>
                  </a:lnTo>
                  <a:lnTo>
                    <a:pt x="1108240" y="2646523"/>
                  </a:lnTo>
                  <a:lnTo>
                    <a:pt x="1112519" y="2760221"/>
                  </a:lnTo>
                  <a:lnTo>
                    <a:pt x="1116798" y="2839847"/>
                  </a:lnTo>
                  <a:lnTo>
                    <a:pt x="1121077" y="2919442"/>
                  </a:lnTo>
                  <a:lnTo>
                    <a:pt x="1125355" y="2945247"/>
                  </a:lnTo>
                  <a:lnTo>
                    <a:pt x="1129634" y="2922441"/>
                  </a:lnTo>
                  <a:lnTo>
                    <a:pt x="1133913" y="2853390"/>
                  </a:lnTo>
                  <a:lnTo>
                    <a:pt x="1138192" y="2815710"/>
                  </a:lnTo>
                  <a:lnTo>
                    <a:pt x="1142471" y="2837363"/>
                  </a:lnTo>
                  <a:lnTo>
                    <a:pt x="1146750" y="2841154"/>
                  </a:lnTo>
                  <a:lnTo>
                    <a:pt x="1151029" y="2801349"/>
                  </a:lnTo>
                  <a:lnTo>
                    <a:pt x="1155308" y="2806783"/>
                  </a:lnTo>
                  <a:lnTo>
                    <a:pt x="1159587" y="2819785"/>
                  </a:lnTo>
                  <a:lnTo>
                    <a:pt x="1163866" y="2782997"/>
                  </a:lnTo>
                  <a:lnTo>
                    <a:pt x="1168145" y="2749040"/>
                  </a:lnTo>
                  <a:lnTo>
                    <a:pt x="1172424" y="2769114"/>
                  </a:lnTo>
                  <a:lnTo>
                    <a:pt x="1176702" y="2859698"/>
                  </a:lnTo>
                  <a:lnTo>
                    <a:pt x="1180981" y="2957665"/>
                  </a:lnTo>
                  <a:lnTo>
                    <a:pt x="1185260" y="2984009"/>
                  </a:lnTo>
                  <a:lnTo>
                    <a:pt x="1189539" y="2933641"/>
                  </a:lnTo>
                  <a:lnTo>
                    <a:pt x="1193818" y="2875120"/>
                  </a:lnTo>
                  <a:lnTo>
                    <a:pt x="1198097" y="2805037"/>
                  </a:lnTo>
                  <a:lnTo>
                    <a:pt x="1202376" y="2744382"/>
                  </a:lnTo>
                  <a:lnTo>
                    <a:pt x="1206655" y="2732178"/>
                  </a:lnTo>
                  <a:lnTo>
                    <a:pt x="1210934" y="2803369"/>
                  </a:lnTo>
                  <a:lnTo>
                    <a:pt x="1215213" y="2874299"/>
                  </a:lnTo>
                  <a:lnTo>
                    <a:pt x="1219492" y="2918475"/>
                  </a:lnTo>
                  <a:lnTo>
                    <a:pt x="1223771" y="2977086"/>
                  </a:lnTo>
                  <a:lnTo>
                    <a:pt x="1228050" y="3042451"/>
                  </a:lnTo>
                  <a:lnTo>
                    <a:pt x="1232328" y="3027408"/>
                  </a:lnTo>
                  <a:lnTo>
                    <a:pt x="1236607" y="3024277"/>
                  </a:lnTo>
                  <a:lnTo>
                    <a:pt x="1240886" y="3042464"/>
                  </a:lnTo>
                  <a:lnTo>
                    <a:pt x="1245165" y="3048445"/>
                  </a:lnTo>
                  <a:lnTo>
                    <a:pt x="1249444" y="3066305"/>
                  </a:lnTo>
                  <a:lnTo>
                    <a:pt x="1253723" y="3039050"/>
                  </a:lnTo>
                  <a:lnTo>
                    <a:pt x="1258002" y="3023906"/>
                  </a:lnTo>
                  <a:lnTo>
                    <a:pt x="1262281" y="2991070"/>
                  </a:lnTo>
                  <a:lnTo>
                    <a:pt x="1266560" y="2971896"/>
                  </a:lnTo>
                  <a:lnTo>
                    <a:pt x="1270839" y="2961750"/>
                  </a:lnTo>
                  <a:lnTo>
                    <a:pt x="1275118" y="2941268"/>
                  </a:lnTo>
                  <a:lnTo>
                    <a:pt x="1279397" y="2907179"/>
                  </a:lnTo>
                  <a:lnTo>
                    <a:pt x="1283675" y="2841440"/>
                  </a:lnTo>
                  <a:lnTo>
                    <a:pt x="1287954" y="2771228"/>
                  </a:lnTo>
                  <a:lnTo>
                    <a:pt x="1292233" y="2765506"/>
                  </a:lnTo>
                  <a:lnTo>
                    <a:pt x="1296512" y="2807138"/>
                  </a:lnTo>
                  <a:lnTo>
                    <a:pt x="1300791" y="2802924"/>
                  </a:lnTo>
                  <a:lnTo>
                    <a:pt x="1305070" y="2746615"/>
                  </a:lnTo>
                  <a:lnTo>
                    <a:pt x="1309349" y="2695502"/>
                  </a:lnTo>
                  <a:lnTo>
                    <a:pt x="1313628" y="2682776"/>
                  </a:lnTo>
                  <a:lnTo>
                    <a:pt x="1317907" y="2725264"/>
                  </a:lnTo>
                  <a:lnTo>
                    <a:pt x="1322186" y="2749830"/>
                  </a:lnTo>
                  <a:lnTo>
                    <a:pt x="1326465" y="2778082"/>
                  </a:lnTo>
                  <a:lnTo>
                    <a:pt x="1330744" y="2868482"/>
                  </a:lnTo>
                  <a:lnTo>
                    <a:pt x="1335023" y="2985334"/>
                  </a:lnTo>
                  <a:lnTo>
                    <a:pt x="1339301" y="3028756"/>
                  </a:lnTo>
                  <a:lnTo>
                    <a:pt x="1343580" y="3009026"/>
                  </a:lnTo>
                  <a:lnTo>
                    <a:pt x="1347859" y="3000238"/>
                  </a:lnTo>
                  <a:lnTo>
                    <a:pt x="1352138" y="2985693"/>
                  </a:lnTo>
                  <a:lnTo>
                    <a:pt x="1356417" y="2992577"/>
                  </a:lnTo>
                  <a:lnTo>
                    <a:pt x="1360696" y="3014465"/>
                  </a:lnTo>
                  <a:lnTo>
                    <a:pt x="1364975" y="3077824"/>
                  </a:lnTo>
                  <a:lnTo>
                    <a:pt x="1369254" y="3107661"/>
                  </a:lnTo>
                  <a:lnTo>
                    <a:pt x="1373533" y="3106052"/>
                  </a:lnTo>
                  <a:lnTo>
                    <a:pt x="1377812" y="3035868"/>
                  </a:lnTo>
                  <a:lnTo>
                    <a:pt x="1382091" y="2973843"/>
                  </a:lnTo>
                  <a:lnTo>
                    <a:pt x="1386370" y="2976381"/>
                  </a:lnTo>
                  <a:lnTo>
                    <a:pt x="1390648" y="2907253"/>
                  </a:lnTo>
                  <a:lnTo>
                    <a:pt x="1394927" y="2804354"/>
                  </a:lnTo>
                  <a:lnTo>
                    <a:pt x="1399206" y="2745470"/>
                  </a:lnTo>
                  <a:lnTo>
                    <a:pt x="1403485" y="2827987"/>
                  </a:lnTo>
                  <a:lnTo>
                    <a:pt x="1407764" y="2898363"/>
                  </a:lnTo>
                  <a:lnTo>
                    <a:pt x="1412043" y="2831898"/>
                  </a:lnTo>
                  <a:lnTo>
                    <a:pt x="1416322" y="2867268"/>
                  </a:lnTo>
                  <a:lnTo>
                    <a:pt x="1420601" y="2984294"/>
                  </a:lnTo>
                  <a:lnTo>
                    <a:pt x="1424880" y="2993854"/>
                  </a:lnTo>
                  <a:lnTo>
                    <a:pt x="1429159" y="2893733"/>
                  </a:lnTo>
                  <a:lnTo>
                    <a:pt x="1433438" y="2801152"/>
                  </a:lnTo>
                  <a:lnTo>
                    <a:pt x="1437717" y="2792050"/>
                  </a:lnTo>
                  <a:lnTo>
                    <a:pt x="1441996" y="2772651"/>
                  </a:lnTo>
                  <a:lnTo>
                    <a:pt x="1446274" y="2716004"/>
                  </a:lnTo>
                  <a:lnTo>
                    <a:pt x="1450553" y="2748835"/>
                  </a:lnTo>
                  <a:lnTo>
                    <a:pt x="1454832" y="2791928"/>
                  </a:lnTo>
                  <a:lnTo>
                    <a:pt x="1459111" y="2827195"/>
                  </a:lnTo>
                  <a:lnTo>
                    <a:pt x="1463390" y="2827610"/>
                  </a:lnTo>
                  <a:lnTo>
                    <a:pt x="1467669" y="2813222"/>
                  </a:lnTo>
                  <a:lnTo>
                    <a:pt x="1471948" y="2850876"/>
                  </a:lnTo>
                  <a:lnTo>
                    <a:pt x="1476227" y="2824681"/>
                  </a:lnTo>
                  <a:lnTo>
                    <a:pt x="1480506" y="2791517"/>
                  </a:lnTo>
                  <a:lnTo>
                    <a:pt x="1484785" y="2699107"/>
                  </a:lnTo>
                  <a:lnTo>
                    <a:pt x="1489064" y="2595783"/>
                  </a:lnTo>
                  <a:lnTo>
                    <a:pt x="1493343" y="2532179"/>
                  </a:lnTo>
                  <a:lnTo>
                    <a:pt x="1497621" y="2450438"/>
                  </a:lnTo>
                  <a:lnTo>
                    <a:pt x="1501900" y="2416902"/>
                  </a:lnTo>
                  <a:lnTo>
                    <a:pt x="1506179" y="2480961"/>
                  </a:lnTo>
                  <a:lnTo>
                    <a:pt x="1510458" y="2561387"/>
                  </a:lnTo>
                  <a:lnTo>
                    <a:pt x="1514737" y="2633485"/>
                  </a:lnTo>
                  <a:lnTo>
                    <a:pt x="1519016" y="2657849"/>
                  </a:lnTo>
                  <a:lnTo>
                    <a:pt x="1523295" y="2656039"/>
                  </a:lnTo>
                  <a:lnTo>
                    <a:pt x="1527574" y="2727423"/>
                  </a:lnTo>
                  <a:lnTo>
                    <a:pt x="1531853" y="2665440"/>
                  </a:lnTo>
                  <a:lnTo>
                    <a:pt x="1536132" y="2626577"/>
                  </a:lnTo>
                  <a:lnTo>
                    <a:pt x="1540411" y="2673764"/>
                  </a:lnTo>
                  <a:lnTo>
                    <a:pt x="1544690" y="2759447"/>
                  </a:lnTo>
                  <a:lnTo>
                    <a:pt x="1548969" y="2820423"/>
                  </a:lnTo>
                  <a:lnTo>
                    <a:pt x="1553247" y="2817026"/>
                  </a:lnTo>
                  <a:lnTo>
                    <a:pt x="1557526" y="2890651"/>
                  </a:lnTo>
                  <a:lnTo>
                    <a:pt x="1561805" y="2936891"/>
                  </a:lnTo>
                  <a:lnTo>
                    <a:pt x="1566084" y="2848579"/>
                  </a:lnTo>
                  <a:lnTo>
                    <a:pt x="1570363" y="2701929"/>
                  </a:lnTo>
                  <a:lnTo>
                    <a:pt x="1574642" y="2609220"/>
                  </a:lnTo>
                  <a:lnTo>
                    <a:pt x="1578921" y="2561677"/>
                  </a:lnTo>
                  <a:lnTo>
                    <a:pt x="1583200" y="2555574"/>
                  </a:lnTo>
                  <a:lnTo>
                    <a:pt x="1587479" y="2557587"/>
                  </a:lnTo>
                  <a:lnTo>
                    <a:pt x="1591758" y="2646839"/>
                  </a:lnTo>
                  <a:lnTo>
                    <a:pt x="1596037" y="2792747"/>
                  </a:lnTo>
                  <a:lnTo>
                    <a:pt x="1600316" y="2928535"/>
                  </a:lnTo>
                  <a:lnTo>
                    <a:pt x="1604594" y="3015476"/>
                  </a:lnTo>
                  <a:lnTo>
                    <a:pt x="1608873" y="3038282"/>
                  </a:lnTo>
                  <a:lnTo>
                    <a:pt x="1613152" y="3047893"/>
                  </a:lnTo>
                  <a:lnTo>
                    <a:pt x="1617431" y="3038514"/>
                  </a:lnTo>
                  <a:lnTo>
                    <a:pt x="1621710" y="3012843"/>
                  </a:lnTo>
                  <a:lnTo>
                    <a:pt x="1625989" y="2918534"/>
                  </a:lnTo>
                  <a:lnTo>
                    <a:pt x="1630268" y="2753484"/>
                  </a:lnTo>
                  <a:lnTo>
                    <a:pt x="1634547" y="2633250"/>
                  </a:lnTo>
                  <a:lnTo>
                    <a:pt x="1638826" y="2602044"/>
                  </a:lnTo>
                  <a:lnTo>
                    <a:pt x="1643105" y="2525827"/>
                  </a:lnTo>
                  <a:lnTo>
                    <a:pt x="1647384" y="2486770"/>
                  </a:lnTo>
                  <a:lnTo>
                    <a:pt x="1651663" y="2532998"/>
                  </a:lnTo>
                  <a:lnTo>
                    <a:pt x="1655942" y="2612535"/>
                  </a:lnTo>
                  <a:lnTo>
                    <a:pt x="1660220" y="2556764"/>
                  </a:lnTo>
                  <a:lnTo>
                    <a:pt x="1664499" y="2511198"/>
                  </a:lnTo>
                  <a:lnTo>
                    <a:pt x="1668778" y="2596282"/>
                  </a:lnTo>
                  <a:lnTo>
                    <a:pt x="1673057" y="2622448"/>
                  </a:lnTo>
                  <a:lnTo>
                    <a:pt x="1677336" y="2630279"/>
                  </a:lnTo>
                  <a:lnTo>
                    <a:pt x="1681615" y="2688689"/>
                  </a:lnTo>
                  <a:lnTo>
                    <a:pt x="1685894" y="2799225"/>
                  </a:lnTo>
                  <a:lnTo>
                    <a:pt x="1690173" y="2808463"/>
                  </a:lnTo>
                  <a:lnTo>
                    <a:pt x="1694452" y="2781214"/>
                  </a:lnTo>
                  <a:lnTo>
                    <a:pt x="1698731" y="2772755"/>
                  </a:lnTo>
                  <a:lnTo>
                    <a:pt x="1703010" y="2709335"/>
                  </a:lnTo>
                  <a:lnTo>
                    <a:pt x="1707289" y="2530441"/>
                  </a:lnTo>
                  <a:lnTo>
                    <a:pt x="1711567" y="2396684"/>
                  </a:lnTo>
                  <a:lnTo>
                    <a:pt x="1715846" y="2334654"/>
                  </a:lnTo>
                  <a:lnTo>
                    <a:pt x="1720125" y="2261491"/>
                  </a:lnTo>
                  <a:lnTo>
                    <a:pt x="1724404" y="2211460"/>
                  </a:lnTo>
                  <a:lnTo>
                    <a:pt x="1728683" y="2204137"/>
                  </a:lnTo>
                  <a:lnTo>
                    <a:pt x="1732962" y="2254418"/>
                  </a:lnTo>
                  <a:lnTo>
                    <a:pt x="1737241" y="2231112"/>
                  </a:lnTo>
                  <a:lnTo>
                    <a:pt x="1741520" y="2098192"/>
                  </a:lnTo>
                  <a:lnTo>
                    <a:pt x="1745799" y="1971292"/>
                  </a:lnTo>
                  <a:lnTo>
                    <a:pt x="1750078" y="1888987"/>
                  </a:lnTo>
                  <a:lnTo>
                    <a:pt x="1754357" y="1734348"/>
                  </a:lnTo>
                  <a:lnTo>
                    <a:pt x="1758636" y="1657465"/>
                  </a:lnTo>
                  <a:lnTo>
                    <a:pt x="1762915" y="1713086"/>
                  </a:lnTo>
                  <a:lnTo>
                    <a:pt x="1767193" y="1864253"/>
                  </a:lnTo>
                  <a:lnTo>
                    <a:pt x="1771472" y="1994856"/>
                  </a:lnTo>
                  <a:lnTo>
                    <a:pt x="1775751" y="2082628"/>
                  </a:lnTo>
                  <a:lnTo>
                    <a:pt x="1780030" y="2165665"/>
                  </a:lnTo>
                  <a:lnTo>
                    <a:pt x="1784309" y="2182624"/>
                  </a:lnTo>
                  <a:lnTo>
                    <a:pt x="1788588" y="2093781"/>
                  </a:lnTo>
                  <a:lnTo>
                    <a:pt x="1792867" y="1964369"/>
                  </a:lnTo>
                  <a:lnTo>
                    <a:pt x="1797146" y="1964088"/>
                  </a:lnTo>
                  <a:lnTo>
                    <a:pt x="1801425" y="1953921"/>
                  </a:lnTo>
                  <a:lnTo>
                    <a:pt x="1805704" y="2042699"/>
                  </a:lnTo>
                  <a:lnTo>
                    <a:pt x="1809983" y="2206981"/>
                  </a:lnTo>
                  <a:lnTo>
                    <a:pt x="1814262" y="2379466"/>
                  </a:lnTo>
                  <a:lnTo>
                    <a:pt x="1818540" y="2538805"/>
                  </a:lnTo>
                  <a:lnTo>
                    <a:pt x="1822819" y="2593943"/>
                  </a:lnTo>
                  <a:lnTo>
                    <a:pt x="1827098" y="2582652"/>
                  </a:lnTo>
                  <a:lnTo>
                    <a:pt x="1831377" y="2512529"/>
                  </a:lnTo>
                  <a:lnTo>
                    <a:pt x="1835656" y="2349442"/>
                  </a:lnTo>
                  <a:lnTo>
                    <a:pt x="1839935" y="2293494"/>
                  </a:lnTo>
                  <a:lnTo>
                    <a:pt x="1844214" y="2327797"/>
                  </a:lnTo>
                  <a:lnTo>
                    <a:pt x="1848493" y="2309430"/>
                  </a:lnTo>
                  <a:lnTo>
                    <a:pt x="1852772" y="2277971"/>
                  </a:lnTo>
                  <a:lnTo>
                    <a:pt x="1857051" y="2191583"/>
                  </a:lnTo>
                  <a:lnTo>
                    <a:pt x="1861330" y="2147611"/>
                  </a:lnTo>
                  <a:lnTo>
                    <a:pt x="1865609" y="2068759"/>
                  </a:lnTo>
                  <a:lnTo>
                    <a:pt x="1869888" y="2059188"/>
                  </a:lnTo>
                  <a:lnTo>
                    <a:pt x="1874166" y="2123909"/>
                  </a:lnTo>
                  <a:lnTo>
                    <a:pt x="1878445" y="2260256"/>
                  </a:lnTo>
                  <a:lnTo>
                    <a:pt x="1882724" y="2471182"/>
                  </a:lnTo>
                  <a:lnTo>
                    <a:pt x="1887003" y="2537965"/>
                  </a:lnTo>
                  <a:lnTo>
                    <a:pt x="1891282" y="2575503"/>
                  </a:lnTo>
                  <a:lnTo>
                    <a:pt x="1895561" y="2494025"/>
                  </a:lnTo>
                  <a:lnTo>
                    <a:pt x="1899840" y="2433327"/>
                  </a:lnTo>
                  <a:lnTo>
                    <a:pt x="1904119" y="2369203"/>
                  </a:lnTo>
                  <a:lnTo>
                    <a:pt x="1908398" y="2184340"/>
                  </a:lnTo>
                  <a:lnTo>
                    <a:pt x="1912677" y="2143364"/>
                  </a:lnTo>
                  <a:lnTo>
                    <a:pt x="1916956" y="2219430"/>
                  </a:lnTo>
                  <a:lnTo>
                    <a:pt x="1921235" y="2335994"/>
                  </a:lnTo>
                  <a:lnTo>
                    <a:pt x="1925513" y="2315619"/>
                  </a:lnTo>
                  <a:lnTo>
                    <a:pt x="1929792" y="2255939"/>
                  </a:lnTo>
                  <a:lnTo>
                    <a:pt x="1934071" y="2399321"/>
                  </a:lnTo>
                  <a:lnTo>
                    <a:pt x="1938350" y="2605861"/>
                  </a:lnTo>
                  <a:lnTo>
                    <a:pt x="1942629" y="2729405"/>
                  </a:lnTo>
                  <a:lnTo>
                    <a:pt x="1946908" y="2832396"/>
                  </a:lnTo>
                  <a:lnTo>
                    <a:pt x="1951187" y="2932727"/>
                  </a:lnTo>
                  <a:lnTo>
                    <a:pt x="1955466" y="3015839"/>
                  </a:lnTo>
                  <a:lnTo>
                    <a:pt x="1959745" y="2980591"/>
                  </a:lnTo>
                  <a:lnTo>
                    <a:pt x="1964024" y="2903580"/>
                  </a:lnTo>
                  <a:lnTo>
                    <a:pt x="1968303" y="2827263"/>
                  </a:lnTo>
                  <a:lnTo>
                    <a:pt x="1972582" y="2747904"/>
                  </a:lnTo>
                  <a:lnTo>
                    <a:pt x="1976861" y="2659767"/>
                  </a:lnTo>
                  <a:lnTo>
                    <a:pt x="1981139" y="2554979"/>
                  </a:lnTo>
                  <a:lnTo>
                    <a:pt x="1985418" y="2522403"/>
                  </a:lnTo>
                  <a:lnTo>
                    <a:pt x="1989697" y="2523407"/>
                  </a:lnTo>
                  <a:lnTo>
                    <a:pt x="1993976" y="2552203"/>
                  </a:lnTo>
                  <a:lnTo>
                    <a:pt x="1998255" y="2546660"/>
                  </a:lnTo>
                  <a:lnTo>
                    <a:pt x="2002534" y="2606145"/>
                  </a:lnTo>
                  <a:lnTo>
                    <a:pt x="2006813" y="2692790"/>
                  </a:lnTo>
                  <a:lnTo>
                    <a:pt x="2011092" y="2735489"/>
                  </a:lnTo>
                  <a:lnTo>
                    <a:pt x="2015371" y="2644392"/>
                  </a:lnTo>
                  <a:lnTo>
                    <a:pt x="2019650" y="2490941"/>
                  </a:lnTo>
                  <a:lnTo>
                    <a:pt x="2023929" y="2531329"/>
                  </a:lnTo>
                  <a:lnTo>
                    <a:pt x="2028208" y="2592990"/>
                  </a:lnTo>
                  <a:lnTo>
                    <a:pt x="2032486" y="2659979"/>
                  </a:lnTo>
                  <a:lnTo>
                    <a:pt x="2036765" y="2742356"/>
                  </a:lnTo>
                  <a:lnTo>
                    <a:pt x="2041044" y="2914766"/>
                  </a:lnTo>
                  <a:lnTo>
                    <a:pt x="2045323" y="3078595"/>
                  </a:lnTo>
                  <a:lnTo>
                    <a:pt x="2049602" y="3016608"/>
                  </a:lnTo>
                  <a:lnTo>
                    <a:pt x="2053881" y="2912599"/>
                  </a:lnTo>
                  <a:lnTo>
                    <a:pt x="2058160" y="2751302"/>
                  </a:lnTo>
                  <a:lnTo>
                    <a:pt x="2062439" y="2506713"/>
                  </a:lnTo>
                  <a:lnTo>
                    <a:pt x="2066718" y="2296081"/>
                  </a:lnTo>
                  <a:lnTo>
                    <a:pt x="2070997" y="2148076"/>
                  </a:lnTo>
                  <a:lnTo>
                    <a:pt x="2075276" y="2177639"/>
                  </a:lnTo>
                  <a:lnTo>
                    <a:pt x="2079555" y="2221017"/>
                  </a:lnTo>
                  <a:lnTo>
                    <a:pt x="2083834" y="2276119"/>
                  </a:lnTo>
                  <a:lnTo>
                    <a:pt x="2088112" y="2401849"/>
                  </a:lnTo>
                  <a:lnTo>
                    <a:pt x="2092391" y="2579622"/>
                  </a:lnTo>
                  <a:lnTo>
                    <a:pt x="2096670" y="2715045"/>
                  </a:lnTo>
                  <a:lnTo>
                    <a:pt x="2100949" y="2633595"/>
                  </a:lnTo>
                  <a:lnTo>
                    <a:pt x="2105228" y="2550986"/>
                  </a:lnTo>
                  <a:lnTo>
                    <a:pt x="2109507" y="2611238"/>
                  </a:lnTo>
                  <a:lnTo>
                    <a:pt x="2113786" y="2724179"/>
                  </a:lnTo>
                  <a:lnTo>
                    <a:pt x="2118065" y="2710086"/>
                  </a:lnTo>
                  <a:lnTo>
                    <a:pt x="2122344" y="2682352"/>
                  </a:lnTo>
                  <a:lnTo>
                    <a:pt x="2126623" y="2710367"/>
                  </a:lnTo>
                  <a:lnTo>
                    <a:pt x="2130902" y="2787694"/>
                  </a:lnTo>
                  <a:lnTo>
                    <a:pt x="2135181" y="2817745"/>
                  </a:lnTo>
                  <a:lnTo>
                    <a:pt x="2139459" y="2823664"/>
                  </a:lnTo>
                  <a:lnTo>
                    <a:pt x="2143738" y="2870615"/>
                  </a:lnTo>
                  <a:lnTo>
                    <a:pt x="2148017" y="2919972"/>
                  </a:lnTo>
                  <a:lnTo>
                    <a:pt x="2152296" y="2918112"/>
                  </a:lnTo>
                  <a:lnTo>
                    <a:pt x="2156575" y="2803808"/>
                  </a:lnTo>
                  <a:lnTo>
                    <a:pt x="2160854" y="2714349"/>
                  </a:lnTo>
                  <a:lnTo>
                    <a:pt x="2165133" y="2599029"/>
                  </a:lnTo>
                  <a:lnTo>
                    <a:pt x="2169412" y="2474525"/>
                  </a:lnTo>
                  <a:lnTo>
                    <a:pt x="2173691" y="2450516"/>
                  </a:lnTo>
                  <a:lnTo>
                    <a:pt x="2177970" y="2475793"/>
                  </a:lnTo>
                  <a:lnTo>
                    <a:pt x="2182249" y="2547705"/>
                  </a:lnTo>
                  <a:lnTo>
                    <a:pt x="2186528" y="2557355"/>
                  </a:lnTo>
                  <a:lnTo>
                    <a:pt x="2190807" y="2575971"/>
                  </a:lnTo>
                  <a:lnTo>
                    <a:pt x="2195085" y="2595874"/>
                  </a:lnTo>
                  <a:lnTo>
                    <a:pt x="2199364" y="2480782"/>
                  </a:lnTo>
                  <a:lnTo>
                    <a:pt x="2203643" y="2367291"/>
                  </a:lnTo>
                  <a:lnTo>
                    <a:pt x="2207922" y="2348544"/>
                  </a:lnTo>
                  <a:lnTo>
                    <a:pt x="2212201" y="2319913"/>
                  </a:lnTo>
                  <a:lnTo>
                    <a:pt x="2216480" y="2364112"/>
                  </a:lnTo>
                  <a:lnTo>
                    <a:pt x="2220759" y="2450303"/>
                  </a:lnTo>
                  <a:lnTo>
                    <a:pt x="2225038" y="2565707"/>
                  </a:lnTo>
                  <a:lnTo>
                    <a:pt x="2229317" y="2694109"/>
                  </a:lnTo>
                  <a:lnTo>
                    <a:pt x="2233596" y="2747601"/>
                  </a:lnTo>
                  <a:lnTo>
                    <a:pt x="2237875" y="2765199"/>
                  </a:lnTo>
                  <a:lnTo>
                    <a:pt x="2242154" y="2657950"/>
                  </a:lnTo>
                  <a:lnTo>
                    <a:pt x="2246432" y="2505937"/>
                  </a:lnTo>
                  <a:lnTo>
                    <a:pt x="2250711" y="2393517"/>
                  </a:lnTo>
                  <a:lnTo>
                    <a:pt x="2254990" y="2379284"/>
                  </a:lnTo>
                  <a:lnTo>
                    <a:pt x="2259269" y="2399457"/>
                  </a:lnTo>
                  <a:lnTo>
                    <a:pt x="2263548" y="2490523"/>
                  </a:lnTo>
                  <a:lnTo>
                    <a:pt x="2267827" y="2640931"/>
                  </a:lnTo>
                  <a:lnTo>
                    <a:pt x="2272106" y="2685444"/>
                  </a:lnTo>
                  <a:lnTo>
                    <a:pt x="2276385" y="2667991"/>
                  </a:lnTo>
                  <a:lnTo>
                    <a:pt x="2280664" y="2583993"/>
                  </a:lnTo>
                  <a:lnTo>
                    <a:pt x="2284943" y="2510382"/>
                  </a:lnTo>
                  <a:lnTo>
                    <a:pt x="2289222" y="2453772"/>
                  </a:lnTo>
                  <a:lnTo>
                    <a:pt x="2293501" y="2444942"/>
                  </a:lnTo>
                  <a:lnTo>
                    <a:pt x="2297780" y="2483306"/>
                  </a:lnTo>
                  <a:lnTo>
                    <a:pt x="2302058" y="2536866"/>
                  </a:lnTo>
                  <a:lnTo>
                    <a:pt x="2306337" y="2614438"/>
                  </a:lnTo>
                  <a:lnTo>
                    <a:pt x="2310616" y="2695657"/>
                  </a:lnTo>
                  <a:lnTo>
                    <a:pt x="2314895" y="2762372"/>
                  </a:lnTo>
                  <a:lnTo>
                    <a:pt x="2319174" y="2647818"/>
                  </a:lnTo>
                  <a:lnTo>
                    <a:pt x="2323453" y="2531402"/>
                  </a:lnTo>
                  <a:lnTo>
                    <a:pt x="2327732" y="2543353"/>
                  </a:lnTo>
                  <a:lnTo>
                    <a:pt x="2332011" y="2486802"/>
                  </a:lnTo>
                  <a:lnTo>
                    <a:pt x="2336290" y="2369053"/>
                  </a:lnTo>
                  <a:lnTo>
                    <a:pt x="2340569" y="2322051"/>
                  </a:lnTo>
                  <a:lnTo>
                    <a:pt x="2344848" y="2453755"/>
                  </a:lnTo>
                  <a:lnTo>
                    <a:pt x="2349127" y="2639375"/>
                  </a:lnTo>
                  <a:lnTo>
                    <a:pt x="2353405" y="2649889"/>
                  </a:lnTo>
                  <a:lnTo>
                    <a:pt x="2357684" y="2673820"/>
                  </a:lnTo>
                  <a:lnTo>
                    <a:pt x="2361963" y="2720716"/>
                  </a:lnTo>
                  <a:lnTo>
                    <a:pt x="2366242" y="2635210"/>
                  </a:lnTo>
                  <a:lnTo>
                    <a:pt x="2370521" y="2548758"/>
                  </a:lnTo>
                  <a:lnTo>
                    <a:pt x="2374800" y="2439441"/>
                  </a:lnTo>
                  <a:lnTo>
                    <a:pt x="2379079" y="2343055"/>
                  </a:lnTo>
                  <a:lnTo>
                    <a:pt x="2383358" y="2236019"/>
                  </a:lnTo>
                  <a:lnTo>
                    <a:pt x="2387637" y="2135878"/>
                  </a:lnTo>
                  <a:lnTo>
                    <a:pt x="2391916" y="2040324"/>
                  </a:lnTo>
                  <a:lnTo>
                    <a:pt x="2396195" y="1882118"/>
                  </a:lnTo>
                  <a:lnTo>
                    <a:pt x="2400474" y="1753373"/>
                  </a:lnTo>
                  <a:lnTo>
                    <a:pt x="2404753" y="1665214"/>
                  </a:lnTo>
                  <a:lnTo>
                    <a:pt x="2409031" y="1599546"/>
                  </a:lnTo>
                  <a:lnTo>
                    <a:pt x="2413310" y="1477411"/>
                  </a:lnTo>
                  <a:lnTo>
                    <a:pt x="2417589" y="1472074"/>
                  </a:lnTo>
                  <a:lnTo>
                    <a:pt x="2421868" y="1443887"/>
                  </a:lnTo>
                  <a:lnTo>
                    <a:pt x="2426147" y="1390169"/>
                  </a:lnTo>
                  <a:lnTo>
                    <a:pt x="2430426" y="1451066"/>
                  </a:lnTo>
                  <a:lnTo>
                    <a:pt x="2434705" y="1555007"/>
                  </a:lnTo>
                  <a:lnTo>
                    <a:pt x="2438984" y="1760359"/>
                  </a:lnTo>
                  <a:lnTo>
                    <a:pt x="2443263" y="1915287"/>
                  </a:lnTo>
                  <a:lnTo>
                    <a:pt x="2447542" y="2010079"/>
                  </a:lnTo>
                  <a:lnTo>
                    <a:pt x="2451821" y="2184796"/>
                  </a:lnTo>
                  <a:lnTo>
                    <a:pt x="2456100" y="2158951"/>
                  </a:lnTo>
                  <a:lnTo>
                    <a:pt x="2460378" y="1973815"/>
                  </a:lnTo>
                  <a:lnTo>
                    <a:pt x="2464657" y="1696560"/>
                  </a:lnTo>
                  <a:lnTo>
                    <a:pt x="2468936" y="1373529"/>
                  </a:lnTo>
                  <a:lnTo>
                    <a:pt x="2473215" y="1143498"/>
                  </a:lnTo>
                  <a:lnTo>
                    <a:pt x="2477494" y="890659"/>
                  </a:lnTo>
                  <a:lnTo>
                    <a:pt x="2481773" y="787781"/>
                  </a:lnTo>
                  <a:lnTo>
                    <a:pt x="2486052" y="832216"/>
                  </a:lnTo>
                  <a:lnTo>
                    <a:pt x="2490331" y="934726"/>
                  </a:lnTo>
                  <a:lnTo>
                    <a:pt x="2494610" y="1157756"/>
                  </a:lnTo>
                  <a:lnTo>
                    <a:pt x="2498889" y="1222309"/>
                  </a:lnTo>
                  <a:lnTo>
                    <a:pt x="2503168" y="1205059"/>
                  </a:lnTo>
                  <a:lnTo>
                    <a:pt x="2507447" y="1206378"/>
                  </a:lnTo>
                  <a:lnTo>
                    <a:pt x="2511726" y="1261812"/>
                  </a:lnTo>
                  <a:lnTo>
                    <a:pt x="2516004" y="1256452"/>
                  </a:lnTo>
                  <a:lnTo>
                    <a:pt x="2520283" y="1043355"/>
                  </a:lnTo>
                  <a:lnTo>
                    <a:pt x="2524562" y="1016245"/>
                  </a:lnTo>
                  <a:lnTo>
                    <a:pt x="2528841" y="1063235"/>
                  </a:lnTo>
                  <a:lnTo>
                    <a:pt x="2533120" y="1090203"/>
                  </a:lnTo>
                  <a:lnTo>
                    <a:pt x="2537399" y="1067893"/>
                  </a:lnTo>
                  <a:lnTo>
                    <a:pt x="2541678" y="1016804"/>
                  </a:lnTo>
                  <a:lnTo>
                    <a:pt x="2545957" y="1075892"/>
                  </a:lnTo>
                  <a:lnTo>
                    <a:pt x="2550236" y="1197295"/>
                  </a:lnTo>
                  <a:lnTo>
                    <a:pt x="2554515" y="1272910"/>
                  </a:lnTo>
                  <a:lnTo>
                    <a:pt x="2558794" y="1255766"/>
                  </a:lnTo>
                  <a:lnTo>
                    <a:pt x="2563073" y="1189040"/>
                  </a:lnTo>
                  <a:lnTo>
                    <a:pt x="2567351" y="1191790"/>
                  </a:lnTo>
                  <a:lnTo>
                    <a:pt x="2571630" y="1209777"/>
                  </a:lnTo>
                  <a:lnTo>
                    <a:pt x="2575909" y="1121543"/>
                  </a:lnTo>
                  <a:lnTo>
                    <a:pt x="2580188" y="1069889"/>
                  </a:lnTo>
                  <a:lnTo>
                    <a:pt x="2584467" y="1103754"/>
                  </a:lnTo>
                  <a:lnTo>
                    <a:pt x="2588746" y="1095582"/>
                  </a:lnTo>
                  <a:lnTo>
                    <a:pt x="2593025" y="1047569"/>
                  </a:lnTo>
                  <a:lnTo>
                    <a:pt x="2597304" y="1000866"/>
                  </a:lnTo>
                  <a:lnTo>
                    <a:pt x="2601583" y="999612"/>
                  </a:lnTo>
                  <a:lnTo>
                    <a:pt x="2605862" y="922291"/>
                  </a:lnTo>
                  <a:lnTo>
                    <a:pt x="2610141" y="786064"/>
                  </a:lnTo>
                  <a:lnTo>
                    <a:pt x="2614420" y="713230"/>
                  </a:lnTo>
                  <a:lnTo>
                    <a:pt x="2618699" y="653032"/>
                  </a:lnTo>
                  <a:lnTo>
                    <a:pt x="2622977" y="555923"/>
                  </a:lnTo>
                  <a:lnTo>
                    <a:pt x="2627256" y="450489"/>
                  </a:lnTo>
                  <a:lnTo>
                    <a:pt x="2631535" y="432997"/>
                  </a:lnTo>
                  <a:lnTo>
                    <a:pt x="2635814" y="410243"/>
                  </a:lnTo>
                  <a:lnTo>
                    <a:pt x="2640093" y="448487"/>
                  </a:lnTo>
                  <a:lnTo>
                    <a:pt x="2644372" y="596889"/>
                  </a:lnTo>
                  <a:lnTo>
                    <a:pt x="2648651" y="813494"/>
                  </a:lnTo>
                  <a:lnTo>
                    <a:pt x="2652930" y="1001121"/>
                  </a:lnTo>
                  <a:lnTo>
                    <a:pt x="2657209" y="1202012"/>
                  </a:lnTo>
                  <a:lnTo>
                    <a:pt x="2661488" y="1415037"/>
                  </a:lnTo>
                  <a:lnTo>
                    <a:pt x="2665767" y="1488783"/>
                  </a:lnTo>
                  <a:lnTo>
                    <a:pt x="2670046" y="1452858"/>
                  </a:lnTo>
                  <a:lnTo>
                    <a:pt x="2674324" y="1319641"/>
                  </a:lnTo>
                  <a:lnTo>
                    <a:pt x="2678603" y="1231850"/>
                  </a:lnTo>
                  <a:lnTo>
                    <a:pt x="2682882" y="1089609"/>
                  </a:lnTo>
                  <a:lnTo>
                    <a:pt x="2687161" y="952150"/>
                  </a:lnTo>
                  <a:lnTo>
                    <a:pt x="2691440" y="871443"/>
                  </a:lnTo>
                  <a:lnTo>
                    <a:pt x="2695719" y="868739"/>
                  </a:lnTo>
                  <a:lnTo>
                    <a:pt x="2699998" y="918960"/>
                  </a:lnTo>
                  <a:lnTo>
                    <a:pt x="2704277" y="899448"/>
                  </a:lnTo>
                  <a:lnTo>
                    <a:pt x="2708556" y="953992"/>
                  </a:lnTo>
                  <a:lnTo>
                    <a:pt x="2712835" y="1008004"/>
                  </a:lnTo>
                  <a:lnTo>
                    <a:pt x="2717114" y="1156983"/>
                  </a:lnTo>
                  <a:lnTo>
                    <a:pt x="2721393" y="1201542"/>
                  </a:lnTo>
                  <a:lnTo>
                    <a:pt x="2725672" y="1206756"/>
                  </a:lnTo>
                  <a:lnTo>
                    <a:pt x="2729950" y="1275739"/>
                  </a:lnTo>
                  <a:lnTo>
                    <a:pt x="2734229" y="1462022"/>
                  </a:lnTo>
                  <a:lnTo>
                    <a:pt x="2738508" y="1625461"/>
                  </a:lnTo>
                  <a:lnTo>
                    <a:pt x="2742787" y="1543556"/>
                  </a:lnTo>
                  <a:lnTo>
                    <a:pt x="2747066" y="1450982"/>
                  </a:lnTo>
                  <a:lnTo>
                    <a:pt x="2751345" y="1372643"/>
                  </a:lnTo>
                  <a:lnTo>
                    <a:pt x="2755624" y="1281228"/>
                  </a:lnTo>
                  <a:lnTo>
                    <a:pt x="2759903" y="1036364"/>
                  </a:lnTo>
                  <a:lnTo>
                    <a:pt x="2764182" y="811329"/>
                  </a:lnTo>
                  <a:lnTo>
                    <a:pt x="2768461" y="705619"/>
                  </a:lnTo>
                  <a:lnTo>
                    <a:pt x="2772740" y="659513"/>
                  </a:lnTo>
                  <a:lnTo>
                    <a:pt x="2777019" y="700021"/>
                  </a:lnTo>
                  <a:lnTo>
                    <a:pt x="2781297" y="719652"/>
                  </a:lnTo>
                  <a:lnTo>
                    <a:pt x="2785576" y="653635"/>
                  </a:lnTo>
                  <a:lnTo>
                    <a:pt x="2789855" y="651954"/>
                  </a:lnTo>
                  <a:lnTo>
                    <a:pt x="2794134" y="755528"/>
                  </a:lnTo>
                  <a:lnTo>
                    <a:pt x="2798413" y="725395"/>
                  </a:lnTo>
                  <a:lnTo>
                    <a:pt x="2802692" y="640650"/>
                  </a:lnTo>
                  <a:lnTo>
                    <a:pt x="2806971" y="609507"/>
                  </a:lnTo>
                  <a:lnTo>
                    <a:pt x="2811250" y="643656"/>
                  </a:lnTo>
                  <a:lnTo>
                    <a:pt x="2815529" y="592216"/>
                  </a:lnTo>
                  <a:lnTo>
                    <a:pt x="2819808" y="473291"/>
                  </a:lnTo>
                  <a:lnTo>
                    <a:pt x="2824087" y="453797"/>
                  </a:lnTo>
                  <a:lnTo>
                    <a:pt x="2828366" y="425201"/>
                  </a:lnTo>
                  <a:lnTo>
                    <a:pt x="2832645" y="368143"/>
                  </a:lnTo>
                  <a:lnTo>
                    <a:pt x="2836923" y="344155"/>
                  </a:lnTo>
                  <a:lnTo>
                    <a:pt x="2841202" y="373807"/>
                  </a:lnTo>
                  <a:lnTo>
                    <a:pt x="2845481" y="443123"/>
                  </a:lnTo>
                  <a:lnTo>
                    <a:pt x="2849760" y="539979"/>
                  </a:lnTo>
                  <a:lnTo>
                    <a:pt x="2854039" y="566392"/>
                  </a:lnTo>
                  <a:lnTo>
                    <a:pt x="2858318" y="651618"/>
                  </a:lnTo>
                  <a:lnTo>
                    <a:pt x="2862597" y="680452"/>
                  </a:lnTo>
                  <a:lnTo>
                    <a:pt x="2866876" y="658282"/>
                  </a:lnTo>
                  <a:lnTo>
                    <a:pt x="2871155" y="659052"/>
                  </a:lnTo>
                  <a:lnTo>
                    <a:pt x="2875434" y="716493"/>
                  </a:lnTo>
                  <a:lnTo>
                    <a:pt x="2879713" y="891790"/>
                  </a:lnTo>
                  <a:lnTo>
                    <a:pt x="2883992" y="1006407"/>
                  </a:lnTo>
                  <a:lnTo>
                    <a:pt x="2888270" y="1027581"/>
                  </a:lnTo>
                  <a:lnTo>
                    <a:pt x="2892549" y="998448"/>
                  </a:lnTo>
                  <a:lnTo>
                    <a:pt x="2896828" y="881111"/>
                  </a:lnTo>
                  <a:lnTo>
                    <a:pt x="2901107" y="735696"/>
                  </a:lnTo>
                  <a:lnTo>
                    <a:pt x="2905386" y="561530"/>
                  </a:lnTo>
                  <a:lnTo>
                    <a:pt x="2909665" y="436777"/>
                  </a:lnTo>
                  <a:lnTo>
                    <a:pt x="2913944" y="463687"/>
                  </a:lnTo>
                  <a:lnTo>
                    <a:pt x="2918223" y="502046"/>
                  </a:lnTo>
                  <a:lnTo>
                    <a:pt x="2922502" y="502452"/>
                  </a:lnTo>
                  <a:lnTo>
                    <a:pt x="2926781" y="481248"/>
                  </a:lnTo>
                  <a:lnTo>
                    <a:pt x="2931060" y="440579"/>
                  </a:lnTo>
                  <a:lnTo>
                    <a:pt x="2935339" y="330209"/>
                  </a:lnTo>
                  <a:lnTo>
                    <a:pt x="2939618" y="243926"/>
                  </a:lnTo>
                  <a:lnTo>
                    <a:pt x="2943896" y="259891"/>
                  </a:lnTo>
                  <a:lnTo>
                    <a:pt x="2948175" y="429937"/>
                  </a:lnTo>
                  <a:lnTo>
                    <a:pt x="2952454" y="649630"/>
                  </a:lnTo>
                  <a:lnTo>
                    <a:pt x="2956733" y="852066"/>
                  </a:lnTo>
                  <a:lnTo>
                    <a:pt x="2961012" y="919373"/>
                  </a:lnTo>
                  <a:lnTo>
                    <a:pt x="2965291" y="896510"/>
                  </a:lnTo>
                  <a:lnTo>
                    <a:pt x="2969570" y="845572"/>
                  </a:lnTo>
                  <a:lnTo>
                    <a:pt x="2973849" y="721334"/>
                  </a:lnTo>
                  <a:lnTo>
                    <a:pt x="2978128" y="617762"/>
                  </a:lnTo>
                  <a:lnTo>
                    <a:pt x="2982407" y="622990"/>
                  </a:lnTo>
                  <a:lnTo>
                    <a:pt x="2986686" y="730620"/>
                  </a:lnTo>
                  <a:lnTo>
                    <a:pt x="2990965" y="866911"/>
                  </a:lnTo>
                  <a:lnTo>
                    <a:pt x="2995243" y="1060201"/>
                  </a:lnTo>
                  <a:lnTo>
                    <a:pt x="2999522" y="1190543"/>
                  </a:lnTo>
                  <a:lnTo>
                    <a:pt x="3003801" y="1166473"/>
                  </a:lnTo>
                  <a:lnTo>
                    <a:pt x="3008080" y="1085062"/>
                  </a:lnTo>
                  <a:lnTo>
                    <a:pt x="3012359" y="1050613"/>
                  </a:lnTo>
                  <a:lnTo>
                    <a:pt x="3016638" y="1033276"/>
                  </a:lnTo>
                  <a:lnTo>
                    <a:pt x="3020917" y="923256"/>
                  </a:lnTo>
                  <a:lnTo>
                    <a:pt x="3025196" y="944590"/>
                  </a:lnTo>
                  <a:lnTo>
                    <a:pt x="3029475" y="1064207"/>
                  </a:lnTo>
                  <a:lnTo>
                    <a:pt x="3033754" y="1024209"/>
                  </a:lnTo>
                  <a:lnTo>
                    <a:pt x="3038033" y="973290"/>
                  </a:lnTo>
                  <a:lnTo>
                    <a:pt x="3042312" y="887361"/>
                  </a:lnTo>
                  <a:lnTo>
                    <a:pt x="3046591" y="831470"/>
                  </a:lnTo>
                  <a:lnTo>
                    <a:pt x="3050869" y="733074"/>
                  </a:lnTo>
                  <a:lnTo>
                    <a:pt x="3055148" y="689158"/>
                  </a:lnTo>
                  <a:lnTo>
                    <a:pt x="3059427" y="774959"/>
                  </a:lnTo>
                  <a:lnTo>
                    <a:pt x="3063706" y="766539"/>
                  </a:lnTo>
                  <a:lnTo>
                    <a:pt x="3067985" y="770466"/>
                  </a:lnTo>
                  <a:lnTo>
                    <a:pt x="3072264" y="730681"/>
                  </a:lnTo>
                  <a:lnTo>
                    <a:pt x="3076543" y="707928"/>
                  </a:lnTo>
                  <a:lnTo>
                    <a:pt x="3080822" y="661846"/>
                  </a:lnTo>
                  <a:lnTo>
                    <a:pt x="3085101" y="565981"/>
                  </a:lnTo>
                  <a:lnTo>
                    <a:pt x="3089380" y="463841"/>
                  </a:lnTo>
                  <a:lnTo>
                    <a:pt x="3093659" y="354279"/>
                  </a:lnTo>
                  <a:lnTo>
                    <a:pt x="3097938" y="304838"/>
                  </a:lnTo>
                  <a:lnTo>
                    <a:pt x="3102216" y="214202"/>
                  </a:lnTo>
                  <a:lnTo>
                    <a:pt x="3106495" y="75197"/>
                  </a:lnTo>
                  <a:lnTo>
                    <a:pt x="3110774" y="26775"/>
                  </a:lnTo>
                  <a:lnTo>
                    <a:pt x="3115053" y="88334"/>
                  </a:lnTo>
                  <a:lnTo>
                    <a:pt x="3119332" y="175393"/>
                  </a:lnTo>
                  <a:lnTo>
                    <a:pt x="3123611" y="239482"/>
                  </a:lnTo>
                  <a:lnTo>
                    <a:pt x="3127890" y="273173"/>
                  </a:lnTo>
                  <a:lnTo>
                    <a:pt x="3132169" y="350687"/>
                  </a:lnTo>
                  <a:lnTo>
                    <a:pt x="3136448" y="348611"/>
                  </a:lnTo>
                  <a:lnTo>
                    <a:pt x="3140727" y="287931"/>
                  </a:lnTo>
                  <a:lnTo>
                    <a:pt x="3145006" y="294639"/>
                  </a:lnTo>
                  <a:lnTo>
                    <a:pt x="3149285" y="358599"/>
                  </a:lnTo>
                  <a:lnTo>
                    <a:pt x="3153563" y="413106"/>
                  </a:lnTo>
                  <a:lnTo>
                    <a:pt x="3157842" y="418439"/>
                  </a:lnTo>
                  <a:lnTo>
                    <a:pt x="3162121" y="515833"/>
                  </a:lnTo>
                  <a:lnTo>
                    <a:pt x="3166400" y="716922"/>
                  </a:lnTo>
                  <a:lnTo>
                    <a:pt x="3170679" y="815049"/>
                  </a:lnTo>
                  <a:lnTo>
                    <a:pt x="3174958" y="834560"/>
                  </a:lnTo>
                  <a:lnTo>
                    <a:pt x="3179237" y="824332"/>
                  </a:lnTo>
                  <a:lnTo>
                    <a:pt x="3183516" y="800039"/>
                  </a:lnTo>
                  <a:lnTo>
                    <a:pt x="3187795" y="694380"/>
                  </a:lnTo>
                  <a:lnTo>
                    <a:pt x="3192074" y="571154"/>
                  </a:lnTo>
                  <a:lnTo>
                    <a:pt x="3196353" y="536141"/>
                  </a:lnTo>
                  <a:lnTo>
                    <a:pt x="3200632" y="513792"/>
                  </a:lnTo>
                  <a:lnTo>
                    <a:pt x="3204911" y="504539"/>
                  </a:lnTo>
                  <a:lnTo>
                    <a:pt x="3209189" y="511270"/>
                  </a:lnTo>
                  <a:lnTo>
                    <a:pt x="3213468" y="511238"/>
                  </a:lnTo>
                  <a:lnTo>
                    <a:pt x="3217747" y="464912"/>
                  </a:lnTo>
                  <a:lnTo>
                    <a:pt x="3222026" y="440621"/>
                  </a:lnTo>
                  <a:lnTo>
                    <a:pt x="3226305" y="451648"/>
                  </a:lnTo>
                  <a:lnTo>
                    <a:pt x="3230584" y="498374"/>
                  </a:lnTo>
                  <a:lnTo>
                    <a:pt x="3234863" y="533058"/>
                  </a:lnTo>
                  <a:lnTo>
                    <a:pt x="3239142" y="549184"/>
                  </a:lnTo>
                  <a:lnTo>
                    <a:pt x="3243421" y="582762"/>
                  </a:lnTo>
                  <a:lnTo>
                    <a:pt x="3247700" y="589682"/>
                  </a:lnTo>
                  <a:lnTo>
                    <a:pt x="3251979" y="596814"/>
                  </a:lnTo>
                  <a:lnTo>
                    <a:pt x="3256258" y="570439"/>
                  </a:lnTo>
                  <a:lnTo>
                    <a:pt x="3260536" y="493020"/>
                  </a:lnTo>
                  <a:lnTo>
                    <a:pt x="3264815" y="491417"/>
                  </a:lnTo>
                  <a:lnTo>
                    <a:pt x="3269094" y="507699"/>
                  </a:lnTo>
                  <a:lnTo>
                    <a:pt x="3273373" y="493357"/>
                  </a:lnTo>
                  <a:lnTo>
                    <a:pt x="3277652" y="560987"/>
                  </a:lnTo>
                  <a:lnTo>
                    <a:pt x="3281931" y="701154"/>
                  </a:lnTo>
                  <a:lnTo>
                    <a:pt x="3286210" y="865554"/>
                  </a:lnTo>
                  <a:lnTo>
                    <a:pt x="3290489" y="920573"/>
                  </a:lnTo>
                  <a:lnTo>
                    <a:pt x="3294768" y="944972"/>
                  </a:lnTo>
                  <a:lnTo>
                    <a:pt x="3299047" y="934309"/>
                  </a:lnTo>
                  <a:lnTo>
                    <a:pt x="3303326" y="789585"/>
                  </a:lnTo>
                  <a:lnTo>
                    <a:pt x="3307605" y="632244"/>
                  </a:lnTo>
                  <a:lnTo>
                    <a:pt x="3311884" y="505265"/>
                  </a:lnTo>
                  <a:lnTo>
                    <a:pt x="3316162" y="414004"/>
                  </a:lnTo>
                  <a:lnTo>
                    <a:pt x="3320441" y="322580"/>
                  </a:lnTo>
                  <a:lnTo>
                    <a:pt x="3324720" y="218816"/>
                  </a:lnTo>
                  <a:lnTo>
                    <a:pt x="3328999" y="187975"/>
                  </a:lnTo>
                  <a:lnTo>
                    <a:pt x="3333278" y="243878"/>
                  </a:lnTo>
                  <a:lnTo>
                    <a:pt x="3337557" y="289045"/>
                  </a:lnTo>
                  <a:lnTo>
                    <a:pt x="3341836" y="329728"/>
                  </a:lnTo>
                  <a:lnTo>
                    <a:pt x="3346115" y="399184"/>
                  </a:lnTo>
                  <a:lnTo>
                    <a:pt x="3350394" y="550392"/>
                  </a:lnTo>
                  <a:lnTo>
                    <a:pt x="3354673" y="668056"/>
                  </a:lnTo>
                  <a:lnTo>
                    <a:pt x="3358952" y="685485"/>
                  </a:lnTo>
                  <a:lnTo>
                    <a:pt x="3363231" y="749595"/>
                  </a:lnTo>
                  <a:lnTo>
                    <a:pt x="3367509" y="888858"/>
                  </a:lnTo>
                  <a:lnTo>
                    <a:pt x="3371788" y="980527"/>
                  </a:lnTo>
                  <a:lnTo>
                    <a:pt x="3376067" y="1026619"/>
                  </a:lnTo>
                  <a:lnTo>
                    <a:pt x="3380346" y="975399"/>
                  </a:lnTo>
                  <a:lnTo>
                    <a:pt x="3384625" y="930017"/>
                  </a:lnTo>
                  <a:lnTo>
                    <a:pt x="3388904" y="896483"/>
                  </a:lnTo>
                  <a:lnTo>
                    <a:pt x="3393183" y="822392"/>
                  </a:lnTo>
                  <a:lnTo>
                    <a:pt x="3397462" y="786119"/>
                  </a:lnTo>
                  <a:lnTo>
                    <a:pt x="3401741" y="732013"/>
                  </a:lnTo>
                  <a:lnTo>
                    <a:pt x="3406020" y="705842"/>
                  </a:lnTo>
                  <a:lnTo>
                    <a:pt x="3410299" y="638834"/>
                  </a:lnTo>
                  <a:lnTo>
                    <a:pt x="3414578" y="572921"/>
                  </a:lnTo>
                  <a:lnTo>
                    <a:pt x="3418857" y="541862"/>
                  </a:lnTo>
                  <a:lnTo>
                    <a:pt x="3423135" y="454994"/>
                  </a:lnTo>
                  <a:lnTo>
                    <a:pt x="3427414" y="379632"/>
                  </a:lnTo>
                  <a:lnTo>
                    <a:pt x="3431693" y="407441"/>
                  </a:lnTo>
                  <a:lnTo>
                    <a:pt x="3435972" y="543276"/>
                  </a:lnTo>
                  <a:lnTo>
                    <a:pt x="3440251" y="690275"/>
                  </a:lnTo>
                  <a:lnTo>
                    <a:pt x="3444530" y="730968"/>
                  </a:lnTo>
                  <a:lnTo>
                    <a:pt x="3448809" y="813407"/>
                  </a:lnTo>
                  <a:lnTo>
                    <a:pt x="3453088" y="894612"/>
                  </a:lnTo>
                  <a:lnTo>
                    <a:pt x="3457367" y="884443"/>
                  </a:lnTo>
                  <a:lnTo>
                    <a:pt x="3461646" y="811318"/>
                  </a:lnTo>
                  <a:lnTo>
                    <a:pt x="3465925" y="780267"/>
                  </a:lnTo>
                  <a:lnTo>
                    <a:pt x="3470204" y="806861"/>
                  </a:lnTo>
                  <a:lnTo>
                    <a:pt x="3474482" y="786694"/>
                  </a:lnTo>
                  <a:lnTo>
                    <a:pt x="3478761" y="779594"/>
                  </a:lnTo>
                  <a:lnTo>
                    <a:pt x="3483040" y="937036"/>
                  </a:lnTo>
                  <a:lnTo>
                    <a:pt x="3487319" y="1057032"/>
                  </a:lnTo>
                  <a:lnTo>
                    <a:pt x="3491598" y="982175"/>
                  </a:lnTo>
                  <a:lnTo>
                    <a:pt x="3495877" y="931227"/>
                  </a:lnTo>
                  <a:lnTo>
                    <a:pt x="3500156" y="936488"/>
                  </a:lnTo>
                  <a:lnTo>
                    <a:pt x="3504435" y="955193"/>
                  </a:lnTo>
                  <a:lnTo>
                    <a:pt x="3508714" y="866317"/>
                  </a:lnTo>
                  <a:lnTo>
                    <a:pt x="3512993" y="780661"/>
                  </a:lnTo>
                  <a:lnTo>
                    <a:pt x="3517272" y="758675"/>
                  </a:lnTo>
                  <a:lnTo>
                    <a:pt x="3521551" y="831821"/>
                  </a:lnTo>
                  <a:lnTo>
                    <a:pt x="3525830" y="862951"/>
                  </a:lnTo>
                  <a:lnTo>
                    <a:pt x="3530108" y="875848"/>
                  </a:lnTo>
                  <a:lnTo>
                    <a:pt x="3534387" y="853957"/>
                  </a:lnTo>
                  <a:lnTo>
                    <a:pt x="3538666" y="806777"/>
                  </a:lnTo>
                  <a:lnTo>
                    <a:pt x="3542945" y="821016"/>
                  </a:lnTo>
                  <a:lnTo>
                    <a:pt x="3547224" y="715199"/>
                  </a:lnTo>
                  <a:lnTo>
                    <a:pt x="3551503" y="675490"/>
                  </a:lnTo>
                  <a:lnTo>
                    <a:pt x="3555782" y="664963"/>
                  </a:lnTo>
                  <a:lnTo>
                    <a:pt x="3560061" y="668040"/>
                  </a:lnTo>
                  <a:lnTo>
                    <a:pt x="3564340" y="668266"/>
                  </a:lnTo>
                  <a:lnTo>
                    <a:pt x="3568619" y="602221"/>
                  </a:lnTo>
                  <a:lnTo>
                    <a:pt x="3572898" y="582327"/>
                  </a:lnTo>
                  <a:lnTo>
                    <a:pt x="3577177" y="610557"/>
                  </a:lnTo>
                  <a:lnTo>
                    <a:pt x="3581455" y="630613"/>
                  </a:lnTo>
                  <a:lnTo>
                    <a:pt x="3585734" y="612179"/>
                  </a:lnTo>
                  <a:lnTo>
                    <a:pt x="3590013" y="641323"/>
                  </a:lnTo>
                  <a:lnTo>
                    <a:pt x="3594292" y="703953"/>
                  </a:lnTo>
                  <a:lnTo>
                    <a:pt x="3598571" y="745836"/>
                  </a:lnTo>
                  <a:lnTo>
                    <a:pt x="3602850" y="703029"/>
                  </a:lnTo>
                  <a:lnTo>
                    <a:pt x="3607129" y="694753"/>
                  </a:lnTo>
                  <a:lnTo>
                    <a:pt x="3611408" y="746962"/>
                  </a:lnTo>
                  <a:lnTo>
                    <a:pt x="3615687" y="796205"/>
                  </a:lnTo>
                  <a:lnTo>
                    <a:pt x="3619966" y="890549"/>
                  </a:lnTo>
                  <a:lnTo>
                    <a:pt x="3624245" y="999941"/>
                  </a:lnTo>
                  <a:lnTo>
                    <a:pt x="3628524" y="1107305"/>
                  </a:lnTo>
                  <a:lnTo>
                    <a:pt x="3632803" y="1125321"/>
                  </a:lnTo>
                  <a:lnTo>
                    <a:pt x="3637081" y="1085352"/>
                  </a:lnTo>
                  <a:lnTo>
                    <a:pt x="3641360" y="1012463"/>
                  </a:lnTo>
                  <a:lnTo>
                    <a:pt x="3645639" y="911956"/>
                  </a:lnTo>
                  <a:lnTo>
                    <a:pt x="3649918" y="808146"/>
                  </a:lnTo>
                  <a:lnTo>
                    <a:pt x="3654197" y="703391"/>
                  </a:lnTo>
                  <a:lnTo>
                    <a:pt x="3658476" y="663380"/>
                  </a:lnTo>
                  <a:lnTo>
                    <a:pt x="3662755" y="664522"/>
                  </a:lnTo>
                  <a:lnTo>
                    <a:pt x="3667034" y="712186"/>
                  </a:lnTo>
                  <a:lnTo>
                    <a:pt x="3671313" y="729661"/>
                  </a:lnTo>
                  <a:lnTo>
                    <a:pt x="3675592" y="735641"/>
                  </a:lnTo>
                  <a:lnTo>
                    <a:pt x="3679871" y="767932"/>
                  </a:lnTo>
                  <a:lnTo>
                    <a:pt x="3684150" y="764223"/>
                  </a:lnTo>
                  <a:lnTo>
                    <a:pt x="3688428" y="762794"/>
                  </a:lnTo>
                  <a:lnTo>
                    <a:pt x="3692707" y="688785"/>
                  </a:lnTo>
                  <a:lnTo>
                    <a:pt x="3696986" y="612576"/>
                  </a:lnTo>
                  <a:lnTo>
                    <a:pt x="3701265" y="557203"/>
                  </a:lnTo>
                  <a:lnTo>
                    <a:pt x="3705544" y="491429"/>
                  </a:lnTo>
                  <a:lnTo>
                    <a:pt x="3709823" y="459827"/>
                  </a:lnTo>
                  <a:lnTo>
                    <a:pt x="3714102" y="433410"/>
                  </a:lnTo>
                  <a:lnTo>
                    <a:pt x="3718381" y="452890"/>
                  </a:lnTo>
                  <a:lnTo>
                    <a:pt x="3722660" y="489549"/>
                  </a:lnTo>
                  <a:lnTo>
                    <a:pt x="3726939" y="542236"/>
                  </a:lnTo>
                  <a:lnTo>
                    <a:pt x="3731218" y="560994"/>
                  </a:lnTo>
                  <a:lnTo>
                    <a:pt x="3735497" y="520558"/>
                  </a:lnTo>
                  <a:lnTo>
                    <a:pt x="3739776" y="489660"/>
                  </a:lnTo>
                  <a:lnTo>
                    <a:pt x="3744054" y="453760"/>
                  </a:lnTo>
                  <a:lnTo>
                    <a:pt x="3748333" y="401432"/>
                  </a:lnTo>
                  <a:lnTo>
                    <a:pt x="3752612" y="315779"/>
                  </a:lnTo>
                  <a:lnTo>
                    <a:pt x="3756891" y="244938"/>
                  </a:lnTo>
                  <a:lnTo>
                    <a:pt x="3761170" y="327669"/>
                  </a:lnTo>
                  <a:lnTo>
                    <a:pt x="3765449" y="469173"/>
                  </a:lnTo>
                  <a:lnTo>
                    <a:pt x="3769728" y="592952"/>
                  </a:lnTo>
                  <a:lnTo>
                    <a:pt x="3774007" y="680475"/>
                  </a:lnTo>
                  <a:lnTo>
                    <a:pt x="3778286" y="745894"/>
                  </a:lnTo>
                  <a:lnTo>
                    <a:pt x="3782565" y="874061"/>
                  </a:lnTo>
                  <a:lnTo>
                    <a:pt x="3786844" y="888839"/>
                  </a:lnTo>
                  <a:lnTo>
                    <a:pt x="3791123" y="842060"/>
                  </a:lnTo>
                  <a:lnTo>
                    <a:pt x="3795401" y="770971"/>
                  </a:lnTo>
                  <a:lnTo>
                    <a:pt x="3799680" y="741857"/>
                  </a:lnTo>
                  <a:lnTo>
                    <a:pt x="3803959" y="724827"/>
                  </a:lnTo>
                  <a:lnTo>
                    <a:pt x="3808238" y="654530"/>
                  </a:lnTo>
                  <a:lnTo>
                    <a:pt x="3812517" y="573119"/>
                  </a:lnTo>
                  <a:lnTo>
                    <a:pt x="3816796" y="501085"/>
                  </a:lnTo>
                  <a:lnTo>
                    <a:pt x="3821075" y="506561"/>
                  </a:lnTo>
                  <a:lnTo>
                    <a:pt x="3825354" y="550515"/>
                  </a:lnTo>
                  <a:lnTo>
                    <a:pt x="3829633" y="594990"/>
                  </a:lnTo>
                  <a:lnTo>
                    <a:pt x="3833912" y="611736"/>
                  </a:lnTo>
                  <a:lnTo>
                    <a:pt x="3838191" y="625387"/>
                  </a:lnTo>
                  <a:lnTo>
                    <a:pt x="3842470" y="617045"/>
                  </a:lnTo>
                  <a:lnTo>
                    <a:pt x="3846749" y="545795"/>
                  </a:lnTo>
                  <a:lnTo>
                    <a:pt x="3851027" y="464902"/>
                  </a:lnTo>
                  <a:lnTo>
                    <a:pt x="3855306" y="411166"/>
                  </a:lnTo>
                  <a:lnTo>
                    <a:pt x="3859585" y="357201"/>
                  </a:lnTo>
                  <a:lnTo>
                    <a:pt x="3863864" y="313936"/>
                  </a:lnTo>
                  <a:lnTo>
                    <a:pt x="3868143" y="297270"/>
                  </a:lnTo>
                  <a:lnTo>
                    <a:pt x="3872422" y="359240"/>
                  </a:lnTo>
                  <a:lnTo>
                    <a:pt x="3876701" y="404740"/>
                  </a:lnTo>
                  <a:lnTo>
                    <a:pt x="3880980" y="434618"/>
                  </a:lnTo>
                  <a:lnTo>
                    <a:pt x="3885259" y="458241"/>
                  </a:lnTo>
                  <a:lnTo>
                    <a:pt x="3889538" y="482295"/>
                  </a:lnTo>
                  <a:lnTo>
                    <a:pt x="3893817" y="479164"/>
                  </a:lnTo>
                  <a:lnTo>
                    <a:pt x="3898096" y="489408"/>
                  </a:lnTo>
                  <a:lnTo>
                    <a:pt x="3902374" y="610772"/>
                  </a:lnTo>
                  <a:lnTo>
                    <a:pt x="3906653" y="730894"/>
                  </a:lnTo>
                  <a:lnTo>
                    <a:pt x="3910932" y="886020"/>
                  </a:lnTo>
                  <a:lnTo>
                    <a:pt x="3915211" y="1043160"/>
                  </a:lnTo>
                  <a:lnTo>
                    <a:pt x="3919490" y="1159481"/>
                  </a:lnTo>
                  <a:lnTo>
                    <a:pt x="3923769" y="1184411"/>
                  </a:lnTo>
                  <a:lnTo>
                    <a:pt x="3928048" y="1075286"/>
                  </a:lnTo>
                  <a:lnTo>
                    <a:pt x="3932327" y="936750"/>
                  </a:lnTo>
                  <a:lnTo>
                    <a:pt x="3936606" y="758964"/>
                  </a:lnTo>
                  <a:lnTo>
                    <a:pt x="3940885" y="560933"/>
                  </a:lnTo>
                  <a:lnTo>
                    <a:pt x="3945164" y="395474"/>
                  </a:lnTo>
                  <a:lnTo>
                    <a:pt x="3949443" y="332603"/>
                  </a:lnTo>
                  <a:lnTo>
                    <a:pt x="3953722" y="317925"/>
                  </a:lnTo>
                  <a:lnTo>
                    <a:pt x="3958000" y="291208"/>
                  </a:lnTo>
                  <a:lnTo>
                    <a:pt x="3962279" y="358543"/>
                  </a:lnTo>
                  <a:lnTo>
                    <a:pt x="3966558" y="406314"/>
                  </a:lnTo>
                  <a:lnTo>
                    <a:pt x="3970837" y="523149"/>
                  </a:lnTo>
                  <a:lnTo>
                    <a:pt x="3975116" y="557876"/>
                  </a:lnTo>
                  <a:lnTo>
                    <a:pt x="3979395" y="511337"/>
                  </a:lnTo>
                  <a:lnTo>
                    <a:pt x="3983674" y="535348"/>
                  </a:lnTo>
                  <a:lnTo>
                    <a:pt x="3987953" y="528601"/>
                  </a:lnTo>
                  <a:lnTo>
                    <a:pt x="3992232" y="535076"/>
                  </a:lnTo>
                  <a:lnTo>
                    <a:pt x="3996511" y="543233"/>
                  </a:lnTo>
                  <a:lnTo>
                    <a:pt x="4000790" y="606506"/>
                  </a:lnTo>
                  <a:lnTo>
                    <a:pt x="4005069" y="763530"/>
                  </a:lnTo>
                  <a:lnTo>
                    <a:pt x="4009347" y="864599"/>
                  </a:lnTo>
                  <a:lnTo>
                    <a:pt x="4013626" y="857185"/>
                  </a:lnTo>
                  <a:lnTo>
                    <a:pt x="4017905" y="846158"/>
                  </a:lnTo>
                  <a:lnTo>
                    <a:pt x="4022184" y="763614"/>
                  </a:lnTo>
                  <a:lnTo>
                    <a:pt x="4026463" y="687100"/>
                  </a:lnTo>
                  <a:lnTo>
                    <a:pt x="4030742" y="583978"/>
                  </a:lnTo>
                  <a:lnTo>
                    <a:pt x="4035021" y="560203"/>
                  </a:lnTo>
                  <a:lnTo>
                    <a:pt x="4039300" y="668020"/>
                  </a:lnTo>
                  <a:lnTo>
                    <a:pt x="4043579" y="766336"/>
                  </a:lnTo>
                  <a:lnTo>
                    <a:pt x="4047858" y="852492"/>
                  </a:lnTo>
                  <a:lnTo>
                    <a:pt x="4052137" y="870689"/>
                  </a:lnTo>
                  <a:lnTo>
                    <a:pt x="4056416" y="842464"/>
                  </a:lnTo>
                  <a:lnTo>
                    <a:pt x="4060695" y="733260"/>
                  </a:lnTo>
                  <a:lnTo>
                    <a:pt x="4064973" y="593932"/>
                  </a:lnTo>
                  <a:lnTo>
                    <a:pt x="4069252" y="469159"/>
                  </a:lnTo>
                  <a:lnTo>
                    <a:pt x="4073531" y="370997"/>
                  </a:lnTo>
                  <a:lnTo>
                    <a:pt x="4077810" y="462904"/>
                  </a:lnTo>
                  <a:lnTo>
                    <a:pt x="4082089" y="580814"/>
                  </a:lnTo>
                  <a:lnTo>
                    <a:pt x="4086368" y="649875"/>
                  </a:lnTo>
                  <a:lnTo>
                    <a:pt x="4090647" y="761955"/>
                  </a:lnTo>
                  <a:lnTo>
                    <a:pt x="4094926" y="842240"/>
                  </a:lnTo>
                  <a:lnTo>
                    <a:pt x="4099205" y="871412"/>
                  </a:lnTo>
                  <a:lnTo>
                    <a:pt x="4103484" y="773230"/>
                  </a:lnTo>
                  <a:lnTo>
                    <a:pt x="4107763" y="714834"/>
                  </a:lnTo>
                  <a:lnTo>
                    <a:pt x="4112042" y="712746"/>
                  </a:lnTo>
                  <a:lnTo>
                    <a:pt x="4116320" y="600876"/>
                  </a:lnTo>
                  <a:lnTo>
                    <a:pt x="4120599" y="524463"/>
                  </a:lnTo>
                  <a:lnTo>
                    <a:pt x="4124878" y="534494"/>
                  </a:lnTo>
                  <a:lnTo>
                    <a:pt x="4129157" y="532145"/>
                  </a:lnTo>
                  <a:lnTo>
                    <a:pt x="4133436" y="492111"/>
                  </a:lnTo>
                  <a:lnTo>
                    <a:pt x="4137715" y="442096"/>
                  </a:lnTo>
                  <a:lnTo>
                    <a:pt x="4141994" y="506260"/>
                  </a:lnTo>
                  <a:lnTo>
                    <a:pt x="4146273" y="627298"/>
                  </a:lnTo>
                  <a:lnTo>
                    <a:pt x="4150552" y="630967"/>
                  </a:lnTo>
                  <a:lnTo>
                    <a:pt x="4154831" y="612695"/>
                  </a:lnTo>
                  <a:lnTo>
                    <a:pt x="4159110" y="605231"/>
                  </a:lnTo>
                  <a:lnTo>
                    <a:pt x="4163389" y="640304"/>
                  </a:lnTo>
                  <a:lnTo>
                    <a:pt x="4167668" y="672172"/>
                  </a:lnTo>
                  <a:lnTo>
                    <a:pt x="4171946" y="680262"/>
                  </a:lnTo>
                  <a:lnTo>
                    <a:pt x="4176225" y="755076"/>
                  </a:lnTo>
                  <a:lnTo>
                    <a:pt x="4180504" y="840358"/>
                  </a:lnTo>
                  <a:lnTo>
                    <a:pt x="4184783" y="894048"/>
                  </a:lnTo>
                  <a:lnTo>
                    <a:pt x="4189062" y="898012"/>
                  </a:lnTo>
                  <a:lnTo>
                    <a:pt x="4193341" y="836705"/>
                  </a:lnTo>
                  <a:lnTo>
                    <a:pt x="4197620" y="736382"/>
                  </a:lnTo>
                  <a:lnTo>
                    <a:pt x="4201899" y="637605"/>
                  </a:lnTo>
                  <a:lnTo>
                    <a:pt x="4206178" y="644834"/>
                  </a:lnTo>
                  <a:lnTo>
                    <a:pt x="4210457" y="863540"/>
                  </a:lnTo>
                  <a:lnTo>
                    <a:pt x="4214736" y="1061347"/>
                  </a:lnTo>
                  <a:lnTo>
                    <a:pt x="4219015" y="1163601"/>
                  </a:lnTo>
                  <a:lnTo>
                    <a:pt x="4223293" y="1284786"/>
                  </a:lnTo>
                  <a:lnTo>
                    <a:pt x="4227572" y="1394196"/>
                  </a:lnTo>
                  <a:lnTo>
                    <a:pt x="4231851" y="1364894"/>
                  </a:lnTo>
                  <a:lnTo>
                    <a:pt x="4236130" y="1215916"/>
                  </a:lnTo>
                  <a:lnTo>
                    <a:pt x="4240409" y="1104191"/>
                  </a:lnTo>
                  <a:lnTo>
                    <a:pt x="4244688" y="1056077"/>
                  </a:lnTo>
                  <a:lnTo>
                    <a:pt x="4248967" y="989972"/>
                  </a:lnTo>
                  <a:lnTo>
                    <a:pt x="4253246" y="900196"/>
                  </a:lnTo>
                  <a:lnTo>
                    <a:pt x="4257525" y="840611"/>
                  </a:lnTo>
                  <a:lnTo>
                    <a:pt x="4261804" y="731286"/>
                  </a:lnTo>
                  <a:lnTo>
                    <a:pt x="4266083" y="687979"/>
                  </a:lnTo>
                  <a:lnTo>
                    <a:pt x="4270362" y="711117"/>
                  </a:lnTo>
                  <a:lnTo>
                    <a:pt x="4274641" y="712359"/>
                  </a:lnTo>
                  <a:lnTo>
                    <a:pt x="4278919" y="773212"/>
                  </a:lnTo>
                  <a:lnTo>
                    <a:pt x="4283198" y="819244"/>
                  </a:lnTo>
                  <a:lnTo>
                    <a:pt x="4287477" y="828619"/>
                  </a:lnTo>
                  <a:lnTo>
                    <a:pt x="4291756" y="733800"/>
                  </a:lnTo>
                  <a:lnTo>
                    <a:pt x="4296035" y="567219"/>
                  </a:lnTo>
                  <a:lnTo>
                    <a:pt x="4300314" y="439168"/>
                  </a:lnTo>
                  <a:lnTo>
                    <a:pt x="4304593" y="290825"/>
                  </a:lnTo>
                  <a:lnTo>
                    <a:pt x="4308872" y="178674"/>
                  </a:lnTo>
                  <a:lnTo>
                    <a:pt x="4313151" y="68773"/>
                  </a:lnTo>
                  <a:lnTo>
                    <a:pt x="4317430" y="25250"/>
                  </a:lnTo>
                  <a:lnTo>
                    <a:pt x="4321709" y="14984"/>
                  </a:lnTo>
                  <a:lnTo>
                    <a:pt x="4325988" y="0"/>
                  </a:lnTo>
                  <a:lnTo>
                    <a:pt x="4330266" y="11811"/>
                  </a:lnTo>
                  <a:lnTo>
                    <a:pt x="4334545" y="39222"/>
                  </a:lnTo>
                  <a:lnTo>
                    <a:pt x="4338824" y="84527"/>
                  </a:lnTo>
                  <a:lnTo>
                    <a:pt x="4343103" y="83111"/>
                  </a:lnTo>
                  <a:lnTo>
                    <a:pt x="4347382" y="138326"/>
                  </a:lnTo>
                  <a:lnTo>
                    <a:pt x="4351661" y="174905"/>
                  </a:lnTo>
                  <a:lnTo>
                    <a:pt x="4355940" y="207751"/>
                  </a:lnTo>
                  <a:lnTo>
                    <a:pt x="4360219" y="287629"/>
                  </a:lnTo>
                  <a:lnTo>
                    <a:pt x="4364498" y="464713"/>
                  </a:lnTo>
                  <a:lnTo>
                    <a:pt x="4368777" y="695013"/>
                  </a:lnTo>
                  <a:lnTo>
                    <a:pt x="4373056" y="802230"/>
                  </a:lnTo>
                  <a:lnTo>
                    <a:pt x="4377335" y="893727"/>
                  </a:lnTo>
                  <a:lnTo>
                    <a:pt x="4381614" y="1054200"/>
                  </a:lnTo>
                  <a:lnTo>
                    <a:pt x="4385892" y="1104033"/>
                  </a:lnTo>
                  <a:lnTo>
                    <a:pt x="4390171" y="945998"/>
                  </a:lnTo>
                  <a:lnTo>
                    <a:pt x="4394450" y="727850"/>
                  </a:lnTo>
                  <a:lnTo>
                    <a:pt x="4398729" y="583590"/>
                  </a:lnTo>
                  <a:lnTo>
                    <a:pt x="4403008" y="599229"/>
                  </a:lnTo>
                  <a:lnTo>
                    <a:pt x="4407287" y="596158"/>
                  </a:lnTo>
                  <a:lnTo>
                    <a:pt x="4411566" y="519182"/>
                  </a:lnTo>
                  <a:lnTo>
                    <a:pt x="4415845" y="519865"/>
                  </a:lnTo>
                  <a:lnTo>
                    <a:pt x="4420124" y="555319"/>
                  </a:lnTo>
                  <a:lnTo>
                    <a:pt x="4424403" y="597296"/>
                  </a:lnTo>
                  <a:lnTo>
                    <a:pt x="4428682" y="511308"/>
                  </a:lnTo>
                  <a:lnTo>
                    <a:pt x="4432961" y="358120"/>
                  </a:lnTo>
                  <a:lnTo>
                    <a:pt x="4437239" y="317385"/>
                  </a:lnTo>
                  <a:lnTo>
                    <a:pt x="4441518" y="385295"/>
                  </a:lnTo>
                  <a:lnTo>
                    <a:pt x="4445797" y="431159"/>
                  </a:lnTo>
                  <a:lnTo>
                    <a:pt x="4450076" y="396903"/>
                  </a:lnTo>
                  <a:lnTo>
                    <a:pt x="4454355" y="342486"/>
                  </a:lnTo>
                  <a:lnTo>
                    <a:pt x="4458634" y="332529"/>
                  </a:lnTo>
                  <a:lnTo>
                    <a:pt x="4462913" y="305139"/>
                  </a:lnTo>
                  <a:lnTo>
                    <a:pt x="4467192" y="205785"/>
                  </a:lnTo>
                  <a:lnTo>
                    <a:pt x="4471471" y="142095"/>
                  </a:lnTo>
                  <a:lnTo>
                    <a:pt x="4475750" y="237088"/>
                  </a:lnTo>
                  <a:lnTo>
                    <a:pt x="4480029" y="352949"/>
                  </a:lnTo>
                  <a:lnTo>
                    <a:pt x="4484308" y="442841"/>
                  </a:lnTo>
                  <a:lnTo>
                    <a:pt x="4488587" y="520688"/>
                  </a:lnTo>
                  <a:lnTo>
                    <a:pt x="4492865" y="619157"/>
                  </a:lnTo>
                  <a:lnTo>
                    <a:pt x="4497144" y="716450"/>
                  </a:lnTo>
                  <a:lnTo>
                    <a:pt x="4501423" y="775038"/>
                  </a:lnTo>
                  <a:lnTo>
                    <a:pt x="4505702" y="810703"/>
                  </a:lnTo>
                  <a:lnTo>
                    <a:pt x="4509981" y="826617"/>
                  </a:lnTo>
                  <a:lnTo>
                    <a:pt x="4514260" y="845332"/>
                  </a:lnTo>
                  <a:lnTo>
                    <a:pt x="4518539" y="839879"/>
                  </a:lnTo>
                  <a:lnTo>
                    <a:pt x="4522818" y="836596"/>
                  </a:lnTo>
                  <a:lnTo>
                    <a:pt x="4527097" y="787433"/>
                  </a:lnTo>
                  <a:lnTo>
                    <a:pt x="4531376" y="736684"/>
                  </a:lnTo>
                  <a:lnTo>
                    <a:pt x="4535655" y="782918"/>
                  </a:lnTo>
                  <a:lnTo>
                    <a:pt x="4539934" y="774962"/>
                  </a:lnTo>
                  <a:lnTo>
                    <a:pt x="4544212" y="702695"/>
                  </a:lnTo>
                  <a:lnTo>
                    <a:pt x="4548491" y="646992"/>
                  </a:lnTo>
                  <a:lnTo>
                    <a:pt x="4552770" y="619760"/>
                  </a:lnTo>
                  <a:lnTo>
                    <a:pt x="4557049" y="681208"/>
                  </a:lnTo>
                  <a:lnTo>
                    <a:pt x="4561328" y="595839"/>
                  </a:lnTo>
                  <a:lnTo>
                    <a:pt x="4565607" y="504089"/>
                  </a:lnTo>
                  <a:lnTo>
                    <a:pt x="4569886" y="479699"/>
                  </a:lnTo>
                  <a:lnTo>
                    <a:pt x="4574165" y="521653"/>
                  </a:lnTo>
                  <a:lnTo>
                    <a:pt x="4578444" y="486785"/>
                  </a:lnTo>
                  <a:lnTo>
                    <a:pt x="4582723" y="375268"/>
                  </a:lnTo>
                  <a:lnTo>
                    <a:pt x="4587002" y="333769"/>
                  </a:lnTo>
                  <a:lnTo>
                    <a:pt x="4591281" y="354362"/>
                  </a:lnTo>
                  <a:lnTo>
                    <a:pt x="4595560" y="479871"/>
                  </a:lnTo>
                  <a:lnTo>
                    <a:pt x="4599838" y="500018"/>
                  </a:lnTo>
                  <a:lnTo>
                    <a:pt x="4604117" y="519952"/>
                  </a:lnTo>
                  <a:lnTo>
                    <a:pt x="4608396" y="524401"/>
                  </a:lnTo>
                  <a:lnTo>
                    <a:pt x="4612675" y="492744"/>
                  </a:lnTo>
                  <a:lnTo>
                    <a:pt x="4616954" y="479387"/>
                  </a:lnTo>
                  <a:lnTo>
                    <a:pt x="4621233" y="393001"/>
                  </a:lnTo>
                  <a:lnTo>
                    <a:pt x="4625512" y="315197"/>
                  </a:lnTo>
                  <a:lnTo>
                    <a:pt x="4629791" y="258840"/>
                  </a:lnTo>
                  <a:lnTo>
                    <a:pt x="4634070" y="240686"/>
                  </a:lnTo>
                  <a:lnTo>
                    <a:pt x="4638349" y="277210"/>
                  </a:lnTo>
                  <a:lnTo>
                    <a:pt x="4642628" y="318573"/>
                  </a:lnTo>
                  <a:lnTo>
                    <a:pt x="4646907" y="323801"/>
                  </a:lnTo>
                  <a:lnTo>
                    <a:pt x="4651185" y="314651"/>
                  </a:lnTo>
                  <a:lnTo>
                    <a:pt x="4655464" y="329345"/>
                  </a:lnTo>
                  <a:lnTo>
                    <a:pt x="4659743" y="355423"/>
                  </a:lnTo>
                  <a:lnTo>
                    <a:pt x="4664022" y="351002"/>
                  </a:lnTo>
                  <a:lnTo>
                    <a:pt x="4668301" y="386265"/>
                  </a:lnTo>
                  <a:lnTo>
                    <a:pt x="4672580" y="498396"/>
                  </a:lnTo>
                  <a:lnTo>
                    <a:pt x="4676859" y="639677"/>
                  </a:lnTo>
                  <a:lnTo>
                    <a:pt x="4681138" y="677581"/>
                  </a:lnTo>
                  <a:lnTo>
                    <a:pt x="4685417" y="726533"/>
                  </a:lnTo>
                  <a:lnTo>
                    <a:pt x="4689696" y="787998"/>
                  </a:lnTo>
                  <a:lnTo>
                    <a:pt x="4693975" y="750869"/>
                  </a:lnTo>
                  <a:lnTo>
                    <a:pt x="4698254" y="684693"/>
                  </a:lnTo>
                  <a:lnTo>
                    <a:pt x="4702533" y="610341"/>
                  </a:lnTo>
                  <a:lnTo>
                    <a:pt x="4706811" y="703467"/>
                  </a:lnTo>
                  <a:lnTo>
                    <a:pt x="4711090" y="872901"/>
                  </a:lnTo>
                  <a:lnTo>
                    <a:pt x="4715369" y="970635"/>
                  </a:lnTo>
                  <a:lnTo>
                    <a:pt x="4719648" y="1064575"/>
                  </a:lnTo>
                  <a:lnTo>
                    <a:pt x="4723927" y="1067991"/>
                  </a:lnTo>
                  <a:lnTo>
                    <a:pt x="4728206" y="1086247"/>
                  </a:lnTo>
                  <a:lnTo>
                    <a:pt x="4732485" y="1059523"/>
                  </a:lnTo>
                  <a:lnTo>
                    <a:pt x="4736764" y="1057668"/>
                  </a:lnTo>
                  <a:lnTo>
                    <a:pt x="4741043" y="1134654"/>
                  </a:lnTo>
                  <a:lnTo>
                    <a:pt x="4745322" y="1179319"/>
                  </a:lnTo>
                  <a:lnTo>
                    <a:pt x="4749601" y="1230029"/>
                  </a:lnTo>
                  <a:lnTo>
                    <a:pt x="4753880" y="1341231"/>
                  </a:lnTo>
                  <a:lnTo>
                    <a:pt x="4758158" y="1445041"/>
                  </a:lnTo>
                  <a:lnTo>
                    <a:pt x="4762437" y="1337416"/>
                  </a:lnTo>
                  <a:lnTo>
                    <a:pt x="4766716" y="1223075"/>
                  </a:lnTo>
                  <a:lnTo>
                    <a:pt x="4770995" y="1345494"/>
                  </a:lnTo>
                  <a:lnTo>
                    <a:pt x="4775274" y="1530164"/>
                  </a:lnTo>
                  <a:lnTo>
                    <a:pt x="4779553" y="1631837"/>
                  </a:lnTo>
                  <a:lnTo>
                    <a:pt x="4783832" y="1523596"/>
                  </a:lnTo>
                  <a:lnTo>
                    <a:pt x="4788111" y="1429742"/>
                  </a:lnTo>
                  <a:lnTo>
                    <a:pt x="4792390" y="1354898"/>
                  </a:lnTo>
                  <a:lnTo>
                    <a:pt x="4796669" y="1109379"/>
                  </a:lnTo>
                  <a:lnTo>
                    <a:pt x="4800948" y="839181"/>
                  </a:lnTo>
                  <a:lnTo>
                    <a:pt x="4805227" y="579604"/>
                  </a:lnTo>
                  <a:lnTo>
                    <a:pt x="4809506" y="514754"/>
                  </a:lnTo>
                  <a:lnTo>
                    <a:pt x="4813784" y="545702"/>
                  </a:lnTo>
                  <a:lnTo>
                    <a:pt x="4818063" y="542536"/>
                  </a:lnTo>
                  <a:lnTo>
                    <a:pt x="4822342" y="601816"/>
                  </a:lnTo>
                  <a:lnTo>
                    <a:pt x="4826621" y="735121"/>
                  </a:lnTo>
                  <a:lnTo>
                    <a:pt x="4830900" y="904694"/>
                  </a:lnTo>
                  <a:lnTo>
                    <a:pt x="4835179" y="1039132"/>
                  </a:lnTo>
                  <a:lnTo>
                    <a:pt x="4839458" y="1159529"/>
                  </a:lnTo>
                  <a:lnTo>
                    <a:pt x="4843737" y="1295307"/>
                  </a:lnTo>
                  <a:lnTo>
                    <a:pt x="4848016" y="1323036"/>
                  </a:lnTo>
                  <a:lnTo>
                    <a:pt x="4852295" y="1231262"/>
                  </a:lnTo>
                  <a:lnTo>
                    <a:pt x="4856574" y="1048494"/>
                  </a:lnTo>
                  <a:lnTo>
                    <a:pt x="4860853" y="917144"/>
                  </a:lnTo>
                  <a:lnTo>
                    <a:pt x="4865131" y="750339"/>
                  </a:lnTo>
                  <a:lnTo>
                    <a:pt x="4869410" y="542523"/>
                  </a:lnTo>
                  <a:lnTo>
                    <a:pt x="4873689" y="415289"/>
                  </a:lnTo>
                  <a:lnTo>
                    <a:pt x="4877968" y="337190"/>
                  </a:lnTo>
                  <a:lnTo>
                    <a:pt x="4882247" y="383364"/>
                  </a:lnTo>
                  <a:lnTo>
                    <a:pt x="4886526" y="421966"/>
                  </a:lnTo>
                  <a:lnTo>
                    <a:pt x="4890805" y="474407"/>
                  </a:lnTo>
                  <a:lnTo>
                    <a:pt x="4895084" y="553509"/>
                  </a:lnTo>
                  <a:lnTo>
                    <a:pt x="4899363" y="627608"/>
                  </a:lnTo>
                  <a:lnTo>
                    <a:pt x="4903642" y="707986"/>
                  </a:lnTo>
                  <a:lnTo>
                    <a:pt x="4907921" y="675685"/>
                  </a:lnTo>
                  <a:lnTo>
                    <a:pt x="4912200" y="616872"/>
                  </a:lnTo>
                  <a:lnTo>
                    <a:pt x="4916479" y="579814"/>
                  </a:lnTo>
                  <a:lnTo>
                    <a:pt x="4920757" y="596846"/>
                  </a:lnTo>
                  <a:lnTo>
                    <a:pt x="4925036" y="587277"/>
                  </a:lnTo>
                  <a:lnTo>
                    <a:pt x="4929315" y="512835"/>
                  </a:lnTo>
                  <a:lnTo>
                    <a:pt x="4933594" y="506712"/>
                  </a:lnTo>
                  <a:lnTo>
                    <a:pt x="4937873" y="503224"/>
                  </a:lnTo>
                  <a:lnTo>
                    <a:pt x="4942152" y="492264"/>
                  </a:lnTo>
                  <a:lnTo>
                    <a:pt x="4946431" y="441278"/>
                  </a:lnTo>
                  <a:lnTo>
                    <a:pt x="4950710" y="422906"/>
                  </a:lnTo>
                  <a:lnTo>
                    <a:pt x="4954989" y="478935"/>
                  </a:lnTo>
                  <a:lnTo>
                    <a:pt x="4959268" y="495943"/>
                  </a:lnTo>
                  <a:lnTo>
                    <a:pt x="4963547" y="553649"/>
                  </a:lnTo>
                  <a:lnTo>
                    <a:pt x="4967826" y="613797"/>
                  </a:lnTo>
                  <a:lnTo>
                    <a:pt x="4972104" y="735033"/>
                  </a:lnTo>
                  <a:lnTo>
                    <a:pt x="4976383" y="865504"/>
                  </a:lnTo>
                  <a:lnTo>
                    <a:pt x="4980662" y="1067564"/>
                  </a:lnTo>
                  <a:lnTo>
                    <a:pt x="4984941" y="1369968"/>
                  </a:lnTo>
                  <a:lnTo>
                    <a:pt x="4989220" y="1499722"/>
                  </a:lnTo>
                  <a:lnTo>
                    <a:pt x="4993499" y="1506597"/>
                  </a:lnTo>
                  <a:lnTo>
                    <a:pt x="4997778" y="1425133"/>
                  </a:lnTo>
                  <a:lnTo>
                    <a:pt x="5002057" y="1306627"/>
                  </a:lnTo>
                  <a:lnTo>
                    <a:pt x="5006336" y="1154249"/>
                  </a:lnTo>
                  <a:lnTo>
                    <a:pt x="5010615" y="895036"/>
                  </a:lnTo>
                  <a:lnTo>
                    <a:pt x="5014894" y="786080"/>
                  </a:lnTo>
                  <a:lnTo>
                    <a:pt x="5019173" y="789573"/>
                  </a:lnTo>
                  <a:lnTo>
                    <a:pt x="5023452" y="855724"/>
                  </a:lnTo>
                  <a:lnTo>
                    <a:pt x="5027730" y="925210"/>
                  </a:lnTo>
                  <a:lnTo>
                    <a:pt x="5032009" y="1016987"/>
                  </a:lnTo>
                  <a:lnTo>
                    <a:pt x="5036288" y="1058923"/>
                  </a:lnTo>
                  <a:lnTo>
                    <a:pt x="5040567" y="1098393"/>
                  </a:lnTo>
                  <a:lnTo>
                    <a:pt x="5044846" y="1140153"/>
                  </a:lnTo>
                  <a:lnTo>
                    <a:pt x="5049125" y="1172571"/>
                  </a:lnTo>
                  <a:lnTo>
                    <a:pt x="5053404" y="1185648"/>
                  </a:lnTo>
                  <a:lnTo>
                    <a:pt x="5057683" y="1085842"/>
                  </a:lnTo>
                  <a:lnTo>
                    <a:pt x="5061962" y="1051164"/>
                  </a:lnTo>
                  <a:lnTo>
                    <a:pt x="5066241" y="1004199"/>
                  </a:lnTo>
                  <a:lnTo>
                    <a:pt x="5070520" y="1006351"/>
                  </a:lnTo>
                  <a:lnTo>
                    <a:pt x="5074799" y="986080"/>
                  </a:lnTo>
                  <a:lnTo>
                    <a:pt x="5079077" y="899156"/>
                  </a:lnTo>
                  <a:lnTo>
                    <a:pt x="5083356" y="959487"/>
                  </a:lnTo>
                  <a:lnTo>
                    <a:pt x="5087635" y="1149570"/>
                  </a:lnTo>
                  <a:lnTo>
                    <a:pt x="5091914" y="1262043"/>
                  </a:lnTo>
                  <a:lnTo>
                    <a:pt x="5096193" y="1225488"/>
                  </a:lnTo>
                  <a:lnTo>
                    <a:pt x="5100472" y="1103133"/>
                  </a:lnTo>
                  <a:lnTo>
                    <a:pt x="5104751" y="1104621"/>
                  </a:lnTo>
                  <a:lnTo>
                    <a:pt x="5109030" y="1044605"/>
                  </a:lnTo>
                  <a:lnTo>
                    <a:pt x="5113309" y="840601"/>
                  </a:lnTo>
                  <a:lnTo>
                    <a:pt x="5117588" y="700146"/>
                  </a:lnTo>
                  <a:lnTo>
                    <a:pt x="5121867" y="669017"/>
                  </a:lnTo>
                  <a:lnTo>
                    <a:pt x="5126146" y="751939"/>
                  </a:lnTo>
                  <a:lnTo>
                    <a:pt x="5130425" y="810870"/>
                  </a:lnTo>
                  <a:lnTo>
                    <a:pt x="5134703" y="854472"/>
                  </a:lnTo>
                  <a:lnTo>
                    <a:pt x="5138982" y="894763"/>
                  </a:lnTo>
                  <a:lnTo>
                    <a:pt x="5143261" y="920036"/>
                  </a:lnTo>
                  <a:lnTo>
                    <a:pt x="5147540" y="916624"/>
                  </a:lnTo>
                  <a:lnTo>
                    <a:pt x="5151819" y="891846"/>
                  </a:lnTo>
                  <a:lnTo>
                    <a:pt x="5156098" y="906679"/>
                  </a:lnTo>
                  <a:lnTo>
                    <a:pt x="5160377" y="867192"/>
                  </a:lnTo>
                  <a:lnTo>
                    <a:pt x="5164656" y="853487"/>
                  </a:lnTo>
                  <a:lnTo>
                    <a:pt x="5168935" y="881563"/>
                  </a:lnTo>
                  <a:lnTo>
                    <a:pt x="5173214" y="928578"/>
                  </a:lnTo>
                  <a:lnTo>
                    <a:pt x="5177493" y="967693"/>
                  </a:lnTo>
                  <a:lnTo>
                    <a:pt x="5181772" y="970625"/>
                  </a:lnTo>
                  <a:lnTo>
                    <a:pt x="5186050" y="1024350"/>
                  </a:lnTo>
                  <a:lnTo>
                    <a:pt x="5190329" y="1104168"/>
                  </a:lnTo>
                  <a:lnTo>
                    <a:pt x="5194608" y="1159687"/>
                  </a:lnTo>
                  <a:lnTo>
                    <a:pt x="5198887" y="1223447"/>
                  </a:lnTo>
                  <a:lnTo>
                    <a:pt x="5203166" y="1271824"/>
                  </a:lnTo>
                  <a:lnTo>
                    <a:pt x="5207445" y="1380174"/>
                  </a:lnTo>
                  <a:lnTo>
                    <a:pt x="5211724" y="1469632"/>
                  </a:lnTo>
                  <a:lnTo>
                    <a:pt x="5216003" y="1613651"/>
                  </a:lnTo>
                  <a:lnTo>
                    <a:pt x="5220282" y="1854229"/>
                  </a:lnTo>
                  <a:lnTo>
                    <a:pt x="5224561" y="2030495"/>
                  </a:lnTo>
                  <a:lnTo>
                    <a:pt x="5228840" y="2182695"/>
                  </a:lnTo>
                  <a:lnTo>
                    <a:pt x="5233119" y="2260538"/>
                  </a:lnTo>
                  <a:lnTo>
                    <a:pt x="5237398" y="2387708"/>
                  </a:lnTo>
                  <a:lnTo>
                    <a:pt x="5241676" y="2426261"/>
                  </a:lnTo>
                  <a:lnTo>
                    <a:pt x="5245955" y="2461272"/>
                  </a:lnTo>
                  <a:lnTo>
                    <a:pt x="5250234" y="2493869"/>
                  </a:lnTo>
                  <a:lnTo>
                    <a:pt x="5254513" y="2442636"/>
                  </a:lnTo>
                  <a:lnTo>
                    <a:pt x="5258792" y="2389381"/>
                  </a:lnTo>
                  <a:lnTo>
                    <a:pt x="5263071" y="2342448"/>
                  </a:lnTo>
                  <a:lnTo>
                    <a:pt x="5267350" y="2336157"/>
                  </a:lnTo>
                  <a:lnTo>
                    <a:pt x="5271629" y="2128203"/>
                  </a:lnTo>
                  <a:lnTo>
                    <a:pt x="5275908" y="1914285"/>
                  </a:lnTo>
                  <a:lnTo>
                    <a:pt x="5280187" y="1824938"/>
                  </a:lnTo>
                  <a:lnTo>
                    <a:pt x="5284466" y="1799545"/>
                  </a:lnTo>
                  <a:lnTo>
                    <a:pt x="5288745" y="1752948"/>
                  </a:lnTo>
                  <a:lnTo>
                    <a:pt x="5293023" y="1630579"/>
                  </a:lnTo>
                  <a:lnTo>
                    <a:pt x="5297302" y="1627744"/>
                  </a:lnTo>
                  <a:lnTo>
                    <a:pt x="5301581" y="1659859"/>
                  </a:lnTo>
                  <a:lnTo>
                    <a:pt x="5305860" y="1694881"/>
                  </a:lnTo>
                  <a:lnTo>
                    <a:pt x="5310139" y="1755363"/>
                  </a:lnTo>
                  <a:lnTo>
                    <a:pt x="5314418" y="1907422"/>
                  </a:lnTo>
                  <a:lnTo>
                    <a:pt x="5318697" y="2137471"/>
                  </a:lnTo>
                  <a:lnTo>
                    <a:pt x="5322976" y="2358343"/>
                  </a:lnTo>
                  <a:lnTo>
                    <a:pt x="5327255" y="2511326"/>
                  </a:lnTo>
                  <a:lnTo>
                    <a:pt x="5331534" y="2657712"/>
                  </a:lnTo>
                  <a:lnTo>
                    <a:pt x="5335813" y="2714755"/>
                  </a:lnTo>
                  <a:lnTo>
                    <a:pt x="5340092" y="2630223"/>
                  </a:lnTo>
                  <a:lnTo>
                    <a:pt x="5344371" y="2473247"/>
                  </a:lnTo>
                  <a:lnTo>
                    <a:pt x="5348649" y="2289510"/>
                  </a:lnTo>
                  <a:lnTo>
                    <a:pt x="5352928" y="2216250"/>
                  </a:lnTo>
                  <a:lnTo>
                    <a:pt x="5357207" y="2150401"/>
                  </a:lnTo>
                  <a:lnTo>
                    <a:pt x="5361486" y="2131612"/>
                  </a:lnTo>
                  <a:lnTo>
                    <a:pt x="5365765" y="2146449"/>
                  </a:lnTo>
                  <a:lnTo>
                    <a:pt x="5370044" y="2203753"/>
                  </a:lnTo>
                  <a:lnTo>
                    <a:pt x="5374323" y="2328536"/>
                  </a:lnTo>
                  <a:lnTo>
                    <a:pt x="5378602" y="2428344"/>
                  </a:lnTo>
                  <a:lnTo>
                    <a:pt x="5382881" y="2562422"/>
                  </a:lnTo>
                  <a:lnTo>
                    <a:pt x="5387160" y="2683048"/>
                  </a:lnTo>
                  <a:lnTo>
                    <a:pt x="5391439" y="2763006"/>
                  </a:lnTo>
                  <a:lnTo>
                    <a:pt x="5395718" y="2733404"/>
                  </a:lnTo>
                  <a:lnTo>
                    <a:pt x="5399996" y="2701325"/>
                  </a:lnTo>
                  <a:lnTo>
                    <a:pt x="5404275" y="2636659"/>
                  </a:lnTo>
                  <a:lnTo>
                    <a:pt x="5408554" y="2521318"/>
                  </a:lnTo>
                  <a:lnTo>
                    <a:pt x="5412833" y="2385800"/>
                  </a:lnTo>
                  <a:lnTo>
                    <a:pt x="5417112" y="2245571"/>
                  </a:lnTo>
                  <a:lnTo>
                    <a:pt x="5421391" y="2230251"/>
                  </a:lnTo>
                  <a:lnTo>
                    <a:pt x="5425670" y="2243845"/>
                  </a:lnTo>
                  <a:lnTo>
                    <a:pt x="5429949" y="2294874"/>
                  </a:lnTo>
                  <a:lnTo>
                    <a:pt x="5434228" y="2226837"/>
                  </a:lnTo>
                  <a:lnTo>
                    <a:pt x="5438507" y="2099250"/>
                  </a:lnTo>
                  <a:lnTo>
                    <a:pt x="5442786" y="2098587"/>
                  </a:lnTo>
                  <a:lnTo>
                    <a:pt x="5447065" y="2023445"/>
                  </a:lnTo>
                  <a:lnTo>
                    <a:pt x="5451344" y="1923908"/>
                  </a:lnTo>
                  <a:lnTo>
                    <a:pt x="5455622" y="1879227"/>
                  </a:lnTo>
                  <a:lnTo>
                    <a:pt x="5459901" y="2005025"/>
                  </a:lnTo>
                  <a:lnTo>
                    <a:pt x="5464180" y="2133768"/>
                  </a:lnTo>
                  <a:lnTo>
                    <a:pt x="5468459" y="2049491"/>
                  </a:lnTo>
                  <a:lnTo>
                    <a:pt x="5472738" y="1953836"/>
                  </a:lnTo>
                  <a:lnTo>
                    <a:pt x="5477017" y="1953887"/>
                  </a:lnTo>
                  <a:lnTo>
                    <a:pt x="5481296" y="1972334"/>
                  </a:lnTo>
                  <a:lnTo>
                    <a:pt x="5485575" y="1857707"/>
                  </a:lnTo>
                  <a:lnTo>
                    <a:pt x="5489854" y="1759177"/>
                  </a:lnTo>
                  <a:lnTo>
                    <a:pt x="5494133" y="1789199"/>
                  </a:lnTo>
                  <a:lnTo>
                    <a:pt x="5498412" y="1806738"/>
                  </a:lnTo>
                  <a:lnTo>
                    <a:pt x="5502691" y="1731183"/>
                  </a:lnTo>
                  <a:lnTo>
                    <a:pt x="5506969" y="1607662"/>
                  </a:lnTo>
                  <a:lnTo>
                    <a:pt x="5511248" y="1497877"/>
                  </a:lnTo>
                  <a:lnTo>
                    <a:pt x="5515527" y="1399179"/>
                  </a:lnTo>
                  <a:lnTo>
                    <a:pt x="5519806" y="1332222"/>
                  </a:lnTo>
                  <a:lnTo>
                    <a:pt x="5524085" y="1400780"/>
                  </a:lnTo>
                  <a:lnTo>
                    <a:pt x="5528364" y="1405830"/>
                  </a:lnTo>
                  <a:lnTo>
                    <a:pt x="5532643" y="1406018"/>
                  </a:lnTo>
                  <a:lnTo>
                    <a:pt x="5536922" y="1451258"/>
                  </a:lnTo>
                  <a:lnTo>
                    <a:pt x="5541201" y="1512635"/>
                  </a:lnTo>
                  <a:lnTo>
                    <a:pt x="5545480" y="1568341"/>
                  </a:lnTo>
                  <a:lnTo>
                    <a:pt x="5549759" y="1598741"/>
                  </a:lnTo>
                  <a:lnTo>
                    <a:pt x="5554038" y="1621443"/>
                  </a:lnTo>
                  <a:lnTo>
                    <a:pt x="5558317" y="1695819"/>
                  </a:lnTo>
                  <a:lnTo>
                    <a:pt x="5562595" y="1777495"/>
                  </a:lnTo>
                  <a:lnTo>
                    <a:pt x="5566874" y="1805655"/>
                  </a:lnTo>
                  <a:lnTo>
                    <a:pt x="5571153" y="1763466"/>
                  </a:lnTo>
                  <a:lnTo>
                    <a:pt x="5575432" y="1708138"/>
                  </a:lnTo>
                  <a:lnTo>
                    <a:pt x="5579711" y="1777808"/>
                  </a:lnTo>
                  <a:lnTo>
                    <a:pt x="5583990" y="1734519"/>
                  </a:lnTo>
                  <a:lnTo>
                    <a:pt x="5588269" y="1668003"/>
                  </a:lnTo>
                  <a:lnTo>
                    <a:pt x="5592548" y="1677461"/>
                  </a:lnTo>
                  <a:lnTo>
                    <a:pt x="5596827" y="1700082"/>
                  </a:lnTo>
                  <a:lnTo>
                    <a:pt x="5601106" y="1687818"/>
                  </a:lnTo>
                  <a:lnTo>
                    <a:pt x="5605385" y="1635117"/>
                  </a:lnTo>
                  <a:lnTo>
                    <a:pt x="5609664" y="1631527"/>
                  </a:lnTo>
                  <a:lnTo>
                    <a:pt x="5613942" y="1632112"/>
                  </a:lnTo>
                  <a:lnTo>
                    <a:pt x="5618221" y="1591601"/>
                  </a:lnTo>
                  <a:lnTo>
                    <a:pt x="5622500" y="1593769"/>
                  </a:lnTo>
                  <a:lnTo>
                    <a:pt x="5626779" y="1684039"/>
                  </a:lnTo>
                  <a:lnTo>
                    <a:pt x="5631058" y="1751506"/>
                  </a:lnTo>
                  <a:lnTo>
                    <a:pt x="5635337" y="1805530"/>
                  </a:lnTo>
                  <a:lnTo>
                    <a:pt x="5639616" y="1948866"/>
                  </a:lnTo>
                  <a:lnTo>
                    <a:pt x="5643895" y="2039797"/>
                  </a:lnTo>
                  <a:lnTo>
                    <a:pt x="5648174" y="2030859"/>
                  </a:lnTo>
                  <a:lnTo>
                    <a:pt x="5652453" y="1955326"/>
                  </a:lnTo>
                  <a:lnTo>
                    <a:pt x="5656732" y="1928071"/>
                  </a:lnTo>
                  <a:lnTo>
                    <a:pt x="5661011" y="1890457"/>
                  </a:lnTo>
                  <a:lnTo>
                    <a:pt x="5665290" y="1749763"/>
                  </a:lnTo>
                  <a:lnTo>
                    <a:pt x="5669568" y="1692078"/>
                  </a:lnTo>
                  <a:lnTo>
                    <a:pt x="5673847" y="1817843"/>
                  </a:lnTo>
                  <a:lnTo>
                    <a:pt x="5678126" y="1934846"/>
                  </a:lnTo>
                  <a:lnTo>
                    <a:pt x="5682405" y="1938839"/>
                  </a:lnTo>
                  <a:lnTo>
                    <a:pt x="5686684" y="1955816"/>
                  </a:lnTo>
                  <a:lnTo>
                    <a:pt x="5690963" y="1949439"/>
                  </a:lnTo>
                  <a:lnTo>
                    <a:pt x="5695242" y="1912098"/>
                  </a:lnTo>
                  <a:lnTo>
                    <a:pt x="5699521" y="1801149"/>
                  </a:lnTo>
                  <a:lnTo>
                    <a:pt x="5703800" y="1706684"/>
                  </a:lnTo>
                  <a:lnTo>
                    <a:pt x="5708079" y="1653059"/>
                  </a:lnTo>
                  <a:lnTo>
                    <a:pt x="5712358" y="1598084"/>
                  </a:lnTo>
                  <a:lnTo>
                    <a:pt x="5716637" y="1585931"/>
                  </a:lnTo>
                  <a:lnTo>
                    <a:pt x="5720915" y="1631280"/>
                  </a:lnTo>
                  <a:lnTo>
                    <a:pt x="5725194" y="1695791"/>
                  </a:lnTo>
                  <a:lnTo>
                    <a:pt x="5729473" y="1766427"/>
                  </a:lnTo>
                  <a:lnTo>
                    <a:pt x="5733752" y="1923648"/>
                  </a:lnTo>
                  <a:lnTo>
                    <a:pt x="5738031" y="2052266"/>
                  </a:lnTo>
                  <a:lnTo>
                    <a:pt x="5742310" y="2124529"/>
                  </a:lnTo>
                  <a:lnTo>
                    <a:pt x="5746589" y="2160383"/>
                  </a:lnTo>
                  <a:lnTo>
                    <a:pt x="5750868" y="2150313"/>
                  </a:lnTo>
                  <a:lnTo>
                    <a:pt x="5755147" y="2032032"/>
                  </a:lnTo>
                  <a:lnTo>
                    <a:pt x="5759426" y="1830163"/>
                  </a:lnTo>
                  <a:lnTo>
                    <a:pt x="5763705" y="1721079"/>
                  </a:lnTo>
                  <a:lnTo>
                    <a:pt x="5767984" y="1742630"/>
                  </a:lnTo>
                  <a:lnTo>
                    <a:pt x="5772263" y="1699784"/>
                  </a:lnTo>
                  <a:lnTo>
                    <a:pt x="5776541" y="1633663"/>
                  </a:lnTo>
                  <a:lnTo>
                    <a:pt x="5780820" y="1803012"/>
                  </a:lnTo>
                  <a:lnTo>
                    <a:pt x="5785099" y="1956183"/>
                  </a:lnTo>
                  <a:lnTo>
                    <a:pt x="5789378" y="1940606"/>
                  </a:lnTo>
                  <a:lnTo>
                    <a:pt x="5793657" y="1828232"/>
                  </a:lnTo>
                  <a:lnTo>
                    <a:pt x="5797936" y="1688239"/>
                  </a:lnTo>
                  <a:lnTo>
                    <a:pt x="5802215" y="1628768"/>
                  </a:lnTo>
                  <a:lnTo>
                    <a:pt x="5806494" y="1489405"/>
                  </a:lnTo>
                  <a:lnTo>
                    <a:pt x="5810773" y="1373308"/>
                  </a:lnTo>
                  <a:lnTo>
                    <a:pt x="5815052" y="1326239"/>
                  </a:lnTo>
                  <a:lnTo>
                    <a:pt x="5819331" y="1253395"/>
                  </a:lnTo>
                  <a:lnTo>
                    <a:pt x="5823610" y="1277048"/>
                  </a:lnTo>
                  <a:lnTo>
                    <a:pt x="5827888" y="1191488"/>
                  </a:lnTo>
                  <a:lnTo>
                    <a:pt x="5832167" y="1025817"/>
                  </a:lnTo>
                  <a:lnTo>
                    <a:pt x="5836446" y="881925"/>
                  </a:lnTo>
                  <a:lnTo>
                    <a:pt x="5840725" y="829914"/>
                  </a:lnTo>
                  <a:lnTo>
                    <a:pt x="5845004" y="891842"/>
                  </a:lnTo>
                  <a:lnTo>
                    <a:pt x="5849283" y="1013775"/>
                  </a:lnTo>
                  <a:lnTo>
                    <a:pt x="5853562" y="1087338"/>
                  </a:lnTo>
                  <a:lnTo>
                    <a:pt x="5857841" y="1112481"/>
                  </a:lnTo>
                  <a:lnTo>
                    <a:pt x="5862120" y="1109788"/>
                  </a:lnTo>
                  <a:lnTo>
                    <a:pt x="5866399" y="1069634"/>
                  </a:lnTo>
                  <a:lnTo>
                    <a:pt x="5870678" y="936448"/>
                  </a:lnTo>
                  <a:lnTo>
                    <a:pt x="5874957" y="725535"/>
                  </a:lnTo>
                  <a:lnTo>
                    <a:pt x="5879236" y="622274"/>
                  </a:lnTo>
                  <a:lnTo>
                    <a:pt x="5883514" y="565727"/>
                  </a:lnTo>
                  <a:lnTo>
                    <a:pt x="5887793" y="535080"/>
                  </a:lnTo>
                  <a:lnTo>
                    <a:pt x="5892072" y="502036"/>
                  </a:lnTo>
                  <a:lnTo>
                    <a:pt x="5896351" y="539727"/>
                  </a:lnTo>
                  <a:lnTo>
                    <a:pt x="5900630" y="630566"/>
                  </a:lnTo>
                  <a:lnTo>
                    <a:pt x="5904909" y="716038"/>
                  </a:lnTo>
                  <a:lnTo>
                    <a:pt x="5909188" y="871072"/>
                  </a:lnTo>
                  <a:lnTo>
                    <a:pt x="5913467" y="1023428"/>
                  </a:lnTo>
                  <a:lnTo>
                    <a:pt x="5917746" y="1079237"/>
                  </a:lnTo>
                  <a:lnTo>
                    <a:pt x="5922025" y="1047402"/>
                  </a:lnTo>
                  <a:lnTo>
                    <a:pt x="5926304" y="1002496"/>
                  </a:lnTo>
                  <a:lnTo>
                    <a:pt x="5930583" y="958734"/>
                  </a:lnTo>
                  <a:lnTo>
                    <a:pt x="5934861" y="861038"/>
                  </a:lnTo>
                  <a:lnTo>
                    <a:pt x="5939140" y="682333"/>
                  </a:lnTo>
                  <a:lnTo>
                    <a:pt x="5943419" y="623952"/>
                  </a:lnTo>
                  <a:lnTo>
                    <a:pt x="5947698" y="689364"/>
                  </a:lnTo>
                  <a:lnTo>
                    <a:pt x="5951977" y="791119"/>
                  </a:lnTo>
                  <a:lnTo>
                    <a:pt x="5956256" y="903081"/>
                  </a:lnTo>
                  <a:lnTo>
                    <a:pt x="5960535" y="1043838"/>
                  </a:lnTo>
                  <a:lnTo>
                    <a:pt x="5964814" y="1216919"/>
                  </a:lnTo>
                  <a:lnTo>
                    <a:pt x="5969093" y="1335143"/>
                  </a:lnTo>
                  <a:lnTo>
                    <a:pt x="5973372" y="1405296"/>
                  </a:lnTo>
                  <a:lnTo>
                    <a:pt x="5977651" y="1431044"/>
                  </a:lnTo>
                  <a:lnTo>
                    <a:pt x="5981930" y="1423387"/>
                  </a:lnTo>
                  <a:lnTo>
                    <a:pt x="5986209" y="1332046"/>
                  </a:lnTo>
                  <a:lnTo>
                    <a:pt x="5990487" y="1267360"/>
                  </a:lnTo>
                  <a:lnTo>
                    <a:pt x="5994766" y="1221028"/>
                  </a:lnTo>
                  <a:lnTo>
                    <a:pt x="5999045" y="1111889"/>
                  </a:lnTo>
                  <a:lnTo>
                    <a:pt x="6003324" y="986654"/>
                  </a:lnTo>
                  <a:lnTo>
                    <a:pt x="6007603" y="845361"/>
                  </a:lnTo>
                  <a:lnTo>
                    <a:pt x="6011882" y="751817"/>
                  </a:lnTo>
                  <a:lnTo>
                    <a:pt x="6016161" y="740898"/>
                  </a:lnTo>
                  <a:lnTo>
                    <a:pt x="6020440" y="710105"/>
                  </a:lnTo>
                  <a:lnTo>
                    <a:pt x="6024719" y="702098"/>
                  </a:lnTo>
                  <a:lnTo>
                    <a:pt x="6028998" y="694427"/>
                  </a:lnTo>
                  <a:lnTo>
                    <a:pt x="6033277" y="780167"/>
                  </a:lnTo>
                  <a:lnTo>
                    <a:pt x="6037556" y="912826"/>
                  </a:lnTo>
                  <a:lnTo>
                    <a:pt x="6041834" y="971081"/>
                  </a:lnTo>
                  <a:lnTo>
                    <a:pt x="6046113" y="981648"/>
                  </a:lnTo>
                  <a:lnTo>
                    <a:pt x="6050392" y="993758"/>
                  </a:lnTo>
                  <a:lnTo>
                    <a:pt x="6054671" y="1019693"/>
                  </a:lnTo>
                  <a:lnTo>
                    <a:pt x="6058950" y="1021322"/>
                  </a:lnTo>
                  <a:lnTo>
                    <a:pt x="6063229" y="1022655"/>
                  </a:lnTo>
                  <a:lnTo>
                    <a:pt x="6067508" y="1013188"/>
                  </a:lnTo>
                  <a:lnTo>
                    <a:pt x="6071787" y="1081480"/>
                  </a:lnTo>
                  <a:lnTo>
                    <a:pt x="6076066" y="1091253"/>
                  </a:lnTo>
                  <a:lnTo>
                    <a:pt x="6080345" y="1029059"/>
                  </a:lnTo>
                  <a:lnTo>
                    <a:pt x="6084624" y="948283"/>
                  </a:lnTo>
                  <a:lnTo>
                    <a:pt x="6088903" y="884753"/>
                  </a:lnTo>
                  <a:lnTo>
                    <a:pt x="6093182" y="848941"/>
                  </a:lnTo>
                  <a:lnTo>
                    <a:pt x="6097460" y="741828"/>
                  </a:lnTo>
                  <a:lnTo>
                    <a:pt x="6101739" y="759948"/>
                  </a:lnTo>
                  <a:lnTo>
                    <a:pt x="6106018" y="848890"/>
                  </a:lnTo>
                  <a:lnTo>
                    <a:pt x="6110297" y="878772"/>
                  </a:lnTo>
                  <a:lnTo>
                    <a:pt x="6114576" y="808044"/>
                  </a:lnTo>
                  <a:lnTo>
                    <a:pt x="6118855" y="763210"/>
                  </a:lnTo>
                  <a:lnTo>
                    <a:pt x="6123134" y="869717"/>
                  </a:lnTo>
                  <a:lnTo>
                    <a:pt x="6127413" y="928008"/>
                  </a:lnTo>
                  <a:lnTo>
                    <a:pt x="6131692" y="1013168"/>
                  </a:lnTo>
                  <a:lnTo>
                    <a:pt x="6135971" y="1191839"/>
                  </a:lnTo>
                  <a:lnTo>
                    <a:pt x="6140250" y="1461504"/>
                  </a:lnTo>
                  <a:lnTo>
                    <a:pt x="6144529" y="1577183"/>
                  </a:lnTo>
                  <a:lnTo>
                    <a:pt x="6148807" y="1561191"/>
                  </a:lnTo>
                  <a:lnTo>
                    <a:pt x="6153086" y="1504113"/>
                  </a:lnTo>
                  <a:lnTo>
                    <a:pt x="6157365" y="1433952"/>
                  </a:lnTo>
                  <a:lnTo>
                    <a:pt x="6161644" y="1314557"/>
                  </a:lnTo>
                  <a:lnTo>
                    <a:pt x="6165923" y="1136389"/>
                  </a:lnTo>
                  <a:lnTo>
                    <a:pt x="6170202" y="1069293"/>
                  </a:lnTo>
                  <a:lnTo>
                    <a:pt x="6174481" y="990730"/>
                  </a:lnTo>
                  <a:lnTo>
                    <a:pt x="6178760" y="1019279"/>
                  </a:lnTo>
                  <a:lnTo>
                    <a:pt x="6183039" y="1081899"/>
                  </a:lnTo>
                  <a:lnTo>
                    <a:pt x="6187318" y="1097287"/>
                  </a:lnTo>
                  <a:lnTo>
                    <a:pt x="6191597" y="1151298"/>
                  </a:lnTo>
                  <a:lnTo>
                    <a:pt x="6195876" y="1194347"/>
                  </a:lnTo>
                  <a:lnTo>
                    <a:pt x="6200155" y="1265974"/>
                  </a:lnTo>
                  <a:lnTo>
                    <a:pt x="6204433" y="1294459"/>
                  </a:lnTo>
                  <a:lnTo>
                    <a:pt x="6208712" y="1240393"/>
                  </a:lnTo>
                  <a:lnTo>
                    <a:pt x="6212991" y="1277093"/>
                  </a:lnTo>
                  <a:lnTo>
                    <a:pt x="6217270" y="1426215"/>
                  </a:lnTo>
                  <a:lnTo>
                    <a:pt x="6221549" y="1533283"/>
                  </a:lnTo>
                  <a:lnTo>
                    <a:pt x="6225828" y="1713366"/>
                  </a:lnTo>
                  <a:lnTo>
                    <a:pt x="6230107" y="1897996"/>
                  </a:lnTo>
                  <a:lnTo>
                    <a:pt x="6234386" y="2075829"/>
                  </a:lnTo>
                  <a:lnTo>
                    <a:pt x="6238665" y="2121579"/>
                  </a:lnTo>
                  <a:lnTo>
                    <a:pt x="6242944" y="2009560"/>
                  </a:lnTo>
                  <a:lnTo>
                    <a:pt x="6247223" y="1932760"/>
                  </a:lnTo>
                  <a:lnTo>
                    <a:pt x="6251502" y="1781711"/>
                  </a:lnTo>
                  <a:lnTo>
                    <a:pt x="6255780" y="1618043"/>
                  </a:lnTo>
                  <a:lnTo>
                    <a:pt x="6260059" y="1533274"/>
                  </a:lnTo>
                  <a:lnTo>
                    <a:pt x="6264338" y="1651024"/>
                  </a:lnTo>
                  <a:lnTo>
                    <a:pt x="6268617" y="1875206"/>
                  </a:lnTo>
                  <a:lnTo>
                    <a:pt x="6272896" y="1990457"/>
                  </a:lnTo>
                  <a:lnTo>
                    <a:pt x="6277175" y="2084074"/>
                  </a:lnTo>
                  <a:lnTo>
                    <a:pt x="6281454" y="2132097"/>
                  </a:lnTo>
                  <a:lnTo>
                    <a:pt x="6285733" y="2124303"/>
                  </a:lnTo>
                  <a:lnTo>
                    <a:pt x="6290012" y="2085791"/>
                  </a:lnTo>
                  <a:lnTo>
                    <a:pt x="6294291" y="2006172"/>
                  </a:lnTo>
                  <a:lnTo>
                    <a:pt x="6298570" y="2111684"/>
                  </a:lnTo>
                  <a:lnTo>
                    <a:pt x="6302849" y="2267992"/>
                  </a:lnTo>
                  <a:lnTo>
                    <a:pt x="6307127" y="2427800"/>
                  </a:lnTo>
                  <a:lnTo>
                    <a:pt x="6311406" y="2581958"/>
                  </a:lnTo>
                  <a:lnTo>
                    <a:pt x="6315685" y="2544965"/>
                  </a:lnTo>
                  <a:lnTo>
                    <a:pt x="6319964" y="2547005"/>
                  </a:lnTo>
                  <a:lnTo>
                    <a:pt x="6324243" y="2506535"/>
                  </a:lnTo>
                  <a:lnTo>
                    <a:pt x="6328522" y="2336609"/>
                  </a:lnTo>
                  <a:lnTo>
                    <a:pt x="6332801" y="2202797"/>
                  </a:lnTo>
                  <a:lnTo>
                    <a:pt x="6337080" y="2186787"/>
                  </a:lnTo>
                  <a:lnTo>
                    <a:pt x="6341359" y="2315626"/>
                  </a:lnTo>
                  <a:lnTo>
                    <a:pt x="6345638" y="2255057"/>
                  </a:lnTo>
                  <a:lnTo>
                    <a:pt x="6349917" y="2176971"/>
                  </a:lnTo>
                  <a:lnTo>
                    <a:pt x="6354196" y="2302821"/>
                  </a:lnTo>
                  <a:lnTo>
                    <a:pt x="6358475" y="2496604"/>
                  </a:lnTo>
                  <a:lnTo>
                    <a:pt x="6362753" y="2587912"/>
                  </a:lnTo>
                  <a:lnTo>
                    <a:pt x="6367032" y="2577567"/>
                  </a:lnTo>
                  <a:lnTo>
                    <a:pt x="6371311" y="2583147"/>
                  </a:lnTo>
                  <a:lnTo>
                    <a:pt x="6375590" y="2566758"/>
                  </a:lnTo>
                  <a:lnTo>
                    <a:pt x="6379869" y="2416007"/>
                  </a:lnTo>
                  <a:lnTo>
                    <a:pt x="6384148" y="2231806"/>
                  </a:lnTo>
                  <a:lnTo>
                    <a:pt x="6388427" y="2231907"/>
                  </a:lnTo>
                  <a:lnTo>
                    <a:pt x="6392706" y="2341635"/>
                  </a:lnTo>
                  <a:lnTo>
                    <a:pt x="6396985" y="2453073"/>
                  </a:lnTo>
                  <a:lnTo>
                    <a:pt x="6401264" y="2591890"/>
                  </a:lnTo>
                  <a:lnTo>
                    <a:pt x="6405543" y="2799109"/>
                  </a:lnTo>
                  <a:lnTo>
                    <a:pt x="6409822" y="2999317"/>
                  </a:lnTo>
                  <a:lnTo>
                    <a:pt x="6414100" y="3013549"/>
                  </a:lnTo>
                  <a:lnTo>
                    <a:pt x="6418379" y="2929647"/>
                  </a:lnTo>
                  <a:lnTo>
                    <a:pt x="6422658" y="2826905"/>
                  </a:lnTo>
                  <a:lnTo>
                    <a:pt x="6426937" y="2724382"/>
                  </a:lnTo>
                  <a:lnTo>
                    <a:pt x="6431216" y="2679153"/>
                  </a:lnTo>
                  <a:lnTo>
                    <a:pt x="6435495" y="2665499"/>
                  </a:lnTo>
                  <a:lnTo>
                    <a:pt x="6439774" y="2665605"/>
                  </a:lnTo>
                  <a:lnTo>
                    <a:pt x="6444053" y="2661523"/>
                  </a:lnTo>
                  <a:lnTo>
                    <a:pt x="6448332" y="2750609"/>
                  </a:lnTo>
                  <a:lnTo>
                    <a:pt x="6452611" y="2899736"/>
                  </a:lnTo>
                  <a:lnTo>
                    <a:pt x="6456890" y="2960423"/>
                  </a:lnTo>
                  <a:lnTo>
                    <a:pt x="6461169" y="2936104"/>
                  </a:lnTo>
                  <a:lnTo>
                    <a:pt x="6465448" y="2907870"/>
                  </a:lnTo>
                  <a:lnTo>
                    <a:pt x="6469726" y="2934210"/>
                  </a:lnTo>
                  <a:lnTo>
                    <a:pt x="6474005" y="2966325"/>
                  </a:lnTo>
                  <a:lnTo>
                    <a:pt x="6478284" y="2950062"/>
                  </a:lnTo>
                  <a:lnTo>
                    <a:pt x="6482563" y="2956813"/>
                  </a:lnTo>
                  <a:lnTo>
                    <a:pt x="6486842" y="2979239"/>
                  </a:lnTo>
                  <a:lnTo>
                    <a:pt x="6491121" y="2939379"/>
                  </a:lnTo>
                  <a:lnTo>
                    <a:pt x="6495400" y="2866960"/>
                  </a:lnTo>
                  <a:lnTo>
                    <a:pt x="6499679" y="2854605"/>
                  </a:lnTo>
                  <a:lnTo>
                    <a:pt x="6503958" y="2886678"/>
                  </a:lnTo>
                  <a:lnTo>
                    <a:pt x="6508237" y="2880981"/>
                  </a:lnTo>
                  <a:lnTo>
                    <a:pt x="6512516" y="2852055"/>
                  </a:lnTo>
                  <a:lnTo>
                    <a:pt x="6516795" y="2856532"/>
                  </a:lnTo>
                  <a:lnTo>
                    <a:pt x="6521073" y="2903850"/>
                  </a:lnTo>
                  <a:lnTo>
                    <a:pt x="6525352" y="2874599"/>
                  </a:lnTo>
                  <a:lnTo>
                    <a:pt x="6529631" y="2813333"/>
                  </a:lnTo>
                  <a:lnTo>
                    <a:pt x="6533910" y="2796100"/>
                  </a:lnTo>
                  <a:lnTo>
                    <a:pt x="6538189" y="2836993"/>
                  </a:lnTo>
                  <a:lnTo>
                    <a:pt x="6542468" y="2868321"/>
                  </a:lnTo>
                  <a:lnTo>
                    <a:pt x="6546747" y="2812277"/>
                  </a:lnTo>
                  <a:lnTo>
                    <a:pt x="6551026" y="2730105"/>
                  </a:lnTo>
                  <a:lnTo>
                    <a:pt x="6555305" y="2695935"/>
                  </a:lnTo>
                  <a:lnTo>
                    <a:pt x="6559584" y="2734172"/>
                  </a:lnTo>
                  <a:lnTo>
                    <a:pt x="6563863" y="2731877"/>
                  </a:lnTo>
                  <a:lnTo>
                    <a:pt x="6568142" y="2706790"/>
                  </a:lnTo>
                  <a:lnTo>
                    <a:pt x="6572421" y="2742917"/>
                  </a:lnTo>
                  <a:lnTo>
                    <a:pt x="6576699" y="2849745"/>
                  </a:lnTo>
                  <a:lnTo>
                    <a:pt x="6580978" y="2893958"/>
                  </a:lnTo>
                  <a:lnTo>
                    <a:pt x="6585257" y="2843249"/>
                  </a:lnTo>
                  <a:lnTo>
                    <a:pt x="6589536" y="2831881"/>
                  </a:lnTo>
                  <a:lnTo>
                    <a:pt x="6593815" y="2878972"/>
                  </a:lnTo>
                  <a:lnTo>
                    <a:pt x="6598094" y="2906713"/>
                  </a:lnTo>
                  <a:lnTo>
                    <a:pt x="6602373" y="2902416"/>
                  </a:lnTo>
                  <a:lnTo>
                    <a:pt x="6606652" y="2921878"/>
                  </a:lnTo>
                  <a:lnTo>
                    <a:pt x="6610931" y="2959636"/>
                  </a:lnTo>
                  <a:lnTo>
                    <a:pt x="6615210" y="2977017"/>
                  </a:lnTo>
                  <a:lnTo>
                    <a:pt x="6619489" y="2939307"/>
                  </a:lnTo>
                  <a:lnTo>
                    <a:pt x="6623768" y="2831390"/>
                  </a:lnTo>
                  <a:lnTo>
                    <a:pt x="6628046" y="2819258"/>
                  </a:lnTo>
                  <a:lnTo>
                    <a:pt x="6632325" y="2852416"/>
                  </a:lnTo>
                  <a:lnTo>
                    <a:pt x="6636604" y="2862422"/>
                  </a:lnTo>
                  <a:lnTo>
                    <a:pt x="6640883" y="2864557"/>
                  </a:lnTo>
                  <a:lnTo>
                    <a:pt x="6645162" y="2911102"/>
                  </a:lnTo>
                  <a:lnTo>
                    <a:pt x="6649441" y="3027446"/>
                  </a:lnTo>
                  <a:lnTo>
                    <a:pt x="6653720" y="3059307"/>
                  </a:lnTo>
                  <a:lnTo>
                    <a:pt x="6657999" y="2995732"/>
                  </a:lnTo>
                  <a:lnTo>
                    <a:pt x="6662278" y="2898276"/>
                  </a:lnTo>
                  <a:lnTo>
                    <a:pt x="6666557" y="2776145"/>
                  </a:lnTo>
                  <a:lnTo>
                    <a:pt x="6670836" y="2681689"/>
                  </a:lnTo>
                  <a:lnTo>
                    <a:pt x="6675115" y="2686228"/>
                  </a:lnTo>
                  <a:lnTo>
                    <a:pt x="6679394" y="2722648"/>
                  </a:lnTo>
                  <a:lnTo>
                    <a:pt x="6683672" y="2786224"/>
                  </a:lnTo>
                  <a:lnTo>
                    <a:pt x="6687951" y="2873811"/>
                  </a:lnTo>
                  <a:lnTo>
                    <a:pt x="6692230" y="2989072"/>
                  </a:lnTo>
                  <a:lnTo>
                    <a:pt x="6696509" y="3074711"/>
                  </a:lnTo>
                  <a:lnTo>
                    <a:pt x="6700788" y="3081657"/>
                  </a:lnTo>
                  <a:lnTo>
                    <a:pt x="6705067" y="3052406"/>
                  </a:lnTo>
                  <a:lnTo>
                    <a:pt x="6709346" y="3025151"/>
                  </a:lnTo>
                  <a:lnTo>
                    <a:pt x="6713625" y="3025011"/>
                  </a:lnTo>
                  <a:lnTo>
                    <a:pt x="6717904" y="3029745"/>
                  </a:lnTo>
                  <a:lnTo>
                    <a:pt x="6722183" y="3018475"/>
                  </a:lnTo>
                  <a:lnTo>
                    <a:pt x="6726462" y="2962616"/>
                  </a:lnTo>
                  <a:lnTo>
                    <a:pt x="6730741" y="2921512"/>
                  </a:lnTo>
                  <a:lnTo>
                    <a:pt x="6735019" y="2910656"/>
                  </a:lnTo>
                  <a:lnTo>
                    <a:pt x="6739298" y="2915069"/>
                  </a:lnTo>
                  <a:lnTo>
                    <a:pt x="6743577" y="2942326"/>
                  </a:lnTo>
                  <a:lnTo>
                    <a:pt x="6747856" y="2974613"/>
                  </a:lnTo>
                  <a:lnTo>
                    <a:pt x="6752135" y="3048524"/>
                  </a:lnTo>
                  <a:lnTo>
                    <a:pt x="6756414" y="3116972"/>
                  </a:lnTo>
                  <a:lnTo>
                    <a:pt x="6760693" y="3116972"/>
                  </a:lnTo>
                  <a:lnTo>
                    <a:pt x="6764972" y="3089486"/>
                  </a:lnTo>
                  <a:lnTo>
                    <a:pt x="6769251" y="3070464"/>
                  </a:lnTo>
                  <a:lnTo>
                    <a:pt x="6773530" y="3085208"/>
                  </a:lnTo>
                  <a:lnTo>
                    <a:pt x="6777809" y="3092186"/>
                  </a:lnTo>
                  <a:lnTo>
                    <a:pt x="6782088" y="3080767"/>
                  </a:lnTo>
                  <a:lnTo>
                    <a:pt x="6786367" y="3077970"/>
                  </a:lnTo>
                  <a:lnTo>
                    <a:pt x="6790645" y="3088776"/>
                  </a:lnTo>
                  <a:lnTo>
                    <a:pt x="6794924" y="3082077"/>
                  </a:lnTo>
                  <a:lnTo>
                    <a:pt x="6799203" y="3054822"/>
                  </a:lnTo>
                  <a:lnTo>
                    <a:pt x="6803482" y="3021037"/>
                  </a:lnTo>
                  <a:lnTo>
                    <a:pt x="6807761" y="2997767"/>
                  </a:lnTo>
                  <a:lnTo>
                    <a:pt x="6812040" y="2980115"/>
                  </a:lnTo>
                  <a:lnTo>
                    <a:pt x="6816319" y="2970104"/>
                  </a:lnTo>
                  <a:lnTo>
                    <a:pt x="6820598" y="2922726"/>
                  </a:lnTo>
                  <a:lnTo>
                    <a:pt x="6824877" y="2907580"/>
                  </a:lnTo>
                  <a:lnTo>
                    <a:pt x="6829156" y="2923075"/>
                  </a:lnTo>
                  <a:lnTo>
                    <a:pt x="6833435" y="2937072"/>
                  </a:lnTo>
                  <a:lnTo>
                    <a:pt x="6837714" y="2935519"/>
                  </a:lnTo>
                  <a:lnTo>
                    <a:pt x="6841992" y="2885991"/>
                  </a:lnTo>
                  <a:lnTo>
                    <a:pt x="6846271" y="2859889"/>
                  </a:lnTo>
                  <a:lnTo>
                    <a:pt x="6850550" y="2861223"/>
                  </a:lnTo>
                  <a:lnTo>
                    <a:pt x="6854829" y="2854213"/>
                  </a:lnTo>
                  <a:lnTo>
                    <a:pt x="6859108" y="2798436"/>
                  </a:lnTo>
                  <a:lnTo>
                    <a:pt x="6863387" y="2789517"/>
                  </a:lnTo>
                  <a:lnTo>
                    <a:pt x="6867666" y="2886669"/>
                  </a:lnTo>
                  <a:lnTo>
                    <a:pt x="6871945" y="2950179"/>
                  </a:lnTo>
                  <a:lnTo>
                    <a:pt x="6876224" y="2924080"/>
                  </a:lnTo>
                  <a:lnTo>
                    <a:pt x="6880503" y="2931546"/>
                  </a:lnTo>
                  <a:lnTo>
                    <a:pt x="6884782" y="2996599"/>
                  </a:lnTo>
                  <a:lnTo>
                    <a:pt x="6889061" y="3033875"/>
                  </a:lnTo>
                  <a:lnTo>
                    <a:pt x="6893340" y="2999491"/>
                  </a:lnTo>
                  <a:lnTo>
                    <a:pt x="6897618" y="2969264"/>
                  </a:lnTo>
                  <a:lnTo>
                    <a:pt x="6901897" y="2989866"/>
                  </a:lnTo>
                  <a:lnTo>
                    <a:pt x="6906176" y="2957287"/>
                  </a:lnTo>
                  <a:lnTo>
                    <a:pt x="6910455" y="2889784"/>
                  </a:lnTo>
                  <a:lnTo>
                    <a:pt x="6914734" y="2876135"/>
                  </a:lnTo>
                  <a:lnTo>
                    <a:pt x="6919013" y="2899918"/>
                  </a:lnTo>
                  <a:lnTo>
                    <a:pt x="6923292" y="2925557"/>
                  </a:lnTo>
                  <a:lnTo>
                    <a:pt x="6927571" y="2909363"/>
                  </a:lnTo>
                  <a:lnTo>
                    <a:pt x="6931850" y="2966742"/>
                  </a:lnTo>
                  <a:lnTo>
                    <a:pt x="6936129" y="3040775"/>
                  </a:lnTo>
                  <a:lnTo>
                    <a:pt x="6940408" y="3054424"/>
                  </a:lnTo>
                  <a:lnTo>
                    <a:pt x="6944687" y="3044324"/>
                  </a:lnTo>
                  <a:lnTo>
                    <a:pt x="6948965" y="3057350"/>
                  </a:lnTo>
                  <a:lnTo>
                    <a:pt x="6953244" y="3092852"/>
                  </a:lnTo>
                  <a:lnTo>
                    <a:pt x="6957523" y="3078908"/>
                  </a:lnTo>
                  <a:lnTo>
                    <a:pt x="6961802" y="3072377"/>
                  </a:lnTo>
                  <a:lnTo>
                    <a:pt x="6966081" y="3072377"/>
                  </a:lnTo>
                  <a:lnTo>
                    <a:pt x="6970360" y="3072377"/>
                  </a:lnTo>
                  <a:lnTo>
                    <a:pt x="6974639" y="3072377"/>
                  </a:lnTo>
                  <a:lnTo>
                    <a:pt x="6978918" y="3072377"/>
                  </a:lnTo>
                  <a:lnTo>
                    <a:pt x="6983197" y="3072377"/>
                  </a:lnTo>
                  <a:lnTo>
                    <a:pt x="6987476" y="3072377"/>
                  </a:lnTo>
                  <a:lnTo>
                    <a:pt x="6991755" y="3072377"/>
                  </a:lnTo>
                  <a:lnTo>
                    <a:pt x="6996034" y="3072377"/>
                  </a:lnTo>
                  <a:lnTo>
                    <a:pt x="7000313" y="3057503"/>
                  </a:lnTo>
                  <a:lnTo>
                    <a:pt x="7004591" y="3017692"/>
                  </a:lnTo>
                  <a:lnTo>
                    <a:pt x="7008870" y="3000957"/>
                  </a:lnTo>
                  <a:lnTo>
                    <a:pt x="7013149" y="3000958"/>
                  </a:lnTo>
                  <a:lnTo>
                    <a:pt x="7017428" y="2981485"/>
                  </a:lnTo>
                  <a:lnTo>
                    <a:pt x="7021707" y="2936881"/>
                  </a:lnTo>
                  <a:lnTo>
                    <a:pt x="7025986" y="2945936"/>
                  </a:lnTo>
                  <a:lnTo>
                    <a:pt x="7030265" y="2985748"/>
                  </a:lnTo>
                  <a:lnTo>
                    <a:pt x="7034544" y="3002482"/>
                  </a:lnTo>
                  <a:lnTo>
                    <a:pt x="7038823" y="3002483"/>
                  </a:lnTo>
                  <a:lnTo>
                    <a:pt x="7043102" y="3004396"/>
                  </a:lnTo>
                  <a:lnTo>
                    <a:pt x="7047381" y="3029989"/>
                  </a:lnTo>
                  <a:lnTo>
                    <a:pt x="7051660" y="3012628"/>
                  </a:lnTo>
                  <a:lnTo>
                    <a:pt x="7055938" y="2985496"/>
                  </a:lnTo>
                  <a:lnTo>
                    <a:pt x="7060217" y="2985497"/>
                  </a:lnTo>
                  <a:lnTo>
                    <a:pt x="7064496" y="2985497"/>
                  </a:lnTo>
                  <a:lnTo>
                    <a:pt x="7068775" y="2995695"/>
                  </a:lnTo>
                  <a:lnTo>
                    <a:pt x="7073054" y="2984244"/>
                  </a:lnTo>
                  <a:lnTo>
                    <a:pt x="7077333" y="2922425"/>
                  </a:lnTo>
                  <a:lnTo>
                    <a:pt x="7081612" y="2850274"/>
                  </a:lnTo>
                  <a:lnTo>
                    <a:pt x="7085891" y="2755981"/>
                  </a:lnTo>
                  <a:lnTo>
                    <a:pt x="7090170" y="2723751"/>
                  </a:lnTo>
                  <a:lnTo>
                    <a:pt x="7094449" y="2731115"/>
                  </a:lnTo>
                  <a:lnTo>
                    <a:pt x="7098728" y="2775256"/>
                  </a:lnTo>
                  <a:lnTo>
                    <a:pt x="7103007" y="2888110"/>
                  </a:lnTo>
                  <a:lnTo>
                    <a:pt x="7107286" y="2942485"/>
                  </a:lnTo>
                  <a:lnTo>
                    <a:pt x="7111564" y="2991452"/>
                  </a:lnTo>
                  <a:lnTo>
                    <a:pt x="7115843" y="2970671"/>
                  </a:lnTo>
                  <a:lnTo>
                    <a:pt x="7120122" y="2956842"/>
                  </a:lnTo>
                  <a:lnTo>
                    <a:pt x="7124401" y="2955068"/>
                  </a:lnTo>
                  <a:lnTo>
                    <a:pt x="7128680" y="2914925"/>
                  </a:lnTo>
                  <a:lnTo>
                    <a:pt x="7132959" y="2933519"/>
                  </a:lnTo>
                  <a:lnTo>
                    <a:pt x="7137238" y="2930594"/>
                  </a:lnTo>
                  <a:lnTo>
                    <a:pt x="7141517" y="2910157"/>
                  </a:lnTo>
                  <a:lnTo>
                    <a:pt x="7145796" y="2846035"/>
                  </a:lnTo>
                  <a:lnTo>
                    <a:pt x="7150075" y="2752072"/>
                  </a:lnTo>
                  <a:lnTo>
                    <a:pt x="7154354" y="2754965"/>
                  </a:lnTo>
                  <a:lnTo>
                    <a:pt x="7158633" y="2803099"/>
                  </a:lnTo>
                  <a:lnTo>
                    <a:pt x="7162911" y="2775727"/>
                  </a:lnTo>
                  <a:lnTo>
                    <a:pt x="7167190" y="2741890"/>
                  </a:lnTo>
                  <a:lnTo>
                    <a:pt x="7171469" y="2720407"/>
                  </a:lnTo>
                  <a:lnTo>
                    <a:pt x="7175748" y="2676904"/>
                  </a:lnTo>
                  <a:lnTo>
                    <a:pt x="7180027" y="2590320"/>
                  </a:lnTo>
                  <a:lnTo>
                    <a:pt x="7184306" y="2487774"/>
                  </a:lnTo>
                  <a:lnTo>
                    <a:pt x="7188585" y="2477463"/>
                  </a:lnTo>
                  <a:lnTo>
                    <a:pt x="7192864" y="2511788"/>
                  </a:lnTo>
                  <a:lnTo>
                    <a:pt x="7197143" y="2513985"/>
                  </a:lnTo>
                  <a:lnTo>
                    <a:pt x="7201422" y="2564245"/>
                  </a:lnTo>
                  <a:lnTo>
                    <a:pt x="7205701" y="2635686"/>
                  </a:lnTo>
                  <a:lnTo>
                    <a:pt x="7209980" y="2688112"/>
                  </a:lnTo>
                  <a:lnTo>
                    <a:pt x="7214259" y="2758154"/>
                  </a:lnTo>
                  <a:lnTo>
                    <a:pt x="7218537" y="2790986"/>
                  </a:lnTo>
                  <a:lnTo>
                    <a:pt x="7222816" y="2813174"/>
                  </a:lnTo>
                  <a:lnTo>
                    <a:pt x="7227095" y="2818588"/>
                  </a:lnTo>
                  <a:lnTo>
                    <a:pt x="7231374" y="2784801"/>
                  </a:lnTo>
                  <a:lnTo>
                    <a:pt x="7235653" y="2798163"/>
                  </a:lnTo>
                  <a:lnTo>
                    <a:pt x="7239932" y="2834455"/>
                  </a:lnTo>
                  <a:lnTo>
                    <a:pt x="7244211" y="2898208"/>
                  </a:lnTo>
                  <a:lnTo>
                    <a:pt x="7248490" y="2973259"/>
                  </a:lnTo>
                  <a:lnTo>
                    <a:pt x="7252769" y="3043148"/>
                  </a:lnTo>
                  <a:lnTo>
                    <a:pt x="7257048" y="3095549"/>
                  </a:lnTo>
                  <a:lnTo>
                    <a:pt x="7261327" y="3064638"/>
                  </a:lnTo>
                  <a:lnTo>
                    <a:pt x="7265606" y="3012911"/>
                  </a:lnTo>
                  <a:lnTo>
                    <a:pt x="7269884" y="2937512"/>
                  </a:lnTo>
                  <a:lnTo>
                    <a:pt x="7274163" y="2892246"/>
                  </a:lnTo>
                  <a:lnTo>
                    <a:pt x="7278442" y="2865152"/>
                  </a:lnTo>
                  <a:lnTo>
                    <a:pt x="7282721" y="2867963"/>
                  </a:lnTo>
                  <a:lnTo>
                    <a:pt x="7287000" y="2877207"/>
                  </a:lnTo>
                  <a:lnTo>
                    <a:pt x="7291279" y="2846875"/>
                  </a:lnTo>
                  <a:lnTo>
                    <a:pt x="7295558" y="2865046"/>
                  </a:lnTo>
                  <a:lnTo>
                    <a:pt x="7299837" y="2873352"/>
                  </a:lnTo>
                  <a:lnTo>
                    <a:pt x="7304116" y="2793921"/>
                  </a:lnTo>
                  <a:lnTo>
                    <a:pt x="7308395" y="2721242"/>
                  </a:lnTo>
                  <a:lnTo>
                    <a:pt x="7312674" y="2689726"/>
                  </a:lnTo>
                  <a:lnTo>
                    <a:pt x="7316953" y="2696836"/>
                  </a:lnTo>
                  <a:lnTo>
                    <a:pt x="7321232" y="2617666"/>
                  </a:lnTo>
                  <a:lnTo>
                    <a:pt x="7325510" y="2501639"/>
                  </a:lnTo>
                  <a:lnTo>
                    <a:pt x="7329789" y="2565845"/>
                  </a:lnTo>
                  <a:lnTo>
                    <a:pt x="7334068" y="2617653"/>
                  </a:lnTo>
                  <a:lnTo>
                    <a:pt x="7338347" y="2661083"/>
                  </a:lnTo>
                  <a:lnTo>
                    <a:pt x="7342626" y="2694710"/>
                  </a:lnTo>
                  <a:lnTo>
                    <a:pt x="7346905" y="2807483"/>
                  </a:lnTo>
                  <a:lnTo>
                    <a:pt x="7351184" y="2960468"/>
                  </a:lnTo>
                  <a:lnTo>
                    <a:pt x="7355463" y="2991797"/>
                  </a:lnTo>
                  <a:lnTo>
                    <a:pt x="7359742" y="2964615"/>
                  </a:lnTo>
                  <a:lnTo>
                    <a:pt x="7364021" y="2957513"/>
                  </a:lnTo>
                  <a:lnTo>
                    <a:pt x="7368300" y="2921362"/>
                  </a:lnTo>
                  <a:lnTo>
                    <a:pt x="7372579" y="2849090"/>
                  </a:lnTo>
                  <a:lnTo>
                    <a:pt x="7376857" y="2804297"/>
                  </a:lnTo>
                  <a:lnTo>
                    <a:pt x="7381136" y="2820698"/>
                  </a:lnTo>
                  <a:lnTo>
                    <a:pt x="7385415" y="2887272"/>
                  </a:lnTo>
                  <a:lnTo>
                    <a:pt x="7389694" y="2916238"/>
                  </a:lnTo>
                  <a:lnTo>
                    <a:pt x="7393973" y="2999672"/>
                  </a:lnTo>
                  <a:lnTo>
                    <a:pt x="7398252" y="3089898"/>
                  </a:lnTo>
                  <a:lnTo>
                    <a:pt x="7402531" y="3116972"/>
                  </a:lnTo>
                  <a:lnTo>
                    <a:pt x="7406810" y="3116972"/>
                  </a:lnTo>
                  <a:lnTo>
                    <a:pt x="7411089" y="3100196"/>
                  </a:lnTo>
                  <a:lnTo>
                    <a:pt x="7415368" y="3061446"/>
                  </a:lnTo>
                  <a:lnTo>
                    <a:pt x="7419647" y="3037682"/>
                  </a:lnTo>
                  <a:lnTo>
                    <a:pt x="7423926" y="3019727"/>
                  </a:lnTo>
                  <a:lnTo>
                    <a:pt x="7428205" y="3019727"/>
                  </a:lnTo>
                  <a:lnTo>
                    <a:pt x="7432483" y="3019729"/>
                  </a:lnTo>
                  <a:lnTo>
                    <a:pt x="7436762" y="3031526"/>
                  </a:lnTo>
                  <a:lnTo>
                    <a:pt x="7441041" y="3039702"/>
                  </a:lnTo>
                  <a:lnTo>
                    <a:pt x="7445320" y="2988899"/>
                  </a:lnTo>
                  <a:lnTo>
                    <a:pt x="7449599" y="2961084"/>
                  </a:lnTo>
                  <a:lnTo>
                    <a:pt x="7453878" y="2893313"/>
                  </a:lnTo>
                  <a:lnTo>
                    <a:pt x="7458157" y="2854573"/>
                  </a:lnTo>
                  <a:lnTo>
                    <a:pt x="7462436" y="2856450"/>
                  </a:lnTo>
                  <a:lnTo>
                    <a:pt x="7466715" y="2889847"/>
                  </a:lnTo>
                  <a:lnTo>
                    <a:pt x="7470994" y="2938050"/>
                  </a:lnTo>
                  <a:lnTo>
                    <a:pt x="7475273" y="2965865"/>
                  </a:lnTo>
                  <a:lnTo>
                    <a:pt x="7479552" y="3059608"/>
                  </a:lnTo>
                  <a:lnTo>
                    <a:pt x="7483830" y="3116972"/>
                  </a:lnTo>
                  <a:lnTo>
                    <a:pt x="7488109" y="3116972"/>
                  </a:lnTo>
                  <a:lnTo>
                    <a:pt x="7492388" y="3116972"/>
                  </a:lnTo>
                  <a:lnTo>
                    <a:pt x="7496667" y="3116972"/>
                  </a:lnTo>
                  <a:lnTo>
                    <a:pt x="7500946" y="3084294"/>
                  </a:lnTo>
                  <a:lnTo>
                    <a:pt x="7505225" y="2973162"/>
                  </a:lnTo>
                  <a:lnTo>
                    <a:pt x="7509504" y="2876486"/>
                  </a:lnTo>
                  <a:lnTo>
                    <a:pt x="7513783" y="2804809"/>
                  </a:lnTo>
                  <a:lnTo>
                    <a:pt x="7518062" y="2825555"/>
                  </a:lnTo>
                  <a:lnTo>
                    <a:pt x="7522341" y="2826880"/>
                  </a:lnTo>
                  <a:lnTo>
                    <a:pt x="7526620" y="2891308"/>
                  </a:lnTo>
                  <a:lnTo>
                    <a:pt x="7530899" y="2958139"/>
                  </a:lnTo>
                  <a:lnTo>
                    <a:pt x="7535178" y="2954850"/>
                  </a:lnTo>
                  <a:lnTo>
                    <a:pt x="7539456" y="2967612"/>
                  </a:lnTo>
                  <a:lnTo>
                    <a:pt x="7543735" y="2916584"/>
                  </a:lnTo>
                  <a:lnTo>
                    <a:pt x="7548014" y="2889176"/>
                  </a:lnTo>
                  <a:lnTo>
                    <a:pt x="7552293" y="2889176"/>
                  </a:lnTo>
                  <a:lnTo>
                    <a:pt x="7556572" y="2907507"/>
                  </a:lnTo>
                  <a:lnTo>
                    <a:pt x="7560851" y="2986951"/>
                  </a:lnTo>
                  <a:lnTo>
                    <a:pt x="7565130" y="3045864"/>
                  </a:lnTo>
                  <a:lnTo>
                    <a:pt x="7569409" y="3061279"/>
                  </a:lnTo>
                  <a:lnTo>
                    <a:pt x="7573688" y="3072377"/>
                  </a:lnTo>
                  <a:lnTo>
                    <a:pt x="7577967" y="3072377"/>
                  </a:lnTo>
                  <a:lnTo>
                    <a:pt x="7582246" y="3071474"/>
                  </a:lnTo>
                  <a:lnTo>
                    <a:pt x="7586525" y="3046905"/>
                  </a:lnTo>
                  <a:lnTo>
                    <a:pt x="7590803" y="3059024"/>
                  </a:lnTo>
                  <a:lnTo>
                    <a:pt x="7595082" y="3080588"/>
                  </a:lnTo>
                  <a:lnTo>
                    <a:pt x="7599361" y="3082397"/>
                  </a:lnTo>
                  <a:lnTo>
                    <a:pt x="7603640" y="3084454"/>
                  </a:lnTo>
                  <a:lnTo>
                    <a:pt x="7607919" y="3097991"/>
                  </a:lnTo>
                  <a:lnTo>
                    <a:pt x="7612198" y="3089409"/>
                  </a:lnTo>
                  <a:lnTo>
                    <a:pt x="7616477" y="3035102"/>
                  </a:lnTo>
                  <a:lnTo>
                    <a:pt x="7620756" y="2983755"/>
                  </a:lnTo>
                  <a:lnTo>
                    <a:pt x="7625035" y="2964539"/>
                  </a:lnTo>
                  <a:lnTo>
                    <a:pt x="7629314" y="2962786"/>
                  </a:lnTo>
                  <a:lnTo>
                    <a:pt x="7633593" y="2931704"/>
                  </a:lnTo>
                  <a:lnTo>
                    <a:pt x="7637872" y="2966318"/>
                  </a:lnTo>
                  <a:lnTo>
                    <a:pt x="7642151" y="3008507"/>
                  </a:lnTo>
                  <a:lnTo>
                    <a:pt x="7646429" y="3035182"/>
                  </a:lnTo>
                  <a:lnTo>
                    <a:pt x="7650708" y="3000006"/>
                  </a:lnTo>
                  <a:lnTo>
                    <a:pt x="7654987" y="2941477"/>
                  </a:lnTo>
                  <a:lnTo>
                    <a:pt x="7659266" y="2939877"/>
                  </a:lnTo>
                  <a:lnTo>
                    <a:pt x="7663545" y="2938412"/>
                  </a:lnTo>
                  <a:lnTo>
                    <a:pt x="7667824" y="2956857"/>
                  </a:lnTo>
                  <a:lnTo>
                    <a:pt x="7672103" y="3001987"/>
                  </a:lnTo>
                  <a:lnTo>
                    <a:pt x="7676382" y="3025735"/>
                  </a:lnTo>
                  <a:lnTo>
                    <a:pt x="7680661" y="3018355"/>
                  </a:lnTo>
                  <a:lnTo>
                    <a:pt x="7684940" y="2973996"/>
                  </a:lnTo>
                  <a:lnTo>
                    <a:pt x="7689219" y="2927957"/>
                  </a:lnTo>
                  <a:lnTo>
                    <a:pt x="7693498" y="2884195"/>
                  </a:lnTo>
                  <a:lnTo>
                    <a:pt x="7697776" y="2804357"/>
                  </a:lnTo>
                  <a:lnTo>
                    <a:pt x="7702055" y="2759160"/>
                  </a:lnTo>
                  <a:lnTo>
                    <a:pt x="7706334" y="2799992"/>
                  </a:lnTo>
                  <a:lnTo>
                    <a:pt x="7710613" y="2818280"/>
                  </a:lnTo>
                  <a:lnTo>
                    <a:pt x="7714892" y="2812350"/>
                  </a:lnTo>
                  <a:lnTo>
                    <a:pt x="7719171" y="2794590"/>
                  </a:lnTo>
                  <a:lnTo>
                    <a:pt x="7723450" y="2770089"/>
                  </a:lnTo>
                  <a:lnTo>
                    <a:pt x="7727729" y="2791355"/>
                  </a:lnTo>
                  <a:lnTo>
                    <a:pt x="7732008" y="2804077"/>
                  </a:lnTo>
                  <a:lnTo>
                    <a:pt x="7736287" y="2814538"/>
                  </a:lnTo>
                  <a:lnTo>
                    <a:pt x="7740566" y="2838148"/>
                  </a:lnTo>
                  <a:lnTo>
                    <a:pt x="7744845" y="2881226"/>
                  </a:lnTo>
                  <a:lnTo>
                    <a:pt x="7749124" y="2921565"/>
                  </a:lnTo>
                  <a:lnTo>
                    <a:pt x="7753402" y="2936439"/>
                  </a:lnTo>
                  <a:lnTo>
                    <a:pt x="7757681" y="2936666"/>
                  </a:lnTo>
                  <a:lnTo>
                    <a:pt x="7761960" y="2949552"/>
                  </a:lnTo>
                  <a:lnTo>
                    <a:pt x="7766239" y="2910574"/>
                  </a:lnTo>
                  <a:lnTo>
                    <a:pt x="7770518" y="2874109"/>
                  </a:lnTo>
                  <a:lnTo>
                    <a:pt x="7774797" y="2889063"/>
                  </a:lnTo>
                  <a:lnTo>
                    <a:pt x="7779076" y="2926959"/>
                  </a:lnTo>
                  <a:lnTo>
                    <a:pt x="7783355" y="2938781"/>
                  </a:lnTo>
                  <a:lnTo>
                    <a:pt x="7787634" y="2961552"/>
                  </a:lnTo>
                  <a:lnTo>
                    <a:pt x="7791913" y="3028888"/>
                  </a:lnTo>
                  <a:lnTo>
                    <a:pt x="7796192" y="3050348"/>
                  </a:lnTo>
                  <a:lnTo>
                    <a:pt x="7800471" y="2995006"/>
                  </a:lnTo>
                  <a:lnTo>
                    <a:pt x="7804749" y="2941631"/>
                  </a:lnTo>
                  <a:lnTo>
                    <a:pt x="7809028" y="2939087"/>
                  </a:lnTo>
                  <a:lnTo>
                    <a:pt x="7813307" y="2908642"/>
                  </a:lnTo>
                  <a:lnTo>
                    <a:pt x="7817586" y="2874787"/>
                  </a:lnTo>
                  <a:lnTo>
                    <a:pt x="7821865" y="2855512"/>
                  </a:lnTo>
                  <a:lnTo>
                    <a:pt x="7826144" y="2847074"/>
                  </a:lnTo>
                  <a:lnTo>
                    <a:pt x="7830423" y="2808716"/>
                  </a:lnTo>
                  <a:lnTo>
                    <a:pt x="7834702" y="2735473"/>
                  </a:lnTo>
                  <a:lnTo>
                    <a:pt x="7838981" y="2758964"/>
                  </a:lnTo>
                  <a:lnTo>
                    <a:pt x="7843260" y="2784332"/>
                  </a:lnTo>
                  <a:lnTo>
                    <a:pt x="7847539" y="2804902"/>
                  </a:lnTo>
                  <a:lnTo>
                    <a:pt x="7851818" y="2843070"/>
                  </a:lnTo>
                  <a:lnTo>
                    <a:pt x="7856097" y="2770042"/>
                  </a:lnTo>
                  <a:lnTo>
                    <a:pt x="7860375" y="2692556"/>
                  </a:lnTo>
                  <a:lnTo>
                    <a:pt x="7864654" y="2618882"/>
                  </a:lnTo>
                  <a:lnTo>
                    <a:pt x="7868933" y="2599036"/>
                  </a:lnTo>
                  <a:lnTo>
                    <a:pt x="7873212" y="2575683"/>
                  </a:lnTo>
                  <a:lnTo>
                    <a:pt x="7877491" y="2541917"/>
                  </a:lnTo>
                  <a:lnTo>
                    <a:pt x="7881770" y="2678921"/>
                  </a:lnTo>
                  <a:lnTo>
                    <a:pt x="7886049" y="2810635"/>
                  </a:lnTo>
                  <a:lnTo>
                    <a:pt x="7890328" y="2815389"/>
                  </a:lnTo>
                  <a:lnTo>
                    <a:pt x="7894607" y="2770336"/>
                  </a:lnTo>
                  <a:lnTo>
                    <a:pt x="7898886" y="2786906"/>
                  </a:lnTo>
                  <a:lnTo>
                    <a:pt x="7903165" y="2855280"/>
                  </a:lnTo>
                  <a:lnTo>
                    <a:pt x="7907444" y="2885284"/>
                  </a:lnTo>
                  <a:lnTo>
                    <a:pt x="7911722" y="2896461"/>
                  </a:lnTo>
                  <a:lnTo>
                    <a:pt x="7916001" y="2886437"/>
                  </a:lnTo>
                  <a:lnTo>
                    <a:pt x="7920280" y="2849149"/>
                  </a:lnTo>
                  <a:lnTo>
                    <a:pt x="7924559" y="2854515"/>
                  </a:lnTo>
                  <a:lnTo>
                    <a:pt x="7928838" y="2842518"/>
                  </a:lnTo>
                  <a:lnTo>
                    <a:pt x="7933117" y="2741800"/>
                  </a:lnTo>
                  <a:lnTo>
                    <a:pt x="7937396" y="2707281"/>
                  </a:lnTo>
                  <a:lnTo>
                    <a:pt x="7941675" y="2721085"/>
                  </a:lnTo>
                  <a:lnTo>
                    <a:pt x="7945954" y="2824725"/>
                  </a:lnTo>
                  <a:lnTo>
                    <a:pt x="7950233" y="2816277"/>
                  </a:lnTo>
                  <a:lnTo>
                    <a:pt x="7954512" y="2696191"/>
                  </a:lnTo>
                  <a:lnTo>
                    <a:pt x="7958791" y="2679082"/>
                  </a:lnTo>
                  <a:lnTo>
                    <a:pt x="7963070" y="2703197"/>
                  </a:lnTo>
                  <a:lnTo>
                    <a:pt x="7967348" y="2775290"/>
                  </a:lnTo>
                  <a:lnTo>
                    <a:pt x="7971627" y="2787292"/>
                  </a:lnTo>
                  <a:lnTo>
                    <a:pt x="7975906" y="2792271"/>
                  </a:lnTo>
                  <a:lnTo>
                    <a:pt x="7980185" y="2921084"/>
                  </a:lnTo>
                  <a:lnTo>
                    <a:pt x="7984464" y="3022116"/>
                  </a:lnTo>
                  <a:lnTo>
                    <a:pt x="7988743" y="3023327"/>
                  </a:lnTo>
                  <a:lnTo>
                    <a:pt x="7993022" y="3040379"/>
                  </a:lnTo>
                  <a:lnTo>
                    <a:pt x="7997301" y="3028797"/>
                  </a:lnTo>
                  <a:lnTo>
                    <a:pt x="8001580" y="3042597"/>
                  </a:lnTo>
                  <a:lnTo>
                    <a:pt x="8005859" y="3028926"/>
                  </a:lnTo>
                  <a:lnTo>
                    <a:pt x="8010138" y="3013528"/>
                  </a:lnTo>
                  <a:lnTo>
                    <a:pt x="8014417" y="3018825"/>
                  </a:lnTo>
                  <a:lnTo>
                    <a:pt x="8018695" y="3001774"/>
                  </a:lnTo>
                  <a:lnTo>
                    <a:pt x="8022974" y="2998044"/>
                  </a:lnTo>
                  <a:lnTo>
                    <a:pt x="8027253" y="2969517"/>
                  </a:lnTo>
                  <a:lnTo>
                    <a:pt x="8031532" y="2963031"/>
                  </a:lnTo>
                  <a:lnTo>
                    <a:pt x="8035811" y="3012384"/>
                  </a:lnTo>
                  <a:lnTo>
                    <a:pt x="8040090" y="3061597"/>
                  </a:lnTo>
                  <a:lnTo>
                    <a:pt x="8044369" y="3088766"/>
                  </a:lnTo>
                  <a:lnTo>
                    <a:pt x="8048648" y="3102756"/>
                  </a:lnTo>
                  <a:lnTo>
                    <a:pt x="8052927" y="3090228"/>
                  </a:lnTo>
                  <a:lnTo>
                    <a:pt x="8057206" y="3093523"/>
                  </a:lnTo>
                  <a:lnTo>
                    <a:pt x="8061485" y="3074109"/>
                  </a:lnTo>
                  <a:lnTo>
                    <a:pt x="8065764" y="3015360"/>
                  </a:lnTo>
                  <a:lnTo>
                    <a:pt x="8070043" y="2971231"/>
                  </a:lnTo>
                  <a:lnTo>
                    <a:pt x="8074321" y="2983009"/>
                  </a:lnTo>
                  <a:lnTo>
                    <a:pt x="8078600" y="3030831"/>
                  </a:lnTo>
                  <a:lnTo>
                    <a:pt x="8082879" y="3048999"/>
                  </a:lnTo>
                  <a:lnTo>
                    <a:pt x="8087158" y="3049000"/>
                  </a:lnTo>
                  <a:lnTo>
                    <a:pt x="8091437" y="3072814"/>
                  </a:lnTo>
                  <a:lnTo>
                    <a:pt x="8095716" y="3089773"/>
                  </a:lnTo>
                  <a:lnTo>
                    <a:pt x="8099995" y="3033165"/>
                  </a:lnTo>
                  <a:lnTo>
                    <a:pt x="8104274" y="3005205"/>
                  </a:lnTo>
                  <a:lnTo>
                    <a:pt x="8108553" y="3021150"/>
                  </a:lnTo>
                  <a:lnTo>
                    <a:pt x="8112832" y="2989616"/>
                  </a:lnTo>
                  <a:lnTo>
                    <a:pt x="8117111" y="2958786"/>
                  </a:lnTo>
                  <a:lnTo>
                    <a:pt x="8121390" y="2971299"/>
                  </a:lnTo>
                  <a:lnTo>
                    <a:pt x="8125668" y="3034826"/>
                  </a:lnTo>
                  <a:lnTo>
                    <a:pt x="8129947" y="3052037"/>
                  </a:lnTo>
                  <a:lnTo>
                    <a:pt x="8134226" y="3017433"/>
                  </a:lnTo>
                  <a:lnTo>
                    <a:pt x="8138505" y="2978973"/>
                  </a:lnTo>
                  <a:lnTo>
                    <a:pt x="8142784" y="2899041"/>
                  </a:lnTo>
                  <a:lnTo>
                    <a:pt x="8147063" y="2805657"/>
                  </a:lnTo>
                  <a:lnTo>
                    <a:pt x="8151342" y="2767464"/>
                  </a:lnTo>
                  <a:lnTo>
                    <a:pt x="8155621" y="2835500"/>
                  </a:lnTo>
                  <a:lnTo>
                    <a:pt x="8159900" y="2865444"/>
                  </a:lnTo>
                  <a:lnTo>
                    <a:pt x="8164179" y="2948601"/>
                  </a:lnTo>
                  <a:lnTo>
                    <a:pt x="8168458" y="3101393"/>
                  </a:lnTo>
                  <a:lnTo>
                    <a:pt x="8172737" y="3116938"/>
                  </a:lnTo>
                  <a:lnTo>
                    <a:pt x="8177016" y="3095115"/>
                  </a:lnTo>
                  <a:lnTo>
                    <a:pt x="8181294" y="3035330"/>
                  </a:lnTo>
                  <a:lnTo>
                    <a:pt x="8185573" y="3000338"/>
                  </a:lnTo>
                  <a:lnTo>
                    <a:pt x="8189852" y="3007543"/>
                  </a:lnTo>
                  <a:lnTo>
                    <a:pt x="8194131" y="2947398"/>
                  </a:lnTo>
                  <a:lnTo>
                    <a:pt x="8198410" y="2945623"/>
                  </a:lnTo>
                  <a:lnTo>
                    <a:pt x="8202689" y="2891589"/>
                  </a:lnTo>
                  <a:lnTo>
                    <a:pt x="8206968" y="2885658"/>
                  </a:lnTo>
                  <a:lnTo>
                    <a:pt x="8211247" y="2876987"/>
                  </a:lnTo>
                  <a:lnTo>
                    <a:pt x="8215526" y="2768432"/>
                  </a:lnTo>
                  <a:lnTo>
                    <a:pt x="8219805" y="2722464"/>
                  </a:lnTo>
                  <a:lnTo>
                    <a:pt x="8224084" y="2773750"/>
                  </a:lnTo>
                  <a:lnTo>
                    <a:pt x="8228363" y="2859806"/>
                  </a:lnTo>
                  <a:lnTo>
                    <a:pt x="8232641" y="2812182"/>
                  </a:lnTo>
                  <a:lnTo>
                    <a:pt x="8236920" y="2809035"/>
                  </a:lnTo>
                  <a:lnTo>
                    <a:pt x="8241199" y="2886356"/>
                  </a:lnTo>
                  <a:lnTo>
                    <a:pt x="8245478" y="2903075"/>
                  </a:lnTo>
                  <a:lnTo>
                    <a:pt x="8249757" y="2865868"/>
                  </a:lnTo>
                  <a:lnTo>
                    <a:pt x="8254036" y="2809780"/>
                  </a:lnTo>
                  <a:lnTo>
                    <a:pt x="8258315" y="2817817"/>
                  </a:lnTo>
                  <a:lnTo>
                    <a:pt x="8262594" y="2781319"/>
                  </a:lnTo>
                  <a:lnTo>
                    <a:pt x="8266873" y="2747802"/>
                  </a:lnTo>
                  <a:lnTo>
                    <a:pt x="8271152" y="2794157"/>
                  </a:lnTo>
                  <a:lnTo>
                    <a:pt x="8275431" y="2838531"/>
                  </a:lnTo>
                  <a:lnTo>
                    <a:pt x="8279710" y="2900274"/>
                  </a:lnTo>
                  <a:lnTo>
                    <a:pt x="8283989" y="2953333"/>
                  </a:lnTo>
                  <a:lnTo>
                    <a:pt x="8288267" y="3032617"/>
                  </a:lnTo>
                  <a:lnTo>
                    <a:pt x="8292546" y="3107396"/>
                  </a:lnTo>
                  <a:lnTo>
                    <a:pt x="8296825" y="3112819"/>
                  </a:lnTo>
                  <a:lnTo>
                    <a:pt x="8301104" y="3116972"/>
                  </a:lnTo>
                  <a:lnTo>
                    <a:pt x="8305383" y="3090516"/>
                  </a:lnTo>
                  <a:lnTo>
                    <a:pt x="8309662" y="3044746"/>
                  </a:lnTo>
                  <a:lnTo>
                    <a:pt x="8313941" y="3037484"/>
                  </a:lnTo>
                  <a:lnTo>
                    <a:pt x="8318220" y="3001277"/>
                  </a:lnTo>
                  <a:lnTo>
                    <a:pt x="8322499" y="2956318"/>
                  </a:lnTo>
                  <a:lnTo>
                    <a:pt x="8326778" y="2922376"/>
                  </a:lnTo>
                  <a:lnTo>
                    <a:pt x="8331057" y="2925786"/>
                  </a:lnTo>
                  <a:lnTo>
                    <a:pt x="8335336" y="2997278"/>
                  </a:lnTo>
                  <a:lnTo>
                    <a:pt x="8339614" y="2986189"/>
                  </a:lnTo>
                  <a:lnTo>
                    <a:pt x="8343893" y="2957054"/>
                  </a:lnTo>
                  <a:lnTo>
                    <a:pt x="8348172" y="2974004"/>
                  </a:lnTo>
                  <a:lnTo>
                    <a:pt x="8352451" y="2977169"/>
                  </a:lnTo>
                  <a:lnTo>
                    <a:pt x="8356730" y="3012917"/>
                  </a:lnTo>
                  <a:lnTo>
                    <a:pt x="8361009" y="2957210"/>
                  </a:lnTo>
                  <a:lnTo>
                    <a:pt x="8365288" y="2902948"/>
                  </a:lnTo>
                  <a:lnTo>
                    <a:pt x="8369567" y="2895015"/>
                  </a:lnTo>
                  <a:lnTo>
                    <a:pt x="8373846" y="2888583"/>
                  </a:lnTo>
                  <a:lnTo>
                    <a:pt x="8378125" y="2901375"/>
                  </a:lnTo>
                  <a:lnTo>
                    <a:pt x="8382404" y="2868600"/>
                  </a:lnTo>
                  <a:lnTo>
                    <a:pt x="8386683" y="2899254"/>
                  </a:lnTo>
                  <a:lnTo>
                    <a:pt x="8390962" y="2961583"/>
                  </a:lnTo>
                  <a:lnTo>
                    <a:pt x="8395240" y="2970048"/>
                  </a:lnTo>
                  <a:lnTo>
                    <a:pt x="8399519" y="2998924"/>
                  </a:lnTo>
                  <a:lnTo>
                    <a:pt x="8403798" y="2988547"/>
                  </a:lnTo>
                  <a:lnTo>
                    <a:pt x="8408077" y="2951287"/>
                  </a:lnTo>
                  <a:lnTo>
                    <a:pt x="8412356" y="2873890"/>
                  </a:lnTo>
                  <a:lnTo>
                    <a:pt x="8416635" y="2839710"/>
                  </a:lnTo>
                  <a:lnTo>
                    <a:pt x="8420914" y="2874126"/>
                  </a:lnTo>
                  <a:lnTo>
                    <a:pt x="8425193" y="2875279"/>
                  </a:lnTo>
                  <a:lnTo>
                    <a:pt x="8429472" y="2872549"/>
                  </a:lnTo>
                  <a:lnTo>
                    <a:pt x="8433751" y="2896184"/>
                  </a:lnTo>
                  <a:lnTo>
                    <a:pt x="8438030" y="2991584"/>
                  </a:lnTo>
                  <a:lnTo>
                    <a:pt x="8442309" y="3026638"/>
                  </a:lnTo>
                  <a:lnTo>
                    <a:pt x="8446587" y="2974833"/>
                  </a:lnTo>
                  <a:lnTo>
                    <a:pt x="8450866" y="2952736"/>
                  </a:lnTo>
                  <a:lnTo>
                    <a:pt x="8455145" y="2970176"/>
                  </a:lnTo>
                  <a:lnTo>
                    <a:pt x="8459424" y="2957506"/>
                  </a:lnTo>
                  <a:lnTo>
                    <a:pt x="8463703" y="2890145"/>
                  </a:lnTo>
                  <a:lnTo>
                    <a:pt x="8467982" y="2902711"/>
                  </a:lnTo>
                  <a:lnTo>
                    <a:pt x="8472261" y="2979364"/>
                  </a:lnTo>
                  <a:lnTo>
                    <a:pt x="8476540" y="3026395"/>
                  </a:lnTo>
                  <a:lnTo>
                    <a:pt x="8480819" y="3013289"/>
                  </a:lnTo>
                  <a:lnTo>
                    <a:pt x="8485098" y="2952067"/>
                  </a:lnTo>
                  <a:lnTo>
                    <a:pt x="8489377" y="2928426"/>
                  </a:lnTo>
                  <a:lnTo>
                    <a:pt x="8493656" y="2899997"/>
                  </a:lnTo>
                  <a:lnTo>
                    <a:pt x="8497935" y="2827812"/>
                  </a:lnTo>
                  <a:lnTo>
                    <a:pt x="8502213" y="2811983"/>
                  </a:lnTo>
                  <a:lnTo>
                    <a:pt x="8506492" y="2837418"/>
                  </a:lnTo>
                  <a:lnTo>
                    <a:pt x="8510771" y="2915712"/>
                  </a:lnTo>
                  <a:lnTo>
                    <a:pt x="8515050" y="2953542"/>
                  </a:lnTo>
                  <a:lnTo>
                    <a:pt x="8519329" y="2961587"/>
                  </a:lnTo>
                  <a:lnTo>
                    <a:pt x="8523608" y="3008924"/>
                  </a:lnTo>
                  <a:lnTo>
                    <a:pt x="8527887" y="2999819"/>
                  </a:lnTo>
                  <a:lnTo>
                    <a:pt x="8532166" y="3001145"/>
                  </a:lnTo>
                  <a:lnTo>
                    <a:pt x="8536445" y="3034935"/>
                  </a:lnTo>
                  <a:lnTo>
                    <a:pt x="8540724" y="3062418"/>
                  </a:lnTo>
                  <a:lnTo>
                    <a:pt x="8545003" y="3079436"/>
                  </a:lnTo>
                  <a:lnTo>
                    <a:pt x="8549282" y="3106691"/>
                  </a:lnTo>
                  <a:lnTo>
                    <a:pt x="8553560" y="3116972"/>
                  </a:lnTo>
                  <a:lnTo>
                    <a:pt x="8549282" y="3116972"/>
                  </a:lnTo>
                  <a:lnTo>
                    <a:pt x="8545003" y="3116972"/>
                  </a:lnTo>
                  <a:lnTo>
                    <a:pt x="8540724" y="3116972"/>
                  </a:lnTo>
                  <a:lnTo>
                    <a:pt x="8536445" y="3116972"/>
                  </a:lnTo>
                  <a:lnTo>
                    <a:pt x="8532166" y="3116972"/>
                  </a:lnTo>
                  <a:lnTo>
                    <a:pt x="8527887" y="3116972"/>
                  </a:lnTo>
                  <a:lnTo>
                    <a:pt x="8523608" y="3116972"/>
                  </a:lnTo>
                  <a:lnTo>
                    <a:pt x="8519329" y="3116972"/>
                  </a:lnTo>
                  <a:lnTo>
                    <a:pt x="8515050" y="3116972"/>
                  </a:lnTo>
                  <a:lnTo>
                    <a:pt x="8510771" y="3116972"/>
                  </a:lnTo>
                  <a:lnTo>
                    <a:pt x="8506492" y="3116972"/>
                  </a:lnTo>
                  <a:lnTo>
                    <a:pt x="8502213" y="3116972"/>
                  </a:lnTo>
                  <a:lnTo>
                    <a:pt x="8497935" y="3116972"/>
                  </a:lnTo>
                  <a:lnTo>
                    <a:pt x="8493656" y="3116972"/>
                  </a:lnTo>
                  <a:lnTo>
                    <a:pt x="8489377" y="3116972"/>
                  </a:lnTo>
                  <a:lnTo>
                    <a:pt x="8485098" y="3116972"/>
                  </a:lnTo>
                  <a:lnTo>
                    <a:pt x="8480819" y="3116972"/>
                  </a:lnTo>
                  <a:lnTo>
                    <a:pt x="8476540" y="3116972"/>
                  </a:lnTo>
                  <a:lnTo>
                    <a:pt x="8472261" y="3116972"/>
                  </a:lnTo>
                  <a:lnTo>
                    <a:pt x="8467982" y="3116972"/>
                  </a:lnTo>
                  <a:lnTo>
                    <a:pt x="8463703" y="3116972"/>
                  </a:lnTo>
                  <a:lnTo>
                    <a:pt x="8459424" y="3116972"/>
                  </a:lnTo>
                  <a:lnTo>
                    <a:pt x="8455145" y="3116972"/>
                  </a:lnTo>
                  <a:lnTo>
                    <a:pt x="8450866" y="3116972"/>
                  </a:lnTo>
                  <a:lnTo>
                    <a:pt x="8446587" y="3116972"/>
                  </a:lnTo>
                  <a:lnTo>
                    <a:pt x="8442309" y="3116972"/>
                  </a:lnTo>
                  <a:lnTo>
                    <a:pt x="8438030" y="3116972"/>
                  </a:lnTo>
                  <a:lnTo>
                    <a:pt x="8433751" y="3116972"/>
                  </a:lnTo>
                  <a:lnTo>
                    <a:pt x="8429472" y="3116972"/>
                  </a:lnTo>
                  <a:lnTo>
                    <a:pt x="8425193" y="3116972"/>
                  </a:lnTo>
                  <a:lnTo>
                    <a:pt x="8420914" y="3116972"/>
                  </a:lnTo>
                  <a:lnTo>
                    <a:pt x="8416635" y="3116972"/>
                  </a:lnTo>
                  <a:lnTo>
                    <a:pt x="8412356" y="3116972"/>
                  </a:lnTo>
                  <a:lnTo>
                    <a:pt x="8408077" y="3116972"/>
                  </a:lnTo>
                  <a:lnTo>
                    <a:pt x="8403798" y="3116972"/>
                  </a:lnTo>
                  <a:lnTo>
                    <a:pt x="8399519" y="3116972"/>
                  </a:lnTo>
                  <a:lnTo>
                    <a:pt x="8395240" y="3116972"/>
                  </a:lnTo>
                  <a:lnTo>
                    <a:pt x="8390962" y="3116972"/>
                  </a:lnTo>
                  <a:lnTo>
                    <a:pt x="8386683" y="3116972"/>
                  </a:lnTo>
                  <a:lnTo>
                    <a:pt x="8382404" y="3116972"/>
                  </a:lnTo>
                  <a:lnTo>
                    <a:pt x="8378125" y="3116972"/>
                  </a:lnTo>
                  <a:lnTo>
                    <a:pt x="8373846" y="3116972"/>
                  </a:lnTo>
                  <a:lnTo>
                    <a:pt x="8369567" y="3116972"/>
                  </a:lnTo>
                  <a:lnTo>
                    <a:pt x="8365288" y="3116972"/>
                  </a:lnTo>
                  <a:lnTo>
                    <a:pt x="8361009" y="3116972"/>
                  </a:lnTo>
                  <a:lnTo>
                    <a:pt x="8356730" y="3116972"/>
                  </a:lnTo>
                  <a:lnTo>
                    <a:pt x="8352451" y="3116972"/>
                  </a:lnTo>
                  <a:lnTo>
                    <a:pt x="8348172" y="3116972"/>
                  </a:lnTo>
                  <a:lnTo>
                    <a:pt x="8343893" y="3116972"/>
                  </a:lnTo>
                  <a:lnTo>
                    <a:pt x="8339614" y="3116972"/>
                  </a:lnTo>
                  <a:lnTo>
                    <a:pt x="8335336" y="3116972"/>
                  </a:lnTo>
                  <a:lnTo>
                    <a:pt x="8331057" y="3116972"/>
                  </a:lnTo>
                  <a:lnTo>
                    <a:pt x="8326778" y="3116972"/>
                  </a:lnTo>
                  <a:lnTo>
                    <a:pt x="8322499" y="3116972"/>
                  </a:lnTo>
                  <a:lnTo>
                    <a:pt x="8318220" y="3116972"/>
                  </a:lnTo>
                  <a:lnTo>
                    <a:pt x="8313941" y="3116972"/>
                  </a:lnTo>
                  <a:lnTo>
                    <a:pt x="8309662" y="3116972"/>
                  </a:lnTo>
                  <a:lnTo>
                    <a:pt x="8305383" y="3116972"/>
                  </a:lnTo>
                  <a:lnTo>
                    <a:pt x="8301104" y="3116972"/>
                  </a:lnTo>
                  <a:lnTo>
                    <a:pt x="8296825" y="3116972"/>
                  </a:lnTo>
                  <a:lnTo>
                    <a:pt x="8292546" y="3116972"/>
                  </a:lnTo>
                  <a:lnTo>
                    <a:pt x="8288267" y="3116972"/>
                  </a:lnTo>
                  <a:lnTo>
                    <a:pt x="8283989" y="3116972"/>
                  </a:lnTo>
                  <a:lnTo>
                    <a:pt x="8279710" y="3116972"/>
                  </a:lnTo>
                  <a:lnTo>
                    <a:pt x="8275431" y="3116972"/>
                  </a:lnTo>
                  <a:lnTo>
                    <a:pt x="8271152" y="3116972"/>
                  </a:lnTo>
                  <a:lnTo>
                    <a:pt x="8266873" y="3116972"/>
                  </a:lnTo>
                  <a:lnTo>
                    <a:pt x="8262594" y="3116972"/>
                  </a:lnTo>
                  <a:lnTo>
                    <a:pt x="8258315" y="3116972"/>
                  </a:lnTo>
                  <a:lnTo>
                    <a:pt x="8254036" y="3116972"/>
                  </a:lnTo>
                  <a:lnTo>
                    <a:pt x="8249757" y="3116972"/>
                  </a:lnTo>
                  <a:lnTo>
                    <a:pt x="8245478" y="3116972"/>
                  </a:lnTo>
                  <a:lnTo>
                    <a:pt x="8241199" y="3116972"/>
                  </a:lnTo>
                  <a:lnTo>
                    <a:pt x="8236920" y="3116972"/>
                  </a:lnTo>
                  <a:lnTo>
                    <a:pt x="8232641" y="3116972"/>
                  </a:lnTo>
                  <a:lnTo>
                    <a:pt x="8228363" y="3116972"/>
                  </a:lnTo>
                  <a:lnTo>
                    <a:pt x="8224084" y="3116972"/>
                  </a:lnTo>
                  <a:lnTo>
                    <a:pt x="8219805" y="3116972"/>
                  </a:lnTo>
                  <a:lnTo>
                    <a:pt x="8215526" y="3116972"/>
                  </a:lnTo>
                  <a:lnTo>
                    <a:pt x="8211247" y="3116972"/>
                  </a:lnTo>
                  <a:lnTo>
                    <a:pt x="8206968" y="3116972"/>
                  </a:lnTo>
                  <a:lnTo>
                    <a:pt x="8202689" y="3116972"/>
                  </a:lnTo>
                  <a:lnTo>
                    <a:pt x="8198410" y="3116972"/>
                  </a:lnTo>
                  <a:lnTo>
                    <a:pt x="8194131" y="3116972"/>
                  </a:lnTo>
                  <a:lnTo>
                    <a:pt x="8189852" y="3116972"/>
                  </a:lnTo>
                  <a:lnTo>
                    <a:pt x="8185573" y="3116972"/>
                  </a:lnTo>
                  <a:lnTo>
                    <a:pt x="8181294" y="3116972"/>
                  </a:lnTo>
                  <a:lnTo>
                    <a:pt x="8177016" y="3116972"/>
                  </a:lnTo>
                  <a:lnTo>
                    <a:pt x="8172737" y="3116972"/>
                  </a:lnTo>
                  <a:lnTo>
                    <a:pt x="8168458" y="3116972"/>
                  </a:lnTo>
                  <a:lnTo>
                    <a:pt x="8164179" y="3116972"/>
                  </a:lnTo>
                  <a:lnTo>
                    <a:pt x="8159900" y="3116972"/>
                  </a:lnTo>
                  <a:lnTo>
                    <a:pt x="8155621" y="3116972"/>
                  </a:lnTo>
                  <a:lnTo>
                    <a:pt x="8151342" y="3116972"/>
                  </a:lnTo>
                  <a:lnTo>
                    <a:pt x="8147063" y="3116972"/>
                  </a:lnTo>
                  <a:lnTo>
                    <a:pt x="8142784" y="3116972"/>
                  </a:lnTo>
                  <a:lnTo>
                    <a:pt x="8138505" y="3116972"/>
                  </a:lnTo>
                  <a:lnTo>
                    <a:pt x="8134226" y="3116972"/>
                  </a:lnTo>
                  <a:lnTo>
                    <a:pt x="8129947" y="3116972"/>
                  </a:lnTo>
                  <a:lnTo>
                    <a:pt x="8125668" y="3116972"/>
                  </a:lnTo>
                  <a:lnTo>
                    <a:pt x="8121390" y="3116972"/>
                  </a:lnTo>
                  <a:lnTo>
                    <a:pt x="8117111" y="3116972"/>
                  </a:lnTo>
                  <a:lnTo>
                    <a:pt x="8112832" y="3116972"/>
                  </a:lnTo>
                  <a:lnTo>
                    <a:pt x="8108553" y="3116972"/>
                  </a:lnTo>
                  <a:lnTo>
                    <a:pt x="8104274" y="3116972"/>
                  </a:lnTo>
                  <a:lnTo>
                    <a:pt x="8099995" y="3116972"/>
                  </a:lnTo>
                  <a:lnTo>
                    <a:pt x="8095716" y="3116972"/>
                  </a:lnTo>
                  <a:lnTo>
                    <a:pt x="8091437" y="3116972"/>
                  </a:lnTo>
                  <a:lnTo>
                    <a:pt x="8087158" y="3116972"/>
                  </a:lnTo>
                  <a:lnTo>
                    <a:pt x="8082879" y="3116972"/>
                  </a:lnTo>
                  <a:lnTo>
                    <a:pt x="8078600" y="3116972"/>
                  </a:lnTo>
                  <a:lnTo>
                    <a:pt x="8074321" y="3116972"/>
                  </a:lnTo>
                  <a:lnTo>
                    <a:pt x="8070043" y="3116972"/>
                  </a:lnTo>
                  <a:lnTo>
                    <a:pt x="8065764" y="3116972"/>
                  </a:lnTo>
                  <a:lnTo>
                    <a:pt x="8061485" y="3116972"/>
                  </a:lnTo>
                  <a:lnTo>
                    <a:pt x="8057206" y="3116972"/>
                  </a:lnTo>
                  <a:lnTo>
                    <a:pt x="8052927" y="3116972"/>
                  </a:lnTo>
                  <a:lnTo>
                    <a:pt x="8048648" y="3116972"/>
                  </a:lnTo>
                  <a:lnTo>
                    <a:pt x="8044369" y="3116972"/>
                  </a:lnTo>
                  <a:lnTo>
                    <a:pt x="8040090" y="3116972"/>
                  </a:lnTo>
                  <a:lnTo>
                    <a:pt x="8035811" y="3116972"/>
                  </a:lnTo>
                  <a:lnTo>
                    <a:pt x="8031532" y="3116972"/>
                  </a:lnTo>
                  <a:lnTo>
                    <a:pt x="8027253" y="3116972"/>
                  </a:lnTo>
                  <a:lnTo>
                    <a:pt x="8022974" y="3116972"/>
                  </a:lnTo>
                  <a:lnTo>
                    <a:pt x="8018695" y="3116972"/>
                  </a:lnTo>
                  <a:lnTo>
                    <a:pt x="8014417" y="3116972"/>
                  </a:lnTo>
                  <a:lnTo>
                    <a:pt x="8010138" y="3116972"/>
                  </a:lnTo>
                  <a:lnTo>
                    <a:pt x="8005859" y="3116972"/>
                  </a:lnTo>
                  <a:lnTo>
                    <a:pt x="8001580" y="3116972"/>
                  </a:lnTo>
                  <a:lnTo>
                    <a:pt x="7997301" y="3116972"/>
                  </a:lnTo>
                  <a:lnTo>
                    <a:pt x="7993022" y="3116972"/>
                  </a:lnTo>
                  <a:lnTo>
                    <a:pt x="7988743" y="3116972"/>
                  </a:lnTo>
                  <a:lnTo>
                    <a:pt x="7984464" y="3116972"/>
                  </a:lnTo>
                  <a:lnTo>
                    <a:pt x="7980185" y="3116972"/>
                  </a:lnTo>
                  <a:lnTo>
                    <a:pt x="7975906" y="3116972"/>
                  </a:lnTo>
                  <a:lnTo>
                    <a:pt x="7971627" y="3116972"/>
                  </a:lnTo>
                  <a:lnTo>
                    <a:pt x="7967348" y="3116972"/>
                  </a:lnTo>
                  <a:lnTo>
                    <a:pt x="7963070" y="3116972"/>
                  </a:lnTo>
                  <a:lnTo>
                    <a:pt x="7958791" y="3116972"/>
                  </a:lnTo>
                  <a:lnTo>
                    <a:pt x="7954512" y="3116972"/>
                  </a:lnTo>
                  <a:lnTo>
                    <a:pt x="7950233" y="3116972"/>
                  </a:lnTo>
                  <a:lnTo>
                    <a:pt x="7945954" y="3116972"/>
                  </a:lnTo>
                  <a:lnTo>
                    <a:pt x="7941675" y="3116972"/>
                  </a:lnTo>
                  <a:lnTo>
                    <a:pt x="7937396" y="3116972"/>
                  </a:lnTo>
                  <a:lnTo>
                    <a:pt x="7933117" y="3116972"/>
                  </a:lnTo>
                  <a:lnTo>
                    <a:pt x="7928838" y="3116972"/>
                  </a:lnTo>
                  <a:lnTo>
                    <a:pt x="7924559" y="3116972"/>
                  </a:lnTo>
                  <a:lnTo>
                    <a:pt x="7920280" y="3116972"/>
                  </a:lnTo>
                  <a:lnTo>
                    <a:pt x="7916001" y="3116972"/>
                  </a:lnTo>
                  <a:lnTo>
                    <a:pt x="7911722" y="3116972"/>
                  </a:lnTo>
                  <a:lnTo>
                    <a:pt x="7907444" y="3116972"/>
                  </a:lnTo>
                  <a:lnTo>
                    <a:pt x="7903165" y="3116972"/>
                  </a:lnTo>
                  <a:lnTo>
                    <a:pt x="7898886" y="3116972"/>
                  </a:lnTo>
                  <a:lnTo>
                    <a:pt x="7894607" y="3116972"/>
                  </a:lnTo>
                  <a:lnTo>
                    <a:pt x="7890328" y="3116972"/>
                  </a:lnTo>
                  <a:lnTo>
                    <a:pt x="7886049" y="3116972"/>
                  </a:lnTo>
                  <a:lnTo>
                    <a:pt x="7881770" y="3116972"/>
                  </a:lnTo>
                  <a:lnTo>
                    <a:pt x="7877491" y="3116972"/>
                  </a:lnTo>
                  <a:lnTo>
                    <a:pt x="7873212" y="3116972"/>
                  </a:lnTo>
                  <a:lnTo>
                    <a:pt x="7868933" y="3116972"/>
                  </a:lnTo>
                  <a:lnTo>
                    <a:pt x="7864654" y="3116972"/>
                  </a:lnTo>
                  <a:lnTo>
                    <a:pt x="7860375" y="3116972"/>
                  </a:lnTo>
                  <a:lnTo>
                    <a:pt x="7856097" y="3116972"/>
                  </a:lnTo>
                  <a:lnTo>
                    <a:pt x="7851818" y="3116972"/>
                  </a:lnTo>
                  <a:lnTo>
                    <a:pt x="7847539" y="3116972"/>
                  </a:lnTo>
                  <a:lnTo>
                    <a:pt x="7843260" y="3116972"/>
                  </a:lnTo>
                  <a:lnTo>
                    <a:pt x="7838981" y="3116972"/>
                  </a:lnTo>
                  <a:lnTo>
                    <a:pt x="7834702" y="3116972"/>
                  </a:lnTo>
                  <a:lnTo>
                    <a:pt x="7830423" y="3116972"/>
                  </a:lnTo>
                  <a:lnTo>
                    <a:pt x="7826144" y="3116972"/>
                  </a:lnTo>
                  <a:lnTo>
                    <a:pt x="7821865" y="3116972"/>
                  </a:lnTo>
                  <a:lnTo>
                    <a:pt x="7817586" y="3116972"/>
                  </a:lnTo>
                  <a:lnTo>
                    <a:pt x="7813307" y="3116972"/>
                  </a:lnTo>
                  <a:lnTo>
                    <a:pt x="7809028" y="3116972"/>
                  </a:lnTo>
                  <a:lnTo>
                    <a:pt x="7804749" y="3116972"/>
                  </a:lnTo>
                  <a:lnTo>
                    <a:pt x="7800471" y="3116972"/>
                  </a:lnTo>
                  <a:lnTo>
                    <a:pt x="7796192" y="3116972"/>
                  </a:lnTo>
                  <a:lnTo>
                    <a:pt x="7791913" y="3116972"/>
                  </a:lnTo>
                  <a:lnTo>
                    <a:pt x="7787634" y="3116972"/>
                  </a:lnTo>
                  <a:lnTo>
                    <a:pt x="7783355" y="3116972"/>
                  </a:lnTo>
                  <a:lnTo>
                    <a:pt x="7779076" y="3116972"/>
                  </a:lnTo>
                  <a:lnTo>
                    <a:pt x="7774797" y="3116972"/>
                  </a:lnTo>
                  <a:lnTo>
                    <a:pt x="7770518" y="3116972"/>
                  </a:lnTo>
                  <a:lnTo>
                    <a:pt x="7766239" y="3116972"/>
                  </a:lnTo>
                  <a:lnTo>
                    <a:pt x="7761960" y="3116972"/>
                  </a:lnTo>
                  <a:lnTo>
                    <a:pt x="7757681" y="3116972"/>
                  </a:lnTo>
                  <a:lnTo>
                    <a:pt x="7753402" y="3116972"/>
                  </a:lnTo>
                  <a:lnTo>
                    <a:pt x="7749124" y="3116972"/>
                  </a:lnTo>
                  <a:lnTo>
                    <a:pt x="7744845" y="3116972"/>
                  </a:lnTo>
                  <a:lnTo>
                    <a:pt x="7740566" y="3116972"/>
                  </a:lnTo>
                  <a:lnTo>
                    <a:pt x="7736287" y="3116972"/>
                  </a:lnTo>
                  <a:lnTo>
                    <a:pt x="7732008" y="3116972"/>
                  </a:lnTo>
                  <a:lnTo>
                    <a:pt x="7727729" y="3116972"/>
                  </a:lnTo>
                  <a:lnTo>
                    <a:pt x="7723450" y="3116972"/>
                  </a:lnTo>
                  <a:lnTo>
                    <a:pt x="7719171" y="3116972"/>
                  </a:lnTo>
                  <a:lnTo>
                    <a:pt x="7714892" y="3116972"/>
                  </a:lnTo>
                  <a:lnTo>
                    <a:pt x="7710613" y="3116972"/>
                  </a:lnTo>
                  <a:lnTo>
                    <a:pt x="7706334" y="3116972"/>
                  </a:lnTo>
                  <a:lnTo>
                    <a:pt x="7702055" y="3116972"/>
                  </a:lnTo>
                  <a:lnTo>
                    <a:pt x="7697776" y="3116972"/>
                  </a:lnTo>
                  <a:lnTo>
                    <a:pt x="7693498" y="3116972"/>
                  </a:lnTo>
                  <a:lnTo>
                    <a:pt x="7689219" y="3116972"/>
                  </a:lnTo>
                  <a:lnTo>
                    <a:pt x="7684940" y="3116972"/>
                  </a:lnTo>
                  <a:lnTo>
                    <a:pt x="7680661" y="3116972"/>
                  </a:lnTo>
                  <a:lnTo>
                    <a:pt x="7676382" y="3116972"/>
                  </a:lnTo>
                  <a:lnTo>
                    <a:pt x="7672103" y="3116972"/>
                  </a:lnTo>
                  <a:lnTo>
                    <a:pt x="7667824" y="3116972"/>
                  </a:lnTo>
                  <a:lnTo>
                    <a:pt x="7663545" y="3116972"/>
                  </a:lnTo>
                  <a:lnTo>
                    <a:pt x="7659266" y="3116972"/>
                  </a:lnTo>
                  <a:lnTo>
                    <a:pt x="7654987" y="3116972"/>
                  </a:lnTo>
                  <a:lnTo>
                    <a:pt x="7650708" y="3116972"/>
                  </a:lnTo>
                  <a:lnTo>
                    <a:pt x="7646429" y="3116972"/>
                  </a:lnTo>
                  <a:lnTo>
                    <a:pt x="7642151" y="3116972"/>
                  </a:lnTo>
                  <a:lnTo>
                    <a:pt x="7637872" y="3116972"/>
                  </a:lnTo>
                  <a:lnTo>
                    <a:pt x="7633593" y="3116972"/>
                  </a:lnTo>
                  <a:lnTo>
                    <a:pt x="7629314" y="3116972"/>
                  </a:lnTo>
                  <a:lnTo>
                    <a:pt x="7625035" y="3116972"/>
                  </a:lnTo>
                  <a:lnTo>
                    <a:pt x="7620756" y="3116972"/>
                  </a:lnTo>
                  <a:lnTo>
                    <a:pt x="7616477" y="3116972"/>
                  </a:lnTo>
                  <a:lnTo>
                    <a:pt x="7612198" y="3116972"/>
                  </a:lnTo>
                  <a:lnTo>
                    <a:pt x="7607919" y="3116972"/>
                  </a:lnTo>
                  <a:lnTo>
                    <a:pt x="7603640" y="3116972"/>
                  </a:lnTo>
                  <a:lnTo>
                    <a:pt x="7599361" y="3116972"/>
                  </a:lnTo>
                  <a:lnTo>
                    <a:pt x="7595082" y="3116972"/>
                  </a:lnTo>
                  <a:lnTo>
                    <a:pt x="7590803" y="3116972"/>
                  </a:lnTo>
                  <a:lnTo>
                    <a:pt x="7586525" y="3116972"/>
                  </a:lnTo>
                  <a:lnTo>
                    <a:pt x="7582246" y="3116972"/>
                  </a:lnTo>
                  <a:lnTo>
                    <a:pt x="7577967" y="3116972"/>
                  </a:lnTo>
                  <a:lnTo>
                    <a:pt x="7573688" y="3116972"/>
                  </a:lnTo>
                  <a:lnTo>
                    <a:pt x="7569409" y="3116972"/>
                  </a:lnTo>
                  <a:lnTo>
                    <a:pt x="7565130" y="3116972"/>
                  </a:lnTo>
                  <a:lnTo>
                    <a:pt x="7560851" y="3116972"/>
                  </a:lnTo>
                  <a:lnTo>
                    <a:pt x="7556572" y="3116972"/>
                  </a:lnTo>
                  <a:lnTo>
                    <a:pt x="7552293" y="3116972"/>
                  </a:lnTo>
                  <a:lnTo>
                    <a:pt x="7548014" y="3116972"/>
                  </a:lnTo>
                  <a:lnTo>
                    <a:pt x="7543735" y="3116972"/>
                  </a:lnTo>
                  <a:lnTo>
                    <a:pt x="7539456" y="3116972"/>
                  </a:lnTo>
                  <a:lnTo>
                    <a:pt x="7535178" y="3116972"/>
                  </a:lnTo>
                  <a:lnTo>
                    <a:pt x="7530899" y="3116972"/>
                  </a:lnTo>
                  <a:lnTo>
                    <a:pt x="7526620" y="3116972"/>
                  </a:lnTo>
                  <a:lnTo>
                    <a:pt x="7522341" y="3116972"/>
                  </a:lnTo>
                  <a:lnTo>
                    <a:pt x="7518062" y="3116972"/>
                  </a:lnTo>
                  <a:lnTo>
                    <a:pt x="7513783" y="3116972"/>
                  </a:lnTo>
                  <a:lnTo>
                    <a:pt x="7509504" y="3116972"/>
                  </a:lnTo>
                  <a:lnTo>
                    <a:pt x="7505225" y="3116972"/>
                  </a:lnTo>
                  <a:lnTo>
                    <a:pt x="7500946" y="3116972"/>
                  </a:lnTo>
                  <a:lnTo>
                    <a:pt x="7496667" y="3116972"/>
                  </a:lnTo>
                  <a:lnTo>
                    <a:pt x="7492388" y="3116972"/>
                  </a:lnTo>
                  <a:lnTo>
                    <a:pt x="7488109" y="3116972"/>
                  </a:lnTo>
                  <a:lnTo>
                    <a:pt x="7483830" y="3116972"/>
                  </a:lnTo>
                  <a:lnTo>
                    <a:pt x="7479552" y="3116972"/>
                  </a:lnTo>
                  <a:lnTo>
                    <a:pt x="7475273" y="3116972"/>
                  </a:lnTo>
                  <a:lnTo>
                    <a:pt x="7470994" y="3116972"/>
                  </a:lnTo>
                  <a:lnTo>
                    <a:pt x="7466715" y="3116972"/>
                  </a:lnTo>
                  <a:lnTo>
                    <a:pt x="7462436" y="3116972"/>
                  </a:lnTo>
                  <a:lnTo>
                    <a:pt x="7458157" y="3116972"/>
                  </a:lnTo>
                  <a:lnTo>
                    <a:pt x="7453878" y="3116972"/>
                  </a:lnTo>
                  <a:lnTo>
                    <a:pt x="7449599" y="3116972"/>
                  </a:lnTo>
                  <a:lnTo>
                    <a:pt x="7445320" y="3116972"/>
                  </a:lnTo>
                  <a:lnTo>
                    <a:pt x="7441041" y="3116972"/>
                  </a:lnTo>
                  <a:lnTo>
                    <a:pt x="7436762" y="3116972"/>
                  </a:lnTo>
                  <a:lnTo>
                    <a:pt x="7432483" y="3116972"/>
                  </a:lnTo>
                  <a:lnTo>
                    <a:pt x="7428205" y="3116972"/>
                  </a:lnTo>
                  <a:lnTo>
                    <a:pt x="7423926" y="3116972"/>
                  </a:lnTo>
                  <a:lnTo>
                    <a:pt x="7419647" y="3116972"/>
                  </a:lnTo>
                  <a:lnTo>
                    <a:pt x="7415368" y="3116972"/>
                  </a:lnTo>
                  <a:lnTo>
                    <a:pt x="7411089" y="3116972"/>
                  </a:lnTo>
                  <a:lnTo>
                    <a:pt x="7406810" y="3116972"/>
                  </a:lnTo>
                  <a:lnTo>
                    <a:pt x="7402531" y="3116972"/>
                  </a:lnTo>
                  <a:lnTo>
                    <a:pt x="7398252" y="3116972"/>
                  </a:lnTo>
                  <a:lnTo>
                    <a:pt x="7393973" y="3116972"/>
                  </a:lnTo>
                  <a:lnTo>
                    <a:pt x="7389694" y="3116972"/>
                  </a:lnTo>
                  <a:lnTo>
                    <a:pt x="7385415" y="3116972"/>
                  </a:lnTo>
                  <a:lnTo>
                    <a:pt x="7381136" y="3116972"/>
                  </a:lnTo>
                  <a:lnTo>
                    <a:pt x="7376857" y="3116972"/>
                  </a:lnTo>
                  <a:lnTo>
                    <a:pt x="7372579" y="3116972"/>
                  </a:lnTo>
                  <a:lnTo>
                    <a:pt x="7368300" y="3116972"/>
                  </a:lnTo>
                  <a:lnTo>
                    <a:pt x="7364021" y="3116972"/>
                  </a:lnTo>
                  <a:lnTo>
                    <a:pt x="7359742" y="3116972"/>
                  </a:lnTo>
                  <a:lnTo>
                    <a:pt x="7355463" y="3116972"/>
                  </a:lnTo>
                  <a:lnTo>
                    <a:pt x="7351184" y="3116972"/>
                  </a:lnTo>
                  <a:lnTo>
                    <a:pt x="7346905" y="3116972"/>
                  </a:lnTo>
                  <a:lnTo>
                    <a:pt x="7342626" y="3116972"/>
                  </a:lnTo>
                  <a:lnTo>
                    <a:pt x="7338347" y="3116972"/>
                  </a:lnTo>
                  <a:lnTo>
                    <a:pt x="7334068" y="3116972"/>
                  </a:lnTo>
                  <a:lnTo>
                    <a:pt x="7329789" y="3116972"/>
                  </a:lnTo>
                  <a:lnTo>
                    <a:pt x="7325510" y="3116972"/>
                  </a:lnTo>
                  <a:lnTo>
                    <a:pt x="7321232" y="3116972"/>
                  </a:lnTo>
                  <a:lnTo>
                    <a:pt x="7316953" y="3116972"/>
                  </a:lnTo>
                  <a:lnTo>
                    <a:pt x="7312674" y="3116972"/>
                  </a:lnTo>
                  <a:lnTo>
                    <a:pt x="7308395" y="3116972"/>
                  </a:lnTo>
                  <a:lnTo>
                    <a:pt x="7304116" y="3116972"/>
                  </a:lnTo>
                  <a:lnTo>
                    <a:pt x="7299837" y="3116972"/>
                  </a:lnTo>
                  <a:lnTo>
                    <a:pt x="7295558" y="3116972"/>
                  </a:lnTo>
                  <a:lnTo>
                    <a:pt x="7291279" y="3116972"/>
                  </a:lnTo>
                  <a:lnTo>
                    <a:pt x="7287000" y="3116972"/>
                  </a:lnTo>
                  <a:lnTo>
                    <a:pt x="7282721" y="3116972"/>
                  </a:lnTo>
                  <a:lnTo>
                    <a:pt x="7278442" y="3116972"/>
                  </a:lnTo>
                  <a:lnTo>
                    <a:pt x="7274163" y="3116972"/>
                  </a:lnTo>
                  <a:lnTo>
                    <a:pt x="7269884" y="3116972"/>
                  </a:lnTo>
                  <a:lnTo>
                    <a:pt x="7265606" y="3116972"/>
                  </a:lnTo>
                  <a:lnTo>
                    <a:pt x="7261327" y="3116972"/>
                  </a:lnTo>
                  <a:lnTo>
                    <a:pt x="7257048" y="3116972"/>
                  </a:lnTo>
                  <a:lnTo>
                    <a:pt x="7252769" y="3116972"/>
                  </a:lnTo>
                  <a:lnTo>
                    <a:pt x="7248490" y="3116972"/>
                  </a:lnTo>
                  <a:lnTo>
                    <a:pt x="7244211" y="3116972"/>
                  </a:lnTo>
                  <a:lnTo>
                    <a:pt x="7239932" y="3116972"/>
                  </a:lnTo>
                  <a:lnTo>
                    <a:pt x="7235653" y="3116972"/>
                  </a:lnTo>
                  <a:lnTo>
                    <a:pt x="7231374" y="3116972"/>
                  </a:lnTo>
                  <a:lnTo>
                    <a:pt x="7227095" y="3116972"/>
                  </a:lnTo>
                  <a:lnTo>
                    <a:pt x="7222816" y="3116972"/>
                  </a:lnTo>
                  <a:lnTo>
                    <a:pt x="7218537" y="3116972"/>
                  </a:lnTo>
                  <a:lnTo>
                    <a:pt x="7214259" y="3116972"/>
                  </a:lnTo>
                  <a:lnTo>
                    <a:pt x="7209980" y="3116972"/>
                  </a:lnTo>
                  <a:lnTo>
                    <a:pt x="7205701" y="3116972"/>
                  </a:lnTo>
                  <a:lnTo>
                    <a:pt x="7201422" y="3116972"/>
                  </a:lnTo>
                  <a:lnTo>
                    <a:pt x="7197143" y="3116972"/>
                  </a:lnTo>
                  <a:lnTo>
                    <a:pt x="7192864" y="3116972"/>
                  </a:lnTo>
                  <a:lnTo>
                    <a:pt x="7188585" y="3116972"/>
                  </a:lnTo>
                  <a:lnTo>
                    <a:pt x="7184306" y="3116972"/>
                  </a:lnTo>
                  <a:lnTo>
                    <a:pt x="7180027" y="3116972"/>
                  </a:lnTo>
                  <a:lnTo>
                    <a:pt x="7175748" y="3116972"/>
                  </a:lnTo>
                  <a:lnTo>
                    <a:pt x="7171469" y="3116972"/>
                  </a:lnTo>
                  <a:lnTo>
                    <a:pt x="7167190" y="3116972"/>
                  </a:lnTo>
                  <a:lnTo>
                    <a:pt x="7162911" y="3116972"/>
                  </a:lnTo>
                  <a:lnTo>
                    <a:pt x="7158633" y="3116972"/>
                  </a:lnTo>
                  <a:lnTo>
                    <a:pt x="7154354" y="3116972"/>
                  </a:lnTo>
                  <a:lnTo>
                    <a:pt x="7150075" y="3116972"/>
                  </a:lnTo>
                  <a:lnTo>
                    <a:pt x="7145796" y="3116972"/>
                  </a:lnTo>
                  <a:lnTo>
                    <a:pt x="7141517" y="3116972"/>
                  </a:lnTo>
                  <a:lnTo>
                    <a:pt x="7137238" y="3116972"/>
                  </a:lnTo>
                  <a:lnTo>
                    <a:pt x="7132959" y="3116972"/>
                  </a:lnTo>
                  <a:lnTo>
                    <a:pt x="7128680" y="3116972"/>
                  </a:lnTo>
                  <a:lnTo>
                    <a:pt x="7124401" y="3116972"/>
                  </a:lnTo>
                  <a:lnTo>
                    <a:pt x="7120122" y="3116972"/>
                  </a:lnTo>
                  <a:lnTo>
                    <a:pt x="7115843" y="3116972"/>
                  </a:lnTo>
                  <a:lnTo>
                    <a:pt x="7111564" y="3116972"/>
                  </a:lnTo>
                  <a:lnTo>
                    <a:pt x="7107286" y="3116972"/>
                  </a:lnTo>
                  <a:lnTo>
                    <a:pt x="7103007" y="3116972"/>
                  </a:lnTo>
                  <a:lnTo>
                    <a:pt x="7098728" y="3116972"/>
                  </a:lnTo>
                  <a:lnTo>
                    <a:pt x="7094449" y="3116972"/>
                  </a:lnTo>
                  <a:lnTo>
                    <a:pt x="7090170" y="3116972"/>
                  </a:lnTo>
                  <a:lnTo>
                    <a:pt x="7085891" y="3116972"/>
                  </a:lnTo>
                  <a:lnTo>
                    <a:pt x="7081612" y="3116972"/>
                  </a:lnTo>
                  <a:lnTo>
                    <a:pt x="7077333" y="3116972"/>
                  </a:lnTo>
                  <a:lnTo>
                    <a:pt x="7073054" y="3116972"/>
                  </a:lnTo>
                  <a:lnTo>
                    <a:pt x="7068775" y="3116972"/>
                  </a:lnTo>
                  <a:lnTo>
                    <a:pt x="7064496" y="3116972"/>
                  </a:lnTo>
                  <a:lnTo>
                    <a:pt x="7060217" y="3116972"/>
                  </a:lnTo>
                  <a:lnTo>
                    <a:pt x="7055938" y="3116972"/>
                  </a:lnTo>
                  <a:lnTo>
                    <a:pt x="7051660" y="3116972"/>
                  </a:lnTo>
                  <a:lnTo>
                    <a:pt x="7047381" y="3116972"/>
                  </a:lnTo>
                  <a:lnTo>
                    <a:pt x="7043102" y="3116972"/>
                  </a:lnTo>
                  <a:lnTo>
                    <a:pt x="7038823" y="3116972"/>
                  </a:lnTo>
                  <a:lnTo>
                    <a:pt x="7034544" y="3116972"/>
                  </a:lnTo>
                  <a:lnTo>
                    <a:pt x="7030265" y="3116972"/>
                  </a:lnTo>
                  <a:lnTo>
                    <a:pt x="7025986" y="3116972"/>
                  </a:lnTo>
                  <a:lnTo>
                    <a:pt x="7021707" y="3116972"/>
                  </a:lnTo>
                  <a:lnTo>
                    <a:pt x="7017428" y="3116972"/>
                  </a:lnTo>
                  <a:lnTo>
                    <a:pt x="7013149" y="3116972"/>
                  </a:lnTo>
                  <a:lnTo>
                    <a:pt x="7008870" y="3116972"/>
                  </a:lnTo>
                  <a:lnTo>
                    <a:pt x="7004591" y="3116972"/>
                  </a:lnTo>
                  <a:lnTo>
                    <a:pt x="7000313" y="3116972"/>
                  </a:lnTo>
                  <a:lnTo>
                    <a:pt x="6996034" y="3116972"/>
                  </a:lnTo>
                  <a:lnTo>
                    <a:pt x="6991755" y="3116972"/>
                  </a:lnTo>
                  <a:lnTo>
                    <a:pt x="6987476" y="3116972"/>
                  </a:lnTo>
                  <a:lnTo>
                    <a:pt x="6983197" y="3116972"/>
                  </a:lnTo>
                  <a:lnTo>
                    <a:pt x="6978918" y="3116972"/>
                  </a:lnTo>
                  <a:lnTo>
                    <a:pt x="6974639" y="3116972"/>
                  </a:lnTo>
                  <a:lnTo>
                    <a:pt x="6970360" y="3116972"/>
                  </a:lnTo>
                  <a:lnTo>
                    <a:pt x="6966081" y="3116972"/>
                  </a:lnTo>
                  <a:lnTo>
                    <a:pt x="6961802" y="3116972"/>
                  </a:lnTo>
                  <a:lnTo>
                    <a:pt x="6957523" y="3116972"/>
                  </a:lnTo>
                  <a:lnTo>
                    <a:pt x="6953244" y="3116972"/>
                  </a:lnTo>
                  <a:lnTo>
                    <a:pt x="6948965" y="3116972"/>
                  </a:lnTo>
                  <a:lnTo>
                    <a:pt x="6944687" y="3116972"/>
                  </a:lnTo>
                  <a:lnTo>
                    <a:pt x="6940408" y="3116972"/>
                  </a:lnTo>
                  <a:lnTo>
                    <a:pt x="6936129" y="3116972"/>
                  </a:lnTo>
                  <a:lnTo>
                    <a:pt x="6931850" y="3116972"/>
                  </a:lnTo>
                  <a:lnTo>
                    <a:pt x="6927571" y="3116972"/>
                  </a:lnTo>
                  <a:lnTo>
                    <a:pt x="6923292" y="3116972"/>
                  </a:lnTo>
                  <a:lnTo>
                    <a:pt x="6919013" y="3116972"/>
                  </a:lnTo>
                  <a:lnTo>
                    <a:pt x="6914734" y="3116972"/>
                  </a:lnTo>
                  <a:lnTo>
                    <a:pt x="6910455" y="3116972"/>
                  </a:lnTo>
                  <a:lnTo>
                    <a:pt x="6906176" y="3116972"/>
                  </a:lnTo>
                  <a:lnTo>
                    <a:pt x="6901897" y="3116972"/>
                  </a:lnTo>
                  <a:lnTo>
                    <a:pt x="6897618" y="3116972"/>
                  </a:lnTo>
                  <a:lnTo>
                    <a:pt x="6893340" y="3116972"/>
                  </a:lnTo>
                  <a:lnTo>
                    <a:pt x="6889061" y="3116972"/>
                  </a:lnTo>
                  <a:lnTo>
                    <a:pt x="6884782" y="3116972"/>
                  </a:lnTo>
                  <a:lnTo>
                    <a:pt x="6880503" y="3116972"/>
                  </a:lnTo>
                  <a:lnTo>
                    <a:pt x="6876224" y="3116972"/>
                  </a:lnTo>
                  <a:lnTo>
                    <a:pt x="6871945" y="3116972"/>
                  </a:lnTo>
                  <a:lnTo>
                    <a:pt x="6867666" y="3116972"/>
                  </a:lnTo>
                  <a:lnTo>
                    <a:pt x="6863387" y="3116972"/>
                  </a:lnTo>
                  <a:lnTo>
                    <a:pt x="6859108" y="3116972"/>
                  </a:lnTo>
                  <a:lnTo>
                    <a:pt x="6854829" y="3116972"/>
                  </a:lnTo>
                  <a:lnTo>
                    <a:pt x="6850550" y="3116972"/>
                  </a:lnTo>
                  <a:lnTo>
                    <a:pt x="6846271" y="3116972"/>
                  </a:lnTo>
                  <a:lnTo>
                    <a:pt x="6841992" y="3116972"/>
                  </a:lnTo>
                  <a:lnTo>
                    <a:pt x="6837714" y="3116972"/>
                  </a:lnTo>
                  <a:lnTo>
                    <a:pt x="6833435" y="3116972"/>
                  </a:lnTo>
                  <a:lnTo>
                    <a:pt x="6829156" y="3116972"/>
                  </a:lnTo>
                  <a:lnTo>
                    <a:pt x="6824877" y="3116972"/>
                  </a:lnTo>
                  <a:lnTo>
                    <a:pt x="6820598" y="3116972"/>
                  </a:lnTo>
                  <a:lnTo>
                    <a:pt x="6816319" y="3116972"/>
                  </a:lnTo>
                  <a:lnTo>
                    <a:pt x="6812040" y="3116972"/>
                  </a:lnTo>
                  <a:lnTo>
                    <a:pt x="6807761" y="3116972"/>
                  </a:lnTo>
                  <a:lnTo>
                    <a:pt x="6803482" y="3116972"/>
                  </a:lnTo>
                  <a:lnTo>
                    <a:pt x="6799203" y="3116972"/>
                  </a:lnTo>
                  <a:lnTo>
                    <a:pt x="6794924" y="3116972"/>
                  </a:lnTo>
                  <a:lnTo>
                    <a:pt x="6790645" y="3116972"/>
                  </a:lnTo>
                  <a:lnTo>
                    <a:pt x="6786367" y="3116972"/>
                  </a:lnTo>
                  <a:lnTo>
                    <a:pt x="6782088" y="3116972"/>
                  </a:lnTo>
                  <a:lnTo>
                    <a:pt x="6777809" y="3116972"/>
                  </a:lnTo>
                  <a:lnTo>
                    <a:pt x="6773530" y="3116972"/>
                  </a:lnTo>
                  <a:lnTo>
                    <a:pt x="6769251" y="3116972"/>
                  </a:lnTo>
                  <a:lnTo>
                    <a:pt x="6764972" y="3116972"/>
                  </a:lnTo>
                  <a:lnTo>
                    <a:pt x="6760693" y="3116972"/>
                  </a:lnTo>
                  <a:lnTo>
                    <a:pt x="6756414" y="3116972"/>
                  </a:lnTo>
                  <a:lnTo>
                    <a:pt x="6752135" y="3116972"/>
                  </a:lnTo>
                  <a:lnTo>
                    <a:pt x="6747856" y="3116972"/>
                  </a:lnTo>
                  <a:lnTo>
                    <a:pt x="6743577" y="3116972"/>
                  </a:lnTo>
                  <a:lnTo>
                    <a:pt x="6739298" y="3116972"/>
                  </a:lnTo>
                  <a:lnTo>
                    <a:pt x="6735019" y="3116972"/>
                  </a:lnTo>
                  <a:lnTo>
                    <a:pt x="6730741" y="3116972"/>
                  </a:lnTo>
                  <a:lnTo>
                    <a:pt x="6726462" y="3116972"/>
                  </a:lnTo>
                  <a:lnTo>
                    <a:pt x="6722183" y="3116972"/>
                  </a:lnTo>
                  <a:lnTo>
                    <a:pt x="6717904" y="3116972"/>
                  </a:lnTo>
                  <a:lnTo>
                    <a:pt x="6713625" y="3116972"/>
                  </a:lnTo>
                  <a:lnTo>
                    <a:pt x="6709346" y="3116972"/>
                  </a:lnTo>
                  <a:lnTo>
                    <a:pt x="6705067" y="3116972"/>
                  </a:lnTo>
                  <a:lnTo>
                    <a:pt x="6700788" y="3116972"/>
                  </a:lnTo>
                  <a:lnTo>
                    <a:pt x="6696509" y="3116972"/>
                  </a:lnTo>
                  <a:lnTo>
                    <a:pt x="6692230" y="3116972"/>
                  </a:lnTo>
                  <a:lnTo>
                    <a:pt x="6687951" y="3116972"/>
                  </a:lnTo>
                  <a:lnTo>
                    <a:pt x="6683672" y="3116972"/>
                  </a:lnTo>
                  <a:lnTo>
                    <a:pt x="6679394" y="3116972"/>
                  </a:lnTo>
                  <a:lnTo>
                    <a:pt x="6675115" y="3116972"/>
                  </a:lnTo>
                  <a:lnTo>
                    <a:pt x="6670836" y="3116972"/>
                  </a:lnTo>
                  <a:lnTo>
                    <a:pt x="6666557" y="3116972"/>
                  </a:lnTo>
                  <a:lnTo>
                    <a:pt x="6662278" y="3116972"/>
                  </a:lnTo>
                  <a:lnTo>
                    <a:pt x="6657999" y="3116972"/>
                  </a:lnTo>
                  <a:lnTo>
                    <a:pt x="6653720" y="3116972"/>
                  </a:lnTo>
                  <a:lnTo>
                    <a:pt x="6649441" y="3116972"/>
                  </a:lnTo>
                  <a:lnTo>
                    <a:pt x="6645162" y="3116972"/>
                  </a:lnTo>
                  <a:lnTo>
                    <a:pt x="6640883" y="3116972"/>
                  </a:lnTo>
                  <a:lnTo>
                    <a:pt x="6636604" y="3116972"/>
                  </a:lnTo>
                  <a:lnTo>
                    <a:pt x="6632325" y="3116972"/>
                  </a:lnTo>
                  <a:lnTo>
                    <a:pt x="6628046" y="3116972"/>
                  </a:lnTo>
                  <a:lnTo>
                    <a:pt x="6623768" y="3116972"/>
                  </a:lnTo>
                  <a:lnTo>
                    <a:pt x="6619489" y="3116972"/>
                  </a:lnTo>
                  <a:lnTo>
                    <a:pt x="6615210" y="3116972"/>
                  </a:lnTo>
                  <a:lnTo>
                    <a:pt x="6610931" y="3116972"/>
                  </a:lnTo>
                  <a:lnTo>
                    <a:pt x="6606652" y="3116972"/>
                  </a:lnTo>
                  <a:lnTo>
                    <a:pt x="6602373" y="3116972"/>
                  </a:lnTo>
                  <a:lnTo>
                    <a:pt x="6598094" y="3116972"/>
                  </a:lnTo>
                  <a:lnTo>
                    <a:pt x="6593815" y="3116972"/>
                  </a:lnTo>
                  <a:lnTo>
                    <a:pt x="6589536" y="3116972"/>
                  </a:lnTo>
                  <a:lnTo>
                    <a:pt x="6585257" y="3116972"/>
                  </a:lnTo>
                  <a:lnTo>
                    <a:pt x="6580978" y="3116972"/>
                  </a:lnTo>
                  <a:lnTo>
                    <a:pt x="6576699" y="3116972"/>
                  </a:lnTo>
                  <a:lnTo>
                    <a:pt x="6572421" y="3116972"/>
                  </a:lnTo>
                  <a:lnTo>
                    <a:pt x="6568142" y="3116972"/>
                  </a:lnTo>
                  <a:lnTo>
                    <a:pt x="6563863" y="3116972"/>
                  </a:lnTo>
                  <a:lnTo>
                    <a:pt x="6559584" y="3116972"/>
                  </a:lnTo>
                  <a:lnTo>
                    <a:pt x="6555305" y="3116972"/>
                  </a:lnTo>
                  <a:lnTo>
                    <a:pt x="6551026" y="3116972"/>
                  </a:lnTo>
                  <a:lnTo>
                    <a:pt x="6546747" y="3116972"/>
                  </a:lnTo>
                  <a:lnTo>
                    <a:pt x="6542468" y="3116972"/>
                  </a:lnTo>
                  <a:lnTo>
                    <a:pt x="6538189" y="3116972"/>
                  </a:lnTo>
                  <a:lnTo>
                    <a:pt x="6533910" y="3116972"/>
                  </a:lnTo>
                  <a:lnTo>
                    <a:pt x="6529631" y="3116972"/>
                  </a:lnTo>
                  <a:lnTo>
                    <a:pt x="6525352" y="3116972"/>
                  </a:lnTo>
                  <a:lnTo>
                    <a:pt x="6521073" y="3116972"/>
                  </a:lnTo>
                  <a:lnTo>
                    <a:pt x="6516795" y="3116972"/>
                  </a:lnTo>
                  <a:lnTo>
                    <a:pt x="6512516" y="3116972"/>
                  </a:lnTo>
                  <a:lnTo>
                    <a:pt x="6508237" y="3116972"/>
                  </a:lnTo>
                  <a:lnTo>
                    <a:pt x="6503958" y="3116972"/>
                  </a:lnTo>
                  <a:lnTo>
                    <a:pt x="6499679" y="3116972"/>
                  </a:lnTo>
                  <a:lnTo>
                    <a:pt x="6495400" y="3116972"/>
                  </a:lnTo>
                  <a:lnTo>
                    <a:pt x="6491121" y="3116972"/>
                  </a:lnTo>
                  <a:lnTo>
                    <a:pt x="6486842" y="3116972"/>
                  </a:lnTo>
                  <a:lnTo>
                    <a:pt x="6482563" y="3116972"/>
                  </a:lnTo>
                  <a:lnTo>
                    <a:pt x="6478284" y="3116972"/>
                  </a:lnTo>
                  <a:lnTo>
                    <a:pt x="6474005" y="3116972"/>
                  </a:lnTo>
                  <a:lnTo>
                    <a:pt x="6469726" y="3116972"/>
                  </a:lnTo>
                  <a:lnTo>
                    <a:pt x="6465448" y="3116972"/>
                  </a:lnTo>
                  <a:lnTo>
                    <a:pt x="6461169" y="3116972"/>
                  </a:lnTo>
                  <a:lnTo>
                    <a:pt x="6456890" y="3116972"/>
                  </a:lnTo>
                  <a:lnTo>
                    <a:pt x="6452611" y="3116972"/>
                  </a:lnTo>
                  <a:lnTo>
                    <a:pt x="6448332" y="3116972"/>
                  </a:lnTo>
                  <a:lnTo>
                    <a:pt x="6444053" y="3116972"/>
                  </a:lnTo>
                  <a:lnTo>
                    <a:pt x="6439774" y="3116972"/>
                  </a:lnTo>
                  <a:lnTo>
                    <a:pt x="6435495" y="3116972"/>
                  </a:lnTo>
                  <a:lnTo>
                    <a:pt x="6431216" y="3116972"/>
                  </a:lnTo>
                  <a:lnTo>
                    <a:pt x="6426937" y="3116972"/>
                  </a:lnTo>
                  <a:lnTo>
                    <a:pt x="6422658" y="3116972"/>
                  </a:lnTo>
                  <a:lnTo>
                    <a:pt x="6418379" y="3116972"/>
                  </a:lnTo>
                  <a:lnTo>
                    <a:pt x="6414100" y="3116972"/>
                  </a:lnTo>
                  <a:lnTo>
                    <a:pt x="6409822" y="3116972"/>
                  </a:lnTo>
                  <a:lnTo>
                    <a:pt x="6405543" y="3116972"/>
                  </a:lnTo>
                  <a:lnTo>
                    <a:pt x="6401264" y="3116972"/>
                  </a:lnTo>
                  <a:lnTo>
                    <a:pt x="6396985" y="3116972"/>
                  </a:lnTo>
                  <a:lnTo>
                    <a:pt x="6392706" y="3116972"/>
                  </a:lnTo>
                  <a:lnTo>
                    <a:pt x="6388427" y="3116972"/>
                  </a:lnTo>
                  <a:lnTo>
                    <a:pt x="6384148" y="3116972"/>
                  </a:lnTo>
                  <a:lnTo>
                    <a:pt x="6379869" y="3116972"/>
                  </a:lnTo>
                  <a:lnTo>
                    <a:pt x="6375590" y="3116972"/>
                  </a:lnTo>
                  <a:lnTo>
                    <a:pt x="6371311" y="3116972"/>
                  </a:lnTo>
                  <a:lnTo>
                    <a:pt x="6367032" y="3116972"/>
                  </a:lnTo>
                  <a:lnTo>
                    <a:pt x="6362753" y="3116972"/>
                  </a:lnTo>
                  <a:lnTo>
                    <a:pt x="6358475" y="3116972"/>
                  </a:lnTo>
                  <a:lnTo>
                    <a:pt x="6354196" y="3116972"/>
                  </a:lnTo>
                  <a:lnTo>
                    <a:pt x="6349917" y="3116972"/>
                  </a:lnTo>
                  <a:lnTo>
                    <a:pt x="6345638" y="3116972"/>
                  </a:lnTo>
                  <a:lnTo>
                    <a:pt x="6341359" y="3116972"/>
                  </a:lnTo>
                  <a:lnTo>
                    <a:pt x="6337080" y="3116972"/>
                  </a:lnTo>
                  <a:lnTo>
                    <a:pt x="6332801" y="3116972"/>
                  </a:lnTo>
                  <a:lnTo>
                    <a:pt x="6328522" y="3116972"/>
                  </a:lnTo>
                  <a:lnTo>
                    <a:pt x="6324243" y="3116972"/>
                  </a:lnTo>
                  <a:lnTo>
                    <a:pt x="6319964" y="3116972"/>
                  </a:lnTo>
                  <a:lnTo>
                    <a:pt x="6315685" y="3116972"/>
                  </a:lnTo>
                  <a:lnTo>
                    <a:pt x="6311406" y="3116972"/>
                  </a:lnTo>
                  <a:lnTo>
                    <a:pt x="6307127" y="3116972"/>
                  </a:lnTo>
                  <a:lnTo>
                    <a:pt x="6302849" y="3116972"/>
                  </a:lnTo>
                  <a:lnTo>
                    <a:pt x="6298570" y="3116972"/>
                  </a:lnTo>
                  <a:lnTo>
                    <a:pt x="6294291" y="3116972"/>
                  </a:lnTo>
                  <a:lnTo>
                    <a:pt x="6290012" y="3116972"/>
                  </a:lnTo>
                  <a:lnTo>
                    <a:pt x="6285733" y="3116972"/>
                  </a:lnTo>
                  <a:lnTo>
                    <a:pt x="6281454" y="3116972"/>
                  </a:lnTo>
                  <a:lnTo>
                    <a:pt x="6277175" y="3116972"/>
                  </a:lnTo>
                  <a:lnTo>
                    <a:pt x="6272896" y="3116972"/>
                  </a:lnTo>
                  <a:lnTo>
                    <a:pt x="6268617" y="3116972"/>
                  </a:lnTo>
                  <a:lnTo>
                    <a:pt x="6264338" y="3116972"/>
                  </a:lnTo>
                  <a:lnTo>
                    <a:pt x="6260059" y="3116972"/>
                  </a:lnTo>
                  <a:lnTo>
                    <a:pt x="6255780" y="3116972"/>
                  </a:lnTo>
                  <a:lnTo>
                    <a:pt x="6251502" y="3116972"/>
                  </a:lnTo>
                  <a:lnTo>
                    <a:pt x="6247223" y="3116972"/>
                  </a:lnTo>
                  <a:lnTo>
                    <a:pt x="6242944" y="3116972"/>
                  </a:lnTo>
                  <a:lnTo>
                    <a:pt x="6238665" y="3116972"/>
                  </a:lnTo>
                  <a:lnTo>
                    <a:pt x="6234386" y="3116972"/>
                  </a:lnTo>
                  <a:lnTo>
                    <a:pt x="6230107" y="3116972"/>
                  </a:lnTo>
                  <a:lnTo>
                    <a:pt x="6225828" y="3116972"/>
                  </a:lnTo>
                  <a:lnTo>
                    <a:pt x="6221549" y="3116972"/>
                  </a:lnTo>
                  <a:lnTo>
                    <a:pt x="6217270" y="3116972"/>
                  </a:lnTo>
                  <a:lnTo>
                    <a:pt x="6212991" y="3116972"/>
                  </a:lnTo>
                  <a:lnTo>
                    <a:pt x="6208712" y="3116972"/>
                  </a:lnTo>
                  <a:lnTo>
                    <a:pt x="6204433" y="3116972"/>
                  </a:lnTo>
                  <a:lnTo>
                    <a:pt x="6200155" y="3116972"/>
                  </a:lnTo>
                  <a:lnTo>
                    <a:pt x="6195876" y="3116972"/>
                  </a:lnTo>
                  <a:lnTo>
                    <a:pt x="6191597" y="3116972"/>
                  </a:lnTo>
                  <a:lnTo>
                    <a:pt x="6187318" y="3116972"/>
                  </a:lnTo>
                  <a:lnTo>
                    <a:pt x="6183039" y="3116972"/>
                  </a:lnTo>
                  <a:lnTo>
                    <a:pt x="6178760" y="3116972"/>
                  </a:lnTo>
                  <a:lnTo>
                    <a:pt x="6174481" y="3116972"/>
                  </a:lnTo>
                  <a:lnTo>
                    <a:pt x="6170202" y="3116972"/>
                  </a:lnTo>
                  <a:lnTo>
                    <a:pt x="6165923" y="3116972"/>
                  </a:lnTo>
                  <a:lnTo>
                    <a:pt x="6161644" y="3116972"/>
                  </a:lnTo>
                  <a:lnTo>
                    <a:pt x="6157365" y="3116972"/>
                  </a:lnTo>
                  <a:lnTo>
                    <a:pt x="6153086" y="3116972"/>
                  </a:lnTo>
                  <a:lnTo>
                    <a:pt x="6148807" y="3116972"/>
                  </a:lnTo>
                  <a:lnTo>
                    <a:pt x="6144529" y="3116972"/>
                  </a:lnTo>
                  <a:lnTo>
                    <a:pt x="6140250" y="3116972"/>
                  </a:lnTo>
                  <a:lnTo>
                    <a:pt x="6135971" y="3116972"/>
                  </a:lnTo>
                  <a:lnTo>
                    <a:pt x="6131692" y="3116972"/>
                  </a:lnTo>
                  <a:lnTo>
                    <a:pt x="6127413" y="3116972"/>
                  </a:lnTo>
                  <a:lnTo>
                    <a:pt x="6123134" y="3116972"/>
                  </a:lnTo>
                  <a:lnTo>
                    <a:pt x="6118855" y="3116972"/>
                  </a:lnTo>
                  <a:lnTo>
                    <a:pt x="6114576" y="3116972"/>
                  </a:lnTo>
                  <a:lnTo>
                    <a:pt x="6110297" y="3116972"/>
                  </a:lnTo>
                  <a:lnTo>
                    <a:pt x="6106018" y="3116972"/>
                  </a:lnTo>
                  <a:lnTo>
                    <a:pt x="6101739" y="3116972"/>
                  </a:lnTo>
                  <a:lnTo>
                    <a:pt x="6097460" y="3116972"/>
                  </a:lnTo>
                  <a:lnTo>
                    <a:pt x="6093182" y="3116972"/>
                  </a:lnTo>
                  <a:lnTo>
                    <a:pt x="6088903" y="3116972"/>
                  </a:lnTo>
                  <a:lnTo>
                    <a:pt x="6084624" y="3116972"/>
                  </a:lnTo>
                  <a:lnTo>
                    <a:pt x="6080345" y="3116972"/>
                  </a:lnTo>
                  <a:lnTo>
                    <a:pt x="6076066" y="3116972"/>
                  </a:lnTo>
                  <a:lnTo>
                    <a:pt x="6071787" y="3116972"/>
                  </a:lnTo>
                  <a:lnTo>
                    <a:pt x="6067508" y="3116972"/>
                  </a:lnTo>
                  <a:lnTo>
                    <a:pt x="6063229" y="3116972"/>
                  </a:lnTo>
                  <a:lnTo>
                    <a:pt x="6058950" y="3116972"/>
                  </a:lnTo>
                  <a:lnTo>
                    <a:pt x="6054671" y="3116972"/>
                  </a:lnTo>
                  <a:lnTo>
                    <a:pt x="6050392" y="3116972"/>
                  </a:lnTo>
                  <a:lnTo>
                    <a:pt x="6046113" y="3116972"/>
                  </a:lnTo>
                  <a:lnTo>
                    <a:pt x="6041834" y="3116972"/>
                  </a:lnTo>
                  <a:lnTo>
                    <a:pt x="6037556" y="3116972"/>
                  </a:lnTo>
                  <a:lnTo>
                    <a:pt x="6033277" y="3116972"/>
                  </a:lnTo>
                  <a:lnTo>
                    <a:pt x="6028998" y="3116972"/>
                  </a:lnTo>
                  <a:lnTo>
                    <a:pt x="6024719" y="3116972"/>
                  </a:lnTo>
                  <a:lnTo>
                    <a:pt x="6020440" y="3116972"/>
                  </a:lnTo>
                  <a:lnTo>
                    <a:pt x="6016161" y="3116972"/>
                  </a:lnTo>
                  <a:lnTo>
                    <a:pt x="6011882" y="3116972"/>
                  </a:lnTo>
                  <a:lnTo>
                    <a:pt x="6007603" y="3116972"/>
                  </a:lnTo>
                  <a:lnTo>
                    <a:pt x="6003324" y="3116972"/>
                  </a:lnTo>
                  <a:lnTo>
                    <a:pt x="5999045" y="3116972"/>
                  </a:lnTo>
                  <a:lnTo>
                    <a:pt x="5994766" y="3116972"/>
                  </a:lnTo>
                  <a:lnTo>
                    <a:pt x="5990487" y="3116972"/>
                  </a:lnTo>
                  <a:lnTo>
                    <a:pt x="5986209" y="3116972"/>
                  </a:lnTo>
                  <a:lnTo>
                    <a:pt x="5981930" y="3116972"/>
                  </a:lnTo>
                  <a:lnTo>
                    <a:pt x="5977651" y="3116972"/>
                  </a:lnTo>
                  <a:lnTo>
                    <a:pt x="5973372" y="3116972"/>
                  </a:lnTo>
                  <a:lnTo>
                    <a:pt x="5969093" y="3116972"/>
                  </a:lnTo>
                  <a:lnTo>
                    <a:pt x="5964814" y="3116972"/>
                  </a:lnTo>
                  <a:lnTo>
                    <a:pt x="5960535" y="3116972"/>
                  </a:lnTo>
                  <a:lnTo>
                    <a:pt x="5956256" y="3116972"/>
                  </a:lnTo>
                  <a:lnTo>
                    <a:pt x="5951977" y="3116972"/>
                  </a:lnTo>
                  <a:lnTo>
                    <a:pt x="5947698" y="3116972"/>
                  </a:lnTo>
                  <a:lnTo>
                    <a:pt x="5943419" y="3116972"/>
                  </a:lnTo>
                  <a:lnTo>
                    <a:pt x="5939140" y="3116972"/>
                  </a:lnTo>
                  <a:lnTo>
                    <a:pt x="5934861" y="3116972"/>
                  </a:lnTo>
                  <a:lnTo>
                    <a:pt x="5930583" y="3116972"/>
                  </a:lnTo>
                  <a:lnTo>
                    <a:pt x="5926304" y="3116972"/>
                  </a:lnTo>
                  <a:lnTo>
                    <a:pt x="5922025" y="3116972"/>
                  </a:lnTo>
                  <a:lnTo>
                    <a:pt x="5917746" y="3116972"/>
                  </a:lnTo>
                  <a:lnTo>
                    <a:pt x="5913467" y="3116972"/>
                  </a:lnTo>
                  <a:lnTo>
                    <a:pt x="5909188" y="3116972"/>
                  </a:lnTo>
                  <a:lnTo>
                    <a:pt x="5904909" y="3116972"/>
                  </a:lnTo>
                  <a:lnTo>
                    <a:pt x="5900630" y="3116972"/>
                  </a:lnTo>
                  <a:lnTo>
                    <a:pt x="5896351" y="3116972"/>
                  </a:lnTo>
                  <a:lnTo>
                    <a:pt x="5892072" y="3116972"/>
                  </a:lnTo>
                  <a:lnTo>
                    <a:pt x="5887793" y="3116972"/>
                  </a:lnTo>
                  <a:lnTo>
                    <a:pt x="5883514" y="3116972"/>
                  </a:lnTo>
                  <a:lnTo>
                    <a:pt x="5879236" y="3116972"/>
                  </a:lnTo>
                  <a:lnTo>
                    <a:pt x="5874957" y="3116972"/>
                  </a:lnTo>
                  <a:lnTo>
                    <a:pt x="5870678" y="3116972"/>
                  </a:lnTo>
                  <a:lnTo>
                    <a:pt x="5866399" y="3116972"/>
                  </a:lnTo>
                  <a:lnTo>
                    <a:pt x="5862120" y="3116972"/>
                  </a:lnTo>
                  <a:lnTo>
                    <a:pt x="5857841" y="3116972"/>
                  </a:lnTo>
                  <a:lnTo>
                    <a:pt x="5853562" y="3116972"/>
                  </a:lnTo>
                  <a:lnTo>
                    <a:pt x="5849283" y="3116972"/>
                  </a:lnTo>
                  <a:lnTo>
                    <a:pt x="5845004" y="3116972"/>
                  </a:lnTo>
                  <a:lnTo>
                    <a:pt x="5840725" y="3116972"/>
                  </a:lnTo>
                  <a:lnTo>
                    <a:pt x="5836446" y="3116972"/>
                  </a:lnTo>
                  <a:lnTo>
                    <a:pt x="5832167" y="3116972"/>
                  </a:lnTo>
                  <a:lnTo>
                    <a:pt x="5827888" y="3116972"/>
                  </a:lnTo>
                  <a:lnTo>
                    <a:pt x="5823610" y="3116972"/>
                  </a:lnTo>
                  <a:lnTo>
                    <a:pt x="5819331" y="3116972"/>
                  </a:lnTo>
                  <a:lnTo>
                    <a:pt x="5815052" y="3116972"/>
                  </a:lnTo>
                  <a:lnTo>
                    <a:pt x="5810773" y="3116972"/>
                  </a:lnTo>
                  <a:lnTo>
                    <a:pt x="5806494" y="3116972"/>
                  </a:lnTo>
                  <a:lnTo>
                    <a:pt x="5802215" y="3116972"/>
                  </a:lnTo>
                  <a:lnTo>
                    <a:pt x="5797936" y="3116972"/>
                  </a:lnTo>
                  <a:lnTo>
                    <a:pt x="5793657" y="3116972"/>
                  </a:lnTo>
                  <a:lnTo>
                    <a:pt x="5789378" y="3116972"/>
                  </a:lnTo>
                  <a:lnTo>
                    <a:pt x="5785099" y="3116972"/>
                  </a:lnTo>
                  <a:lnTo>
                    <a:pt x="5780820" y="3116972"/>
                  </a:lnTo>
                  <a:lnTo>
                    <a:pt x="5776541" y="3116972"/>
                  </a:lnTo>
                  <a:lnTo>
                    <a:pt x="5772263" y="3116972"/>
                  </a:lnTo>
                  <a:lnTo>
                    <a:pt x="5767984" y="3116972"/>
                  </a:lnTo>
                  <a:lnTo>
                    <a:pt x="5763705" y="3116972"/>
                  </a:lnTo>
                  <a:lnTo>
                    <a:pt x="5759426" y="3116972"/>
                  </a:lnTo>
                  <a:lnTo>
                    <a:pt x="5755147" y="3116972"/>
                  </a:lnTo>
                  <a:lnTo>
                    <a:pt x="5750868" y="3116972"/>
                  </a:lnTo>
                  <a:lnTo>
                    <a:pt x="5746589" y="3116972"/>
                  </a:lnTo>
                  <a:lnTo>
                    <a:pt x="5742310" y="3116972"/>
                  </a:lnTo>
                  <a:lnTo>
                    <a:pt x="5738031" y="3116972"/>
                  </a:lnTo>
                  <a:lnTo>
                    <a:pt x="5733752" y="3116972"/>
                  </a:lnTo>
                  <a:lnTo>
                    <a:pt x="5729473" y="3116972"/>
                  </a:lnTo>
                  <a:lnTo>
                    <a:pt x="5725194" y="3116972"/>
                  </a:lnTo>
                  <a:lnTo>
                    <a:pt x="5720915" y="3116972"/>
                  </a:lnTo>
                  <a:lnTo>
                    <a:pt x="5716637" y="3116972"/>
                  </a:lnTo>
                  <a:lnTo>
                    <a:pt x="5712358" y="3116972"/>
                  </a:lnTo>
                  <a:lnTo>
                    <a:pt x="5708079" y="3116972"/>
                  </a:lnTo>
                  <a:lnTo>
                    <a:pt x="5703800" y="3116972"/>
                  </a:lnTo>
                  <a:lnTo>
                    <a:pt x="5699521" y="3116972"/>
                  </a:lnTo>
                  <a:lnTo>
                    <a:pt x="5695242" y="3116972"/>
                  </a:lnTo>
                  <a:lnTo>
                    <a:pt x="5690963" y="3116972"/>
                  </a:lnTo>
                  <a:lnTo>
                    <a:pt x="5686684" y="3116972"/>
                  </a:lnTo>
                  <a:lnTo>
                    <a:pt x="5682405" y="3116972"/>
                  </a:lnTo>
                  <a:lnTo>
                    <a:pt x="5678126" y="3116972"/>
                  </a:lnTo>
                  <a:lnTo>
                    <a:pt x="5673847" y="3116972"/>
                  </a:lnTo>
                  <a:lnTo>
                    <a:pt x="5669568" y="3116972"/>
                  </a:lnTo>
                  <a:lnTo>
                    <a:pt x="5665290" y="3116972"/>
                  </a:lnTo>
                  <a:lnTo>
                    <a:pt x="5661011" y="3116972"/>
                  </a:lnTo>
                  <a:lnTo>
                    <a:pt x="5656732" y="3116972"/>
                  </a:lnTo>
                  <a:lnTo>
                    <a:pt x="5652453" y="3116972"/>
                  </a:lnTo>
                  <a:lnTo>
                    <a:pt x="5648174" y="3116972"/>
                  </a:lnTo>
                  <a:lnTo>
                    <a:pt x="5643895" y="3116972"/>
                  </a:lnTo>
                  <a:lnTo>
                    <a:pt x="5639616" y="3116972"/>
                  </a:lnTo>
                  <a:lnTo>
                    <a:pt x="5635337" y="3116972"/>
                  </a:lnTo>
                  <a:lnTo>
                    <a:pt x="5631058" y="3116972"/>
                  </a:lnTo>
                  <a:lnTo>
                    <a:pt x="5626779" y="3116972"/>
                  </a:lnTo>
                  <a:lnTo>
                    <a:pt x="5622500" y="3116972"/>
                  </a:lnTo>
                  <a:lnTo>
                    <a:pt x="5618221" y="3116972"/>
                  </a:lnTo>
                  <a:lnTo>
                    <a:pt x="5613942" y="3116972"/>
                  </a:lnTo>
                  <a:lnTo>
                    <a:pt x="5609664" y="3116972"/>
                  </a:lnTo>
                  <a:lnTo>
                    <a:pt x="5605385" y="3116972"/>
                  </a:lnTo>
                  <a:lnTo>
                    <a:pt x="5601106" y="3116972"/>
                  </a:lnTo>
                  <a:lnTo>
                    <a:pt x="5596827" y="3116972"/>
                  </a:lnTo>
                  <a:lnTo>
                    <a:pt x="5592548" y="3116972"/>
                  </a:lnTo>
                  <a:lnTo>
                    <a:pt x="5588269" y="3116972"/>
                  </a:lnTo>
                  <a:lnTo>
                    <a:pt x="5583990" y="3116972"/>
                  </a:lnTo>
                  <a:lnTo>
                    <a:pt x="5579711" y="3116972"/>
                  </a:lnTo>
                  <a:lnTo>
                    <a:pt x="5575432" y="3116972"/>
                  </a:lnTo>
                  <a:lnTo>
                    <a:pt x="5571153" y="3116972"/>
                  </a:lnTo>
                  <a:lnTo>
                    <a:pt x="5566874" y="3116972"/>
                  </a:lnTo>
                  <a:lnTo>
                    <a:pt x="5562595" y="3116972"/>
                  </a:lnTo>
                  <a:lnTo>
                    <a:pt x="5558317" y="3116972"/>
                  </a:lnTo>
                  <a:lnTo>
                    <a:pt x="5554038" y="3116972"/>
                  </a:lnTo>
                  <a:lnTo>
                    <a:pt x="5549759" y="3116972"/>
                  </a:lnTo>
                  <a:lnTo>
                    <a:pt x="5545480" y="3116972"/>
                  </a:lnTo>
                  <a:lnTo>
                    <a:pt x="5541201" y="3116972"/>
                  </a:lnTo>
                  <a:lnTo>
                    <a:pt x="5536922" y="3116972"/>
                  </a:lnTo>
                  <a:lnTo>
                    <a:pt x="5532643" y="3116972"/>
                  </a:lnTo>
                  <a:lnTo>
                    <a:pt x="5528364" y="3116972"/>
                  </a:lnTo>
                  <a:lnTo>
                    <a:pt x="5524085" y="3116972"/>
                  </a:lnTo>
                  <a:lnTo>
                    <a:pt x="5519806" y="3116972"/>
                  </a:lnTo>
                  <a:lnTo>
                    <a:pt x="5515527" y="3116972"/>
                  </a:lnTo>
                  <a:lnTo>
                    <a:pt x="5511248" y="3116972"/>
                  </a:lnTo>
                  <a:lnTo>
                    <a:pt x="5506969" y="3116972"/>
                  </a:lnTo>
                  <a:lnTo>
                    <a:pt x="5502691" y="3116972"/>
                  </a:lnTo>
                  <a:lnTo>
                    <a:pt x="5498412" y="3116972"/>
                  </a:lnTo>
                  <a:lnTo>
                    <a:pt x="5494133" y="3116972"/>
                  </a:lnTo>
                  <a:lnTo>
                    <a:pt x="5489854" y="3116972"/>
                  </a:lnTo>
                  <a:lnTo>
                    <a:pt x="5485575" y="3116972"/>
                  </a:lnTo>
                  <a:lnTo>
                    <a:pt x="5481296" y="3116972"/>
                  </a:lnTo>
                  <a:lnTo>
                    <a:pt x="5477017" y="3116972"/>
                  </a:lnTo>
                  <a:lnTo>
                    <a:pt x="5472738" y="3116972"/>
                  </a:lnTo>
                  <a:lnTo>
                    <a:pt x="5468459" y="3116972"/>
                  </a:lnTo>
                  <a:lnTo>
                    <a:pt x="5464180" y="3116972"/>
                  </a:lnTo>
                  <a:lnTo>
                    <a:pt x="5459901" y="3116972"/>
                  </a:lnTo>
                  <a:lnTo>
                    <a:pt x="5455622" y="3116972"/>
                  </a:lnTo>
                  <a:lnTo>
                    <a:pt x="5451344" y="3116972"/>
                  </a:lnTo>
                  <a:lnTo>
                    <a:pt x="5447065" y="3116972"/>
                  </a:lnTo>
                  <a:lnTo>
                    <a:pt x="5442786" y="3116972"/>
                  </a:lnTo>
                  <a:lnTo>
                    <a:pt x="5438507" y="3116972"/>
                  </a:lnTo>
                  <a:lnTo>
                    <a:pt x="5434228" y="3116972"/>
                  </a:lnTo>
                  <a:lnTo>
                    <a:pt x="5429949" y="3116972"/>
                  </a:lnTo>
                  <a:lnTo>
                    <a:pt x="5425670" y="3116972"/>
                  </a:lnTo>
                  <a:lnTo>
                    <a:pt x="5421391" y="3116972"/>
                  </a:lnTo>
                  <a:lnTo>
                    <a:pt x="5417112" y="3116972"/>
                  </a:lnTo>
                  <a:lnTo>
                    <a:pt x="5412833" y="3116972"/>
                  </a:lnTo>
                  <a:lnTo>
                    <a:pt x="5408554" y="3116972"/>
                  </a:lnTo>
                  <a:lnTo>
                    <a:pt x="5404275" y="3116972"/>
                  </a:lnTo>
                  <a:lnTo>
                    <a:pt x="5399996" y="3116972"/>
                  </a:lnTo>
                  <a:lnTo>
                    <a:pt x="5395718" y="3116972"/>
                  </a:lnTo>
                  <a:lnTo>
                    <a:pt x="5391439" y="3116972"/>
                  </a:lnTo>
                  <a:lnTo>
                    <a:pt x="5387160" y="3116972"/>
                  </a:lnTo>
                  <a:lnTo>
                    <a:pt x="5382881" y="3116972"/>
                  </a:lnTo>
                  <a:lnTo>
                    <a:pt x="5378602" y="3116972"/>
                  </a:lnTo>
                  <a:lnTo>
                    <a:pt x="5374323" y="3116972"/>
                  </a:lnTo>
                  <a:lnTo>
                    <a:pt x="5370044" y="3116972"/>
                  </a:lnTo>
                  <a:lnTo>
                    <a:pt x="5365765" y="3116972"/>
                  </a:lnTo>
                  <a:lnTo>
                    <a:pt x="5361486" y="3116972"/>
                  </a:lnTo>
                  <a:lnTo>
                    <a:pt x="5357207" y="3116972"/>
                  </a:lnTo>
                  <a:lnTo>
                    <a:pt x="5352928" y="3116972"/>
                  </a:lnTo>
                  <a:lnTo>
                    <a:pt x="5348649" y="3116972"/>
                  </a:lnTo>
                  <a:lnTo>
                    <a:pt x="5344371" y="3116972"/>
                  </a:lnTo>
                  <a:lnTo>
                    <a:pt x="5340092" y="3116972"/>
                  </a:lnTo>
                  <a:lnTo>
                    <a:pt x="5335813" y="3116972"/>
                  </a:lnTo>
                  <a:lnTo>
                    <a:pt x="5331534" y="3116972"/>
                  </a:lnTo>
                  <a:lnTo>
                    <a:pt x="5327255" y="3116972"/>
                  </a:lnTo>
                  <a:lnTo>
                    <a:pt x="5322976" y="3116972"/>
                  </a:lnTo>
                  <a:lnTo>
                    <a:pt x="5318697" y="3116972"/>
                  </a:lnTo>
                  <a:lnTo>
                    <a:pt x="5314418" y="3116972"/>
                  </a:lnTo>
                  <a:lnTo>
                    <a:pt x="5310139" y="3116972"/>
                  </a:lnTo>
                  <a:lnTo>
                    <a:pt x="5305860" y="3116972"/>
                  </a:lnTo>
                  <a:lnTo>
                    <a:pt x="5301581" y="3116972"/>
                  </a:lnTo>
                  <a:lnTo>
                    <a:pt x="5297302" y="3116972"/>
                  </a:lnTo>
                  <a:lnTo>
                    <a:pt x="5293023" y="3116972"/>
                  </a:lnTo>
                  <a:lnTo>
                    <a:pt x="5288745" y="3116972"/>
                  </a:lnTo>
                  <a:lnTo>
                    <a:pt x="5284466" y="3116972"/>
                  </a:lnTo>
                  <a:lnTo>
                    <a:pt x="5280187" y="3116972"/>
                  </a:lnTo>
                  <a:lnTo>
                    <a:pt x="5275908" y="3116972"/>
                  </a:lnTo>
                  <a:lnTo>
                    <a:pt x="5271629" y="3116972"/>
                  </a:lnTo>
                  <a:lnTo>
                    <a:pt x="5267350" y="3116972"/>
                  </a:lnTo>
                  <a:lnTo>
                    <a:pt x="5263071" y="3116972"/>
                  </a:lnTo>
                  <a:lnTo>
                    <a:pt x="5258792" y="3116972"/>
                  </a:lnTo>
                  <a:lnTo>
                    <a:pt x="5254513" y="3116972"/>
                  </a:lnTo>
                  <a:lnTo>
                    <a:pt x="5250234" y="3116972"/>
                  </a:lnTo>
                  <a:lnTo>
                    <a:pt x="5245955" y="3116972"/>
                  </a:lnTo>
                  <a:lnTo>
                    <a:pt x="5241676" y="3116972"/>
                  </a:lnTo>
                  <a:lnTo>
                    <a:pt x="5237398" y="3116972"/>
                  </a:lnTo>
                  <a:lnTo>
                    <a:pt x="5233119" y="3116972"/>
                  </a:lnTo>
                  <a:lnTo>
                    <a:pt x="5228840" y="3116972"/>
                  </a:lnTo>
                  <a:lnTo>
                    <a:pt x="5224561" y="3116972"/>
                  </a:lnTo>
                  <a:lnTo>
                    <a:pt x="5220282" y="3116972"/>
                  </a:lnTo>
                  <a:lnTo>
                    <a:pt x="5216003" y="3116972"/>
                  </a:lnTo>
                  <a:lnTo>
                    <a:pt x="5211724" y="3116972"/>
                  </a:lnTo>
                  <a:lnTo>
                    <a:pt x="5207445" y="3116972"/>
                  </a:lnTo>
                  <a:lnTo>
                    <a:pt x="5203166" y="3116972"/>
                  </a:lnTo>
                  <a:lnTo>
                    <a:pt x="5198887" y="3116972"/>
                  </a:lnTo>
                  <a:lnTo>
                    <a:pt x="5194608" y="3116972"/>
                  </a:lnTo>
                  <a:lnTo>
                    <a:pt x="5190329" y="3116972"/>
                  </a:lnTo>
                  <a:lnTo>
                    <a:pt x="5186050" y="3116972"/>
                  </a:lnTo>
                  <a:lnTo>
                    <a:pt x="5181772" y="3116972"/>
                  </a:lnTo>
                  <a:lnTo>
                    <a:pt x="5177493" y="3116972"/>
                  </a:lnTo>
                  <a:lnTo>
                    <a:pt x="5173214" y="3116972"/>
                  </a:lnTo>
                  <a:lnTo>
                    <a:pt x="5168935" y="3116972"/>
                  </a:lnTo>
                  <a:lnTo>
                    <a:pt x="5164656" y="3116972"/>
                  </a:lnTo>
                  <a:lnTo>
                    <a:pt x="5160377" y="3116972"/>
                  </a:lnTo>
                  <a:lnTo>
                    <a:pt x="5156098" y="3116972"/>
                  </a:lnTo>
                  <a:lnTo>
                    <a:pt x="5151819" y="3116972"/>
                  </a:lnTo>
                  <a:lnTo>
                    <a:pt x="5147540" y="3116972"/>
                  </a:lnTo>
                  <a:lnTo>
                    <a:pt x="5143261" y="3116972"/>
                  </a:lnTo>
                  <a:lnTo>
                    <a:pt x="5138982" y="3116972"/>
                  </a:lnTo>
                  <a:lnTo>
                    <a:pt x="5134703" y="3116972"/>
                  </a:lnTo>
                  <a:lnTo>
                    <a:pt x="5130425" y="3116972"/>
                  </a:lnTo>
                  <a:lnTo>
                    <a:pt x="5126146" y="3116972"/>
                  </a:lnTo>
                  <a:lnTo>
                    <a:pt x="5121867" y="3116972"/>
                  </a:lnTo>
                  <a:lnTo>
                    <a:pt x="5117588" y="3116972"/>
                  </a:lnTo>
                  <a:lnTo>
                    <a:pt x="5113309" y="3116972"/>
                  </a:lnTo>
                  <a:lnTo>
                    <a:pt x="5109030" y="3116972"/>
                  </a:lnTo>
                  <a:lnTo>
                    <a:pt x="5104751" y="3116972"/>
                  </a:lnTo>
                  <a:lnTo>
                    <a:pt x="5100472" y="3116972"/>
                  </a:lnTo>
                  <a:lnTo>
                    <a:pt x="5096193" y="3116972"/>
                  </a:lnTo>
                  <a:lnTo>
                    <a:pt x="5091914" y="3116972"/>
                  </a:lnTo>
                  <a:lnTo>
                    <a:pt x="5087635" y="3116972"/>
                  </a:lnTo>
                  <a:lnTo>
                    <a:pt x="5083356" y="3116972"/>
                  </a:lnTo>
                  <a:lnTo>
                    <a:pt x="5079077" y="3116972"/>
                  </a:lnTo>
                  <a:lnTo>
                    <a:pt x="5074799" y="3116972"/>
                  </a:lnTo>
                  <a:lnTo>
                    <a:pt x="5070520" y="3116972"/>
                  </a:lnTo>
                  <a:lnTo>
                    <a:pt x="5066241" y="3116972"/>
                  </a:lnTo>
                  <a:lnTo>
                    <a:pt x="5061962" y="3116972"/>
                  </a:lnTo>
                  <a:lnTo>
                    <a:pt x="5057683" y="3116972"/>
                  </a:lnTo>
                  <a:lnTo>
                    <a:pt x="5053404" y="3116972"/>
                  </a:lnTo>
                  <a:lnTo>
                    <a:pt x="5049125" y="3116972"/>
                  </a:lnTo>
                  <a:lnTo>
                    <a:pt x="5044846" y="3116972"/>
                  </a:lnTo>
                  <a:lnTo>
                    <a:pt x="5040567" y="3116972"/>
                  </a:lnTo>
                  <a:lnTo>
                    <a:pt x="5036288" y="3116972"/>
                  </a:lnTo>
                  <a:lnTo>
                    <a:pt x="5032009" y="3116972"/>
                  </a:lnTo>
                  <a:lnTo>
                    <a:pt x="5027730" y="3116972"/>
                  </a:lnTo>
                  <a:lnTo>
                    <a:pt x="5023452" y="3116972"/>
                  </a:lnTo>
                  <a:lnTo>
                    <a:pt x="5019173" y="3116972"/>
                  </a:lnTo>
                  <a:lnTo>
                    <a:pt x="5014894" y="3116972"/>
                  </a:lnTo>
                  <a:lnTo>
                    <a:pt x="5010615" y="3116972"/>
                  </a:lnTo>
                  <a:lnTo>
                    <a:pt x="5006336" y="3116972"/>
                  </a:lnTo>
                  <a:lnTo>
                    <a:pt x="5002057" y="3116972"/>
                  </a:lnTo>
                  <a:lnTo>
                    <a:pt x="4997778" y="3116972"/>
                  </a:lnTo>
                  <a:lnTo>
                    <a:pt x="4993499" y="3116972"/>
                  </a:lnTo>
                  <a:lnTo>
                    <a:pt x="4989220" y="3116972"/>
                  </a:lnTo>
                  <a:lnTo>
                    <a:pt x="4984941" y="3116972"/>
                  </a:lnTo>
                  <a:lnTo>
                    <a:pt x="4980662" y="3116972"/>
                  </a:lnTo>
                  <a:lnTo>
                    <a:pt x="4976383" y="3116972"/>
                  </a:lnTo>
                  <a:lnTo>
                    <a:pt x="4972104" y="3116972"/>
                  </a:lnTo>
                  <a:lnTo>
                    <a:pt x="4967826" y="3116972"/>
                  </a:lnTo>
                  <a:lnTo>
                    <a:pt x="4963547" y="3116972"/>
                  </a:lnTo>
                  <a:lnTo>
                    <a:pt x="4959268" y="3116972"/>
                  </a:lnTo>
                  <a:lnTo>
                    <a:pt x="4954989" y="3116972"/>
                  </a:lnTo>
                  <a:lnTo>
                    <a:pt x="4950710" y="3116972"/>
                  </a:lnTo>
                  <a:lnTo>
                    <a:pt x="4946431" y="3116972"/>
                  </a:lnTo>
                  <a:lnTo>
                    <a:pt x="4942152" y="3116972"/>
                  </a:lnTo>
                  <a:lnTo>
                    <a:pt x="4937873" y="3116972"/>
                  </a:lnTo>
                  <a:lnTo>
                    <a:pt x="4933594" y="3116972"/>
                  </a:lnTo>
                  <a:lnTo>
                    <a:pt x="4929315" y="3116972"/>
                  </a:lnTo>
                  <a:lnTo>
                    <a:pt x="4925036" y="3116972"/>
                  </a:lnTo>
                  <a:lnTo>
                    <a:pt x="4920757" y="3116972"/>
                  </a:lnTo>
                  <a:lnTo>
                    <a:pt x="4916479" y="3116972"/>
                  </a:lnTo>
                  <a:lnTo>
                    <a:pt x="4912200" y="3116972"/>
                  </a:lnTo>
                  <a:lnTo>
                    <a:pt x="4907921" y="3116972"/>
                  </a:lnTo>
                  <a:lnTo>
                    <a:pt x="4903642" y="3116972"/>
                  </a:lnTo>
                  <a:lnTo>
                    <a:pt x="4899363" y="3116972"/>
                  </a:lnTo>
                  <a:lnTo>
                    <a:pt x="4895084" y="3116972"/>
                  </a:lnTo>
                  <a:lnTo>
                    <a:pt x="4890805" y="3116972"/>
                  </a:lnTo>
                  <a:lnTo>
                    <a:pt x="4886526" y="3116972"/>
                  </a:lnTo>
                  <a:lnTo>
                    <a:pt x="4882247" y="3116972"/>
                  </a:lnTo>
                  <a:lnTo>
                    <a:pt x="4877968" y="3116972"/>
                  </a:lnTo>
                  <a:lnTo>
                    <a:pt x="4873689" y="3116972"/>
                  </a:lnTo>
                  <a:lnTo>
                    <a:pt x="4869410" y="3116972"/>
                  </a:lnTo>
                  <a:lnTo>
                    <a:pt x="4865131" y="3116972"/>
                  </a:lnTo>
                  <a:lnTo>
                    <a:pt x="4860853" y="3116972"/>
                  </a:lnTo>
                  <a:lnTo>
                    <a:pt x="4856574" y="3116972"/>
                  </a:lnTo>
                  <a:lnTo>
                    <a:pt x="4852295" y="3116972"/>
                  </a:lnTo>
                  <a:lnTo>
                    <a:pt x="4848016" y="3116972"/>
                  </a:lnTo>
                  <a:lnTo>
                    <a:pt x="4843737" y="3116972"/>
                  </a:lnTo>
                  <a:lnTo>
                    <a:pt x="4839458" y="3116972"/>
                  </a:lnTo>
                  <a:lnTo>
                    <a:pt x="4835179" y="3116972"/>
                  </a:lnTo>
                  <a:lnTo>
                    <a:pt x="4830900" y="3116972"/>
                  </a:lnTo>
                  <a:lnTo>
                    <a:pt x="4826621" y="3116972"/>
                  </a:lnTo>
                  <a:lnTo>
                    <a:pt x="4822342" y="3116972"/>
                  </a:lnTo>
                  <a:lnTo>
                    <a:pt x="4818063" y="3116972"/>
                  </a:lnTo>
                  <a:lnTo>
                    <a:pt x="4813784" y="3116972"/>
                  </a:lnTo>
                  <a:lnTo>
                    <a:pt x="4809506" y="3116972"/>
                  </a:lnTo>
                  <a:lnTo>
                    <a:pt x="4805227" y="3116972"/>
                  </a:lnTo>
                  <a:lnTo>
                    <a:pt x="4800948" y="3116972"/>
                  </a:lnTo>
                  <a:lnTo>
                    <a:pt x="4796669" y="3116972"/>
                  </a:lnTo>
                  <a:lnTo>
                    <a:pt x="4792390" y="3116972"/>
                  </a:lnTo>
                  <a:lnTo>
                    <a:pt x="4788111" y="3116972"/>
                  </a:lnTo>
                  <a:lnTo>
                    <a:pt x="4783832" y="3116972"/>
                  </a:lnTo>
                  <a:lnTo>
                    <a:pt x="4779553" y="3116972"/>
                  </a:lnTo>
                  <a:lnTo>
                    <a:pt x="4775274" y="3116972"/>
                  </a:lnTo>
                  <a:lnTo>
                    <a:pt x="4770995" y="3116972"/>
                  </a:lnTo>
                  <a:lnTo>
                    <a:pt x="4766716" y="3116972"/>
                  </a:lnTo>
                  <a:lnTo>
                    <a:pt x="4762437" y="3116972"/>
                  </a:lnTo>
                  <a:lnTo>
                    <a:pt x="4758158" y="3116972"/>
                  </a:lnTo>
                  <a:lnTo>
                    <a:pt x="4753880" y="3116972"/>
                  </a:lnTo>
                  <a:lnTo>
                    <a:pt x="4749601" y="3116972"/>
                  </a:lnTo>
                  <a:lnTo>
                    <a:pt x="4745322" y="3116972"/>
                  </a:lnTo>
                  <a:lnTo>
                    <a:pt x="4741043" y="3116972"/>
                  </a:lnTo>
                  <a:lnTo>
                    <a:pt x="4736764" y="3116972"/>
                  </a:lnTo>
                  <a:lnTo>
                    <a:pt x="4732485" y="3116972"/>
                  </a:lnTo>
                  <a:lnTo>
                    <a:pt x="4728206" y="3116972"/>
                  </a:lnTo>
                  <a:lnTo>
                    <a:pt x="4723927" y="3116972"/>
                  </a:lnTo>
                  <a:lnTo>
                    <a:pt x="4719648" y="3116972"/>
                  </a:lnTo>
                  <a:lnTo>
                    <a:pt x="4715369" y="3116972"/>
                  </a:lnTo>
                  <a:lnTo>
                    <a:pt x="4711090" y="3116972"/>
                  </a:lnTo>
                  <a:lnTo>
                    <a:pt x="4706811" y="3116972"/>
                  </a:lnTo>
                  <a:lnTo>
                    <a:pt x="4702533" y="3116972"/>
                  </a:lnTo>
                  <a:lnTo>
                    <a:pt x="4698254" y="3116972"/>
                  </a:lnTo>
                  <a:lnTo>
                    <a:pt x="4693975" y="3116972"/>
                  </a:lnTo>
                  <a:lnTo>
                    <a:pt x="4689696" y="3116972"/>
                  </a:lnTo>
                  <a:lnTo>
                    <a:pt x="4685417" y="3116972"/>
                  </a:lnTo>
                  <a:lnTo>
                    <a:pt x="4681138" y="3116972"/>
                  </a:lnTo>
                  <a:lnTo>
                    <a:pt x="4676859" y="3116972"/>
                  </a:lnTo>
                  <a:lnTo>
                    <a:pt x="4672580" y="3116972"/>
                  </a:lnTo>
                  <a:lnTo>
                    <a:pt x="4668301" y="3116972"/>
                  </a:lnTo>
                  <a:lnTo>
                    <a:pt x="4664022" y="3116972"/>
                  </a:lnTo>
                  <a:lnTo>
                    <a:pt x="4659743" y="3116972"/>
                  </a:lnTo>
                  <a:lnTo>
                    <a:pt x="4655464" y="3116972"/>
                  </a:lnTo>
                  <a:lnTo>
                    <a:pt x="4651185" y="3116972"/>
                  </a:lnTo>
                  <a:lnTo>
                    <a:pt x="4646907" y="3116972"/>
                  </a:lnTo>
                  <a:lnTo>
                    <a:pt x="4642628" y="3116972"/>
                  </a:lnTo>
                  <a:lnTo>
                    <a:pt x="4638349" y="3116972"/>
                  </a:lnTo>
                  <a:lnTo>
                    <a:pt x="4634070" y="3116972"/>
                  </a:lnTo>
                  <a:lnTo>
                    <a:pt x="4629791" y="3116972"/>
                  </a:lnTo>
                  <a:lnTo>
                    <a:pt x="4625512" y="3116972"/>
                  </a:lnTo>
                  <a:lnTo>
                    <a:pt x="4621233" y="3116972"/>
                  </a:lnTo>
                  <a:lnTo>
                    <a:pt x="4616954" y="3116972"/>
                  </a:lnTo>
                  <a:lnTo>
                    <a:pt x="4612675" y="3116972"/>
                  </a:lnTo>
                  <a:lnTo>
                    <a:pt x="4608396" y="3116972"/>
                  </a:lnTo>
                  <a:lnTo>
                    <a:pt x="4604117" y="3116972"/>
                  </a:lnTo>
                  <a:lnTo>
                    <a:pt x="4599838" y="3116972"/>
                  </a:lnTo>
                  <a:lnTo>
                    <a:pt x="4595560" y="3116972"/>
                  </a:lnTo>
                  <a:lnTo>
                    <a:pt x="4591281" y="3116972"/>
                  </a:lnTo>
                  <a:lnTo>
                    <a:pt x="4587002" y="3116972"/>
                  </a:lnTo>
                  <a:lnTo>
                    <a:pt x="4582723" y="3116972"/>
                  </a:lnTo>
                  <a:lnTo>
                    <a:pt x="4578444" y="3116972"/>
                  </a:lnTo>
                  <a:lnTo>
                    <a:pt x="4574165" y="3116972"/>
                  </a:lnTo>
                  <a:lnTo>
                    <a:pt x="4569886" y="3116972"/>
                  </a:lnTo>
                  <a:lnTo>
                    <a:pt x="4565607" y="3116972"/>
                  </a:lnTo>
                  <a:lnTo>
                    <a:pt x="4561328" y="3116972"/>
                  </a:lnTo>
                  <a:lnTo>
                    <a:pt x="4557049" y="3116972"/>
                  </a:lnTo>
                  <a:lnTo>
                    <a:pt x="4552770" y="3116972"/>
                  </a:lnTo>
                  <a:lnTo>
                    <a:pt x="4548491" y="3116972"/>
                  </a:lnTo>
                  <a:lnTo>
                    <a:pt x="4544212" y="3116972"/>
                  </a:lnTo>
                  <a:lnTo>
                    <a:pt x="4539934" y="3116972"/>
                  </a:lnTo>
                  <a:lnTo>
                    <a:pt x="4535655" y="3116972"/>
                  </a:lnTo>
                  <a:lnTo>
                    <a:pt x="4531376" y="3116972"/>
                  </a:lnTo>
                  <a:lnTo>
                    <a:pt x="4527097" y="3116972"/>
                  </a:lnTo>
                  <a:lnTo>
                    <a:pt x="4522818" y="3116972"/>
                  </a:lnTo>
                  <a:lnTo>
                    <a:pt x="4518539" y="3116972"/>
                  </a:lnTo>
                  <a:lnTo>
                    <a:pt x="4514260" y="3116972"/>
                  </a:lnTo>
                  <a:lnTo>
                    <a:pt x="4509981" y="3116972"/>
                  </a:lnTo>
                  <a:lnTo>
                    <a:pt x="4505702" y="3116972"/>
                  </a:lnTo>
                  <a:lnTo>
                    <a:pt x="4501423" y="3116972"/>
                  </a:lnTo>
                  <a:lnTo>
                    <a:pt x="4497144" y="3116972"/>
                  </a:lnTo>
                  <a:lnTo>
                    <a:pt x="4492865" y="3116972"/>
                  </a:lnTo>
                  <a:lnTo>
                    <a:pt x="4488587" y="3116972"/>
                  </a:lnTo>
                  <a:lnTo>
                    <a:pt x="4484308" y="3116972"/>
                  </a:lnTo>
                  <a:lnTo>
                    <a:pt x="4480029" y="3116972"/>
                  </a:lnTo>
                  <a:lnTo>
                    <a:pt x="4475750" y="3116972"/>
                  </a:lnTo>
                  <a:lnTo>
                    <a:pt x="4471471" y="3116972"/>
                  </a:lnTo>
                  <a:lnTo>
                    <a:pt x="4467192" y="3116972"/>
                  </a:lnTo>
                  <a:lnTo>
                    <a:pt x="4462913" y="3116972"/>
                  </a:lnTo>
                  <a:lnTo>
                    <a:pt x="4458634" y="3116972"/>
                  </a:lnTo>
                  <a:lnTo>
                    <a:pt x="4454355" y="3116972"/>
                  </a:lnTo>
                  <a:lnTo>
                    <a:pt x="4450076" y="3116972"/>
                  </a:lnTo>
                  <a:lnTo>
                    <a:pt x="4445797" y="3116972"/>
                  </a:lnTo>
                  <a:lnTo>
                    <a:pt x="4441518" y="3116972"/>
                  </a:lnTo>
                  <a:lnTo>
                    <a:pt x="4437239" y="3116972"/>
                  </a:lnTo>
                  <a:lnTo>
                    <a:pt x="4432961" y="3116972"/>
                  </a:lnTo>
                  <a:lnTo>
                    <a:pt x="4428682" y="3116972"/>
                  </a:lnTo>
                  <a:lnTo>
                    <a:pt x="4424403" y="3116972"/>
                  </a:lnTo>
                  <a:lnTo>
                    <a:pt x="4420124" y="3116972"/>
                  </a:lnTo>
                  <a:lnTo>
                    <a:pt x="4415845" y="3116972"/>
                  </a:lnTo>
                  <a:lnTo>
                    <a:pt x="4411566" y="3116972"/>
                  </a:lnTo>
                  <a:lnTo>
                    <a:pt x="4407287" y="3116972"/>
                  </a:lnTo>
                  <a:lnTo>
                    <a:pt x="4403008" y="3116972"/>
                  </a:lnTo>
                  <a:lnTo>
                    <a:pt x="4398729" y="3116972"/>
                  </a:lnTo>
                  <a:lnTo>
                    <a:pt x="4394450" y="3116972"/>
                  </a:lnTo>
                  <a:lnTo>
                    <a:pt x="4390171" y="3116972"/>
                  </a:lnTo>
                  <a:lnTo>
                    <a:pt x="4385892" y="3116972"/>
                  </a:lnTo>
                  <a:lnTo>
                    <a:pt x="4381614" y="3116972"/>
                  </a:lnTo>
                  <a:lnTo>
                    <a:pt x="4377335" y="3116972"/>
                  </a:lnTo>
                  <a:lnTo>
                    <a:pt x="4373056" y="3116972"/>
                  </a:lnTo>
                  <a:lnTo>
                    <a:pt x="4368777" y="3116972"/>
                  </a:lnTo>
                  <a:lnTo>
                    <a:pt x="4364498" y="3116972"/>
                  </a:lnTo>
                  <a:lnTo>
                    <a:pt x="4360219" y="3116972"/>
                  </a:lnTo>
                  <a:lnTo>
                    <a:pt x="4355940" y="3116972"/>
                  </a:lnTo>
                  <a:lnTo>
                    <a:pt x="4351661" y="3116972"/>
                  </a:lnTo>
                  <a:lnTo>
                    <a:pt x="4347382" y="3116972"/>
                  </a:lnTo>
                  <a:lnTo>
                    <a:pt x="4343103" y="3116972"/>
                  </a:lnTo>
                  <a:lnTo>
                    <a:pt x="4338824" y="3116972"/>
                  </a:lnTo>
                  <a:lnTo>
                    <a:pt x="4334545" y="3116972"/>
                  </a:lnTo>
                  <a:lnTo>
                    <a:pt x="4330266" y="3116972"/>
                  </a:lnTo>
                  <a:lnTo>
                    <a:pt x="4325988" y="3116972"/>
                  </a:lnTo>
                  <a:lnTo>
                    <a:pt x="4321709" y="3116972"/>
                  </a:lnTo>
                  <a:lnTo>
                    <a:pt x="4317430" y="3116972"/>
                  </a:lnTo>
                  <a:lnTo>
                    <a:pt x="4313151" y="3116972"/>
                  </a:lnTo>
                  <a:lnTo>
                    <a:pt x="4308872" y="3116972"/>
                  </a:lnTo>
                  <a:lnTo>
                    <a:pt x="4304593" y="3116972"/>
                  </a:lnTo>
                  <a:lnTo>
                    <a:pt x="4300314" y="3116972"/>
                  </a:lnTo>
                  <a:lnTo>
                    <a:pt x="4296035" y="3116972"/>
                  </a:lnTo>
                  <a:lnTo>
                    <a:pt x="4291756" y="3116972"/>
                  </a:lnTo>
                  <a:lnTo>
                    <a:pt x="4287477" y="3116972"/>
                  </a:lnTo>
                  <a:lnTo>
                    <a:pt x="4283198" y="3116972"/>
                  </a:lnTo>
                  <a:lnTo>
                    <a:pt x="4278919" y="3116972"/>
                  </a:lnTo>
                  <a:lnTo>
                    <a:pt x="4274641" y="3116972"/>
                  </a:lnTo>
                  <a:lnTo>
                    <a:pt x="4270362" y="3116972"/>
                  </a:lnTo>
                  <a:lnTo>
                    <a:pt x="4266083" y="3116972"/>
                  </a:lnTo>
                  <a:lnTo>
                    <a:pt x="4261804" y="3116972"/>
                  </a:lnTo>
                  <a:lnTo>
                    <a:pt x="4257525" y="3116972"/>
                  </a:lnTo>
                  <a:lnTo>
                    <a:pt x="4253246" y="3116972"/>
                  </a:lnTo>
                  <a:lnTo>
                    <a:pt x="4248967" y="3116972"/>
                  </a:lnTo>
                  <a:lnTo>
                    <a:pt x="4244688" y="3116972"/>
                  </a:lnTo>
                  <a:lnTo>
                    <a:pt x="4240409" y="3116972"/>
                  </a:lnTo>
                  <a:lnTo>
                    <a:pt x="4236130" y="3116972"/>
                  </a:lnTo>
                  <a:lnTo>
                    <a:pt x="4231851" y="3116972"/>
                  </a:lnTo>
                  <a:lnTo>
                    <a:pt x="4227572" y="3116972"/>
                  </a:lnTo>
                  <a:lnTo>
                    <a:pt x="4223293" y="3116972"/>
                  </a:lnTo>
                  <a:lnTo>
                    <a:pt x="4219015" y="3116972"/>
                  </a:lnTo>
                  <a:lnTo>
                    <a:pt x="4214736" y="3116972"/>
                  </a:lnTo>
                  <a:lnTo>
                    <a:pt x="4210457" y="3116972"/>
                  </a:lnTo>
                  <a:lnTo>
                    <a:pt x="4206178" y="3116972"/>
                  </a:lnTo>
                  <a:lnTo>
                    <a:pt x="4201899" y="3116972"/>
                  </a:lnTo>
                  <a:lnTo>
                    <a:pt x="4197620" y="3116972"/>
                  </a:lnTo>
                  <a:lnTo>
                    <a:pt x="4193341" y="3116972"/>
                  </a:lnTo>
                  <a:lnTo>
                    <a:pt x="4189062" y="3116972"/>
                  </a:lnTo>
                  <a:lnTo>
                    <a:pt x="4184783" y="3116972"/>
                  </a:lnTo>
                  <a:lnTo>
                    <a:pt x="4180504" y="3116972"/>
                  </a:lnTo>
                  <a:lnTo>
                    <a:pt x="4176225" y="3116972"/>
                  </a:lnTo>
                  <a:lnTo>
                    <a:pt x="4171946" y="3116972"/>
                  </a:lnTo>
                  <a:lnTo>
                    <a:pt x="4167668" y="3116972"/>
                  </a:lnTo>
                  <a:lnTo>
                    <a:pt x="4163389" y="3116972"/>
                  </a:lnTo>
                  <a:lnTo>
                    <a:pt x="4159110" y="3116972"/>
                  </a:lnTo>
                  <a:lnTo>
                    <a:pt x="4154831" y="3116972"/>
                  </a:lnTo>
                  <a:lnTo>
                    <a:pt x="4150552" y="3116972"/>
                  </a:lnTo>
                  <a:lnTo>
                    <a:pt x="4146273" y="3116972"/>
                  </a:lnTo>
                  <a:lnTo>
                    <a:pt x="4141994" y="3116972"/>
                  </a:lnTo>
                  <a:lnTo>
                    <a:pt x="4137715" y="3116972"/>
                  </a:lnTo>
                  <a:lnTo>
                    <a:pt x="4133436" y="3116972"/>
                  </a:lnTo>
                  <a:lnTo>
                    <a:pt x="4129157" y="3116972"/>
                  </a:lnTo>
                  <a:lnTo>
                    <a:pt x="4124878" y="3116972"/>
                  </a:lnTo>
                  <a:lnTo>
                    <a:pt x="4120599" y="3116972"/>
                  </a:lnTo>
                  <a:lnTo>
                    <a:pt x="4116320" y="3116972"/>
                  </a:lnTo>
                  <a:lnTo>
                    <a:pt x="4112042" y="3116972"/>
                  </a:lnTo>
                  <a:lnTo>
                    <a:pt x="4107763" y="3116972"/>
                  </a:lnTo>
                  <a:lnTo>
                    <a:pt x="4103484" y="3116972"/>
                  </a:lnTo>
                  <a:lnTo>
                    <a:pt x="4099205" y="3116972"/>
                  </a:lnTo>
                  <a:lnTo>
                    <a:pt x="4094926" y="3116972"/>
                  </a:lnTo>
                  <a:lnTo>
                    <a:pt x="4090647" y="3116972"/>
                  </a:lnTo>
                  <a:lnTo>
                    <a:pt x="4086368" y="3116972"/>
                  </a:lnTo>
                  <a:lnTo>
                    <a:pt x="4082089" y="3116972"/>
                  </a:lnTo>
                  <a:lnTo>
                    <a:pt x="4077810" y="3116972"/>
                  </a:lnTo>
                  <a:lnTo>
                    <a:pt x="4073531" y="3116972"/>
                  </a:lnTo>
                  <a:lnTo>
                    <a:pt x="4069252" y="3116972"/>
                  </a:lnTo>
                  <a:lnTo>
                    <a:pt x="4064973" y="3116972"/>
                  </a:lnTo>
                  <a:lnTo>
                    <a:pt x="4060695" y="3116972"/>
                  </a:lnTo>
                  <a:lnTo>
                    <a:pt x="4056416" y="3116972"/>
                  </a:lnTo>
                  <a:lnTo>
                    <a:pt x="4052137" y="3116972"/>
                  </a:lnTo>
                  <a:lnTo>
                    <a:pt x="4047858" y="3116972"/>
                  </a:lnTo>
                  <a:lnTo>
                    <a:pt x="4043579" y="3116972"/>
                  </a:lnTo>
                  <a:lnTo>
                    <a:pt x="4039300" y="3116972"/>
                  </a:lnTo>
                  <a:lnTo>
                    <a:pt x="4035021" y="3116972"/>
                  </a:lnTo>
                  <a:lnTo>
                    <a:pt x="4030742" y="3116972"/>
                  </a:lnTo>
                  <a:lnTo>
                    <a:pt x="4026463" y="3116972"/>
                  </a:lnTo>
                  <a:lnTo>
                    <a:pt x="4022184" y="3116972"/>
                  </a:lnTo>
                  <a:lnTo>
                    <a:pt x="4017905" y="3116972"/>
                  </a:lnTo>
                  <a:lnTo>
                    <a:pt x="4013626" y="3116972"/>
                  </a:lnTo>
                  <a:lnTo>
                    <a:pt x="4009347" y="3116972"/>
                  </a:lnTo>
                  <a:lnTo>
                    <a:pt x="4005069" y="3116972"/>
                  </a:lnTo>
                  <a:lnTo>
                    <a:pt x="4000790" y="3116972"/>
                  </a:lnTo>
                  <a:lnTo>
                    <a:pt x="3996511" y="3116972"/>
                  </a:lnTo>
                  <a:lnTo>
                    <a:pt x="3992232" y="3116972"/>
                  </a:lnTo>
                  <a:lnTo>
                    <a:pt x="3987953" y="3116972"/>
                  </a:lnTo>
                  <a:lnTo>
                    <a:pt x="3983674" y="3116972"/>
                  </a:lnTo>
                  <a:lnTo>
                    <a:pt x="3979395" y="3116972"/>
                  </a:lnTo>
                  <a:lnTo>
                    <a:pt x="3975116" y="3116972"/>
                  </a:lnTo>
                  <a:lnTo>
                    <a:pt x="3970837" y="3116972"/>
                  </a:lnTo>
                  <a:lnTo>
                    <a:pt x="3966558" y="3116972"/>
                  </a:lnTo>
                  <a:lnTo>
                    <a:pt x="3962279" y="3116972"/>
                  </a:lnTo>
                  <a:lnTo>
                    <a:pt x="3958000" y="3116972"/>
                  </a:lnTo>
                  <a:lnTo>
                    <a:pt x="3953722" y="3116972"/>
                  </a:lnTo>
                  <a:lnTo>
                    <a:pt x="3949443" y="3116972"/>
                  </a:lnTo>
                  <a:lnTo>
                    <a:pt x="3945164" y="3116972"/>
                  </a:lnTo>
                  <a:lnTo>
                    <a:pt x="3940885" y="3116972"/>
                  </a:lnTo>
                  <a:lnTo>
                    <a:pt x="3936606" y="3116972"/>
                  </a:lnTo>
                  <a:lnTo>
                    <a:pt x="3932327" y="3116972"/>
                  </a:lnTo>
                  <a:lnTo>
                    <a:pt x="3928048" y="3116972"/>
                  </a:lnTo>
                  <a:lnTo>
                    <a:pt x="3923769" y="3116972"/>
                  </a:lnTo>
                  <a:lnTo>
                    <a:pt x="3919490" y="3116972"/>
                  </a:lnTo>
                  <a:lnTo>
                    <a:pt x="3915211" y="3116972"/>
                  </a:lnTo>
                  <a:lnTo>
                    <a:pt x="3910932" y="3116972"/>
                  </a:lnTo>
                  <a:lnTo>
                    <a:pt x="3906653" y="3116972"/>
                  </a:lnTo>
                  <a:lnTo>
                    <a:pt x="3902374" y="3116972"/>
                  </a:lnTo>
                  <a:lnTo>
                    <a:pt x="3898096" y="3116972"/>
                  </a:lnTo>
                  <a:lnTo>
                    <a:pt x="3893817" y="3116972"/>
                  </a:lnTo>
                  <a:lnTo>
                    <a:pt x="3889538" y="3116972"/>
                  </a:lnTo>
                  <a:lnTo>
                    <a:pt x="3885259" y="3116972"/>
                  </a:lnTo>
                  <a:lnTo>
                    <a:pt x="3880980" y="3116972"/>
                  </a:lnTo>
                  <a:lnTo>
                    <a:pt x="3876701" y="3116972"/>
                  </a:lnTo>
                  <a:lnTo>
                    <a:pt x="3872422" y="3116972"/>
                  </a:lnTo>
                  <a:lnTo>
                    <a:pt x="3868143" y="3116972"/>
                  </a:lnTo>
                  <a:lnTo>
                    <a:pt x="3863864" y="3116972"/>
                  </a:lnTo>
                  <a:lnTo>
                    <a:pt x="3859585" y="3116972"/>
                  </a:lnTo>
                  <a:lnTo>
                    <a:pt x="3855306" y="3116972"/>
                  </a:lnTo>
                  <a:lnTo>
                    <a:pt x="3851027" y="3116972"/>
                  </a:lnTo>
                  <a:lnTo>
                    <a:pt x="3846749" y="3116972"/>
                  </a:lnTo>
                  <a:lnTo>
                    <a:pt x="3842470" y="3116972"/>
                  </a:lnTo>
                  <a:lnTo>
                    <a:pt x="3838191" y="3116972"/>
                  </a:lnTo>
                  <a:lnTo>
                    <a:pt x="3833912" y="3116972"/>
                  </a:lnTo>
                  <a:lnTo>
                    <a:pt x="3829633" y="3116972"/>
                  </a:lnTo>
                  <a:lnTo>
                    <a:pt x="3825354" y="3116972"/>
                  </a:lnTo>
                  <a:lnTo>
                    <a:pt x="3821075" y="3116972"/>
                  </a:lnTo>
                  <a:lnTo>
                    <a:pt x="3816796" y="3116972"/>
                  </a:lnTo>
                  <a:lnTo>
                    <a:pt x="3812517" y="3116972"/>
                  </a:lnTo>
                  <a:lnTo>
                    <a:pt x="3808238" y="3116972"/>
                  </a:lnTo>
                  <a:lnTo>
                    <a:pt x="3803959" y="3116972"/>
                  </a:lnTo>
                  <a:lnTo>
                    <a:pt x="3799680" y="3116972"/>
                  </a:lnTo>
                  <a:lnTo>
                    <a:pt x="3795401" y="3116972"/>
                  </a:lnTo>
                  <a:lnTo>
                    <a:pt x="3791123" y="3116972"/>
                  </a:lnTo>
                  <a:lnTo>
                    <a:pt x="3786844" y="3116972"/>
                  </a:lnTo>
                  <a:lnTo>
                    <a:pt x="3782565" y="3116972"/>
                  </a:lnTo>
                  <a:lnTo>
                    <a:pt x="3778286" y="3116972"/>
                  </a:lnTo>
                  <a:lnTo>
                    <a:pt x="3774007" y="3116972"/>
                  </a:lnTo>
                  <a:lnTo>
                    <a:pt x="3769728" y="3116972"/>
                  </a:lnTo>
                  <a:lnTo>
                    <a:pt x="3765449" y="3116972"/>
                  </a:lnTo>
                  <a:lnTo>
                    <a:pt x="3761170" y="3116972"/>
                  </a:lnTo>
                  <a:lnTo>
                    <a:pt x="3756891" y="3116972"/>
                  </a:lnTo>
                  <a:lnTo>
                    <a:pt x="3752612" y="3116972"/>
                  </a:lnTo>
                  <a:lnTo>
                    <a:pt x="3748333" y="3116972"/>
                  </a:lnTo>
                  <a:lnTo>
                    <a:pt x="3744054" y="3116972"/>
                  </a:lnTo>
                  <a:lnTo>
                    <a:pt x="3739776" y="3116972"/>
                  </a:lnTo>
                  <a:lnTo>
                    <a:pt x="3735497" y="3116972"/>
                  </a:lnTo>
                  <a:lnTo>
                    <a:pt x="3731218" y="3116972"/>
                  </a:lnTo>
                  <a:lnTo>
                    <a:pt x="3726939" y="3116972"/>
                  </a:lnTo>
                  <a:lnTo>
                    <a:pt x="3722660" y="3116972"/>
                  </a:lnTo>
                  <a:lnTo>
                    <a:pt x="3718381" y="3116972"/>
                  </a:lnTo>
                  <a:lnTo>
                    <a:pt x="3714102" y="3116972"/>
                  </a:lnTo>
                  <a:lnTo>
                    <a:pt x="3709823" y="3116972"/>
                  </a:lnTo>
                  <a:lnTo>
                    <a:pt x="3705544" y="3116972"/>
                  </a:lnTo>
                  <a:lnTo>
                    <a:pt x="3701265" y="3116972"/>
                  </a:lnTo>
                  <a:lnTo>
                    <a:pt x="3696986" y="3116972"/>
                  </a:lnTo>
                  <a:lnTo>
                    <a:pt x="3692707" y="3116972"/>
                  </a:lnTo>
                  <a:lnTo>
                    <a:pt x="3688428" y="3116972"/>
                  </a:lnTo>
                  <a:lnTo>
                    <a:pt x="3684150" y="3116972"/>
                  </a:lnTo>
                  <a:lnTo>
                    <a:pt x="3679871" y="3116972"/>
                  </a:lnTo>
                  <a:lnTo>
                    <a:pt x="3675592" y="3116972"/>
                  </a:lnTo>
                  <a:lnTo>
                    <a:pt x="3671313" y="3116972"/>
                  </a:lnTo>
                  <a:lnTo>
                    <a:pt x="3667034" y="3116972"/>
                  </a:lnTo>
                  <a:lnTo>
                    <a:pt x="3662755" y="3116972"/>
                  </a:lnTo>
                  <a:lnTo>
                    <a:pt x="3658476" y="3116972"/>
                  </a:lnTo>
                  <a:lnTo>
                    <a:pt x="3654197" y="3116972"/>
                  </a:lnTo>
                  <a:lnTo>
                    <a:pt x="3649918" y="3116972"/>
                  </a:lnTo>
                  <a:lnTo>
                    <a:pt x="3645639" y="3116972"/>
                  </a:lnTo>
                  <a:lnTo>
                    <a:pt x="3641360" y="3116972"/>
                  </a:lnTo>
                  <a:lnTo>
                    <a:pt x="3637081" y="3116972"/>
                  </a:lnTo>
                  <a:lnTo>
                    <a:pt x="3632803" y="3116972"/>
                  </a:lnTo>
                  <a:lnTo>
                    <a:pt x="3628524" y="3116972"/>
                  </a:lnTo>
                  <a:lnTo>
                    <a:pt x="3624245" y="3116972"/>
                  </a:lnTo>
                  <a:lnTo>
                    <a:pt x="3619966" y="3116972"/>
                  </a:lnTo>
                  <a:lnTo>
                    <a:pt x="3615687" y="3116972"/>
                  </a:lnTo>
                  <a:lnTo>
                    <a:pt x="3611408" y="3116972"/>
                  </a:lnTo>
                  <a:lnTo>
                    <a:pt x="3607129" y="3116972"/>
                  </a:lnTo>
                  <a:lnTo>
                    <a:pt x="3602850" y="3116972"/>
                  </a:lnTo>
                  <a:lnTo>
                    <a:pt x="3598571" y="3116972"/>
                  </a:lnTo>
                  <a:lnTo>
                    <a:pt x="3594292" y="3116972"/>
                  </a:lnTo>
                  <a:lnTo>
                    <a:pt x="3590013" y="3116972"/>
                  </a:lnTo>
                  <a:lnTo>
                    <a:pt x="3585734" y="3116972"/>
                  </a:lnTo>
                  <a:lnTo>
                    <a:pt x="3581455" y="3116972"/>
                  </a:lnTo>
                  <a:lnTo>
                    <a:pt x="3577177" y="3116972"/>
                  </a:lnTo>
                  <a:lnTo>
                    <a:pt x="3572898" y="3116972"/>
                  </a:lnTo>
                  <a:lnTo>
                    <a:pt x="3568619" y="3116972"/>
                  </a:lnTo>
                  <a:lnTo>
                    <a:pt x="3564340" y="3116972"/>
                  </a:lnTo>
                  <a:lnTo>
                    <a:pt x="3560061" y="3116972"/>
                  </a:lnTo>
                  <a:lnTo>
                    <a:pt x="3555782" y="3116972"/>
                  </a:lnTo>
                  <a:lnTo>
                    <a:pt x="3551503" y="3116972"/>
                  </a:lnTo>
                  <a:lnTo>
                    <a:pt x="3547224" y="3116972"/>
                  </a:lnTo>
                  <a:lnTo>
                    <a:pt x="3542945" y="3116972"/>
                  </a:lnTo>
                  <a:lnTo>
                    <a:pt x="3538666" y="3116972"/>
                  </a:lnTo>
                  <a:lnTo>
                    <a:pt x="3534387" y="3116972"/>
                  </a:lnTo>
                  <a:lnTo>
                    <a:pt x="3530108" y="3116972"/>
                  </a:lnTo>
                  <a:lnTo>
                    <a:pt x="3525830" y="3116972"/>
                  </a:lnTo>
                  <a:lnTo>
                    <a:pt x="3521551" y="3116972"/>
                  </a:lnTo>
                  <a:lnTo>
                    <a:pt x="3517272" y="3116972"/>
                  </a:lnTo>
                  <a:lnTo>
                    <a:pt x="3512993" y="3116972"/>
                  </a:lnTo>
                  <a:lnTo>
                    <a:pt x="3508714" y="3116972"/>
                  </a:lnTo>
                  <a:lnTo>
                    <a:pt x="3504435" y="3116972"/>
                  </a:lnTo>
                  <a:lnTo>
                    <a:pt x="3500156" y="3116972"/>
                  </a:lnTo>
                  <a:lnTo>
                    <a:pt x="3495877" y="3116972"/>
                  </a:lnTo>
                  <a:lnTo>
                    <a:pt x="3491598" y="3116972"/>
                  </a:lnTo>
                  <a:lnTo>
                    <a:pt x="3487319" y="3116972"/>
                  </a:lnTo>
                  <a:lnTo>
                    <a:pt x="3483040" y="3116972"/>
                  </a:lnTo>
                  <a:lnTo>
                    <a:pt x="3478761" y="3116972"/>
                  </a:lnTo>
                  <a:lnTo>
                    <a:pt x="3474482" y="3116972"/>
                  </a:lnTo>
                  <a:lnTo>
                    <a:pt x="3470204" y="3116972"/>
                  </a:lnTo>
                  <a:lnTo>
                    <a:pt x="3465925" y="3116972"/>
                  </a:lnTo>
                  <a:lnTo>
                    <a:pt x="3461646" y="3116972"/>
                  </a:lnTo>
                  <a:lnTo>
                    <a:pt x="3457367" y="3116972"/>
                  </a:lnTo>
                  <a:lnTo>
                    <a:pt x="3453088" y="3116972"/>
                  </a:lnTo>
                  <a:lnTo>
                    <a:pt x="3448809" y="3116972"/>
                  </a:lnTo>
                  <a:lnTo>
                    <a:pt x="3444530" y="3116972"/>
                  </a:lnTo>
                  <a:lnTo>
                    <a:pt x="3440251" y="3116972"/>
                  </a:lnTo>
                  <a:lnTo>
                    <a:pt x="3435972" y="3116972"/>
                  </a:lnTo>
                  <a:lnTo>
                    <a:pt x="3431693" y="3116972"/>
                  </a:lnTo>
                  <a:lnTo>
                    <a:pt x="3427414" y="3116972"/>
                  </a:lnTo>
                  <a:lnTo>
                    <a:pt x="3423135" y="3116972"/>
                  </a:lnTo>
                  <a:lnTo>
                    <a:pt x="3418857" y="3116972"/>
                  </a:lnTo>
                  <a:lnTo>
                    <a:pt x="3414578" y="3116972"/>
                  </a:lnTo>
                  <a:lnTo>
                    <a:pt x="3410299" y="3116972"/>
                  </a:lnTo>
                  <a:lnTo>
                    <a:pt x="3406020" y="3116972"/>
                  </a:lnTo>
                  <a:lnTo>
                    <a:pt x="3401741" y="3116972"/>
                  </a:lnTo>
                  <a:lnTo>
                    <a:pt x="3397462" y="3116972"/>
                  </a:lnTo>
                  <a:lnTo>
                    <a:pt x="3393183" y="3116972"/>
                  </a:lnTo>
                  <a:lnTo>
                    <a:pt x="3388904" y="3116972"/>
                  </a:lnTo>
                  <a:lnTo>
                    <a:pt x="3384625" y="3116972"/>
                  </a:lnTo>
                  <a:lnTo>
                    <a:pt x="3380346" y="3116972"/>
                  </a:lnTo>
                  <a:lnTo>
                    <a:pt x="3376067" y="3116972"/>
                  </a:lnTo>
                  <a:lnTo>
                    <a:pt x="3371788" y="3116972"/>
                  </a:lnTo>
                  <a:lnTo>
                    <a:pt x="3367509" y="3116972"/>
                  </a:lnTo>
                  <a:lnTo>
                    <a:pt x="3363231" y="3116972"/>
                  </a:lnTo>
                  <a:lnTo>
                    <a:pt x="3358952" y="3116972"/>
                  </a:lnTo>
                  <a:lnTo>
                    <a:pt x="3354673" y="3116972"/>
                  </a:lnTo>
                  <a:lnTo>
                    <a:pt x="3350394" y="3116972"/>
                  </a:lnTo>
                  <a:lnTo>
                    <a:pt x="3346115" y="3116972"/>
                  </a:lnTo>
                  <a:lnTo>
                    <a:pt x="3341836" y="3116972"/>
                  </a:lnTo>
                  <a:lnTo>
                    <a:pt x="3337557" y="3116972"/>
                  </a:lnTo>
                  <a:lnTo>
                    <a:pt x="3333278" y="3116972"/>
                  </a:lnTo>
                  <a:lnTo>
                    <a:pt x="3328999" y="3116972"/>
                  </a:lnTo>
                  <a:lnTo>
                    <a:pt x="3324720" y="3116972"/>
                  </a:lnTo>
                  <a:lnTo>
                    <a:pt x="3320441" y="3116972"/>
                  </a:lnTo>
                  <a:lnTo>
                    <a:pt x="3316162" y="3116972"/>
                  </a:lnTo>
                  <a:lnTo>
                    <a:pt x="3311884" y="3116972"/>
                  </a:lnTo>
                  <a:lnTo>
                    <a:pt x="3307605" y="3116972"/>
                  </a:lnTo>
                  <a:lnTo>
                    <a:pt x="3303326" y="3116972"/>
                  </a:lnTo>
                  <a:lnTo>
                    <a:pt x="3299047" y="3116972"/>
                  </a:lnTo>
                  <a:lnTo>
                    <a:pt x="3294768" y="3116972"/>
                  </a:lnTo>
                  <a:lnTo>
                    <a:pt x="3290489" y="3116972"/>
                  </a:lnTo>
                  <a:lnTo>
                    <a:pt x="3286210" y="3116972"/>
                  </a:lnTo>
                  <a:lnTo>
                    <a:pt x="3281931" y="3116972"/>
                  </a:lnTo>
                  <a:lnTo>
                    <a:pt x="3277652" y="3116972"/>
                  </a:lnTo>
                  <a:lnTo>
                    <a:pt x="3273373" y="3116972"/>
                  </a:lnTo>
                  <a:lnTo>
                    <a:pt x="3269094" y="3116972"/>
                  </a:lnTo>
                  <a:lnTo>
                    <a:pt x="3264815" y="3116972"/>
                  </a:lnTo>
                  <a:lnTo>
                    <a:pt x="3260536" y="3116972"/>
                  </a:lnTo>
                  <a:lnTo>
                    <a:pt x="3256258" y="3116972"/>
                  </a:lnTo>
                  <a:lnTo>
                    <a:pt x="3251979" y="3116972"/>
                  </a:lnTo>
                  <a:lnTo>
                    <a:pt x="3247700" y="3116972"/>
                  </a:lnTo>
                  <a:lnTo>
                    <a:pt x="3243421" y="3116972"/>
                  </a:lnTo>
                  <a:lnTo>
                    <a:pt x="3239142" y="3116972"/>
                  </a:lnTo>
                  <a:lnTo>
                    <a:pt x="3234863" y="3116972"/>
                  </a:lnTo>
                  <a:lnTo>
                    <a:pt x="3230584" y="3116972"/>
                  </a:lnTo>
                  <a:lnTo>
                    <a:pt x="3226305" y="3116972"/>
                  </a:lnTo>
                  <a:lnTo>
                    <a:pt x="3222026" y="3116972"/>
                  </a:lnTo>
                  <a:lnTo>
                    <a:pt x="3217747" y="3116972"/>
                  </a:lnTo>
                  <a:lnTo>
                    <a:pt x="3213468" y="3116972"/>
                  </a:lnTo>
                  <a:lnTo>
                    <a:pt x="3209189" y="3116972"/>
                  </a:lnTo>
                  <a:lnTo>
                    <a:pt x="3204911" y="3116972"/>
                  </a:lnTo>
                  <a:lnTo>
                    <a:pt x="3200632" y="3116972"/>
                  </a:lnTo>
                  <a:lnTo>
                    <a:pt x="3196353" y="3116972"/>
                  </a:lnTo>
                  <a:lnTo>
                    <a:pt x="3192074" y="3116972"/>
                  </a:lnTo>
                  <a:lnTo>
                    <a:pt x="3187795" y="3116972"/>
                  </a:lnTo>
                  <a:lnTo>
                    <a:pt x="3183516" y="3116972"/>
                  </a:lnTo>
                  <a:lnTo>
                    <a:pt x="3179237" y="3116972"/>
                  </a:lnTo>
                  <a:lnTo>
                    <a:pt x="3174958" y="3116972"/>
                  </a:lnTo>
                  <a:lnTo>
                    <a:pt x="3170679" y="3116972"/>
                  </a:lnTo>
                  <a:lnTo>
                    <a:pt x="3166400" y="3116972"/>
                  </a:lnTo>
                  <a:lnTo>
                    <a:pt x="3162121" y="3116972"/>
                  </a:lnTo>
                  <a:lnTo>
                    <a:pt x="3157842" y="3116972"/>
                  </a:lnTo>
                  <a:lnTo>
                    <a:pt x="3153563" y="3116972"/>
                  </a:lnTo>
                  <a:lnTo>
                    <a:pt x="3149285" y="3116972"/>
                  </a:lnTo>
                  <a:lnTo>
                    <a:pt x="3145006" y="3116972"/>
                  </a:lnTo>
                  <a:lnTo>
                    <a:pt x="3140727" y="3116972"/>
                  </a:lnTo>
                  <a:lnTo>
                    <a:pt x="3136448" y="3116972"/>
                  </a:lnTo>
                  <a:lnTo>
                    <a:pt x="3132169" y="3116972"/>
                  </a:lnTo>
                  <a:lnTo>
                    <a:pt x="3127890" y="3116972"/>
                  </a:lnTo>
                  <a:lnTo>
                    <a:pt x="3123611" y="3116972"/>
                  </a:lnTo>
                  <a:lnTo>
                    <a:pt x="3119332" y="3116972"/>
                  </a:lnTo>
                  <a:lnTo>
                    <a:pt x="3115053" y="3116972"/>
                  </a:lnTo>
                  <a:lnTo>
                    <a:pt x="3110774" y="3116972"/>
                  </a:lnTo>
                  <a:lnTo>
                    <a:pt x="3106495" y="3116972"/>
                  </a:lnTo>
                  <a:lnTo>
                    <a:pt x="3102216" y="3116972"/>
                  </a:lnTo>
                  <a:lnTo>
                    <a:pt x="3097938" y="3116972"/>
                  </a:lnTo>
                  <a:lnTo>
                    <a:pt x="3093659" y="3116972"/>
                  </a:lnTo>
                  <a:lnTo>
                    <a:pt x="3089380" y="3116972"/>
                  </a:lnTo>
                  <a:lnTo>
                    <a:pt x="3085101" y="3116972"/>
                  </a:lnTo>
                  <a:lnTo>
                    <a:pt x="3080822" y="3116972"/>
                  </a:lnTo>
                  <a:lnTo>
                    <a:pt x="3076543" y="3116972"/>
                  </a:lnTo>
                  <a:lnTo>
                    <a:pt x="3072264" y="3116972"/>
                  </a:lnTo>
                  <a:lnTo>
                    <a:pt x="3067985" y="3116972"/>
                  </a:lnTo>
                  <a:lnTo>
                    <a:pt x="3063706" y="3116972"/>
                  </a:lnTo>
                  <a:lnTo>
                    <a:pt x="3059427" y="3116972"/>
                  </a:lnTo>
                  <a:lnTo>
                    <a:pt x="3055148" y="3116972"/>
                  </a:lnTo>
                  <a:lnTo>
                    <a:pt x="3050869" y="3116972"/>
                  </a:lnTo>
                  <a:lnTo>
                    <a:pt x="3046591" y="3116972"/>
                  </a:lnTo>
                  <a:lnTo>
                    <a:pt x="3042312" y="3116972"/>
                  </a:lnTo>
                  <a:lnTo>
                    <a:pt x="3038033" y="3116972"/>
                  </a:lnTo>
                  <a:lnTo>
                    <a:pt x="3033754" y="3116972"/>
                  </a:lnTo>
                  <a:lnTo>
                    <a:pt x="3029475" y="3116972"/>
                  </a:lnTo>
                  <a:lnTo>
                    <a:pt x="3025196" y="3116972"/>
                  </a:lnTo>
                  <a:lnTo>
                    <a:pt x="3020917" y="3116972"/>
                  </a:lnTo>
                  <a:lnTo>
                    <a:pt x="3016638" y="3116972"/>
                  </a:lnTo>
                  <a:lnTo>
                    <a:pt x="3012359" y="3116972"/>
                  </a:lnTo>
                  <a:lnTo>
                    <a:pt x="3008080" y="3116972"/>
                  </a:lnTo>
                  <a:lnTo>
                    <a:pt x="3003801" y="3116972"/>
                  </a:lnTo>
                  <a:lnTo>
                    <a:pt x="2999522" y="3116972"/>
                  </a:lnTo>
                  <a:lnTo>
                    <a:pt x="2995243" y="3116972"/>
                  </a:lnTo>
                  <a:lnTo>
                    <a:pt x="2990965" y="3116972"/>
                  </a:lnTo>
                  <a:lnTo>
                    <a:pt x="2986686" y="3116972"/>
                  </a:lnTo>
                  <a:lnTo>
                    <a:pt x="2982407" y="3116972"/>
                  </a:lnTo>
                  <a:lnTo>
                    <a:pt x="2978128" y="3116972"/>
                  </a:lnTo>
                  <a:lnTo>
                    <a:pt x="2973849" y="3116972"/>
                  </a:lnTo>
                  <a:lnTo>
                    <a:pt x="2969570" y="3116972"/>
                  </a:lnTo>
                  <a:lnTo>
                    <a:pt x="2965291" y="3116972"/>
                  </a:lnTo>
                  <a:lnTo>
                    <a:pt x="2961012" y="3116972"/>
                  </a:lnTo>
                  <a:lnTo>
                    <a:pt x="2956733" y="3116972"/>
                  </a:lnTo>
                  <a:lnTo>
                    <a:pt x="2952454" y="3116972"/>
                  </a:lnTo>
                  <a:lnTo>
                    <a:pt x="2948175" y="3116972"/>
                  </a:lnTo>
                  <a:lnTo>
                    <a:pt x="2943896" y="3116972"/>
                  </a:lnTo>
                  <a:lnTo>
                    <a:pt x="2939618" y="3116972"/>
                  </a:lnTo>
                  <a:lnTo>
                    <a:pt x="2935339" y="3116972"/>
                  </a:lnTo>
                  <a:lnTo>
                    <a:pt x="2931060" y="3116972"/>
                  </a:lnTo>
                  <a:lnTo>
                    <a:pt x="2926781" y="3116972"/>
                  </a:lnTo>
                  <a:lnTo>
                    <a:pt x="2922502" y="3116972"/>
                  </a:lnTo>
                  <a:lnTo>
                    <a:pt x="2918223" y="3116972"/>
                  </a:lnTo>
                  <a:lnTo>
                    <a:pt x="2913944" y="3116972"/>
                  </a:lnTo>
                  <a:lnTo>
                    <a:pt x="2909665" y="3116972"/>
                  </a:lnTo>
                  <a:lnTo>
                    <a:pt x="2905386" y="3116972"/>
                  </a:lnTo>
                  <a:lnTo>
                    <a:pt x="2901107" y="3116972"/>
                  </a:lnTo>
                  <a:lnTo>
                    <a:pt x="2896828" y="3116972"/>
                  </a:lnTo>
                  <a:lnTo>
                    <a:pt x="2892549" y="3116972"/>
                  </a:lnTo>
                  <a:lnTo>
                    <a:pt x="2888270" y="3116972"/>
                  </a:lnTo>
                  <a:lnTo>
                    <a:pt x="2883992" y="3116972"/>
                  </a:lnTo>
                  <a:lnTo>
                    <a:pt x="2879713" y="3116972"/>
                  </a:lnTo>
                  <a:lnTo>
                    <a:pt x="2875434" y="3116972"/>
                  </a:lnTo>
                  <a:lnTo>
                    <a:pt x="2871155" y="3116972"/>
                  </a:lnTo>
                  <a:lnTo>
                    <a:pt x="2866876" y="3116972"/>
                  </a:lnTo>
                  <a:lnTo>
                    <a:pt x="2862597" y="3116972"/>
                  </a:lnTo>
                  <a:lnTo>
                    <a:pt x="2858318" y="3116972"/>
                  </a:lnTo>
                  <a:lnTo>
                    <a:pt x="2854039" y="3116972"/>
                  </a:lnTo>
                  <a:lnTo>
                    <a:pt x="2849760" y="3116972"/>
                  </a:lnTo>
                  <a:lnTo>
                    <a:pt x="2845481" y="3116972"/>
                  </a:lnTo>
                  <a:lnTo>
                    <a:pt x="2841202" y="3116972"/>
                  </a:lnTo>
                  <a:lnTo>
                    <a:pt x="2836923" y="3116972"/>
                  </a:lnTo>
                  <a:lnTo>
                    <a:pt x="2832645" y="3116972"/>
                  </a:lnTo>
                  <a:lnTo>
                    <a:pt x="2828366" y="3116972"/>
                  </a:lnTo>
                  <a:lnTo>
                    <a:pt x="2824087" y="3116972"/>
                  </a:lnTo>
                  <a:lnTo>
                    <a:pt x="2819808" y="3116972"/>
                  </a:lnTo>
                  <a:lnTo>
                    <a:pt x="2815529" y="3116972"/>
                  </a:lnTo>
                  <a:lnTo>
                    <a:pt x="2811250" y="3116972"/>
                  </a:lnTo>
                  <a:lnTo>
                    <a:pt x="2806971" y="3116972"/>
                  </a:lnTo>
                  <a:lnTo>
                    <a:pt x="2802692" y="3116972"/>
                  </a:lnTo>
                  <a:lnTo>
                    <a:pt x="2798413" y="3116972"/>
                  </a:lnTo>
                  <a:lnTo>
                    <a:pt x="2794134" y="3116972"/>
                  </a:lnTo>
                  <a:lnTo>
                    <a:pt x="2789855" y="3116972"/>
                  </a:lnTo>
                  <a:lnTo>
                    <a:pt x="2785576" y="3116972"/>
                  </a:lnTo>
                  <a:lnTo>
                    <a:pt x="2781297" y="3116972"/>
                  </a:lnTo>
                  <a:lnTo>
                    <a:pt x="2777019" y="3116972"/>
                  </a:lnTo>
                  <a:lnTo>
                    <a:pt x="2772740" y="3116972"/>
                  </a:lnTo>
                  <a:lnTo>
                    <a:pt x="2768461" y="3116972"/>
                  </a:lnTo>
                  <a:lnTo>
                    <a:pt x="2764182" y="3116972"/>
                  </a:lnTo>
                  <a:lnTo>
                    <a:pt x="2759903" y="3116972"/>
                  </a:lnTo>
                  <a:lnTo>
                    <a:pt x="2755624" y="3116972"/>
                  </a:lnTo>
                  <a:lnTo>
                    <a:pt x="2751345" y="3116972"/>
                  </a:lnTo>
                  <a:lnTo>
                    <a:pt x="2747066" y="3116972"/>
                  </a:lnTo>
                  <a:lnTo>
                    <a:pt x="2742787" y="3116972"/>
                  </a:lnTo>
                  <a:lnTo>
                    <a:pt x="2738508" y="3116972"/>
                  </a:lnTo>
                  <a:lnTo>
                    <a:pt x="2734229" y="3116972"/>
                  </a:lnTo>
                  <a:lnTo>
                    <a:pt x="2729950" y="3116972"/>
                  </a:lnTo>
                  <a:lnTo>
                    <a:pt x="2725672" y="3116972"/>
                  </a:lnTo>
                  <a:lnTo>
                    <a:pt x="2721393" y="3116972"/>
                  </a:lnTo>
                  <a:lnTo>
                    <a:pt x="2717114" y="3116972"/>
                  </a:lnTo>
                  <a:lnTo>
                    <a:pt x="2712835" y="3116972"/>
                  </a:lnTo>
                  <a:lnTo>
                    <a:pt x="2708556" y="3116972"/>
                  </a:lnTo>
                  <a:lnTo>
                    <a:pt x="2704277" y="3116972"/>
                  </a:lnTo>
                  <a:lnTo>
                    <a:pt x="2699998" y="3116972"/>
                  </a:lnTo>
                  <a:lnTo>
                    <a:pt x="2695719" y="3116972"/>
                  </a:lnTo>
                  <a:lnTo>
                    <a:pt x="2691440" y="3116972"/>
                  </a:lnTo>
                  <a:lnTo>
                    <a:pt x="2687161" y="3116972"/>
                  </a:lnTo>
                  <a:lnTo>
                    <a:pt x="2682882" y="3116972"/>
                  </a:lnTo>
                  <a:lnTo>
                    <a:pt x="2678603" y="3116972"/>
                  </a:lnTo>
                  <a:lnTo>
                    <a:pt x="2674324" y="3116972"/>
                  </a:lnTo>
                  <a:lnTo>
                    <a:pt x="2670046" y="3116972"/>
                  </a:lnTo>
                  <a:lnTo>
                    <a:pt x="2665767" y="3116972"/>
                  </a:lnTo>
                  <a:lnTo>
                    <a:pt x="2661488" y="3116972"/>
                  </a:lnTo>
                  <a:lnTo>
                    <a:pt x="2657209" y="3116972"/>
                  </a:lnTo>
                  <a:lnTo>
                    <a:pt x="2652930" y="3116972"/>
                  </a:lnTo>
                  <a:lnTo>
                    <a:pt x="2648651" y="3116972"/>
                  </a:lnTo>
                  <a:lnTo>
                    <a:pt x="2644372" y="3116972"/>
                  </a:lnTo>
                  <a:lnTo>
                    <a:pt x="2640093" y="3116972"/>
                  </a:lnTo>
                  <a:lnTo>
                    <a:pt x="2635814" y="3116972"/>
                  </a:lnTo>
                  <a:lnTo>
                    <a:pt x="2631535" y="3116972"/>
                  </a:lnTo>
                  <a:lnTo>
                    <a:pt x="2627256" y="3116972"/>
                  </a:lnTo>
                  <a:lnTo>
                    <a:pt x="2622977" y="3116972"/>
                  </a:lnTo>
                  <a:lnTo>
                    <a:pt x="2618699" y="3116972"/>
                  </a:lnTo>
                  <a:lnTo>
                    <a:pt x="2614420" y="3116972"/>
                  </a:lnTo>
                  <a:lnTo>
                    <a:pt x="2610141" y="3116972"/>
                  </a:lnTo>
                  <a:lnTo>
                    <a:pt x="2605862" y="3116972"/>
                  </a:lnTo>
                  <a:lnTo>
                    <a:pt x="2601583" y="3116972"/>
                  </a:lnTo>
                  <a:lnTo>
                    <a:pt x="2597304" y="3116972"/>
                  </a:lnTo>
                  <a:lnTo>
                    <a:pt x="2593025" y="3116972"/>
                  </a:lnTo>
                  <a:lnTo>
                    <a:pt x="2588746" y="3116972"/>
                  </a:lnTo>
                  <a:lnTo>
                    <a:pt x="2584467" y="3116972"/>
                  </a:lnTo>
                  <a:lnTo>
                    <a:pt x="2580188" y="3116972"/>
                  </a:lnTo>
                  <a:lnTo>
                    <a:pt x="2575909" y="3116972"/>
                  </a:lnTo>
                  <a:lnTo>
                    <a:pt x="2571630" y="3116972"/>
                  </a:lnTo>
                  <a:lnTo>
                    <a:pt x="2567351" y="3116972"/>
                  </a:lnTo>
                  <a:lnTo>
                    <a:pt x="2563073" y="3116972"/>
                  </a:lnTo>
                  <a:lnTo>
                    <a:pt x="2558794" y="3116972"/>
                  </a:lnTo>
                  <a:lnTo>
                    <a:pt x="2554515" y="3116972"/>
                  </a:lnTo>
                  <a:lnTo>
                    <a:pt x="2550236" y="3116972"/>
                  </a:lnTo>
                  <a:lnTo>
                    <a:pt x="2545957" y="3116972"/>
                  </a:lnTo>
                  <a:lnTo>
                    <a:pt x="2541678" y="3116972"/>
                  </a:lnTo>
                  <a:lnTo>
                    <a:pt x="2537399" y="3116972"/>
                  </a:lnTo>
                  <a:lnTo>
                    <a:pt x="2533120" y="3116972"/>
                  </a:lnTo>
                  <a:lnTo>
                    <a:pt x="2528841" y="3116972"/>
                  </a:lnTo>
                  <a:lnTo>
                    <a:pt x="2524562" y="3116972"/>
                  </a:lnTo>
                  <a:lnTo>
                    <a:pt x="2520283" y="3116972"/>
                  </a:lnTo>
                  <a:lnTo>
                    <a:pt x="2516004" y="3116972"/>
                  </a:lnTo>
                  <a:lnTo>
                    <a:pt x="2511726" y="3116972"/>
                  </a:lnTo>
                  <a:lnTo>
                    <a:pt x="2507447" y="3116972"/>
                  </a:lnTo>
                  <a:lnTo>
                    <a:pt x="2503168" y="3116972"/>
                  </a:lnTo>
                  <a:lnTo>
                    <a:pt x="2498889" y="3116972"/>
                  </a:lnTo>
                  <a:lnTo>
                    <a:pt x="2494610" y="3116972"/>
                  </a:lnTo>
                  <a:lnTo>
                    <a:pt x="2490331" y="3116972"/>
                  </a:lnTo>
                  <a:lnTo>
                    <a:pt x="2486052" y="3116972"/>
                  </a:lnTo>
                  <a:lnTo>
                    <a:pt x="2481773" y="3116972"/>
                  </a:lnTo>
                  <a:lnTo>
                    <a:pt x="2477494" y="3116972"/>
                  </a:lnTo>
                  <a:lnTo>
                    <a:pt x="2473215" y="3116972"/>
                  </a:lnTo>
                  <a:lnTo>
                    <a:pt x="2468936" y="3116972"/>
                  </a:lnTo>
                  <a:lnTo>
                    <a:pt x="2464657" y="3116972"/>
                  </a:lnTo>
                  <a:lnTo>
                    <a:pt x="2460378" y="3116972"/>
                  </a:lnTo>
                  <a:lnTo>
                    <a:pt x="2456100" y="3116972"/>
                  </a:lnTo>
                  <a:lnTo>
                    <a:pt x="2451821" y="3116972"/>
                  </a:lnTo>
                  <a:lnTo>
                    <a:pt x="2447542" y="3116972"/>
                  </a:lnTo>
                  <a:lnTo>
                    <a:pt x="2443263" y="3116972"/>
                  </a:lnTo>
                  <a:lnTo>
                    <a:pt x="2438984" y="3116972"/>
                  </a:lnTo>
                  <a:lnTo>
                    <a:pt x="2434705" y="3116972"/>
                  </a:lnTo>
                  <a:lnTo>
                    <a:pt x="2430426" y="3116972"/>
                  </a:lnTo>
                  <a:lnTo>
                    <a:pt x="2426147" y="3116972"/>
                  </a:lnTo>
                  <a:lnTo>
                    <a:pt x="2421868" y="3116972"/>
                  </a:lnTo>
                  <a:lnTo>
                    <a:pt x="2417589" y="3116972"/>
                  </a:lnTo>
                  <a:lnTo>
                    <a:pt x="2413310" y="3116972"/>
                  </a:lnTo>
                  <a:lnTo>
                    <a:pt x="2409031" y="3116972"/>
                  </a:lnTo>
                  <a:lnTo>
                    <a:pt x="2404753" y="3116972"/>
                  </a:lnTo>
                  <a:lnTo>
                    <a:pt x="2400474" y="3116972"/>
                  </a:lnTo>
                  <a:lnTo>
                    <a:pt x="2396195" y="3116972"/>
                  </a:lnTo>
                  <a:lnTo>
                    <a:pt x="2391916" y="3116972"/>
                  </a:lnTo>
                  <a:lnTo>
                    <a:pt x="2387637" y="3116972"/>
                  </a:lnTo>
                  <a:lnTo>
                    <a:pt x="2383358" y="3116972"/>
                  </a:lnTo>
                  <a:lnTo>
                    <a:pt x="2379079" y="3116972"/>
                  </a:lnTo>
                  <a:lnTo>
                    <a:pt x="2374800" y="3116972"/>
                  </a:lnTo>
                  <a:lnTo>
                    <a:pt x="2370521" y="3116972"/>
                  </a:lnTo>
                  <a:lnTo>
                    <a:pt x="2366242" y="3116972"/>
                  </a:lnTo>
                  <a:lnTo>
                    <a:pt x="2361963" y="3116972"/>
                  </a:lnTo>
                  <a:lnTo>
                    <a:pt x="2357684" y="3116972"/>
                  </a:lnTo>
                  <a:lnTo>
                    <a:pt x="2353405" y="3116972"/>
                  </a:lnTo>
                  <a:lnTo>
                    <a:pt x="2349127" y="3116972"/>
                  </a:lnTo>
                  <a:lnTo>
                    <a:pt x="2344848" y="3116972"/>
                  </a:lnTo>
                  <a:lnTo>
                    <a:pt x="2340569" y="3116972"/>
                  </a:lnTo>
                  <a:lnTo>
                    <a:pt x="2336290" y="3116972"/>
                  </a:lnTo>
                  <a:lnTo>
                    <a:pt x="2332011" y="3116972"/>
                  </a:lnTo>
                  <a:lnTo>
                    <a:pt x="2327732" y="3116972"/>
                  </a:lnTo>
                  <a:lnTo>
                    <a:pt x="2323453" y="3116972"/>
                  </a:lnTo>
                  <a:lnTo>
                    <a:pt x="2319174" y="3116972"/>
                  </a:lnTo>
                  <a:lnTo>
                    <a:pt x="2314895" y="3116972"/>
                  </a:lnTo>
                  <a:lnTo>
                    <a:pt x="2310616" y="3116972"/>
                  </a:lnTo>
                  <a:lnTo>
                    <a:pt x="2306337" y="3116972"/>
                  </a:lnTo>
                  <a:lnTo>
                    <a:pt x="2302058" y="3116972"/>
                  </a:lnTo>
                  <a:lnTo>
                    <a:pt x="2297780" y="3116972"/>
                  </a:lnTo>
                  <a:lnTo>
                    <a:pt x="2293501" y="3116972"/>
                  </a:lnTo>
                  <a:lnTo>
                    <a:pt x="2289222" y="3116972"/>
                  </a:lnTo>
                  <a:lnTo>
                    <a:pt x="2284943" y="3116972"/>
                  </a:lnTo>
                  <a:lnTo>
                    <a:pt x="2280664" y="3116972"/>
                  </a:lnTo>
                  <a:lnTo>
                    <a:pt x="2276385" y="3116972"/>
                  </a:lnTo>
                  <a:lnTo>
                    <a:pt x="2272106" y="3116972"/>
                  </a:lnTo>
                  <a:lnTo>
                    <a:pt x="2267827" y="3116972"/>
                  </a:lnTo>
                  <a:lnTo>
                    <a:pt x="2263548" y="3116972"/>
                  </a:lnTo>
                  <a:lnTo>
                    <a:pt x="2259269" y="3116972"/>
                  </a:lnTo>
                  <a:lnTo>
                    <a:pt x="2254990" y="3116972"/>
                  </a:lnTo>
                  <a:lnTo>
                    <a:pt x="2250711" y="3116972"/>
                  </a:lnTo>
                  <a:lnTo>
                    <a:pt x="2246432" y="3116972"/>
                  </a:lnTo>
                  <a:lnTo>
                    <a:pt x="2242154" y="3116972"/>
                  </a:lnTo>
                  <a:lnTo>
                    <a:pt x="2237875" y="3116972"/>
                  </a:lnTo>
                  <a:lnTo>
                    <a:pt x="2233596" y="3116972"/>
                  </a:lnTo>
                  <a:lnTo>
                    <a:pt x="2229317" y="3116972"/>
                  </a:lnTo>
                  <a:lnTo>
                    <a:pt x="2225038" y="3116972"/>
                  </a:lnTo>
                  <a:lnTo>
                    <a:pt x="2220759" y="3116972"/>
                  </a:lnTo>
                  <a:lnTo>
                    <a:pt x="2216480" y="3116972"/>
                  </a:lnTo>
                  <a:lnTo>
                    <a:pt x="2212201" y="3116972"/>
                  </a:lnTo>
                  <a:lnTo>
                    <a:pt x="2207922" y="3116972"/>
                  </a:lnTo>
                  <a:lnTo>
                    <a:pt x="2203643" y="3116972"/>
                  </a:lnTo>
                  <a:lnTo>
                    <a:pt x="2199364" y="3116972"/>
                  </a:lnTo>
                  <a:lnTo>
                    <a:pt x="2195085" y="3116972"/>
                  </a:lnTo>
                  <a:lnTo>
                    <a:pt x="2190807" y="3116972"/>
                  </a:lnTo>
                  <a:lnTo>
                    <a:pt x="2186528" y="3116972"/>
                  </a:lnTo>
                  <a:lnTo>
                    <a:pt x="2182249" y="3116972"/>
                  </a:lnTo>
                  <a:lnTo>
                    <a:pt x="2177970" y="3116972"/>
                  </a:lnTo>
                  <a:lnTo>
                    <a:pt x="2173691" y="3116972"/>
                  </a:lnTo>
                  <a:lnTo>
                    <a:pt x="2169412" y="3116972"/>
                  </a:lnTo>
                  <a:lnTo>
                    <a:pt x="2165133" y="3116972"/>
                  </a:lnTo>
                  <a:lnTo>
                    <a:pt x="2160854" y="3116972"/>
                  </a:lnTo>
                  <a:lnTo>
                    <a:pt x="2156575" y="3116972"/>
                  </a:lnTo>
                  <a:lnTo>
                    <a:pt x="2152296" y="3116972"/>
                  </a:lnTo>
                  <a:lnTo>
                    <a:pt x="2148017" y="3116972"/>
                  </a:lnTo>
                  <a:lnTo>
                    <a:pt x="2143738" y="3116972"/>
                  </a:lnTo>
                  <a:lnTo>
                    <a:pt x="2139459" y="3116972"/>
                  </a:lnTo>
                  <a:lnTo>
                    <a:pt x="2135181" y="3116972"/>
                  </a:lnTo>
                  <a:lnTo>
                    <a:pt x="2130902" y="3116972"/>
                  </a:lnTo>
                  <a:lnTo>
                    <a:pt x="2126623" y="3116972"/>
                  </a:lnTo>
                  <a:lnTo>
                    <a:pt x="2122344" y="3116972"/>
                  </a:lnTo>
                  <a:lnTo>
                    <a:pt x="2118065" y="3116972"/>
                  </a:lnTo>
                  <a:lnTo>
                    <a:pt x="2113786" y="3116972"/>
                  </a:lnTo>
                  <a:lnTo>
                    <a:pt x="2109507" y="3116972"/>
                  </a:lnTo>
                  <a:lnTo>
                    <a:pt x="2105228" y="3116972"/>
                  </a:lnTo>
                  <a:lnTo>
                    <a:pt x="2100949" y="3116972"/>
                  </a:lnTo>
                  <a:lnTo>
                    <a:pt x="2096670" y="3116972"/>
                  </a:lnTo>
                  <a:lnTo>
                    <a:pt x="2092391" y="3116972"/>
                  </a:lnTo>
                  <a:lnTo>
                    <a:pt x="2088112" y="3116972"/>
                  </a:lnTo>
                  <a:lnTo>
                    <a:pt x="2083834" y="3116972"/>
                  </a:lnTo>
                  <a:lnTo>
                    <a:pt x="2079555" y="3116972"/>
                  </a:lnTo>
                  <a:lnTo>
                    <a:pt x="2075276" y="3116972"/>
                  </a:lnTo>
                  <a:lnTo>
                    <a:pt x="2070997" y="3116972"/>
                  </a:lnTo>
                  <a:lnTo>
                    <a:pt x="2066718" y="3116972"/>
                  </a:lnTo>
                  <a:lnTo>
                    <a:pt x="2062439" y="3116972"/>
                  </a:lnTo>
                  <a:lnTo>
                    <a:pt x="2058160" y="3116972"/>
                  </a:lnTo>
                  <a:lnTo>
                    <a:pt x="2053881" y="3116972"/>
                  </a:lnTo>
                  <a:lnTo>
                    <a:pt x="2049602" y="3116972"/>
                  </a:lnTo>
                  <a:lnTo>
                    <a:pt x="2045323" y="3116972"/>
                  </a:lnTo>
                  <a:lnTo>
                    <a:pt x="2041044" y="3116972"/>
                  </a:lnTo>
                  <a:lnTo>
                    <a:pt x="2036765" y="3116972"/>
                  </a:lnTo>
                  <a:lnTo>
                    <a:pt x="2032486" y="3116972"/>
                  </a:lnTo>
                  <a:lnTo>
                    <a:pt x="2028208" y="3116972"/>
                  </a:lnTo>
                  <a:lnTo>
                    <a:pt x="2023929" y="3116972"/>
                  </a:lnTo>
                  <a:lnTo>
                    <a:pt x="2019650" y="3116972"/>
                  </a:lnTo>
                  <a:lnTo>
                    <a:pt x="2015371" y="3116972"/>
                  </a:lnTo>
                  <a:lnTo>
                    <a:pt x="2011092" y="3116972"/>
                  </a:lnTo>
                  <a:lnTo>
                    <a:pt x="2006813" y="3116972"/>
                  </a:lnTo>
                  <a:lnTo>
                    <a:pt x="2002534" y="3116972"/>
                  </a:lnTo>
                  <a:lnTo>
                    <a:pt x="1998255" y="3116972"/>
                  </a:lnTo>
                  <a:lnTo>
                    <a:pt x="1993976" y="3116972"/>
                  </a:lnTo>
                  <a:lnTo>
                    <a:pt x="1989697" y="3116972"/>
                  </a:lnTo>
                  <a:lnTo>
                    <a:pt x="1985418" y="3116972"/>
                  </a:lnTo>
                  <a:lnTo>
                    <a:pt x="1981139" y="3116972"/>
                  </a:lnTo>
                  <a:lnTo>
                    <a:pt x="1976861" y="3116972"/>
                  </a:lnTo>
                  <a:lnTo>
                    <a:pt x="1972582" y="3116972"/>
                  </a:lnTo>
                  <a:lnTo>
                    <a:pt x="1968303" y="3116972"/>
                  </a:lnTo>
                  <a:lnTo>
                    <a:pt x="1964024" y="3116972"/>
                  </a:lnTo>
                  <a:lnTo>
                    <a:pt x="1959745" y="3116972"/>
                  </a:lnTo>
                  <a:lnTo>
                    <a:pt x="1955466" y="3116972"/>
                  </a:lnTo>
                  <a:lnTo>
                    <a:pt x="1951187" y="3116972"/>
                  </a:lnTo>
                  <a:lnTo>
                    <a:pt x="1946908" y="3116972"/>
                  </a:lnTo>
                  <a:lnTo>
                    <a:pt x="1942629" y="3116972"/>
                  </a:lnTo>
                  <a:lnTo>
                    <a:pt x="1938350" y="3116972"/>
                  </a:lnTo>
                  <a:lnTo>
                    <a:pt x="1934071" y="3116972"/>
                  </a:lnTo>
                  <a:lnTo>
                    <a:pt x="1929792" y="3116972"/>
                  </a:lnTo>
                  <a:lnTo>
                    <a:pt x="1925513" y="3116972"/>
                  </a:lnTo>
                  <a:lnTo>
                    <a:pt x="1921235" y="3116972"/>
                  </a:lnTo>
                  <a:lnTo>
                    <a:pt x="1916956" y="3116972"/>
                  </a:lnTo>
                  <a:lnTo>
                    <a:pt x="1912677" y="3116972"/>
                  </a:lnTo>
                  <a:lnTo>
                    <a:pt x="1908398" y="3116972"/>
                  </a:lnTo>
                  <a:lnTo>
                    <a:pt x="1904119" y="3116972"/>
                  </a:lnTo>
                  <a:lnTo>
                    <a:pt x="1899840" y="3116972"/>
                  </a:lnTo>
                  <a:lnTo>
                    <a:pt x="1895561" y="3116972"/>
                  </a:lnTo>
                  <a:lnTo>
                    <a:pt x="1891282" y="3116972"/>
                  </a:lnTo>
                  <a:lnTo>
                    <a:pt x="1887003" y="3116972"/>
                  </a:lnTo>
                  <a:lnTo>
                    <a:pt x="1882724" y="3116972"/>
                  </a:lnTo>
                  <a:lnTo>
                    <a:pt x="1878445" y="3116972"/>
                  </a:lnTo>
                  <a:lnTo>
                    <a:pt x="1874166" y="3116972"/>
                  </a:lnTo>
                  <a:lnTo>
                    <a:pt x="1869888" y="3116972"/>
                  </a:lnTo>
                  <a:lnTo>
                    <a:pt x="1865609" y="3116972"/>
                  </a:lnTo>
                  <a:lnTo>
                    <a:pt x="1861330" y="3116972"/>
                  </a:lnTo>
                  <a:lnTo>
                    <a:pt x="1857051" y="3116972"/>
                  </a:lnTo>
                  <a:lnTo>
                    <a:pt x="1852772" y="3116972"/>
                  </a:lnTo>
                  <a:lnTo>
                    <a:pt x="1848493" y="3116972"/>
                  </a:lnTo>
                  <a:lnTo>
                    <a:pt x="1844214" y="3116972"/>
                  </a:lnTo>
                  <a:lnTo>
                    <a:pt x="1839935" y="3116972"/>
                  </a:lnTo>
                  <a:lnTo>
                    <a:pt x="1835656" y="3116972"/>
                  </a:lnTo>
                  <a:lnTo>
                    <a:pt x="1831377" y="3116972"/>
                  </a:lnTo>
                  <a:lnTo>
                    <a:pt x="1827098" y="3116972"/>
                  </a:lnTo>
                  <a:lnTo>
                    <a:pt x="1822819" y="3116972"/>
                  </a:lnTo>
                  <a:lnTo>
                    <a:pt x="1818540" y="3116972"/>
                  </a:lnTo>
                  <a:lnTo>
                    <a:pt x="1814262" y="3116972"/>
                  </a:lnTo>
                  <a:lnTo>
                    <a:pt x="1809983" y="3116972"/>
                  </a:lnTo>
                  <a:lnTo>
                    <a:pt x="1805704" y="3116972"/>
                  </a:lnTo>
                  <a:lnTo>
                    <a:pt x="1801425" y="3116972"/>
                  </a:lnTo>
                  <a:lnTo>
                    <a:pt x="1797146" y="3116972"/>
                  </a:lnTo>
                  <a:lnTo>
                    <a:pt x="1792867" y="3116972"/>
                  </a:lnTo>
                  <a:lnTo>
                    <a:pt x="1788588" y="3116972"/>
                  </a:lnTo>
                  <a:lnTo>
                    <a:pt x="1784309" y="3116972"/>
                  </a:lnTo>
                  <a:lnTo>
                    <a:pt x="1780030" y="3116972"/>
                  </a:lnTo>
                  <a:lnTo>
                    <a:pt x="1775751" y="3116972"/>
                  </a:lnTo>
                  <a:lnTo>
                    <a:pt x="1771472" y="3116972"/>
                  </a:lnTo>
                  <a:lnTo>
                    <a:pt x="1767193" y="3116972"/>
                  </a:lnTo>
                  <a:lnTo>
                    <a:pt x="1762915" y="3116972"/>
                  </a:lnTo>
                  <a:lnTo>
                    <a:pt x="1758636" y="3116972"/>
                  </a:lnTo>
                  <a:lnTo>
                    <a:pt x="1754357" y="3116972"/>
                  </a:lnTo>
                  <a:lnTo>
                    <a:pt x="1750078" y="3116972"/>
                  </a:lnTo>
                  <a:lnTo>
                    <a:pt x="1745799" y="3116972"/>
                  </a:lnTo>
                  <a:lnTo>
                    <a:pt x="1741520" y="3116972"/>
                  </a:lnTo>
                  <a:lnTo>
                    <a:pt x="1737241" y="3116972"/>
                  </a:lnTo>
                  <a:lnTo>
                    <a:pt x="1732962" y="3116972"/>
                  </a:lnTo>
                  <a:lnTo>
                    <a:pt x="1728683" y="3116972"/>
                  </a:lnTo>
                  <a:lnTo>
                    <a:pt x="1724404" y="3116972"/>
                  </a:lnTo>
                  <a:lnTo>
                    <a:pt x="1720125" y="3116972"/>
                  </a:lnTo>
                  <a:lnTo>
                    <a:pt x="1715846" y="3116972"/>
                  </a:lnTo>
                  <a:lnTo>
                    <a:pt x="1711567" y="3116972"/>
                  </a:lnTo>
                  <a:lnTo>
                    <a:pt x="1707289" y="3116972"/>
                  </a:lnTo>
                  <a:lnTo>
                    <a:pt x="1703010" y="3116972"/>
                  </a:lnTo>
                  <a:lnTo>
                    <a:pt x="1698731" y="3116972"/>
                  </a:lnTo>
                  <a:lnTo>
                    <a:pt x="1694452" y="3116972"/>
                  </a:lnTo>
                  <a:lnTo>
                    <a:pt x="1690173" y="3116972"/>
                  </a:lnTo>
                  <a:lnTo>
                    <a:pt x="1685894" y="3116972"/>
                  </a:lnTo>
                  <a:lnTo>
                    <a:pt x="1681615" y="3116972"/>
                  </a:lnTo>
                  <a:lnTo>
                    <a:pt x="1677336" y="3116972"/>
                  </a:lnTo>
                  <a:lnTo>
                    <a:pt x="1673057" y="3116972"/>
                  </a:lnTo>
                  <a:lnTo>
                    <a:pt x="1668778" y="3116972"/>
                  </a:lnTo>
                  <a:lnTo>
                    <a:pt x="1664499" y="3116972"/>
                  </a:lnTo>
                  <a:lnTo>
                    <a:pt x="1660220" y="3116972"/>
                  </a:lnTo>
                  <a:lnTo>
                    <a:pt x="1655942" y="3116972"/>
                  </a:lnTo>
                  <a:lnTo>
                    <a:pt x="1651663" y="3116972"/>
                  </a:lnTo>
                  <a:lnTo>
                    <a:pt x="1647384" y="3116972"/>
                  </a:lnTo>
                  <a:lnTo>
                    <a:pt x="1643105" y="3116972"/>
                  </a:lnTo>
                  <a:lnTo>
                    <a:pt x="1638826" y="3116972"/>
                  </a:lnTo>
                  <a:lnTo>
                    <a:pt x="1634547" y="3116972"/>
                  </a:lnTo>
                  <a:lnTo>
                    <a:pt x="1630268" y="3116972"/>
                  </a:lnTo>
                  <a:lnTo>
                    <a:pt x="1625989" y="3116972"/>
                  </a:lnTo>
                  <a:lnTo>
                    <a:pt x="1621710" y="3116972"/>
                  </a:lnTo>
                  <a:lnTo>
                    <a:pt x="1617431" y="3116972"/>
                  </a:lnTo>
                  <a:lnTo>
                    <a:pt x="1613152" y="3116972"/>
                  </a:lnTo>
                  <a:lnTo>
                    <a:pt x="1608873" y="3116972"/>
                  </a:lnTo>
                  <a:lnTo>
                    <a:pt x="1604594" y="3116972"/>
                  </a:lnTo>
                  <a:lnTo>
                    <a:pt x="1600316" y="3116972"/>
                  </a:lnTo>
                  <a:lnTo>
                    <a:pt x="1596037" y="3116972"/>
                  </a:lnTo>
                  <a:lnTo>
                    <a:pt x="1591758" y="3116972"/>
                  </a:lnTo>
                  <a:lnTo>
                    <a:pt x="1587479" y="3116972"/>
                  </a:lnTo>
                  <a:lnTo>
                    <a:pt x="1583200" y="3116972"/>
                  </a:lnTo>
                  <a:lnTo>
                    <a:pt x="1578921" y="3116972"/>
                  </a:lnTo>
                  <a:lnTo>
                    <a:pt x="1574642" y="3116972"/>
                  </a:lnTo>
                  <a:lnTo>
                    <a:pt x="1570363" y="3116972"/>
                  </a:lnTo>
                  <a:lnTo>
                    <a:pt x="1566084" y="3116972"/>
                  </a:lnTo>
                  <a:lnTo>
                    <a:pt x="1561805" y="3116972"/>
                  </a:lnTo>
                  <a:lnTo>
                    <a:pt x="1557526" y="3116972"/>
                  </a:lnTo>
                  <a:lnTo>
                    <a:pt x="1553247" y="3116972"/>
                  </a:lnTo>
                  <a:lnTo>
                    <a:pt x="1548969" y="3116972"/>
                  </a:lnTo>
                  <a:lnTo>
                    <a:pt x="1544690" y="3116972"/>
                  </a:lnTo>
                  <a:lnTo>
                    <a:pt x="1540411" y="3116972"/>
                  </a:lnTo>
                  <a:lnTo>
                    <a:pt x="1536132" y="3116972"/>
                  </a:lnTo>
                  <a:lnTo>
                    <a:pt x="1531853" y="3116972"/>
                  </a:lnTo>
                  <a:lnTo>
                    <a:pt x="1527574" y="3116972"/>
                  </a:lnTo>
                  <a:lnTo>
                    <a:pt x="1523295" y="3116972"/>
                  </a:lnTo>
                  <a:lnTo>
                    <a:pt x="1519016" y="3116972"/>
                  </a:lnTo>
                  <a:lnTo>
                    <a:pt x="1514737" y="3116972"/>
                  </a:lnTo>
                  <a:lnTo>
                    <a:pt x="1510458" y="3116972"/>
                  </a:lnTo>
                  <a:lnTo>
                    <a:pt x="1506179" y="3116972"/>
                  </a:lnTo>
                  <a:lnTo>
                    <a:pt x="1501900" y="3116972"/>
                  </a:lnTo>
                  <a:lnTo>
                    <a:pt x="1497621" y="3116972"/>
                  </a:lnTo>
                  <a:lnTo>
                    <a:pt x="1493343" y="3116972"/>
                  </a:lnTo>
                  <a:lnTo>
                    <a:pt x="1489064" y="3116972"/>
                  </a:lnTo>
                  <a:lnTo>
                    <a:pt x="1484785" y="3116972"/>
                  </a:lnTo>
                  <a:lnTo>
                    <a:pt x="1480506" y="3116972"/>
                  </a:lnTo>
                  <a:lnTo>
                    <a:pt x="1476227" y="3116972"/>
                  </a:lnTo>
                  <a:lnTo>
                    <a:pt x="1471948" y="3116972"/>
                  </a:lnTo>
                  <a:lnTo>
                    <a:pt x="1467669" y="3116972"/>
                  </a:lnTo>
                  <a:lnTo>
                    <a:pt x="1463390" y="3116972"/>
                  </a:lnTo>
                  <a:lnTo>
                    <a:pt x="1459111" y="3116972"/>
                  </a:lnTo>
                  <a:lnTo>
                    <a:pt x="1454832" y="3116972"/>
                  </a:lnTo>
                  <a:lnTo>
                    <a:pt x="1450553" y="3116972"/>
                  </a:lnTo>
                  <a:lnTo>
                    <a:pt x="1446274" y="3116972"/>
                  </a:lnTo>
                  <a:lnTo>
                    <a:pt x="1441996" y="3116972"/>
                  </a:lnTo>
                  <a:lnTo>
                    <a:pt x="1437717" y="3116972"/>
                  </a:lnTo>
                  <a:lnTo>
                    <a:pt x="1433438" y="3116972"/>
                  </a:lnTo>
                  <a:lnTo>
                    <a:pt x="1429159" y="3116972"/>
                  </a:lnTo>
                  <a:lnTo>
                    <a:pt x="1424880" y="3116972"/>
                  </a:lnTo>
                  <a:lnTo>
                    <a:pt x="1420601" y="3116972"/>
                  </a:lnTo>
                  <a:lnTo>
                    <a:pt x="1416322" y="3116972"/>
                  </a:lnTo>
                  <a:lnTo>
                    <a:pt x="1412043" y="3116972"/>
                  </a:lnTo>
                  <a:lnTo>
                    <a:pt x="1407764" y="3116972"/>
                  </a:lnTo>
                  <a:lnTo>
                    <a:pt x="1403485" y="3116972"/>
                  </a:lnTo>
                  <a:lnTo>
                    <a:pt x="1399206" y="3116972"/>
                  </a:lnTo>
                  <a:lnTo>
                    <a:pt x="1394927" y="3116972"/>
                  </a:lnTo>
                  <a:lnTo>
                    <a:pt x="1390648" y="3116972"/>
                  </a:lnTo>
                  <a:lnTo>
                    <a:pt x="1386370" y="3116972"/>
                  </a:lnTo>
                  <a:lnTo>
                    <a:pt x="1382091" y="3116972"/>
                  </a:lnTo>
                  <a:lnTo>
                    <a:pt x="1377812" y="3116972"/>
                  </a:lnTo>
                  <a:lnTo>
                    <a:pt x="1373533" y="3116972"/>
                  </a:lnTo>
                  <a:lnTo>
                    <a:pt x="1369254" y="3116972"/>
                  </a:lnTo>
                  <a:lnTo>
                    <a:pt x="1364975" y="3116972"/>
                  </a:lnTo>
                  <a:lnTo>
                    <a:pt x="1360696" y="3116972"/>
                  </a:lnTo>
                  <a:lnTo>
                    <a:pt x="1356417" y="3116972"/>
                  </a:lnTo>
                  <a:lnTo>
                    <a:pt x="1352138" y="3116972"/>
                  </a:lnTo>
                  <a:lnTo>
                    <a:pt x="1347859" y="3116972"/>
                  </a:lnTo>
                  <a:lnTo>
                    <a:pt x="1343580" y="3116972"/>
                  </a:lnTo>
                  <a:lnTo>
                    <a:pt x="1339301" y="3116972"/>
                  </a:lnTo>
                  <a:lnTo>
                    <a:pt x="1335023" y="3116972"/>
                  </a:lnTo>
                  <a:lnTo>
                    <a:pt x="1330744" y="3116972"/>
                  </a:lnTo>
                  <a:lnTo>
                    <a:pt x="1326465" y="3116972"/>
                  </a:lnTo>
                  <a:lnTo>
                    <a:pt x="1322186" y="3116972"/>
                  </a:lnTo>
                  <a:lnTo>
                    <a:pt x="1317907" y="3116972"/>
                  </a:lnTo>
                  <a:lnTo>
                    <a:pt x="1313628" y="3116972"/>
                  </a:lnTo>
                  <a:lnTo>
                    <a:pt x="1309349" y="3116972"/>
                  </a:lnTo>
                  <a:lnTo>
                    <a:pt x="1305070" y="3116972"/>
                  </a:lnTo>
                  <a:lnTo>
                    <a:pt x="1300791" y="3116972"/>
                  </a:lnTo>
                  <a:lnTo>
                    <a:pt x="1296512" y="3116972"/>
                  </a:lnTo>
                  <a:lnTo>
                    <a:pt x="1292233" y="3116972"/>
                  </a:lnTo>
                  <a:lnTo>
                    <a:pt x="1287954" y="3116972"/>
                  </a:lnTo>
                  <a:lnTo>
                    <a:pt x="1283675" y="3116972"/>
                  </a:lnTo>
                  <a:lnTo>
                    <a:pt x="1279397" y="3116972"/>
                  </a:lnTo>
                  <a:lnTo>
                    <a:pt x="1275118" y="3116972"/>
                  </a:lnTo>
                  <a:lnTo>
                    <a:pt x="1270839" y="3116972"/>
                  </a:lnTo>
                  <a:lnTo>
                    <a:pt x="1266560" y="3116972"/>
                  </a:lnTo>
                  <a:lnTo>
                    <a:pt x="1262281" y="3116972"/>
                  </a:lnTo>
                  <a:lnTo>
                    <a:pt x="1258002" y="3116972"/>
                  </a:lnTo>
                  <a:lnTo>
                    <a:pt x="1253723" y="3116972"/>
                  </a:lnTo>
                  <a:lnTo>
                    <a:pt x="1249444" y="3116972"/>
                  </a:lnTo>
                  <a:lnTo>
                    <a:pt x="1245165" y="3116972"/>
                  </a:lnTo>
                  <a:lnTo>
                    <a:pt x="1240886" y="3116972"/>
                  </a:lnTo>
                  <a:lnTo>
                    <a:pt x="1236607" y="3116972"/>
                  </a:lnTo>
                  <a:lnTo>
                    <a:pt x="1232328" y="3116972"/>
                  </a:lnTo>
                  <a:lnTo>
                    <a:pt x="1228050" y="3116972"/>
                  </a:lnTo>
                  <a:lnTo>
                    <a:pt x="1223771" y="3116972"/>
                  </a:lnTo>
                  <a:lnTo>
                    <a:pt x="1219492" y="3116972"/>
                  </a:lnTo>
                  <a:lnTo>
                    <a:pt x="1215213" y="3116972"/>
                  </a:lnTo>
                  <a:lnTo>
                    <a:pt x="1210934" y="3116972"/>
                  </a:lnTo>
                  <a:lnTo>
                    <a:pt x="1206655" y="3116972"/>
                  </a:lnTo>
                  <a:lnTo>
                    <a:pt x="1202376" y="3116972"/>
                  </a:lnTo>
                  <a:lnTo>
                    <a:pt x="1198097" y="3116972"/>
                  </a:lnTo>
                  <a:lnTo>
                    <a:pt x="1193818" y="3116972"/>
                  </a:lnTo>
                  <a:lnTo>
                    <a:pt x="1189539" y="3116972"/>
                  </a:lnTo>
                  <a:lnTo>
                    <a:pt x="1185260" y="3116972"/>
                  </a:lnTo>
                  <a:lnTo>
                    <a:pt x="1180981" y="3116972"/>
                  </a:lnTo>
                  <a:lnTo>
                    <a:pt x="1176702" y="3116972"/>
                  </a:lnTo>
                  <a:lnTo>
                    <a:pt x="1172424" y="3116972"/>
                  </a:lnTo>
                  <a:lnTo>
                    <a:pt x="1168145" y="3116972"/>
                  </a:lnTo>
                  <a:lnTo>
                    <a:pt x="1163866" y="3116972"/>
                  </a:lnTo>
                  <a:lnTo>
                    <a:pt x="1159587" y="3116972"/>
                  </a:lnTo>
                  <a:lnTo>
                    <a:pt x="1155308" y="3116972"/>
                  </a:lnTo>
                  <a:lnTo>
                    <a:pt x="1151029" y="3116972"/>
                  </a:lnTo>
                  <a:lnTo>
                    <a:pt x="1146750" y="3116972"/>
                  </a:lnTo>
                  <a:lnTo>
                    <a:pt x="1142471" y="3116972"/>
                  </a:lnTo>
                  <a:lnTo>
                    <a:pt x="1138192" y="3116972"/>
                  </a:lnTo>
                  <a:lnTo>
                    <a:pt x="1133913" y="3116972"/>
                  </a:lnTo>
                  <a:lnTo>
                    <a:pt x="1129634" y="3116972"/>
                  </a:lnTo>
                  <a:lnTo>
                    <a:pt x="1125355" y="3116972"/>
                  </a:lnTo>
                  <a:lnTo>
                    <a:pt x="1121077" y="3116972"/>
                  </a:lnTo>
                  <a:lnTo>
                    <a:pt x="1116798" y="3116972"/>
                  </a:lnTo>
                  <a:lnTo>
                    <a:pt x="1112519" y="3116972"/>
                  </a:lnTo>
                  <a:lnTo>
                    <a:pt x="1108240" y="3116972"/>
                  </a:lnTo>
                  <a:lnTo>
                    <a:pt x="1103961" y="3116972"/>
                  </a:lnTo>
                  <a:lnTo>
                    <a:pt x="1099682" y="3116972"/>
                  </a:lnTo>
                  <a:lnTo>
                    <a:pt x="1095403" y="3116972"/>
                  </a:lnTo>
                  <a:lnTo>
                    <a:pt x="1091124" y="3116972"/>
                  </a:lnTo>
                  <a:lnTo>
                    <a:pt x="1086845" y="3116972"/>
                  </a:lnTo>
                  <a:lnTo>
                    <a:pt x="1082566" y="3116972"/>
                  </a:lnTo>
                  <a:lnTo>
                    <a:pt x="1078287" y="3116972"/>
                  </a:lnTo>
                  <a:lnTo>
                    <a:pt x="1074008" y="3116972"/>
                  </a:lnTo>
                  <a:lnTo>
                    <a:pt x="1069729" y="3116972"/>
                  </a:lnTo>
                  <a:lnTo>
                    <a:pt x="1065451" y="3116972"/>
                  </a:lnTo>
                  <a:lnTo>
                    <a:pt x="1061172" y="3116972"/>
                  </a:lnTo>
                  <a:lnTo>
                    <a:pt x="1056893" y="3116972"/>
                  </a:lnTo>
                  <a:lnTo>
                    <a:pt x="1052614" y="3116972"/>
                  </a:lnTo>
                  <a:lnTo>
                    <a:pt x="1048335" y="3116972"/>
                  </a:lnTo>
                  <a:lnTo>
                    <a:pt x="1044056" y="3116972"/>
                  </a:lnTo>
                  <a:lnTo>
                    <a:pt x="1039777" y="3116972"/>
                  </a:lnTo>
                  <a:lnTo>
                    <a:pt x="1035498" y="3116972"/>
                  </a:lnTo>
                  <a:lnTo>
                    <a:pt x="1031219" y="3116972"/>
                  </a:lnTo>
                  <a:lnTo>
                    <a:pt x="1026940" y="3116972"/>
                  </a:lnTo>
                  <a:lnTo>
                    <a:pt x="1022661" y="3116972"/>
                  </a:lnTo>
                  <a:lnTo>
                    <a:pt x="1018382" y="3116972"/>
                  </a:lnTo>
                  <a:lnTo>
                    <a:pt x="1014104" y="3116972"/>
                  </a:lnTo>
                  <a:lnTo>
                    <a:pt x="1009825" y="3116972"/>
                  </a:lnTo>
                  <a:lnTo>
                    <a:pt x="1005546" y="3116972"/>
                  </a:lnTo>
                  <a:lnTo>
                    <a:pt x="1001267" y="3116972"/>
                  </a:lnTo>
                  <a:lnTo>
                    <a:pt x="996988" y="3116972"/>
                  </a:lnTo>
                  <a:lnTo>
                    <a:pt x="992709" y="3116972"/>
                  </a:lnTo>
                  <a:lnTo>
                    <a:pt x="988430" y="3116972"/>
                  </a:lnTo>
                  <a:lnTo>
                    <a:pt x="984151" y="3116972"/>
                  </a:lnTo>
                  <a:lnTo>
                    <a:pt x="979872" y="3116972"/>
                  </a:lnTo>
                  <a:lnTo>
                    <a:pt x="975593" y="3116972"/>
                  </a:lnTo>
                  <a:lnTo>
                    <a:pt x="971314" y="3116972"/>
                  </a:lnTo>
                  <a:lnTo>
                    <a:pt x="967035" y="3116972"/>
                  </a:lnTo>
                  <a:lnTo>
                    <a:pt x="962756" y="3116972"/>
                  </a:lnTo>
                  <a:lnTo>
                    <a:pt x="958478" y="3116972"/>
                  </a:lnTo>
                  <a:lnTo>
                    <a:pt x="954199" y="3116972"/>
                  </a:lnTo>
                  <a:lnTo>
                    <a:pt x="949920" y="3116972"/>
                  </a:lnTo>
                  <a:lnTo>
                    <a:pt x="945641" y="3116972"/>
                  </a:lnTo>
                  <a:lnTo>
                    <a:pt x="941362" y="3116972"/>
                  </a:lnTo>
                  <a:lnTo>
                    <a:pt x="937083" y="3116972"/>
                  </a:lnTo>
                  <a:lnTo>
                    <a:pt x="932804" y="3116972"/>
                  </a:lnTo>
                  <a:lnTo>
                    <a:pt x="928525" y="3116972"/>
                  </a:lnTo>
                  <a:lnTo>
                    <a:pt x="924246" y="3116972"/>
                  </a:lnTo>
                  <a:lnTo>
                    <a:pt x="919967" y="3116972"/>
                  </a:lnTo>
                  <a:lnTo>
                    <a:pt x="915688" y="3116972"/>
                  </a:lnTo>
                  <a:lnTo>
                    <a:pt x="911409" y="3116972"/>
                  </a:lnTo>
                  <a:lnTo>
                    <a:pt x="907131" y="3116972"/>
                  </a:lnTo>
                  <a:lnTo>
                    <a:pt x="902852" y="3116972"/>
                  </a:lnTo>
                  <a:lnTo>
                    <a:pt x="898573" y="3116972"/>
                  </a:lnTo>
                  <a:lnTo>
                    <a:pt x="894294" y="3116972"/>
                  </a:lnTo>
                  <a:lnTo>
                    <a:pt x="890015" y="3116972"/>
                  </a:lnTo>
                  <a:lnTo>
                    <a:pt x="885736" y="3116972"/>
                  </a:lnTo>
                  <a:lnTo>
                    <a:pt x="881457" y="3116972"/>
                  </a:lnTo>
                  <a:lnTo>
                    <a:pt x="877178" y="3116972"/>
                  </a:lnTo>
                  <a:lnTo>
                    <a:pt x="872899" y="3116972"/>
                  </a:lnTo>
                  <a:lnTo>
                    <a:pt x="868620" y="3116972"/>
                  </a:lnTo>
                  <a:lnTo>
                    <a:pt x="864341" y="3116972"/>
                  </a:lnTo>
                  <a:lnTo>
                    <a:pt x="860062" y="3116972"/>
                  </a:lnTo>
                  <a:lnTo>
                    <a:pt x="855783" y="3116972"/>
                  </a:lnTo>
                  <a:lnTo>
                    <a:pt x="851505" y="3116972"/>
                  </a:lnTo>
                  <a:lnTo>
                    <a:pt x="847226" y="3116972"/>
                  </a:lnTo>
                  <a:lnTo>
                    <a:pt x="842947" y="3116972"/>
                  </a:lnTo>
                  <a:lnTo>
                    <a:pt x="838668" y="3116972"/>
                  </a:lnTo>
                  <a:lnTo>
                    <a:pt x="834389" y="3116972"/>
                  </a:lnTo>
                  <a:lnTo>
                    <a:pt x="830110" y="3116972"/>
                  </a:lnTo>
                  <a:lnTo>
                    <a:pt x="825831" y="3116972"/>
                  </a:lnTo>
                  <a:lnTo>
                    <a:pt x="821552" y="3116972"/>
                  </a:lnTo>
                  <a:lnTo>
                    <a:pt x="817273" y="3116972"/>
                  </a:lnTo>
                  <a:lnTo>
                    <a:pt x="812994" y="3116972"/>
                  </a:lnTo>
                  <a:lnTo>
                    <a:pt x="808715" y="3116972"/>
                  </a:lnTo>
                  <a:lnTo>
                    <a:pt x="804436" y="3116972"/>
                  </a:lnTo>
                  <a:lnTo>
                    <a:pt x="800158" y="3116972"/>
                  </a:lnTo>
                  <a:lnTo>
                    <a:pt x="795879" y="3116972"/>
                  </a:lnTo>
                  <a:lnTo>
                    <a:pt x="791600" y="3116972"/>
                  </a:lnTo>
                  <a:lnTo>
                    <a:pt x="787321" y="3116972"/>
                  </a:lnTo>
                  <a:lnTo>
                    <a:pt x="783042" y="3116972"/>
                  </a:lnTo>
                  <a:lnTo>
                    <a:pt x="778763" y="3116972"/>
                  </a:lnTo>
                  <a:lnTo>
                    <a:pt x="774484" y="3116972"/>
                  </a:lnTo>
                  <a:lnTo>
                    <a:pt x="770205" y="3116972"/>
                  </a:lnTo>
                  <a:lnTo>
                    <a:pt x="765926" y="3116972"/>
                  </a:lnTo>
                  <a:lnTo>
                    <a:pt x="761647" y="3116972"/>
                  </a:lnTo>
                  <a:lnTo>
                    <a:pt x="757368" y="3116972"/>
                  </a:lnTo>
                  <a:lnTo>
                    <a:pt x="753089" y="3116972"/>
                  </a:lnTo>
                  <a:lnTo>
                    <a:pt x="748810" y="3116972"/>
                  </a:lnTo>
                  <a:lnTo>
                    <a:pt x="744532" y="3116972"/>
                  </a:lnTo>
                  <a:lnTo>
                    <a:pt x="740253" y="3116972"/>
                  </a:lnTo>
                  <a:lnTo>
                    <a:pt x="735974" y="3116972"/>
                  </a:lnTo>
                  <a:lnTo>
                    <a:pt x="731695" y="3116972"/>
                  </a:lnTo>
                  <a:lnTo>
                    <a:pt x="727416" y="3116972"/>
                  </a:lnTo>
                  <a:lnTo>
                    <a:pt x="723137" y="3116972"/>
                  </a:lnTo>
                  <a:lnTo>
                    <a:pt x="718858" y="3116972"/>
                  </a:lnTo>
                  <a:lnTo>
                    <a:pt x="714579" y="3116972"/>
                  </a:lnTo>
                  <a:lnTo>
                    <a:pt x="710300" y="3116972"/>
                  </a:lnTo>
                  <a:lnTo>
                    <a:pt x="706021" y="3116972"/>
                  </a:lnTo>
                  <a:lnTo>
                    <a:pt x="701742" y="3116972"/>
                  </a:lnTo>
                  <a:lnTo>
                    <a:pt x="697463" y="3116972"/>
                  </a:lnTo>
                  <a:lnTo>
                    <a:pt x="693185" y="3116972"/>
                  </a:lnTo>
                  <a:lnTo>
                    <a:pt x="688906" y="3116972"/>
                  </a:lnTo>
                  <a:lnTo>
                    <a:pt x="684627" y="3116972"/>
                  </a:lnTo>
                  <a:lnTo>
                    <a:pt x="680348" y="3116972"/>
                  </a:lnTo>
                  <a:lnTo>
                    <a:pt x="676069" y="3116972"/>
                  </a:lnTo>
                  <a:lnTo>
                    <a:pt x="671790" y="3116972"/>
                  </a:lnTo>
                  <a:lnTo>
                    <a:pt x="667511" y="3116972"/>
                  </a:lnTo>
                  <a:lnTo>
                    <a:pt x="663232" y="3116972"/>
                  </a:lnTo>
                  <a:lnTo>
                    <a:pt x="658953" y="3116972"/>
                  </a:lnTo>
                  <a:lnTo>
                    <a:pt x="654674" y="3116972"/>
                  </a:lnTo>
                  <a:lnTo>
                    <a:pt x="650395" y="3116972"/>
                  </a:lnTo>
                  <a:lnTo>
                    <a:pt x="646116" y="3116972"/>
                  </a:lnTo>
                  <a:lnTo>
                    <a:pt x="641837" y="3116972"/>
                  </a:lnTo>
                  <a:lnTo>
                    <a:pt x="637559" y="3116972"/>
                  </a:lnTo>
                  <a:lnTo>
                    <a:pt x="633280" y="3116972"/>
                  </a:lnTo>
                  <a:lnTo>
                    <a:pt x="629001" y="3116972"/>
                  </a:lnTo>
                  <a:lnTo>
                    <a:pt x="624722" y="3116972"/>
                  </a:lnTo>
                  <a:lnTo>
                    <a:pt x="620443" y="3116972"/>
                  </a:lnTo>
                  <a:lnTo>
                    <a:pt x="616164" y="3116972"/>
                  </a:lnTo>
                  <a:lnTo>
                    <a:pt x="611885" y="3116972"/>
                  </a:lnTo>
                  <a:lnTo>
                    <a:pt x="607606" y="3116972"/>
                  </a:lnTo>
                  <a:lnTo>
                    <a:pt x="603327" y="3116972"/>
                  </a:lnTo>
                  <a:lnTo>
                    <a:pt x="599048" y="3116972"/>
                  </a:lnTo>
                  <a:lnTo>
                    <a:pt x="594769" y="3116972"/>
                  </a:lnTo>
                  <a:lnTo>
                    <a:pt x="590490" y="3116972"/>
                  </a:lnTo>
                  <a:lnTo>
                    <a:pt x="586212" y="3116972"/>
                  </a:lnTo>
                  <a:lnTo>
                    <a:pt x="581933" y="3116972"/>
                  </a:lnTo>
                  <a:lnTo>
                    <a:pt x="577654" y="3116972"/>
                  </a:lnTo>
                  <a:lnTo>
                    <a:pt x="573375" y="3116972"/>
                  </a:lnTo>
                  <a:lnTo>
                    <a:pt x="569096" y="3116972"/>
                  </a:lnTo>
                  <a:lnTo>
                    <a:pt x="564817" y="3116972"/>
                  </a:lnTo>
                  <a:lnTo>
                    <a:pt x="560538" y="3116972"/>
                  </a:lnTo>
                  <a:lnTo>
                    <a:pt x="556259" y="3116972"/>
                  </a:lnTo>
                  <a:lnTo>
                    <a:pt x="551980" y="3116972"/>
                  </a:lnTo>
                  <a:lnTo>
                    <a:pt x="547701" y="3116972"/>
                  </a:lnTo>
                  <a:lnTo>
                    <a:pt x="543422" y="3116972"/>
                  </a:lnTo>
                  <a:lnTo>
                    <a:pt x="539143" y="3116972"/>
                  </a:lnTo>
                  <a:lnTo>
                    <a:pt x="534864" y="3116972"/>
                  </a:lnTo>
                  <a:lnTo>
                    <a:pt x="530586" y="3116972"/>
                  </a:lnTo>
                  <a:lnTo>
                    <a:pt x="526307" y="3116972"/>
                  </a:lnTo>
                  <a:lnTo>
                    <a:pt x="522028" y="3116972"/>
                  </a:lnTo>
                  <a:lnTo>
                    <a:pt x="517749" y="3116972"/>
                  </a:lnTo>
                  <a:lnTo>
                    <a:pt x="513470" y="3116972"/>
                  </a:lnTo>
                  <a:lnTo>
                    <a:pt x="509191" y="3116972"/>
                  </a:lnTo>
                  <a:lnTo>
                    <a:pt x="504912" y="3116972"/>
                  </a:lnTo>
                  <a:lnTo>
                    <a:pt x="500633" y="3116972"/>
                  </a:lnTo>
                  <a:lnTo>
                    <a:pt x="496354" y="3116972"/>
                  </a:lnTo>
                  <a:lnTo>
                    <a:pt x="492075" y="3116972"/>
                  </a:lnTo>
                  <a:lnTo>
                    <a:pt x="487796" y="3116972"/>
                  </a:lnTo>
                  <a:lnTo>
                    <a:pt x="483517" y="3116972"/>
                  </a:lnTo>
                  <a:lnTo>
                    <a:pt x="479239" y="3116972"/>
                  </a:lnTo>
                  <a:lnTo>
                    <a:pt x="474960" y="3116972"/>
                  </a:lnTo>
                  <a:lnTo>
                    <a:pt x="470681" y="3116972"/>
                  </a:lnTo>
                  <a:lnTo>
                    <a:pt x="466402" y="3116972"/>
                  </a:lnTo>
                  <a:lnTo>
                    <a:pt x="462123" y="3116972"/>
                  </a:lnTo>
                  <a:lnTo>
                    <a:pt x="457844" y="3116972"/>
                  </a:lnTo>
                  <a:lnTo>
                    <a:pt x="453565" y="3116972"/>
                  </a:lnTo>
                  <a:lnTo>
                    <a:pt x="449286" y="3116972"/>
                  </a:lnTo>
                  <a:lnTo>
                    <a:pt x="445007" y="3116972"/>
                  </a:lnTo>
                  <a:lnTo>
                    <a:pt x="440728" y="3116972"/>
                  </a:lnTo>
                  <a:lnTo>
                    <a:pt x="436449" y="3116972"/>
                  </a:lnTo>
                  <a:lnTo>
                    <a:pt x="432170" y="3116972"/>
                  </a:lnTo>
                  <a:lnTo>
                    <a:pt x="427891" y="3116972"/>
                  </a:lnTo>
                  <a:lnTo>
                    <a:pt x="423613" y="3116972"/>
                  </a:lnTo>
                  <a:lnTo>
                    <a:pt x="419334" y="3116972"/>
                  </a:lnTo>
                  <a:lnTo>
                    <a:pt x="415055" y="3116972"/>
                  </a:lnTo>
                  <a:lnTo>
                    <a:pt x="410776" y="3116972"/>
                  </a:lnTo>
                  <a:lnTo>
                    <a:pt x="406497" y="3116972"/>
                  </a:lnTo>
                  <a:lnTo>
                    <a:pt x="402218" y="3116972"/>
                  </a:lnTo>
                  <a:lnTo>
                    <a:pt x="397939" y="3116972"/>
                  </a:lnTo>
                  <a:lnTo>
                    <a:pt x="393660" y="3116972"/>
                  </a:lnTo>
                  <a:lnTo>
                    <a:pt x="389381" y="3116972"/>
                  </a:lnTo>
                  <a:lnTo>
                    <a:pt x="385102" y="3116972"/>
                  </a:lnTo>
                  <a:lnTo>
                    <a:pt x="380823" y="3116972"/>
                  </a:lnTo>
                  <a:lnTo>
                    <a:pt x="376544" y="3116972"/>
                  </a:lnTo>
                  <a:lnTo>
                    <a:pt x="372266" y="3116972"/>
                  </a:lnTo>
                  <a:lnTo>
                    <a:pt x="367987" y="3116972"/>
                  </a:lnTo>
                  <a:lnTo>
                    <a:pt x="363708" y="3116972"/>
                  </a:lnTo>
                  <a:lnTo>
                    <a:pt x="359429" y="3116972"/>
                  </a:lnTo>
                  <a:lnTo>
                    <a:pt x="355150" y="3116972"/>
                  </a:lnTo>
                  <a:lnTo>
                    <a:pt x="350871" y="3116972"/>
                  </a:lnTo>
                  <a:lnTo>
                    <a:pt x="346592" y="3116972"/>
                  </a:lnTo>
                  <a:lnTo>
                    <a:pt x="342313" y="3116972"/>
                  </a:lnTo>
                  <a:lnTo>
                    <a:pt x="338034" y="3116972"/>
                  </a:lnTo>
                  <a:lnTo>
                    <a:pt x="333755" y="3116972"/>
                  </a:lnTo>
                  <a:lnTo>
                    <a:pt x="329476" y="3116972"/>
                  </a:lnTo>
                  <a:lnTo>
                    <a:pt x="325197" y="3116972"/>
                  </a:lnTo>
                  <a:lnTo>
                    <a:pt x="320918" y="3116972"/>
                  </a:lnTo>
                  <a:lnTo>
                    <a:pt x="316640" y="3116972"/>
                  </a:lnTo>
                  <a:lnTo>
                    <a:pt x="312361" y="3116972"/>
                  </a:lnTo>
                  <a:lnTo>
                    <a:pt x="308082" y="3116972"/>
                  </a:lnTo>
                  <a:lnTo>
                    <a:pt x="303803" y="3116972"/>
                  </a:lnTo>
                  <a:lnTo>
                    <a:pt x="299524" y="3116972"/>
                  </a:lnTo>
                  <a:lnTo>
                    <a:pt x="295245" y="3116972"/>
                  </a:lnTo>
                  <a:lnTo>
                    <a:pt x="290966" y="3116972"/>
                  </a:lnTo>
                  <a:lnTo>
                    <a:pt x="286687" y="3116972"/>
                  </a:lnTo>
                  <a:lnTo>
                    <a:pt x="282408" y="3116972"/>
                  </a:lnTo>
                  <a:lnTo>
                    <a:pt x="278129" y="3116972"/>
                  </a:lnTo>
                  <a:lnTo>
                    <a:pt x="273850" y="3116972"/>
                  </a:lnTo>
                  <a:lnTo>
                    <a:pt x="269571" y="3116972"/>
                  </a:lnTo>
                  <a:lnTo>
                    <a:pt x="265293" y="3116972"/>
                  </a:lnTo>
                  <a:lnTo>
                    <a:pt x="261014" y="3116972"/>
                  </a:lnTo>
                  <a:lnTo>
                    <a:pt x="256735" y="3116972"/>
                  </a:lnTo>
                  <a:lnTo>
                    <a:pt x="252456" y="3116972"/>
                  </a:lnTo>
                  <a:lnTo>
                    <a:pt x="248177" y="3116972"/>
                  </a:lnTo>
                  <a:lnTo>
                    <a:pt x="243898" y="3116972"/>
                  </a:lnTo>
                  <a:lnTo>
                    <a:pt x="239619" y="3116972"/>
                  </a:lnTo>
                  <a:lnTo>
                    <a:pt x="235340" y="3116972"/>
                  </a:lnTo>
                  <a:lnTo>
                    <a:pt x="231061" y="3116972"/>
                  </a:lnTo>
                  <a:lnTo>
                    <a:pt x="226782" y="3116972"/>
                  </a:lnTo>
                  <a:lnTo>
                    <a:pt x="222503" y="3116972"/>
                  </a:lnTo>
                  <a:lnTo>
                    <a:pt x="218224" y="3116972"/>
                  </a:lnTo>
                  <a:lnTo>
                    <a:pt x="213945" y="3116972"/>
                  </a:lnTo>
                  <a:lnTo>
                    <a:pt x="209667" y="3116972"/>
                  </a:lnTo>
                  <a:lnTo>
                    <a:pt x="205388" y="3116972"/>
                  </a:lnTo>
                  <a:lnTo>
                    <a:pt x="201109" y="3116972"/>
                  </a:lnTo>
                  <a:lnTo>
                    <a:pt x="196830" y="3116972"/>
                  </a:lnTo>
                  <a:lnTo>
                    <a:pt x="192551" y="3116972"/>
                  </a:lnTo>
                  <a:lnTo>
                    <a:pt x="188272" y="3116972"/>
                  </a:lnTo>
                  <a:lnTo>
                    <a:pt x="183993" y="3116972"/>
                  </a:lnTo>
                  <a:lnTo>
                    <a:pt x="179714" y="3116972"/>
                  </a:lnTo>
                  <a:lnTo>
                    <a:pt x="175435" y="3116972"/>
                  </a:lnTo>
                  <a:lnTo>
                    <a:pt x="171156" y="3116972"/>
                  </a:lnTo>
                  <a:lnTo>
                    <a:pt x="166877" y="3116972"/>
                  </a:lnTo>
                  <a:lnTo>
                    <a:pt x="162598" y="3116972"/>
                  </a:lnTo>
                  <a:lnTo>
                    <a:pt x="158320" y="3116972"/>
                  </a:lnTo>
                  <a:lnTo>
                    <a:pt x="154041" y="3116972"/>
                  </a:lnTo>
                  <a:lnTo>
                    <a:pt x="149762" y="3116972"/>
                  </a:lnTo>
                  <a:lnTo>
                    <a:pt x="145483" y="3116972"/>
                  </a:lnTo>
                  <a:lnTo>
                    <a:pt x="141204" y="3116972"/>
                  </a:lnTo>
                  <a:lnTo>
                    <a:pt x="136925" y="3116972"/>
                  </a:lnTo>
                  <a:lnTo>
                    <a:pt x="132646" y="3116972"/>
                  </a:lnTo>
                  <a:lnTo>
                    <a:pt x="128367" y="3116972"/>
                  </a:lnTo>
                  <a:lnTo>
                    <a:pt x="124088" y="3116972"/>
                  </a:lnTo>
                  <a:lnTo>
                    <a:pt x="119809" y="3116972"/>
                  </a:lnTo>
                  <a:lnTo>
                    <a:pt x="115530" y="3116972"/>
                  </a:lnTo>
                  <a:lnTo>
                    <a:pt x="111251" y="3116972"/>
                  </a:lnTo>
                  <a:lnTo>
                    <a:pt x="106972" y="3116972"/>
                  </a:lnTo>
                  <a:lnTo>
                    <a:pt x="102694" y="3116972"/>
                  </a:lnTo>
                  <a:lnTo>
                    <a:pt x="98415" y="3116972"/>
                  </a:lnTo>
                  <a:lnTo>
                    <a:pt x="94136" y="3116972"/>
                  </a:lnTo>
                  <a:lnTo>
                    <a:pt x="89857" y="3116972"/>
                  </a:lnTo>
                  <a:lnTo>
                    <a:pt x="85578" y="3116972"/>
                  </a:lnTo>
                  <a:lnTo>
                    <a:pt x="81299" y="3116972"/>
                  </a:lnTo>
                  <a:lnTo>
                    <a:pt x="77020" y="3116972"/>
                  </a:lnTo>
                  <a:lnTo>
                    <a:pt x="72741" y="3116972"/>
                  </a:lnTo>
                  <a:lnTo>
                    <a:pt x="68462" y="3116972"/>
                  </a:lnTo>
                  <a:lnTo>
                    <a:pt x="64183" y="3116972"/>
                  </a:lnTo>
                  <a:lnTo>
                    <a:pt x="59904" y="3116972"/>
                  </a:lnTo>
                  <a:lnTo>
                    <a:pt x="55625" y="3116972"/>
                  </a:lnTo>
                  <a:lnTo>
                    <a:pt x="51347" y="3116972"/>
                  </a:lnTo>
                  <a:lnTo>
                    <a:pt x="47068" y="3116972"/>
                  </a:lnTo>
                  <a:lnTo>
                    <a:pt x="42789" y="3116972"/>
                  </a:lnTo>
                  <a:lnTo>
                    <a:pt x="38510" y="3116972"/>
                  </a:lnTo>
                  <a:lnTo>
                    <a:pt x="34231" y="3116972"/>
                  </a:lnTo>
                  <a:lnTo>
                    <a:pt x="29952" y="3116972"/>
                  </a:lnTo>
                  <a:lnTo>
                    <a:pt x="25673" y="3116972"/>
                  </a:lnTo>
                  <a:lnTo>
                    <a:pt x="21394" y="3116972"/>
                  </a:lnTo>
                  <a:lnTo>
                    <a:pt x="17115" y="3116972"/>
                  </a:lnTo>
                  <a:lnTo>
                    <a:pt x="12836" y="3116972"/>
                  </a:lnTo>
                  <a:lnTo>
                    <a:pt x="8557" y="3116972"/>
                  </a:lnTo>
                  <a:lnTo>
                    <a:pt x="4278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57310"/>
                  </a:moveTo>
                  <a:lnTo>
                    <a:pt x="4278" y="2972627"/>
                  </a:lnTo>
                  <a:lnTo>
                    <a:pt x="8557" y="3005694"/>
                  </a:lnTo>
                  <a:lnTo>
                    <a:pt x="12836" y="3058341"/>
                  </a:lnTo>
                  <a:lnTo>
                    <a:pt x="17115" y="3076428"/>
                  </a:lnTo>
                  <a:lnTo>
                    <a:pt x="21394" y="3064581"/>
                  </a:lnTo>
                  <a:lnTo>
                    <a:pt x="25673" y="3012356"/>
                  </a:lnTo>
                  <a:lnTo>
                    <a:pt x="29952" y="2976754"/>
                  </a:lnTo>
                  <a:lnTo>
                    <a:pt x="34231" y="2906812"/>
                  </a:lnTo>
                  <a:lnTo>
                    <a:pt x="38510" y="2835098"/>
                  </a:lnTo>
                  <a:lnTo>
                    <a:pt x="42789" y="2842276"/>
                  </a:lnTo>
                  <a:lnTo>
                    <a:pt x="47068" y="2816005"/>
                  </a:lnTo>
                  <a:lnTo>
                    <a:pt x="51347" y="2808344"/>
                  </a:lnTo>
                  <a:lnTo>
                    <a:pt x="55625" y="2820624"/>
                  </a:lnTo>
                  <a:lnTo>
                    <a:pt x="59904" y="2910886"/>
                  </a:lnTo>
                  <a:lnTo>
                    <a:pt x="64183" y="2989253"/>
                  </a:lnTo>
                  <a:lnTo>
                    <a:pt x="68462" y="2985638"/>
                  </a:lnTo>
                  <a:lnTo>
                    <a:pt x="72741" y="3023756"/>
                  </a:lnTo>
                  <a:lnTo>
                    <a:pt x="77020" y="3067759"/>
                  </a:lnTo>
                  <a:lnTo>
                    <a:pt x="81299" y="3110122"/>
                  </a:lnTo>
                  <a:lnTo>
                    <a:pt x="85578" y="3116972"/>
                  </a:lnTo>
                  <a:lnTo>
                    <a:pt x="85578" y="3116972"/>
                  </a:lnTo>
                  <a:lnTo>
                    <a:pt x="89857" y="3112196"/>
                  </a:lnTo>
                  <a:lnTo>
                    <a:pt x="94136" y="3093104"/>
                  </a:lnTo>
                  <a:lnTo>
                    <a:pt x="98415" y="3065518"/>
                  </a:lnTo>
                  <a:lnTo>
                    <a:pt x="102694" y="2990146"/>
                  </a:lnTo>
                  <a:lnTo>
                    <a:pt x="106972" y="2930519"/>
                  </a:lnTo>
                  <a:lnTo>
                    <a:pt x="111251" y="2873762"/>
                  </a:lnTo>
                  <a:lnTo>
                    <a:pt x="115530" y="2846615"/>
                  </a:lnTo>
                  <a:lnTo>
                    <a:pt x="119809" y="2803784"/>
                  </a:lnTo>
                  <a:lnTo>
                    <a:pt x="124088" y="2831142"/>
                  </a:lnTo>
                  <a:lnTo>
                    <a:pt x="128367" y="2910486"/>
                  </a:lnTo>
                  <a:lnTo>
                    <a:pt x="132646" y="2883625"/>
                  </a:lnTo>
                  <a:lnTo>
                    <a:pt x="136925" y="2827582"/>
                  </a:lnTo>
                  <a:lnTo>
                    <a:pt x="141204" y="2793492"/>
                  </a:lnTo>
                  <a:lnTo>
                    <a:pt x="145483" y="2844993"/>
                  </a:lnTo>
                  <a:lnTo>
                    <a:pt x="149762" y="2823157"/>
                  </a:lnTo>
                  <a:lnTo>
                    <a:pt x="154041" y="2679362"/>
                  </a:lnTo>
                  <a:lnTo>
                    <a:pt x="158320" y="2638147"/>
                  </a:lnTo>
                  <a:lnTo>
                    <a:pt x="162598" y="2724004"/>
                  </a:lnTo>
                  <a:lnTo>
                    <a:pt x="166877" y="2788055"/>
                  </a:lnTo>
                  <a:lnTo>
                    <a:pt x="171156" y="2726187"/>
                  </a:lnTo>
                  <a:lnTo>
                    <a:pt x="175435" y="2706033"/>
                  </a:lnTo>
                  <a:lnTo>
                    <a:pt x="179714" y="2843495"/>
                  </a:lnTo>
                  <a:lnTo>
                    <a:pt x="183993" y="2895800"/>
                  </a:lnTo>
                  <a:lnTo>
                    <a:pt x="188272" y="2852356"/>
                  </a:lnTo>
                  <a:lnTo>
                    <a:pt x="192551" y="2807098"/>
                  </a:lnTo>
                  <a:lnTo>
                    <a:pt x="196830" y="2815859"/>
                  </a:lnTo>
                  <a:lnTo>
                    <a:pt x="201109" y="2846850"/>
                  </a:lnTo>
                  <a:lnTo>
                    <a:pt x="205388" y="2822615"/>
                  </a:lnTo>
                  <a:lnTo>
                    <a:pt x="209667" y="2855289"/>
                  </a:lnTo>
                  <a:lnTo>
                    <a:pt x="213945" y="2847958"/>
                  </a:lnTo>
                  <a:lnTo>
                    <a:pt x="218224" y="2900284"/>
                  </a:lnTo>
                  <a:lnTo>
                    <a:pt x="222503" y="2890047"/>
                  </a:lnTo>
                  <a:lnTo>
                    <a:pt x="226782" y="2816458"/>
                  </a:lnTo>
                  <a:lnTo>
                    <a:pt x="231061" y="2779303"/>
                  </a:lnTo>
                  <a:lnTo>
                    <a:pt x="235340" y="2729194"/>
                  </a:lnTo>
                  <a:lnTo>
                    <a:pt x="239619" y="2689038"/>
                  </a:lnTo>
                  <a:lnTo>
                    <a:pt x="243898" y="2677389"/>
                  </a:lnTo>
                  <a:lnTo>
                    <a:pt x="248177" y="2761467"/>
                  </a:lnTo>
                  <a:lnTo>
                    <a:pt x="252456" y="2838878"/>
                  </a:lnTo>
                  <a:lnTo>
                    <a:pt x="256735" y="2840224"/>
                  </a:lnTo>
                  <a:lnTo>
                    <a:pt x="261014" y="2840894"/>
                  </a:lnTo>
                  <a:lnTo>
                    <a:pt x="265293" y="2929832"/>
                  </a:lnTo>
                  <a:lnTo>
                    <a:pt x="269571" y="2949698"/>
                  </a:lnTo>
                  <a:lnTo>
                    <a:pt x="273850" y="2935703"/>
                  </a:lnTo>
                  <a:lnTo>
                    <a:pt x="278129" y="2871014"/>
                  </a:lnTo>
                  <a:lnTo>
                    <a:pt x="282408" y="2849680"/>
                  </a:lnTo>
                  <a:lnTo>
                    <a:pt x="286687" y="2808701"/>
                  </a:lnTo>
                  <a:lnTo>
                    <a:pt x="290966" y="2686289"/>
                  </a:lnTo>
                  <a:lnTo>
                    <a:pt x="295245" y="2586881"/>
                  </a:lnTo>
                  <a:lnTo>
                    <a:pt x="299524" y="2508003"/>
                  </a:lnTo>
                  <a:lnTo>
                    <a:pt x="303803" y="2478541"/>
                  </a:lnTo>
                  <a:lnTo>
                    <a:pt x="308082" y="2464059"/>
                  </a:lnTo>
                  <a:lnTo>
                    <a:pt x="312361" y="2549986"/>
                  </a:lnTo>
                  <a:lnTo>
                    <a:pt x="316640" y="2673366"/>
                  </a:lnTo>
                  <a:lnTo>
                    <a:pt x="320918" y="2721723"/>
                  </a:lnTo>
                  <a:lnTo>
                    <a:pt x="325197" y="2751570"/>
                  </a:lnTo>
                  <a:lnTo>
                    <a:pt x="329476" y="2776137"/>
                  </a:lnTo>
                  <a:lnTo>
                    <a:pt x="333755" y="2762467"/>
                  </a:lnTo>
                  <a:lnTo>
                    <a:pt x="338034" y="2728156"/>
                  </a:lnTo>
                  <a:lnTo>
                    <a:pt x="342313" y="2690953"/>
                  </a:lnTo>
                  <a:lnTo>
                    <a:pt x="346592" y="2685517"/>
                  </a:lnTo>
                  <a:lnTo>
                    <a:pt x="350871" y="2668747"/>
                  </a:lnTo>
                  <a:lnTo>
                    <a:pt x="355150" y="2691059"/>
                  </a:lnTo>
                  <a:lnTo>
                    <a:pt x="359429" y="2761132"/>
                  </a:lnTo>
                  <a:lnTo>
                    <a:pt x="363708" y="2807044"/>
                  </a:lnTo>
                  <a:lnTo>
                    <a:pt x="367987" y="2830657"/>
                  </a:lnTo>
                  <a:lnTo>
                    <a:pt x="372266" y="2821328"/>
                  </a:lnTo>
                  <a:lnTo>
                    <a:pt x="376544" y="2809726"/>
                  </a:lnTo>
                  <a:lnTo>
                    <a:pt x="380823" y="2819140"/>
                  </a:lnTo>
                  <a:lnTo>
                    <a:pt x="385102" y="2798487"/>
                  </a:lnTo>
                  <a:lnTo>
                    <a:pt x="389381" y="2744949"/>
                  </a:lnTo>
                  <a:lnTo>
                    <a:pt x="393660" y="2672626"/>
                  </a:lnTo>
                  <a:lnTo>
                    <a:pt x="397939" y="2681284"/>
                  </a:lnTo>
                  <a:lnTo>
                    <a:pt x="402218" y="2762371"/>
                  </a:lnTo>
                  <a:lnTo>
                    <a:pt x="406497" y="2716640"/>
                  </a:lnTo>
                  <a:lnTo>
                    <a:pt x="410776" y="2601770"/>
                  </a:lnTo>
                  <a:lnTo>
                    <a:pt x="415055" y="2559359"/>
                  </a:lnTo>
                  <a:lnTo>
                    <a:pt x="419334" y="2563400"/>
                  </a:lnTo>
                  <a:lnTo>
                    <a:pt x="423613" y="2510006"/>
                  </a:lnTo>
                  <a:lnTo>
                    <a:pt x="427891" y="2420374"/>
                  </a:lnTo>
                  <a:lnTo>
                    <a:pt x="432170" y="2458775"/>
                  </a:lnTo>
                  <a:lnTo>
                    <a:pt x="436449" y="2563556"/>
                  </a:lnTo>
                  <a:lnTo>
                    <a:pt x="440728" y="2601291"/>
                  </a:lnTo>
                  <a:lnTo>
                    <a:pt x="445007" y="2585896"/>
                  </a:lnTo>
                  <a:lnTo>
                    <a:pt x="449286" y="2562043"/>
                  </a:lnTo>
                  <a:lnTo>
                    <a:pt x="453565" y="2508688"/>
                  </a:lnTo>
                  <a:lnTo>
                    <a:pt x="457844" y="2420276"/>
                  </a:lnTo>
                  <a:lnTo>
                    <a:pt x="462123" y="2363381"/>
                  </a:lnTo>
                  <a:lnTo>
                    <a:pt x="466402" y="2285443"/>
                  </a:lnTo>
                  <a:lnTo>
                    <a:pt x="470681" y="2295089"/>
                  </a:lnTo>
                  <a:lnTo>
                    <a:pt x="474960" y="2370154"/>
                  </a:lnTo>
                  <a:lnTo>
                    <a:pt x="479239" y="2394223"/>
                  </a:lnTo>
                  <a:lnTo>
                    <a:pt x="483517" y="2323416"/>
                  </a:lnTo>
                  <a:lnTo>
                    <a:pt x="487796" y="2304582"/>
                  </a:lnTo>
                  <a:lnTo>
                    <a:pt x="492075" y="2335430"/>
                  </a:lnTo>
                  <a:lnTo>
                    <a:pt x="496354" y="2366186"/>
                  </a:lnTo>
                  <a:lnTo>
                    <a:pt x="500633" y="2391031"/>
                  </a:lnTo>
                  <a:lnTo>
                    <a:pt x="504912" y="2452144"/>
                  </a:lnTo>
                  <a:lnTo>
                    <a:pt x="509191" y="2596489"/>
                  </a:lnTo>
                  <a:lnTo>
                    <a:pt x="513470" y="2747914"/>
                  </a:lnTo>
                  <a:lnTo>
                    <a:pt x="517749" y="2859746"/>
                  </a:lnTo>
                  <a:lnTo>
                    <a:pt x="522028" y="2844283"/>
                  </a:lnTo>
                  <a:lnTo>
                    <a:pt x="526307" y="2804798"/>
                  </a:lnTo>
                  <a:lnTo>
                    <a:pt x="530586" y="2776130"/>
                  </a:lnTo>
                  <a:lnTo>
                    <a:pt x="534864" y="2782640"/>
                  </a:lnTo>
                  <a:lnTo>
                    <a:pt x="539143" y="2692405"/>
                  </a:lnTo>
                  <a:lnTo>
                    <a:pt x="543422" y="2569827"/>
                  </a:lnTo>
                  <a:lnTo>
                    <a:pt x="547701" y="2523554"/>
                  </a:lnTo>
                  <a:lnTo>
                    <a:pt x="551980" y="2522745"/>
                  </a:lnTo>
                  <a:lnTo>
                    <a:pt x="556259" y="2594382"/>
                  </a:lnTo>
                  <a:lnTo>
                    <a:pt x="560538" y="2603041"/>
                  </a:lnTo>
                  <a:lnTo>
                    <a:pt x="564817" y="2598027"/>
                  </a:lnTo>
                  <a:lnTo>
                    <a:pt x="569096" y="2651092"/>
                  </a:lnTo>
                  <a:lnTo>
                    <a:pt x="573375" y="2723819"/>
                  </a:lnTo>
                  <a:lnTo>
                    <a:pt x="577654" y="2796654"/>
                  </a:lnTo>
                  <a:lnTo>
                    <a:pt x="581933" y="2767409"/>
                  </a:lnTo>
                  <a:lnTo>
                    <a:pt x="586212" y="2775289"/>
                  </a:lnTo>
                  <a:lnTo>
                    <a:pt x="590490" y="2842591"/>
                  </a:lnTo>
                  <a:lnTo>
                    <a:pt x="594769" y="2935376"/>
                  </a:lnTo>
                  <a:lnTo>
                    <a:pt x="599048" y="3005917"/>
                  </a:lnTo>
                  <a:lnTo>
                    <a:pt x="603327" y="3007865"/>
                  </a:lnTo>
                  <a:lnTo>
                    <a:pt x="607606" y="3059008"/>
                  </a:lnTo>
                  <a:lnTo>
                    <a:pt x="611885" y="3115568"/>
                  </a:lnTo>
                  <a:lnTo>
                    <a:pt x="616164" y="3116972"/>
                  </a:lnTo>
                  <a:lnTo>
                    <a:pt x="616164" y="3116972"/>
                  </a:lnTo>
                  <a:lnTo>
                    <a:pt x="620443" y="3065690"/>
                  </a:lnTo>
                  <a:lnTo>
                    <a:pt x="624722" y="2993631"/>
                  </a:lnTo>
                  <a:lnTo>
                    <a:pt x="629001" y="2960009"/>
                  </a:lnTo>
                  <a:lnTo>
                    <a:pt x="633280" y="2893071"/>
                  </a:lnTo>
                  <a:lnTo>
                    <a:pt x="637559" y="2813086"/>
                  </a:lnTo>
                  <a:lnTo>
                    <a:pt x="641837" y="2722599"/>
                  </a:lnTo>
                  <a:lnTo>
                    <a:pt x="646116" y="2696218"/>
                  </a:lnTo>
                  <a:lnTo>
                    <a:pt x="650395" y="2691701"/>
                  </a:lnTo>
                  <a:lnTo>
                    <a:pt x="654674" y="2713976"/>
                  </a:lnTo>
                  <a:lnTo>
                    <a:pt x="658953" y="2783556"/>
                  </a:lnTo>
                  <a:lnTo>
                    <a:pt x="663232" y="2880299"/>
                  </a:lnTo>
                  <a:lnTo>
                    <a:pt x="667511" y="3016913"/>
                  </a:lnTo>
                  <a:lnTo>
                    <a:pt x="671790" y="3076130"/>
                  </a:lnTo>
                  <a:lnTo>
                    <a:pt x="676069" y="3087528"/>
                  </a:lnTo>
                  <a:lnTo>
                    <a:pt x="680348" y="3084934"/>
                  </a:lnTo>
                  <a:lnTo>
                    <a:pt x="684627" y="3036925"/>
                  </a:lnTo>
                  <a:lnTo>
                    <a:pt x="688906" y="2967771"/>
                  </a:lnTo>
                  <a:lnTo>
                    <a:pt x="693185" y="2882763"/>
                  </a:lnTo>
                  <a:lnTo>
                    <a:pt x="697463" y="2851535"/>
                  </a:lnTo>
                  <a:lnTo>
                    <a:pt x="701742" y="2816171"/>
                  </a:lnTo>
                  <a:lnTo>
                    <a:pt x="706021" y="2794949"/>
                  </a:lnTo>
                  <a:lnTo>
                    <a:pt x="710300" y="2836641"/>
                  </a:lnTo>
                  <a:lnTo>
                    <a:pt x="714579" y="2876893"/>
                  </a:lnTo>
                  <a:lnTo>
                    <a:pt x="718858" y="2919553"/>
                  </a:lnTo>
                  <a:lnTo>
                    <a:pt x="723137" y="2963694"/>
                  </a:lnTo>
                  <a:lnTo>
                    <a:pt x="727416" y="3022479"/>
                  </a:lnTo>
                  <a:lnTo>
                    <a:pt x="731695" y="3052287"/>
                  </a:lnTo>
                  <a:lnTo>
                    <a:pt x="735974" y="3032170"/>
                  </a:lnTo>
                  <a:lnTo>
                    <a:pt x="740253" y="2954396"/>
                  </a:lnTo>
                  <a:lnTo>
                    <a:pt x="744532" y="2893500"/>
                  </a:lnTo>
                  <a:lnTo>
                    <a:pt x="748810" y="2863577"/>
                  </a:lnTo>
                  <a:lnTo>
                    <a:pt x="753089" y="2873054"/>
                  </a:lnTo>
                  <a:lnTo>
                    <a:pt x="757368" y="2878408"/>
                  </a:lnTo>
                  <a:lnTo>
                    <a:pt x="761647" y="2895140"/>
                  </a:lnTo>
                  <a:lnTo>
                    <a:pt x="765926" y="2972914"/>
                  </a:lnTo>
                  <a:lnTo>
                    <a:pt x="770205" y="3033810"/>
                  </a:lnTo>
                  <a:lnTo>
                    <a:pt x="774484" y="3061011"/>
                  </a:lnTo>
                  <a:lnTo>
                    <a:pt x="778763" y="3076622"/>
                  </a:lnTo>
                  <a:lnTo>
                    <a:pt x="783042" y="3075639"/>
                  </a:lnTo>
                  <a:lnTo>
                    <a:pt x="787321" y="3049199"/>
                  </a:lnTo>
                  <a:lnTo>
                    <a:pt x="791600" y="3007049"/>
                  </a:lnTo>
                  <a:lnTo>
                    <a:pt x="795879" y="3006021"/>
                  </a:lnTo>
                  <a:lnTo>
                    <a:pt x="800158" y="3008741"/>
                  </a:lnTo>
                  <a:lnTo>
                    <a:pt x="804436" y="2992158"/>
                  </a:lnTo>
                  <a:lnTo>
                    <a:pt x="808715" y="2965383"/>
                  </a:lnTo>
                  <a:lnTo>
                    <a:pt x="812994" y="2992288"/>
                  </a:lnTo>
                  <a:lnTo>
                    <a:pt x="817273" y="3072871"/>
                  </a:lnTo>
                  <a:lnTo>
                    <a:pt x="821552" y="3062428"/>
                  </a:lnTo>
                  <a:lnTo>
                    <a:pt x="825831" y="3045012"/>
                  </a:lnTo>
                  <a:lnTo>
                    <a:pt x="830110" y="3029303"/>
                  </a:lnTo>
                  <a:lnTo>
                    <a:pt x="834389" y="3068649"/>
                  </a:lnTo>
                  <a:lnTo>
                    <a:pt x="838668" y="3055403"/>
                  </a:lnTo>
                  <a:lnTo>
                    <a:pt x="842947" y="2952352"/>
                  </a:lnTo>
                  <a:lnTo>
                    <a:pt x="847226" y="2925993"/>
                  </a:lnTo>
                  <a:lnTo>
                    <a:pt x="851505" y="2880112"/>
                  </a:lnTo>
                  <a:lnTo>
                    <a:pt x="855783" y="2844635"/>
                  </a:lnTo>
                  <a:lnTo>
                    <a:pt x="860062" y="2764382"/>
                  </a:lnTo>
                  <a:lnTo>
                    <a:pt x="864341" y="2742515"/>
                  </a:lnTo>
                  <a:lnTo>
                    <a:pt x="868620" y="2794640"/>
                  </a:lnTo>
                  <a:lnTo>
                    <a:pt x="872899" y="2796405"/>
                  </a:lnTo>
                  <a:lnTo>
                    <a:pt x="877178" y="2835029"/>
                  </a:lnTo>
                  <a:lnTo>
                    <a:pt x="881457" y="2864043"/>
                  </a:lnTo>
                  <a:lnTo>
                    <a:pt x="885736" y="2922955"/>
                  </a:lnTo>
                  <a:lnTo>
                    <a:pt x="890015" y="2945381"/>
                  </a:lnTo>
                  <a:lnTo>
                    <a:pt x="894294" y="2926907"/>
                  </a:lnTo>
                  <a:lnTo>
                    <a:pt x="898573" y="2984631"/>
                  </a:lnTo>
                  <a:lnTo>
                    <a:pt x="902852" y="3020745"/>
                  </a:lnTo>
                  <a:lnTo>
                    <a:pt x="907131" y="2959450"/>
                  </a:lnTo>
                  <a:lnTo>
                    <a:pt x="911409" y="2868481"/>
                  </a:lnTo>
                  <a:lnTo>
                    <a:pt x="915688" y="2779959"/>
                  </a:lnTo>
                  <a:lnTo>
                    <a:pt x="919967" y="2744856"/>
                  </a:lnTo>
                  <a:lnTo>
                    <a:pt x="924246" y="2682620"/>
                  </a:lnTo>
                  <a:lnTo>
                    <a:pt x="928525" y="2626250"/>
                  </a:lnTo>
                  <a:lnTo>
                    <a:pt x="932804" y="2712957"/>
                  </a:lnTo>
                  <a:lnTo>
                    <a:pt x="937083" y="2845851"/>
                  </a:lnTo>
                  <a:lnTo>
                    <a:pt x="941362" y="2908226"/>
                  </a:lnTo>
                  <a:lnTo>
                    <a:pt x="945641" y="2885067"/>
                  </a:lnTo>
                  <a:lnTo>
                    <a:pt x="949920" y="2873905"/>
                  </a:lnTo>
                  <a:lnTo>
                    <a:pt x="954199" y="2901875"/>
                  </a:lnTo>
                  <a:lnTo>
                    <a:pt x="958478" y="2864370"/>
                  </a:lnTo>
                  <a:lnTo>
                    <a:pt x="962756" y="2850626"/>
                  </a:lnTo>
                  <a:lnTo>
                    <a:pt x="967035" y="2949461"/>
                  </a:lnTo>
                  <a:lnTo>
                    <a:pt x="971314" y="3052771"/>
                  </a:lnTo>
                  <a:lnTo>
                    <a:pt x="975593" y="2994045"/>
                  </a:lnTo>
                  <a:lnTo>
                    <a:pt x="979872" y="2951697"/>
                  </a:lnTo>
                  <a:lnTo>
                    <a:pt x="984151" y="2951552"/>
                  </a:lnTo>
                  <a:lnTo>
                    <a:pt x="988430" y="2805481"/>
                  </a:lnTo>
                  <a:lnTo>
                    <a:pt x="992709" y="2651182"/>
                  </a:lnTo>
                  <a:lnTo>
                    <a:pt x="996988" y="2628513"/>
                  </a:lnTo>
                  <a:lnTo>
                    <a:pt x="1001267" y="2753845"/>
                  </a:lnTo>
                  <a:lnTo>
                    <a:pt x="1005546" y="2839569"/>
                  </a:lnTo>
                  <a:lnTo>
                    <a:pt x="1009825" y="2814290"/>
                  </a:lnTo>
                  <a:lnTo>
                    <a:pt x="1014104" y="2833510"/>
                  </a:lnTo>
                  <a:lnTo>
                    <a:pt x="1018382" y="2840327"/>
                  </a:lnTo>
                  <a:lnTo>
                    <a:pt x="1022661" y="2762806"/>
                  </a:lnTo>
                  <a:lnTo>
                    <a:pt x="1026940" y="2642582"/>
                  </a:lnTo>
                  <a:lnTo>
                    <a:pt x="1031219" y="2533022"/>
                  </a:lnTo>
                  <a:lnTo>
                    <a:pt x="1035498" y="2601174"/>
                  </a:lnTo>
                  <a:lnTo>
                    <a:pt x="1039777" y="2709600"/>
                  </a:lnTo>
                  <a:lnTo>
                    <a:pt x="1044056" y="2789327"/>
                  </a:lnTo>
                  <a:lnTo>
                    <a:pt x="1048335" y="2832559"/>
                  </a:lnTo>
                  <a:lnTo>
                    <a:pt x="1052614" y="2909730"/>
                  </a:lnTo>
                  <a:lnTo>
                    <a:pt x="1056893" y="2992483"/>
                  </a:lnTo>
                  <a:lnTo>
                    <a:pt x="1061172" y="2993637"/>
                  </a:lnTo>
                  <a:lnTo>
                    <a:pt x="1065451" y="3006407"/>
                  </a:lnTo>
                  <a:lnTo>
                    <a:pt x="1069729" y="2955523"/>
                  </a:lnTo>
                  <a:lnTo>
                    <a:pt x="1074008" y="2930069"/>
                  </a:lnTo>
                  <a:lnTo>
                    <a:pt x="1078287" y="2941341"/>
                  </a:lnTo>
                  <a:lnTo>
                    <a:pt x="1082566" y="2913319"/>
                  </a:lnTo>
                  <a:lnTo>
                    <a:pt x="1086845" y="2815634"/>
                  </a:lnTo>
                  <a:lnTo>
                    <a:pt x="1091124" y="2687856"/>
                  </a:lnTo>
                  <a:lnTo>
                    <a:pt x="1095403" y="2632627"/>
                  </a:lnTo>
                  <a:lnTo>
                    <a:pt x="1099682" y="2646918"/>
                  </a:lnTo>
                  <a:lnTo>
                    <a:pt x="1103961" y="2625624"/>
                  </a:lnTo>
                  <a:lnTo>
                    <a:pt x="1108240" y="2646523"/>
                  </a:lnTo>
                  <a:lnTo>
                    <a:pt x="1112519" y="2760221"/>
                  </a:lnTo>
                  <a:lnTo>
                    <a:pt x="1116798" y="2839847"/>
                  </a:lnTo>
                  <a:lnTo>
                    <a:pt x="1121077" y="2919442"/>
                  </a:lnTo>
                  <a:lnTo>
                    <a:pt x="1125355" y="2945247"/>
                  </a:lnTo>
                  <a:lnTo>
                    <a:pt x="1129634" y="2922441"/>
                  </a:lnTo>
                  <a:lnTo>
                    <a:pt x="1133913" y="2853390"/>
                  </a:lnTo>
                  <a:lnTo>
                    <a:pt x="1138192" y="2815710"/>
                  </a:lnTo>
                  <a:lnTo>
                    <a:pt x="1142471" y="2837363"/>
                  </a:lnTo>
                  <a:lnTo>
                    <a:pt x="1146750" y="2841154"/>
                  </a:lnTo>
                  <a:lnTo>
                    <a:pt x="1151029" y="2801349"/>
                  </a:lnTo>
                  <a:lnTo>
                    <a:pt x="1155308" y="2806783"/>
                  </a:lnTo>
                  <a:lnTo>
                    <a:pt x="1159587" y="2819785"/>
                  </a:lnTo>
                  <a:lnTo>
                    <a:pt x="1163866" y="2782997"/>
                  </a:lnTo>
                  <a:lnTo>
                    <a:pt x="1168145" y="2749040"/>
                  </a:lnTo>
                  <a:lnTo>
                    <a:pt x="1172424" y="2769114"/>
                  </a:lnTo>
                  <a:lnTo>
                    <a:pt x="1176702" y="2859698"/>
                  </a:lnTo>
                  <a:lnTo>
                    <a:pt x="1180981" y="2957665"/>
                  </a:lnTo>
                  <a:lnTo>
                    <a:pt x="1185260" y="2984009"/>
                  </a:lnTo>
                  <a:lnTo>
                    <a:pt x="1189539" y="2933641"/>
                  </a:lnTo>
                  <a:lnTo>
                    <a:pt x="1193818" y="2875120"/>
                  </a:lnTo>
                  <a:lnTo>
                    <a:pt x="1198097" y="2805037"/>
                  </a:lnTo>
                  <a:lnTo>
                    <a:pt x="1202376" y="2744382"/>
                  </a:lnTo>
                  <a:lnTo>
                    <a:pt x="1206655" y="2732178"/>
                  </a:lnTo>
                  <a:lnTo>
                    <a:pt x="1210934" y="2803369"/>
                  </a:lnTo>
                  <a:lnTo>
                    <a:pt x="1215213" y="2874299"/>
                  </a:lnTo>
                  <a:lnTo>
                    <a:pt x="1219492" y="2918475"/>
                  </a:lnTo>
                  <a:lnTo>
                    <a:pt x="1223771" y="2977086"/>
                  </a:lnTo>
                  <a:lnTo>
                    <a:pt x="1228050" y="3042451"/>
                  </a:lnTo>
                  <a:lnTo>
                    <a:pt x="1232328" y="3027408"/>
                  </a:lnTo>
                  <a:lnTo>
                    <a:pt x="1236607" y="3024277"/>
                  </a:lnTo>
                  <a:lnTo>
                    <a:pt x="1240886" y="3042464"/>
                  </a:lnTo>
                  <a:lnTo>
                    <a:pt x="1245165" y="3048445"/>
                  </a:lnTo>
                  <a:lnTo>
                    <a:pt x="1249444" y="3066305"/>
                  </a:lnTo>
                  <a:lnTo>
                    <a:pt x="1253723" y="3039050"/>
                  </a:lnTo>
                  <a:lnTo>
                    <a:pt x="1258002" y="3023906"/>
                  </a:lnTo>
                  <a:lnTo>
                    <a:pt x="1262281" y="2991070"/>
                  </a:lnTo>
                  <a:lnTo>
                    <a:pt x="1266560" y="2971896"/>
                  </a:lnTo>
                  <a:lnTo>
                    <a:pt x="1270839" y="2961750"/>
                  </a:lnTo>
                  <a:lnTo>
                    <a:pt x="1275118" y="2941268"/>
                  </a:lnTo>
                  <a:lnTo>
                    <a:pt x="1279397" y="2907179"/>
                  </a:lnTo>
                  <a:lnTo>
                    <a:pt x="1283675" y="2841440"/>
                  </a:lnTo>
                  <a:lnTo>
                    <a:pt x="1287954" y="2771228"/>
                  </a:lnTo>
                  <a:lnTo>
                    <a:pt x="1292233" y="2765506"/>
                  </a:lnTo>
                  <a:lnTo>
                    <a:pt x="1296512" y="2807138"/>
                  </a:lnTo>
                  <a:lnTo>
                    <a:pt x="1300791" y="2802924"/>
                  </a:lnTo>
                  <a:lnTo>
                    <a:pt x="1305070" y="2746615"/>
                  </a:lnTo>
                  <a:lnTo>
                    <a:pt x="1309349" y="2695502"/>
                  </a:lnTo>
                  <a:lnTo>
                    <a:pt x="1313628" y="2682776"/>
                  </a:lnTo>
                  <a:lnTo>
                    <a:pt x="1317907" y="2725264"/>
                  </a:lnTo>
                  <a:lnTo>
                    <a:pt x="1322186" y="2749830"/>
                  </a:lnTo>
                  <a:lnTo>
                    <a:pt x="1326465" y="2778082"/>
                  </a:lnTo>
                  <a:lnTo>
                    <a:pt x="1330744" y="2868482"/>
                  </a:lnTo>
                  <a:lnTo>
                    <a:pt x="1335023" y="2985334"/>
                  </a:lnTo>
                  <a:lnTo>
                    <a:pt x="1339301" y="3028756"/>
                  </a:lnTo>
                  <a:lnTo>
                    <a:pt x="1343580" y="3009026"/>
                  </a:lnTo>
                  <a:lnTo>
                    <a:pt x="1347859" y="3000238"/>
                  </a:lnTo>
                  <a:lnTo>
                    <a:pt x="1352138" y="2985693"/>
                  </a:lnTo>
                  <a:lnTo>
                    <a:pt x="1356417" y="2992577"/>
                  </a:lnTo>
                  <a:lnTo>
                    <a:pt x="1360696" y="3014465"/>
                  </a:lnTo>
                  <a:lnTo>
                    <a:pt x="1364975" y="3077824"/>
                  </a:lnTo>
                  <a:lnTo>
                    <a:pt x="1369254" y="3107661"/>
                  </a:lnTo>
                  <a:lnTo>
                    <a:pt x="1373533" y="3106052"/>
                  </a:lnTo>
                  <a:lnTo>
                    <a:pt x="1377812" y="3035868"/>
                  </a:lnTo>
                  <a:lnTo>
                    <a:pt x="1382091" y="2973843"/>
                  </a:lnTo>
                  <a:lnTo>
                    <a:pt x="1386370" y="2976381"/>
                  </a:lnTo>
                  <a:lnTo>
                    <a:pt x="1390648" y="2907253"/>
                  </a:lnTo>
                  <a:lnTo>
                    <a:pt x="1394927" y="2804354"/>
                  </a:lnTo>
                  <a:lnTo>
                    <a:pt x="1399206" y="2745470"/>
                  </a:lnTo>
                  <a:lnTo>
                    <a:pt x="1403485" y="2827987"/>
                  </a:lnTo>
                  <a:lnTo>
                    <a:pt x="1407764" y="2898363"/>
                  </a:lnTo>
                  <a:lnTo>
                    <a:pt x="1412043" y="2831898"/>
                  </a:lnTo>
                  <a:lnTo>
                    <a:pt x="1416322" y="2867268"/>
                  </a:lnTo>
                  <a:lnTo>
                    <a:pt x="1420601" y="2984294"/>
                  </a:lnTo>
                  <a:lnTo>
                    <a:pt x="1424880" y="2993854"/>
                  </a:lnTo>
                  <a:lnTo>
                    <a:pt x="1429159" y="2893733"/>
                  </a:lnTo>
                  <a:lnTo>
                    <a:pt x="1433438" y="2801152"/>
                  </a:lnTo>
                  <a:lnTo>
                    <a:pt x="1437717" y="2792050"/>
                  </a:lnTo>
                  <a:lnTo>
                    <a:pt x="1441996" y="2772651"/>
                  </a:lnTo>
                  <a:lnTo>
                    <a:pt x="1446274" y="2716004"/>
                  </a:lnTo>
                  <a:lnTo>
                    <a:pt x="1450553" y="2748835"/>
                  </a:lnTo>
                  <a:lnTo>
                    <a:pt x="1454832" y="2791928"/>
                  </a:lnTo>
                  <a:lnTo>
                    <a:pt x="1459111" y="2827195"/>
                  </a:lnTo>
                  <a:lnTo>
                    <a:pt x="1463390" y="2827610"/>
                  </a:lnTo>
                  <a:lnTo>
                    <a:pt x="1467669" y="2813222"/>
                  </a:lnTo>
                  <a:lnTo>
                    <a:pt x="1471948" y="2850876"/>
                  </a:lnTo>
                  <a:lnTo>
                    <a:pt x="1476227" y="2824681"/>
                  </a:lnTo>
                  <a:lnTo>
                    <a:pt x="1480506" y="2791517"/>
                  </a:lnTo>
                  <a:lnTo>
                    <a:pt x="1484785" y="2699107"/>
                  </a:lnTo>
                  <a:lnTo>
                    <a:pt x="1489064" y="2595783"/>
                  </a:lnTo>
                  <a:lnTo>
                    <a:pt x="1493343" y="2532179"/>
                  </a:lnTo>
                  <a:lnTo>
                    <a:pt x="1497621" y="2450438"/>
                  </a:lnTo>
                  <a:lnTo>
                    <a:pt x="1501900" y="2416902"/>
                  </a:lnTo>
                  <a:lnTo>
                    <a:pt x="1506179" y="2480961"/>
                  </a:lnTo>
                  <a:lnTo>
                    <a:pt x="1510458" y="2561387"/>
                  </a:lnTo>
                  <a:lnTo>
                    <a:pt x="1514737" y="2633485"/>
                  </a:lnTo>
                  <a:lnTo>
                    <a:pt x="1519016" y="2657849"/>
                  </a:lnTo>
                  <a:lnTo>
                    <a:pt x="1523295" y="2656039"/>
                  </a:lnTo>
                  <a:lnTo>
                    <a:pt x="1527574" y="2727423"/>
                  </a:lnTo>
                  <a:lnTo>
                    <a:pt x="1531853" y="2665440"/>
                  </a:lnTo>
                  <a:lnTo>
                    <a:pt x="1536132" y="2626577"/>
                  </a:lnTo>
                  <a:lnTo>
                    <a:pt x="1540411" y="2673764"/>
                  </a:lnTo>
                  <a:lnTo>
                    <a:pt x="1544690" y="2759447"/>
                  </a:lnTo>
                  <a:lnTo>
                    <a:pt x="1548969" y="2820423"/>
                  </a:lnTo>
                  <a:lnTo>
                    <a:pt x="1553247" y="2817026"/>
                  </a:lnTo>
                  <a:lnTo>
                    <a:pt x="1557526" y="2890651"/>
                  </a:lnTo>
                  <a:lnTo>
                    <a:pt x="1561805" y="2936891"/>
                  </a:lnTo>
                  <a:lnTo>
                    <a:pt x="1566084" y="2848579"/>
                  </a:lnTo>
                  <a:lnTo>
                    <a:pt x="1570363" y="2701929"/>
                  </a:lnTo>
                  <a:lnTo>
                    <a:pt x="1574642" y="2609220"/>
                  </a:lnTo>
                  <a:lnTo>
                    <a:pt x="1578921" y="2561677"/>
                  </a:lnTo>
                  <a:lnTo>
                    <a:pt x="1583200" y="2555574"/>
                  </a:lnTo>
                  <a:lnTo>
                    <a:pt x="1587479" y="2557587"/>
                  </a:lnTo>
                  <a:lnTo>
                    <a:pt x="1591758" y="2646839"/>
                  </a:lnTo>
                  <a:lnTo>
                    <a:pt x="1596037" y="2792747"/>
                  </a:lnTo>
                  <a:lnTo>
                    <a:pt x="1600316" y="2928535"/>
                  </a:lnTo>
                  <a:lnTo>
                    <a:pt x="1604594" y="3015476"/>
                  </a:lnTo>
                  <a:lnTo>
                    <a:pt x="1608873" y="3038282"/>
                  </a:lnTo>
                  <a:lnTo>
                    <a:pt x="1613152" y="3047893"/>
                  </a:lnTo>
                  <a:lnTo>
                    <a:pt x="1617431" y="3038514"/>
                  </a:lnTo>
                  <a:lnTo>
                    <a:pt x="1621710" y="3012843"/>
                  </a:lnTo>
                  <a:lnTo>
                    <a:pt x="1625989" y="2918534"/>
                  </a:lnTo>
                  <a:lnTo>
                    <a:pt x="1630268" y="2753484"/>
                  </a:lnTo>
                  <a:lnTo>
                    <a:pt x="1634547" y="2633250"/>
                  </a:lnTo>
                  <a:lnTo>
                    <a:pt x="1638826" y="2602044"/>
                  </a:lnTo>
                  <a:lnTo>
                    <a:pt x="1643105" y="2525827"/>
                  </a:lnTo>
                  <a:lnTo>
                    <a:pt x="1647384" y="2486770"/>
                  </a:lnTo>
                  <a:lnTo>
                    <a:pt x="1651663" y="2532998"/>
                  </a:lnTo>
                  <a:lnTo>
                    <a:pt x="1655942" y="2612535"/>
                  </a:lnTo>
                  <a:lnTo>
                    <a:pt x="1660220" y="2556764"/>
                  </a:lnTo>
                  <a:lnTo>
                    <a:pt x="1664499" y="2511198"/>
                  </a:lnTo>
                  <a:lnTo>
                    <a:pt x="1668778" y="2596282"/>
                  </a:lnTo>
                  <a:lnTo>
                    <a:pt x="1673057" y="2622448"/>
                  </a:lnTo>
                  <a:lnTo>
                    <a:pt x="1677336" y="2630279"/>
                  </a:lnTo>
                  <a:lnTo>
                    <a:pt x="1681615" y="2688689"/>
                  </a:lnTo>
                  <a:lnTo>
                    <a:pt x="1685894" y="2799225"/>
                  </a:lnTo>
                  <a:lnTo>
                    <a:pt x="1690173" y="2808463"/>
                  </a:lnTo>
                  <a:lnTo>
                    <a:pt x="1694452" y="2781214"/>
                  </a:lnTo>
                  <a:lnTo>
                    <a:pt x="1698731" y="2772755"/>
                  </a:lnTo>
                  <a:lnTo>
                    <a:pt x="1703010" y="2709335"/>
                  </a:lnTo>
                  <a:lnTo>
                    <a:pt x="1707289" y="2530441"/>
                  </a:lnTo>
                  <a:lnTo>
                    <a:pt x="1711567" y="2396684"/>
                  </a:lnTo>
                  <a:lnTo>
                    <a:pt x="1715846" y="2334654"/>
                  </a:lnTo>
                  <a:lnTo>
                    <a:pt x="1720125" y="2261491"/>
                  </a:lnTo>
                  <a:lnTo>
                    <a:pt x="1724404" y="2211460"/>
                  </a:lnTo>
                  <a:lnTo>
                    <a:pt x="1728683" y="2204137"/>
                  </a:lnTo>
                  <a:lnTo>
                    <a:pt x="1732962" y="2254418"/>
                  </a:lnTo>
                  <a:lnTo>
                    <a:pt x="1737241" y="2231112"/>
                  </a:lnTo>
                  <a:lnTo>
                    <a:pt x="1741520" y="2098192"/>
                  </a:lnTo>
                  <a:lnTo>
                    <a:pt x="1745799" y="1971292"/>
                  </a:lnTo>
                  <a:lnTo>
                    <a:pt x="1750078" y="1888987"/>
                  </a:lnTo>
                  <a:lnTo>
                    <a:pt x="1754357" y="1734348"/>
                  </a:lnTo>
                  <a:lnTo>
                    <a:pt x="1758636" y="1657465"/>
                  </a:lnTo>
                  <a:lnTo>
                    <a:pt x="1762915" y="1713086"/>
                  </a:lnTo>
                  <a:lnTo>
                    <a:pt x="1767193" y="1864253"/>
                  </a:lnTo>
                  <a:lnTo>
                    <a:pt x="1771472" y="1994856"/>
                  </a:lnTo>
                  <a:lnTo>
                    <a:pt x="1775751" y="2082628"/>
                  </a:lnTo>
                  <a:lnTo>
                    <a:pt x="1780030" y="2165665"/>
                  </a:lnTo>
                  <a:lnTo>
                    <a:pt x="1784309" y="2182624"/>
                  </a:lnTo>
                  <a:lnTo>
                    <a:pt x="1788588" y="2093781"/>
                  </a:lnTo>
                  <a:lnTo>
                    <a:pt x="1792867" y="1964369"/>
                  </a:lnTo>
                  <a:lnTo>
                    <a:pt x="1797146" y="1964088"/>
                  </a:lnTo>
                  <a:lnTo>
                    <a:pt x="1801425" y="1953921"/>
                  </a:lnTo>
                  <a:lnTo>
                    <a:pt x="1805704" y="2042699"/>
                  </a:lnTo>
                  <a:lnTo>
                    <a:pt x="1809983" y="2206981"/>
                  </a:lnTo>
                  <a:lnTo>
                    <a:pt x="1814262" y="2379466"/>
                  </a:lnTo>
                  <a:lnTo>
                    <a:pt x="1818540" y="2538805"/>
                  </a:lnTo>
                  <a:lnTo>
                    <a:pt x="1822819" y="2593943"/>
                  </a:lnTo>
                  <a:lnTo>
                    <a:pt x="1827098" y="2582652"/>
                  </a:lnTo>
                  <a:lnTo>
                    <a:pt x="1831377" y="2512529"/>
                  </a:lnTo>
                  <a:lnTo>
                    <a:pt x="1835656" y="2349442"/>
                  </a:lnTo>
                  <a:lnTo>
                    <a:pt x="1839935" y="2293494"/>
                  </a:lnTo>
                  <a:lnTo>
                    <a:pt x="1844214" y="2327797"/>
                  </a:lnTo>
                  <a:lnTo>
                    <a:pt x="1848493" y="2309430"/>
                  </a:lnTo>
                  <a:lnTo>
                    <a:pt x="1852772" y="2277971"/>
                  </a:lnTo>
                  <a:lnTo>
                    <a:pt x="1857051" y="2191583"/>
                  </a:lnTo>
                  <a:lnTo>
                    <a:pt x="1861330" y="2147611"/>
                  </a:lnTo>
                  <a:lnTo>
                    <a:pt x="1865609" y="2068759"/>
                  </a:lnTo>
                  <a:lnTo>
                    <a:pt x="1869888" y="2059188"/>
                  </a:lnTo>
                  <a:lnTo>
                    <a:pt x="1874166" y="2123909"/>
                  </a:lnTo>
                  <a:lnTo>
                    <a:pt x="1878445" y="2260256"/>
                  </a:lnTo>
                  <a:lnTo>
                    <a:pt x="1882724" y="2471182"/>
                  </a:lnTo>
                  <a:lnTo>
                    <a:pt x="1887003" y="2537965"/>
                  </a:lnTo>
                  <a:lnTo>
                    <a:pt x="1891282" y="2575503"/>
                  </a:lnTo>
                  <a:lnTo>
                    <a:pt x="1895561" y="2494025"/>
                  </a:lnTo>
                  <a:lnTo>
                    <a:pt x="1899840" y="2433327"/>
                  </a:lnTo>
                  <a:lnTo>
                    <a:pt x="1904119" y="2369203"/>
                  </a:lnTo>
                  <a:lnTo>
                    <a:pt x="1908398" y="2184340"/>
                  </a:lnTo>
                  <a:lnTo>
                    <a:pt x="1912677" y="2143364"/>
                  </a:lnTo>
                  <a:lnTo>
                    <a:pt x="1916956" y="2219430"/>
                  </a:lnTo>
                  <a:lnTo>
                    <a:pt x="1921235" y="2335994"/>
                  </a:lnTo>
                  <a:lnTo>
                    <a:pt x="1925513" y="2315619"/>
                  </a:lnTo>
                  <a:lnTo>
                    <a:pt x="1929792" y="2255939"/>
                  </a:lnTo>
                  <a:lnTo>
                    <a:pt x="1934071" y="2399321"/>
                  </a:lnTo>
                  <a:lnTo>
                    <a:pt x="1938350" y="2605861"/>
                  </a:lnTo>
                  <a:lnTo>
                    <a:pt x="1942629" y="2729405"/>
                  </a:lnTo>
                  <a:lnTo>
                    <a:pt x="1946908" y="2832396"/>
                  </a:lnTo>
                  <a:lnTo>
                    <a:pt x="1951187" y="2932727"/>
                  </a:lnTo>
                  <a:lnTo>
                    <a:pt x="1955466" y="3015839"/>
                  </a:lnTo>
                  <a:lnTo>
                    <a:pt x="1959745" y="2980591"/>
                  </a:lnTo>
                  <a:lnTo>
                    <a:pt x="1964024" y="2903580"/>
                  </a:lnTo>
                  <a:lnTo>
                    <a:pt x="1968303" y="2827263"/>
                  </a:lnTo>
                  <a:lnTo>
                    <a:pt x="1972582" y="2747904"/>
                  </a:lnTo>
                  <a:lnTo>
                    <a:pt x="1976861" y="2659767"/>
                  </a:lnTo>
                  <a:lnTo>
                    <a:pt x="1981139" y="2554979"/>
                  </a:lnTo>
                  <a:lnTo>
                    <a:pt x="1985418" y="2522403"/>
                  </a:lnTo>
                  <a:lnTo>
                    <a:pt x="1989697" y="2523407"/>
                  </a:lnTo>
                  <a:lnTo>
                    <a:pt x="1993976" y="2552203"/>
                  </a:lnTo>
                  <a:lnTo>
                    <a:pt x="1998255" y="2546660"/>
                  </a:lnTo>
                  <a:lnTo>
                    <a:pt x="2002534" y="2606145"/>
                  </a:lnTo>
                  <a:lnTo>
                    <a:pt x="2006813" y="2692790"/>
                  </a:lnTo>
                  <a:lnTo>
                    <a:pt x="2011092" y="2735489"/>
                  </a:lnTo>
                  <a:lnTo>
                    <a:pt x="2015371" y="2644392"/>
                  </a:lnTo>
                  <a:lnTo>
                    <a:pt x="2019650" y="2490941"/>
                  </a:lnTo>
                  <a:lnTo>
                    <a:pt x="2023929" y="2531329"/>
                  </a:lnTo>
                  <a:lnTo>
                    <a:pt x="2028208" y="2592990"/>
                  </a:lnTo>
                  <a:lnTo>
                    <a:pt x="2032486" y="2659979"/>
                  </a:lnTo>
                  <a:lnTo>
                    <a:pt x="2036765" y="2742356"/>
                  </a:lnTo>
                  <a:lnTo>
                    <a:pt x="2041044" y="2914766"/>
                  </a:lnTo>
                  <a:lnTo>
                    <a:pt x="2045323" y="3078595"/>
                  </a:lnTo>
                  <a:lnTo>
                    <a:pt x="2049602" y="3016608"/>
                  </a:lnTo>
                  <a:lnTo>
                    <a:pt x="2053881" y="2912599"/>
                  </a:lnTo>
                  <a:lnTo>
                    <a:pt x="2058160" y="2751302"/>
                  </a:lnTo>
                  <a:lnTo>
                    <a:pt x="2062439" y="2506713"/>
                  </a:lnTo>
                  <a:lnTo>
                    <a:pt x="2066718" y="2296081"/>
                  </a:lnTo>
                  <a:lnTo>
                    <a:pt x="2070997" y="2148076"/>
                  </a:lnTo>
                  <a:lnTo>
                    <a:pt x="2075276" y="2177639"/>
                  </a:lnTo>
                  <a:lnTo>
                    <a:pt x="2079555" y="2221017"/>
                  </a:lnTo>
                  <a:lnTo>
                    <a:pt x="2083834" y="2276119"/>
                  </a:lnTo>
                  <a:lnTo>
                    <a:pt x="2088112" y="2401849"/>
                  </a:lnTo>
                  <a:lnTo>
                    <a:pt x="2092391" y="2579622"/>
                  </a:lnTo>
                  <a:lnTo>
                    <a:pt x="2096670" y="2715045"/>
                  </a:lnTo>
                  <a:lnTo>
                    <a:pt x="2100949" y="2633595"/>
                  </a:lnTo>
                  <a:lnTo>
                    <a:pt x="2105228" y="2550986"/>
                  </a:lnTo>
                  <a:lnTo>
                    <a:pt x="2109507" y="2611238"/>
                  </a:lnTo>
                  <a:lnTo>
                    <a:pt x="2113786" y="2724179"/>
                  </a:lnTo>
                  <a:lnTo>
                    <a:pt x="2118065" y="2710086"/>
                  </a:lnTo>
                  <a:lnTo>
                    <a:pt x="2122344" y="2682352"/>
                  </a:lnTo>
                  <a:lnTo>
                    <a:pt x="2126623" y="2710367"/>
                  </a:lnTo>
                  <a:lnTo>
                    <a:pt x="2130902" y="2787694"/>
                  </a:lnTo>
                  <a:lnTo>
                    <a:pt x="2135181" y="2817745"/>
                  </a:lnTo>
                  <a:lnTo>
                    <a:pt x="2139459" y="2823664"/>
                  </a:lnTo>
                  <a:lnTo>
                    <a:pt x="2143738" y="2870615"/>
                  </a:lnTo>
                  <a:lnTo>
                    <a:pt x="2148017" y="2919972"/>
                  </a:lnTo>
                  <a:lnTo>
                    <a:pt x="2152296" y="2918112"/>
                  </a:lnTo>
                  <a:lnTo>
                    <a:pt x="2156575" y="2803808"/>
                  </a:lnTo>
                  <a:lnTo>
                    <a:pt x="2160854" y="2714349"/>
                  </a:lnTo>
                  <a:lnTo>
                    <a:pt x="2165133" y="2599029"/>
                  </a:lnTo>
                  <a:lnTo>
                    <a:pt x="2169412" y="2474525"/>
                  </a:lnTo>
                  <a:lnTo>
                    <a:pt x="2173691" y="2450516"/>
                  </a:lnTo>
                  <a:lnTo>
                    <a:pt x="2177970" y="2475793"/>
                  </a:lnTo>
                  <a:lnTo>
                    <a:pt x="2182249" y="2547705"/>
                  </a:lnTo>
                  <a:lnTo>
                    <a:pt x="2186528" y="2557355"/>
                  </a:lnTo>
                  <a:lnTo>
                    <a:pt x="2190807" y="2575971"/>
                  </a:lnTo>
                  <a:lnTo>
                    <a:pt x="2195085" y="2595874"/>
                  </a:lnTo>
                  <a:lnTo>
                    <a:pt x="2199364" y="2480782"/>
                  </a:lnTo>
                  <a:lnTo>
                    <a:pt x="2203643" y="2367291"/>
                  </a:lnTo>
                  <a:lnTo>
                    <a:pt x="2207922" y="2348544"/>
                  </a:lnTo>
                  <a:lnTo>
                    <a:pt x="2212201" y="2319913"/>
                  </a:lnTo>
                  <a:lnTo>
                    <a:pt x="2216480" y="2364112"/>
                  </a:lnTo>
                  <a:lnTo>
                    <a:pt x="2220759" y="2450303"/>
                  </a:lnTo>
                  <a:lnTo>
                    <a:pt x="2225038" y="2565707"/>
                  </a:lnTo>
                  <a:lnTo>
                    <a:pt x="2229317" y="2694109"/>
                  </a:lnTo>
                  <a:lnTo>
                    <a:pt x="2233596" y="2747601"/>
                  </a:lnTo>
                  <a:lnTo>
                    <a:pt x="2237875" y="2765199"/>
                  </a:lnTo>
                  <a:lnTo>
                    <a:pt x="2242154" y="2657950"/>
                  </a:lnTo>
                  <a:lnTo>
                    <a:pt x="2246432" y="2505937"/>
                  </a:lnTo>
                  <a:lnTo>
                    <a:pt x="2250711" y="2393517"/>
                  </a:lnTo>
                  <a:lnTo>
                    <a:pt x="2254990" y="2379284"/>
                  </a:lnTo>
                  <a:lnTo>
                    <a:pt x="2259269" y="2399457"/>
                  </a:lnTo>
                  <a:lnTo>
                    <a:pt x="2263548" y="2490523"/>
                  </a:lnTo>
                  <a:lnTo>
                    <a:pt x="2267827" y="2640931"/>
                  </a:lnTo>
                  <a:lnTo>
                    <a:pt x="2272106" y="2685444"/>
                  </a:lnTo>
                  <a:lnTo>
                    <a:pt x="2276385" y="2667991"/>
                  </a:lnTo>
                  <a:lnTo>
                    <a:pt x="2280664" y="2583993"/>
                  </a:lnTo>
                  <a:lnTo>
                    <a:pt x="2284943" y="2510382"/>
                  </a:lnTo>
                  <a:lnTo>
                    <a:pt x="2289222" y="2453772"/>
                  </a:lnTo>
                  <a:lnTo>
                    <a:pt x="2293501" y="2444942"/>
                  </a:lnTo>
                  <a:lnTo>
                    <a:pt x="2297780" y="2483306"/>
                  </a:lnTo>
                  <a:lnTo>
                    <a:pt x="2302058" y="2536866"/>
                  </a:lnTo>
                  <a:lnTo>
                    <a:pt x="2306337" y="2614438"/>
                  </a:lnTo>
                  <a:lnTo>
                    <a:pt x="2310616" y="2695657"/>
                  </a:lnTo>
                  <a:lnTo>
                    <a:pt x="2314895" y="2762372"/>
                  </a:lnTo>
                  <a:lnTo>
                    <a:pt x="2319174" y="2647818"/>
                  </a:lnTo>
                  <a:lnTo>
                    <a:pt x="2323453" y="2531402"/>
                  </a:lnTo>
                  <a:lnTo>
                    <a:pt x="2327732" y="2543353"/>
                  </a:lnTo>
                  <a:lnTo>
                    <a:pt x="2332011" y="2486802"/>
                  </a:lnTo>
                  <a:lnTo>
                    <a:pt x="2336290" y="2369053"/>
                  </a:lnTo>
                  <a:lnTo>
                    <a:pt x="2340569" y="2322051"/>
                  </a:lnTo>
                  <a:lnTo>
                    <a:pt x="2344848" y="2453755"/>
                  </a:lnTo>
                  <a:lnTo>
                    <a:pt x="2349127" y="2639375"/>
                  </a:lnTo>
                  <a:lnTo>
                    <a:pt x="2353405" y="2649889"/>
                  </a:lnTo>
                  <a:lnTo>
                    <a:pt x="2357684" y="2673820"/>
                  </a:lnTo>
                  <a:lnTo>
                    <a:pt x="2361963" y="2720716"/>
                  </a:lnTo>
                  <a:lnTo>
                    <a:pt x="2366242" y="2635210"/>
                  </a:lnTo>
                  <a:lnTo>
                    <a:pt x="2370521" y="2548758"/>
                  </a:lnTo>
                  <a:lnTo>
                    <a:pt x="2374800" y="2439441"/>
                  </a:lnTo>
                  <a:lnTo>
                    <a:pt x="2379079" y="2343055"/>
                  </a:lnTo>
                  <a:lnTo>
                    <a:pt x="2383358" y="2236019"/>
                  </a:lnTo>
                  <a:lnTo>
                    <a:pt x="2387637" y="2135878"/>
                  </a:lnTo>
                  <a:lnTo>
                    <a:pt x="2391916" y="2040324"/>
                  </a:lnTo>
                  <a:lnTo>
                    <a:pt x="2396195" y="1882118"/>
                  </a:lnTo>
                  <a:lnTo>
                    <a:pt x="2400474" y="1753373"/>
                  </a:lnTo>
                  <a:lnTo>
                    <a:pt x="2404753" y="1665214"/>
                  </a:lnTo>
                  <a:lnTo>
                    <a:pt x="2409031" y="1599546"/>
                  </a:lnTo>
                  <a:lnTo>
                    <a:pt x="2413310" y="1477411"/>
                  </a:lnTo>
                  <a:lnTo>
                    <a:pt x="2417589" y="1472074"/>
                  </a:lnTo>
                  <a:lnTo>
                    <a:pt x="2421868" y="1443887"/>
                  </a:lnTo>
                  <a:lnTo>
                    <a:pt x="2426147" y="1390169"/>
                  </a:lnTo>
                  <a:lnTo>
                    <a:pt x="2430426" y="1451066"/>
                  </a:lnTo>
                  <a:lnTo>
                    <a:pt x="2434705" y="1555007"/>
                  </a:lnTo>
                  <a:lnTo>
                    <a:pt x="2438984" y="1760359"/>
                  </a:lnTo>
                  <a:lnTo>
                    <a:pt x="2443263" y="1915287"/>
                  </a:lnTo>
                  <a:lnTo>
                    <a:pt x="2447542" y="2010079"/>
                  </a:lnTo>
                  <a:lnTo>
                    <a:pt x="2451821" y="2184796"/>
                  </a:lnTo>
                  <a:lnTo>
                    <a:pt x="2456100" y="2158951"/>
                  </a:lnTo>
                  <a:lnTo>
                    <a:pt x="2460378" y="1973815"/>
                  </a:lnTo>
                  <a:lnTo>
                    <a:pt x="2464657" y="1696560"/>
                  </a:lnTo>
                  <a:lnTo>
                    <a:pt x="2468936" y="1373529"/>
                  </a:lnTo>
                  <a:lnTo>
                    <a:pt x="2473215" y="1143498"/>
                  </a:lnTo>
                  <a:lnTo>
                    <a:pt x="2477494" y="890659"/>
                  </a:lnTo>
                  <a:lnTo>
                    <a:pt x="2481773" y="787781"/>
                  </a:lnTo>
                  <a:lnTo>
                    <a:pt x="2486052" y="832216"/>
                  </a:lnTo>
                  <a:lnTo>
                    <a:pt x="2490331" y="934726"/>
                  </a:lnTo>
                  <a:lnTo>
                    <a:pt x="2494610" y="1157756"/>
                  </a:lnTo>
                  <a:lnTo>
                    <a:pt x="2498889" y="1222309"/>
                  </a:lnTo>
                  <a:lnTo>
                    <a:pt x="2503168" y="1205059"/>
                  </a:lnTo>
                  <a:lnTo>
                    <a:pt x="2507447" y="1206378"/>
                  </a:lnTo>
                  <a:lnTo>
                    <a:pt x="2511726" y="1261812"/>
                  </a:lnTo>
                  <a:lnTo>
                    <a:pt x="2516004" y="1256452"/>
                  </a:lnTo>
                  <a:lnTo>
                    <a:pt x="2520283" y="1043355"/>
                  </a:lnTo>
                  <a:lnTo>
                    <a:pt x="2524562" y="1016245"/>
                  </a:lnTo>
                  <a:lnTo>
                    <a:pt x="2528841" y="1063235"/>
                  </a:lnTo>
                  <a:lnTo>
                    <a:pt x="2533120" y="1090203"/>
                  </a:lnTo>
                  <a:lnTo>
                    <a:pt x="2537399" y="1067893"/>
                  </a:lnTo>
                  <a:lnTo>
                    <a:pt x="2541678" y="1016804"/>
                  </a:lnTo>
                  <a:lnTo>
                    <a:pt x="2545957" y="1075892"/>
                  </a:lnTo>
                  <a:lnTo>
                    <a:pt x="2550236" y="1197295"/>
                  </a:lnTo>
                  <a:lnTo>
                    <a:pt x="2554515" y="1272910"/>
                  </a:lnTo>
                  <a:lnTo>
                    <a:pt x="2558794" y="1255766"/>
                  </a:lnTo>
                  <a:lnTo>
                    <a:pt x="2563073" y="1189040"/>
                  </a:lnTo>
                  <a:lnTo>
                    <a:pt x="2567351" y="1191790"/>
                  </a:lnTo>
                  <a:lnTo>
                    <a:pt x="2571630" y="1209777"/>
                  </a:lnTo>
                  <a:lnTo>
                    <a:pt x="2575909" y="1121543"/>
                  </a:lnTo>
                  <a:lnTo>
                    <a:pt x="2580188" y="1069889"/>
                  </a:lnTo>
                  <a:lnTo>
                    <a:pt x="2584467" y="1103754"/>
                  </a:lnTo>
                  <a:lnTo>
                    <a:pt x="2588746" y="1095582"/>
                  </a:lnTo>
                  <a:lnTo>
                    <a:pt x="2593025" y="1047569"/>
                  </a:lnTo>
                  <a:lnTo>
                    <a:pt x="2597304" y="1000866"/>
                  </a:lnTo>
                  <a:lnTo>
                    <a:pt x="2601583" y="999612"/>
                  </a:lnTo>
                  <a:lnTo>
                    <a:pt x="2605862" y="922291"/>
                  </a:lnTo>
                  <a:lnTo>
                    <a:pt x="2610141" y="786064"/>
                  </a:lnTo>
                  <a:lnTo>
                    <a:pt x="2614420" y="713230"/>
                  </a:lnTo>
                  <a:lnTo>
                    <a:pt x="2618699" y="653032"/>
                  </a:lnTo>
                  <a:lnTo>
                    <a:pt x="2622977" y="555923"/>
                  </a:lnTo>
                  <a:lnTo>
                    <a:pt x="2627256" y="450489"/>
                  </a:lnTo>
                  <a:lnTo>
                    <a:pt x="2631535" y="432997"/>
                  </a:lnTo>
                  <a:lnTo>
                    <a:pt x="2635814" y="410243"/>
                  </a:lnTo>
                  <a:lnTo>
                    <a:pt x="2640093" y="448487"/>
                  </a:lnTo>
                  <a:lnTo>
                    <a:pt x="2644372" y="596889"/>
                  </a:lnTo>
                  <a:lnTo>
                    <a:pt x="2648651" y="813494"/>
                  </a:lnTo>
                  <a:lnTo>
                    <a:pt x="2652930" y="1001121"/>
                  </a:lnTo>
                  <a:lnTo>
                    <a:pt x="2657209" y="1202012"/>
                  </a:lnTo>
                  <a:lnTo>
                    <a:pt x="2661488" y="1415037"/>
                  </a:lnTo>
                  <a:lnTo>
                    <a:pt x="2665767" y="1488783"/>
                  </a:lnTo>
                  <a:lnTo>
                    <a:pt x="2670046" y="1452858"/>
                  </a:lnTo>
                  <a:lnTo>
                    <a:pt x="2674324" y="1319641"/>
                  </a:lnTo>
                  <a:lnTo>
                    <a:pt x="2678603" y="1231850"/>
                  </a:lnTo>
                  <a:lnTo>
                    <a:pt x="2682882" y="1089609"/>
                  </a:lnTo>
                  <a:lnTo>
                    <a:pt x="2687161" y="952150"/>
                  </a:lnTo>
                  <a:lnTo>
                    <a:pt x="2691440" y="871443"/>
                  </a:lnTo>
                  <a:lnTo>
                    <a:pt x="2695719" y="868739"/>
                  </a:lnTo>
                  <a:lnTo>
                    <a:pt x="2699998" y="918960"/>
                  </a:lnTo>
                  <a:lnTo>
                    <a:pt x="2704277" y="899448"/>
                  </a:lnTo>
                  <a:lnTo>
                    <a:pt x="2708556" y="953992"/>
                  </a:lnTo>
                  <a:lnTo>
                    <a:pt x="2712835" y="1008004"/>
                  </a:lnTo>
                  <a:lnTo>
                    <a:pt x="2717114" y="1156983"/>
                  </a:lnTo>
                  <a:lnTo>
                    <a:pt x="2721393" y="1201542"/>
                  </a:lnTo>
                  <a:lnTo>
                    <a:pt x="2725672" y="1206756"/>
                  </a:lnTo>
                  <a:lnTo>
                    <a:pt x="2729950" y="1275739"/>
                  </a:lnTo>
                  <a:lnTo>
                    <a:pt x="2734229" y="1462022"/>
                  </a:lnTo>
                  <a:lnTo>
                    <a:pt x="2738508" y="1625461"/>
                  </a:lnTo>
                  <a:lnTo>
                    <a:pt x="2742787" y="1543556"/>
                  </a:lnTo>
                  <a:lnTo>
                    <a:pt x="2747066" y="1450982"/>
                  </a:lnTo>
                  <a:lnTo>
                    <a:pt x="2751345" y="1372643"/>
                  </a:lnTo>
                  <a:lnTo>
                    <a:pt x="2755624" y="1281228"/>
                  </a:lnTo>
                  <a:lnTo>
                    <a:pt x="2759903" y="1036364"/>
                  </a:lnTo>
                  <a:lnTo>
                    <a:pt x="2764182" y="811329"/>
                  </a:lnTo>
                  <a:lnTo>
                    <a:pt x="2768461" y="705619"/>
                  </a:lnTo>
                  <a:lnTo>
                    <a:pt x="2772740" y="659513"/>
                  </a:lnTo>
                  <a:lnTo>
                    <a:pt x="2777019" y="700021"/>
                  </a:lnTo>
                  <a:lnTo>
                    <a:pt x="2781297" y="719652"/>
                  </a:lnTo>
                  <a:lnTo>
                    <a:pt x="2785576" y="653635"/>
                  </a:lnTo>
                  <a:lnTo>
                    <a:pt x="2789855" y="651954"/>
                  </a:lnTo>
                  <a:lnTo>
                    <a:pt x="2794134" y="755528"/>
                  </a:lnTo>
                  <a:lnTo>
                    <a:pt x="2798413" y="725395"/>
                  </a:lnTo>
                  <a:lnTo>
                    <a:pt x="2802692" y="640650"/>
                  </a:lnTo>
                  <a:lnTo>
                    <a:pt x="2806971" y="609507"/>
                  </a:lnTo>
                  <a:lnTo>
                    <a:pt x="2811250" y="643656"/>
                  </a:lnTo>
                  <a:lnTo>
                    <a:pt x="2815529" y="592216"/>
                  </a:lnTo>
                  <a:lnTo>
                    <a:pt x="2819808" y="473291"/>
                  </a:lnTo>
                  <a:lnTo>
                    <a:pt x="2824087" y="453797"/>
                  </a:lnTo>
                  <a:lnTo>
                    <a:pt x="2828366" y="425201"/>
                  </a:lnTo>
                  <a:lnTo>
                    <a:pt x="2832645" y="368143"/>
                  </a:lnTo>
                  <a:lnTo>
                    <a:pt x="2836923" y="344155"/>
                  </a:lnTo>
                  <a:lnTo>
                    <a:pt x="2841202" y="373807"/>
                  </a:lnTo>
                  <a:lnTo>
                    <a:pt x="2845481" y="443123"/>
                  </a:lnTo>
                  <a:lnTo>
                    <a:pt x="2849760" y="539979"/>
                  </a:lnTo>
                  <a:lnTo>
                    <a:pt x="2854039" y="566392"/>
                  </a:lnTo>
                  <a:lnTo>
                    <a:pt x="2858318" y="651618"/>
                  </a:lnTo>
                  <a:lnTo>
                    <a:pt x="2862597" y="680452"/>
                  </a:lnTo>
                  <a:lnTo>
                    <a:pt x="2866876" y="658282"/>
                  </a:lnTo>
                  <a:lnTo>
                    <a:pt x="2871155" y="659052"/>
                  </a:lnTo>
                  <a:lnTo>
                    <a:pt x="2875434" y="716493"/>
                  </a:lnTo>
                  <a:lnTo>
                    <a:pt x="2879713" y="891790"/>
                  </a:lnTo>
                  <a:lnTo>
                    <a:pt x="2883992" y="1006407"/>
                  </a:lnTo>
                  <a:lnTo>
                    <a:pt x="2888270" y="1027581"/>
                  </a:lnTo>
                  <a:lnTo>
                    <a:pt x="2892549" y="998448"/>
                  </a:lnTo>
                  <a:lnTo>
                    <a:pt x="2896828" y="881111"/>
                  </a:lnTo>
                  <a:lnTo>
                    <a:pt x="2901107" y="735696"/>
                  </a:lnTo>
                  <a:lnTo>
                    <a:pt x="2905386" y="561530"/>
                  </a:lnTo>
                  <a:lnTo>
                    <a:pt x="2909665" y="436777"/>
                  </a:lnTo>
                  <a:lnTo>
                    <a:pt x="2913944" y="463687"/>
                  </a:lnTo>
                  <a:lnTo>
                    <a:pt x="2918223" y="502046"/>
                  </a:lnTo>
                  <a:lnTo>
                    <a:pt x="2922502" y="502452"/>
                  </a:lnTo>
                  <a:lnTo>
                    <a:pt x="2926781" y="481248"/>
                  </a:lnTo>
                  <a:lnTo>
                    <a:pt x="2931060" y="440579"/>
                  </a:lnTo>
                  <a:lnTo>
                    <a:pt x="2935339" y="330209"/>
                  </a:lnTo>
                  <a:lnTo>
                    <a:pt x="2939618" y="243926"/>
                  </a:lnTo>
                  <a:lnTo>
                    <a:pt x="2943896" y="259891"/>
                  </a:lnTo>
                  <a:lnTo>
                    <a:pt x="2948175" y="429937"/>
                  </a:lnTo>
                  <a:lnTo>
                    <a:pt x="2952454" y="649630"/>
                  </a:lnTo>
                  <a:lnTo>
                    <a:pt x="2956733" y="852066"/>
                  </a:lnTo>
                  <a:lnTo>
                    <a:pt x="2961012" y="919373"/>
                  </a:lnTo>
                  <a:lnTo>
                    <a:pt x="2965291" y="896510"/>
                  </a:lnTo>
                  <a:lnTo>
                    <a:pt x="2969570" y="845572"/>
                  </a:lnTo>
                  <a:lnTo>
                    <a:pt x="2973849" y="721334"/>
                  </a:lnTo>
                  <a:lnTo>
                    <a:pt x="2978128" y="617762"/>
                  </a:lnTo>
                  <a:lnTo>
                    <a:pt x="2982407" y="622990"/>
                  </a:lnTo>
                  <a:lnTo>
                    <a:pt x="2986686" y="730620"/>
                  </a:lnTo>
                  <a:lnTo>
                    <a:pt x="2990965" y="866911"/>
                  </a:lnTo>
                  <a:lnTo>
                    <a:pt x="2995243" y="1060201"/>
                  </a:lnTo>
                  <a:lnTo>
                    <a:pt x="2999522" y="1190543"/>
                  </a:lnTo>
                  <a:lnTo>
                    <a:pt x="3003801" y="1166473"/>
                  </a:lnTo>
                  <a:lnTo>
                    <a:pt x="3008080" y="1085062"/>
                  </a:lnTo>
                  <a:lnTo>
                    <a:pt x="3012359" y="1050613"/>
                  </a:lnTo>
                  <a:lnTo>
                    <a:pt x="3016638" y="1033276"/>
                  </a:lnTo>
                  <a:lnTo>
                    <a:pt x="3020917" y="923256"/>
                  </a:lnTo>
                  <a:lnTo>
                    <a:pt x="3025196" y="944590"/>
                  </a:lnTo>
                  <a:lnTo>
                    <a:pt x="3029475" y="1064207"/>
                  </a:lnTo>
                  <a:lnTo>
                    <a:pt x="3033754" y="1024209"/>
                  </a:lnTo>
                  <a:lnTo>
                    <a:pt x="3038033" y="973290"/>
                  </a:lnTo>
                  <a:lnTo>
                    <a:pt x="3042312" y="887361"/>
                  </a:lnTo>
                  <a:lnTo>
                    <a:pt x="3046591" y="831470"/>
                  </a:lnTo>
                  <a:lnTo>
                    <a:pt x="3050869" y="733074"/>
                  </a:lnTo>
                  <a:lnTo>
                    <a:pt x="3055148" y="689158"/>
                  </a:lnTo>
                  <a:lnTo>
                    <a:pt x="3059427" y="774959"/>
                  </a:lnTo>
                  <a:lnTo>
                    <a:pt x="3063706" y="766539"/>
                  </a:lnTo>
                  <a:lnTo>
                    <a:pt x="3067985" y="770466"/>
                  </a:lnTo>
                  <a:lnTo>
                    <a:pt x="3072264" y="730681"/>
                  </a:lnTo>
                  <a:lnTo>
                    <a:pt x="3076543" y="707928"/>
                  </a:lnTo>
                  <a:lnTo>
                    <a:pt x="3080822" y="661846"/>
                  </a:lnTo>
                  <a:lnTo>
                    <a:pt x="3085101" y="565981"/>
                  </a:lnTo>
                  <a:lnTo>
                    <a:pt x="3089380" y="463841"/>
                  </a:lnTo>
                  <a:lnTo>
                    <a:pt x="3093659" y="354279"/>
                  </a:lnTo>
                  <a:lnTo>
                    <a:pt x="3097938" y="304838"/>
                  </a:lnTo>
                  <a:lnTo>
                    <a:pt x="3102216" y="214202"/>
                  </a:lnTo>
                  <a:lnTo>
                    <a:pt x="3106495" y="75197"/>
                  </a:lnTo>
                  <a:lnTo>
                    <a:pt x="3110774" y="26775"/>
                  </a:lnTo>
                  <a:lnTo>
                    <a:pt x="3115053" y="88334"/>
                  </a:lnTo>
                  <a:lnTo>
                    <a:pt x="3119332" y="175393"/>
                  </a:lnTo>
                  <a:lnTo>
                    <a:pt x="3123611" y="239482"/>
                  </a:lnTo>
                  <a:lnTo>
                    <a:pt x="3127890" y="273173"/>
                  </a:lnTo>
                  <a:lnTo>
                    <a:pt x="3132169" y="350687"/>
                  </a:lnTo>
                  <a:lnTo>
                    <a:pt x="3136448" y="348611"/>
                  </a:lnTo>
                  <a:lnTo>
                    <a:pt x="3140727" y="287931"/>
                  </a:lnTo>
                  <a:lnTo>
                    <a:pt x="3145006" y="294639"/>
                  </a:lnTo>
                  <a:lnTo>
                    <a:pt x="3149285" y="358599"/>
                  </a:lnTo>
                  <a:lnTo>
                    <a:pt x="3153563" y="413106"/>
                  </a:lnTo>
                  <a:lnTo>
                    <a:pt x="3157842" y="418439"/>
                  </a:lnTo>
                  <a:lnTo>
                    <a:pt x="3162121" y="515833"/>
                  </a:lnTo>
                  <a:lnTo>
                    <a:pt x="3166400" y="716922"/>
                  </a:lnTo>
                  <a:lnTo>
                    <a:pt x="3170679" y="815049"/>
                  </a:lnTo>
                  <a:lnTo>
                    <a:pt x="3174958" y="834560"/>
                  </a:lnTo>
                  <a:lnTo>
                    <a:pt x="3179237" y="824332"/>
                  </a:lnTo>
                  <a:lnTo>
                    <a:pt x="3183516" y="800039"/>
                  </a:lnTo>
                  <a:lnTo>
                    <a:pt x="3187795" y="694380"/>
                  </a:lnTo>
                  <a:lnTo>
                    <a:pt x="3192074" y="571154"/>
                  </a:lnTo>
                  <a:lnTo>
                    <a:pt x="3196353" y="536141"/>
                  </a:lnTo>
                  <a:lnTo>
                    <a:pt x="3200632" y="513792"/>
                  </a:lnTo>
                  <a:lnTo>
                    <a:pt x="3204911" y="504539"/>
                  </a:lnTo>
                  <a:lnTo>
                    <a:pt x="3209189" y="511270"/>
                  </a:lnTo>
                  <a:lnTo>
                    <a:pt x="3213468" y="511238"/>
                  </a:lnTo>
                  <a:lnTo>
                    <a:pt x="3217747" y="464912"/>
                  </a:lnTo>
                  <a:lnTo>
                    <a:pt x="3222026" y="440621"/>
                  </a:lnTo>
                  <a:lnTo>
                    <a:pt x="3226305" y="451648"/>
                  </a:lnTo>
                  <a:lnTo>
                    <a:pt x="3230584" y="498374"/>
                  </a:lnTo>
                  <a:lnTo>
                    <a:pt x="3234863" y="533058"/>
                  </a:lnTo>
                  <a:lnTo>
                    <a:pt x="3239142" y="549184"/>
                  </a:lnTo>
                  <a:lnTo>
                    <a:pt x="3243421" y="582762"/>
                  </a:lnTo>
                  <a:lnTo>
                    <a:pt x="3247700" y="589682"/>
                  </a:lnTo>
                  <a:lnTo>
                    <a:pt x="3251979" y="596814"/>
                  </a:lnTo>
                  <a:lnTo>
                    <a:pt x="3256258" y="570439"/>
                  </a:lnTo>
                  <a:lnTo>
                    <a:pt x="3260536" y="493020"/>
                  </a:lnTo>
                  <a:lnTo>
                    <a:pt x="3264815" y="491417"/>
                  </a:lnTo>
                  <a:lnTo>
                    <a:pt x="3269094" y="507699"/>
                  </a:lnTo>
                  <a:lnTo>
                    <a:pt x="3273373" y="493357"/>
                  </a:lnTo>
                  <a:lnTo>
                    <a:pt x="3277652" y="560987"/>
                  </a:lnTo>
                  <a:lnTo>
                    <a:pt x="3281931" y="701154"/>
                  </a:lnTo>
                  <a:lnTo>
                    <a:pt x="3286210" y="865554"/>
                  </a:lnTo>
                  <a:lnTo>
                    <a:pt x="3290489" y="920573"/>
                  </a:lnTo>
                  <a:lnTo>
                    <a:pt x="3294768" y="944972"/>
                  </a:lnTo>
                  <a:lnTo>
                    <a:pt x="3299047" y="934309"/>
                  </a:lnTo>
                  <a:lnTo>
                    <a:pt x="3303326" y="789585"/>
                  </a:lnTo>
                  <a:lnTo>
                    <a:pt x="3307605" y="632244"/>
                  </a:lnTo>
                  <a:lnTo>
                    <a:pt x="3311884" y="505265"/>
                  </a:lnTo>
                  <a:lnTo>
                    <a:pt x="3316162" y="414004"/>
                  </a:lnTo>
                  <a:lnTo>
                    <a:pt x="3320441" y="322580"/>
                  </a:lnTo>
                  <a:lnTo>
                    <a:pt x="3324720" y="218816"/>
                  </a:lnTo>
                  <a:lnTo>
                    <a:pt x="3328999" y="187975"/>
                  </a:lnTo>
                  <a:lnTo>
                    <a:pt x="3333278" y="243878"/>
                  </a:lnTo>
                  <a:lnTo>
                    <a:pt x="3337557" y="289045"/>
                  </a:lnTo>
                  <a:lnTo>
                    <a:pt x="3341836" y="329728"/>
                  </a:lnTo>
                  <a:lnTo>
                    <a:pt x="3346115" y="399184"/>
                  </a:lnTo>
                  <a:lnTo>
                    <a:pt x="3350394" y="550392"/>
                  </a:lnTo>
                  <a:lnTo>
                    <a:pt x="3354673" y="668056"/>
                  </a:lnTo>
                  <a:lnTo>
                    <a:pt x="3358952" y="685485"/>
                  </a:lnTo>
                  <a:lnTo>
                    <a:pt x="3363231" y="749595"/>
                  </a:lnTo>
                  <a:lnTo>
                    <a:pt x="3367509" y="888858"/>
                  </a:lnTo>
                  <a:lnTo>
                    <a:pt x="3371788" y="980527"/>
                  </a:lnTo>
                  <a:lnTo>
                    <a:pt x="3376067" y="1026619"/>
                  </a:lnTo>
                  <a:lnTo>
                    <a:pt x="3380346" y="975399"/>
                  </a:lnTo>
                  <a:lnTo>
                    <a:pt x="3384625" y="930017"/>
                  </a:lnTo>
                  <a:lnTo>
                    <a:pt x="3388904" y="896483"/>
                  </a:lnTo>
                  <a:lnTo>
                    <a:pt x="3393183" y="822392"/>
                  </a:lnTo>
                  <a:lnTo>
                    <a:pt x="3397462" y="786119"/>
                  </a:lnTo>
                  <a:lnTo>
                    <a:pt x="3401741" y="732013"/>
                  </a:lnTo>
                  <a:lnTo>
                    <a:pt x="3406020" y="705842"/>
                  </a:lnTo>
                  <a:lnTo>
                    <a:pt x="3410299" y="638834"/>
                  </a:lnTo>
                  <a:lnTo>
                    <a:pt x="3414578" y="572921"/>
                  </a:lnTo>
                  <a:lnTo>
                    <a:pt x="3418857" y="541862"/>
                  </a:lnTo>
                  <a:lnTo>
                    <a:pt x="3423135" y="454994"/>
                  </a:lnTo>
                  <a:lnTo>
                    <a:pt x="3427414" y="379632"/>
                  </a:lnTo>
                  <a:lnTo>
                    <a:pt x="3431693" y="407441"/>
                  </a:lnTo>
                  <a:lnTo>
                    <a:pt x="3435972" y="543276"/>
                  </a:lnTo>
                  <a:lnTo>
                    <a:pt x="3440251" y="690275"/>
                  </a:lnTo>
                  <a:lnTo>
                    <a:pt x="3444530" y="730968"/>
                  </a:lnTo>
                  <a:lnTo>
                    <a:pt x="3448809" y="813407"/>
                  </a:lnTo>
                  <a:lnTo>
                    <a:pt x="3453088" y="894612"/>
                  </a:lnTo>
                  <a:lnTo>
                    <a:pt x="3457367" y="884443"/>
                  </a:lnTo>
                  <a:lnTo>
                    <a:pt x="3461646" y="811318"/>
                  </a:lnTo>
                  <a:lnTo>
                    <a:pt x="3465925" y="780267"/>
                  </a:lnTo>
                  <a:lnTo>
                    <a:pt x="3470204" y="806861"/>
                  </a:lnTo>
                  <a:lnTo>
                    <a:pt x="3474482" y="786694"/>
                  </a:lnTo>
                  <a:lnTo>
                    <a:pt x="3478761" y="779594"/>
                  </a:lnTo>
                  <a:lnTo>
                    <a:pt x="3483040" y="937036"/>
                  </a:lnTo>
                  <a:lnTo>
                    <a:pt x="3487319" y="1057032"/>
                  </a:lnTo>
                  <a:lnTo>
                    <a:pt x="3491598" y="982175"/>
                  </a:lnTo>
                  <a:lnTo>
                    <a:pt x="3495877" y="931227"/>
                  </a:lnTo>
                  <a:lnTo>
                    <a:pt x="3500156" y="936488"/>
                  </a:lnTo>
                  <a:lnTo>
                    <a:pt x="3504435" y="955193"/>
                  </a:lnTo>
                  <a:lnTo>
                    <a:pt x="3508714" y="866317"/>
                  </a:lnTo>
                  <a:lnTo>
                    <a:pt x="3512993" y="780661"/>
                  </a:lnTo>
                  <a:lnTo>
                    <a:pt x="3517272" y="758675"/>
                  </a:lnTo>
                  <a:lnTo>
                    <a:pt x="3521551" y="831821"/>
                  </a:lnTo>
                  <a:lnTo>
                    <a:pt x="3525830" y="862951"/>
                  </a:lnTo>
                  <a:lnTo>
                    <a:pt x="3530108" y="875848"/>
                  </a:lnTo>
                  <a:lnTo>
                    <a:pt x="3534387" y="853957"/>
                  </a:lnTo>
                  <a:lnTo>
                    <a:pt x="3538666" y="806777"/>
                  </a:lnTo>
                  <a:lnTo>
                    <a:pt x="3542945" y="821016"/>
                  </a:lnTo>
                  <a:lnTo>
                    <a:pt x="3547224" y="715199"/>
                  </a:lnTo>
                  <a:lnTo>
                    <a:pt x="3551503" y="675490"/>
                  </a:lnTo>
                  <a:lnTo>
                    <a:pt x="3555782" y="664963"/>
                  </a:lnTo>
                  <a:lnTo>
                    <a:pt x="3560061" y="668040"/>
                  </a:lnTo>
                  <a:lnTo>
                    <a:pt x="3564340" y="668266"/>
                  </a:lnTo>
                  <a:lnTo>
                    <a:pt x="3568619" y="602221"/>
                  </a:lnTo>
                  <a:lnTo>
                    <a:pt x="3572898" y="582327"/>
                  </a:lnTo>
                  <a:lnTo>
                    <a:pt x="3577177" y="610557"/>
                  </a:lnTo>
                  <a:lnTo>
                    <a:pt x="3581455" y="630613"/>
                  </a:lnTo>
                  <a:lnTo>
                    <a:pt x="3585734" y="612179"/>
                  </a:lnTo>
                  <a:lnTo>
                    <a:pt x="3590013" y="641323"/>
                  </a:lnTo>
                  <a:lnTo>
                    <a:pt x="3594292" y="703953"/>
                  </a:lnTo>
                  <a:lnTo>
                    <a:pt x="3598571" y="745836"/>
                  </a:lnTo>
                  <a:lnTo>
                    <a:pt x="3602850" y="703029"/>
                  </a:lnTo>
                  <a:lnTo>
                    <a:pt x="3607129" y="694753"/>
                  </a:lnTo>
                  <a:lnTo>
                    <a:pt x="3611408" y="746962"/>
                  </a:lnTo>
                  <a:lnTo>
                    <a:pt x="3615687" y="796205"/>
                  </a:lnTo>
                  <a:lnTo>
                    <a:pt x="3619966" y="890549"/>
                  </a:lnTo>
                  <a:lnTo>
                    <a:pt x="3624245" y="999941"/>
                  </a:lnTo>
                  <a:lnTo>
                    <a:pt x="3628524" y="1107305"/>
                  </a:lnTo>
                  <a:lnTo>
                    <a:pt x="3632803" y="1125321"/>
                  </a:lnTo>
                  <a:lnTo>
                    <a:pt x="3637081" y="1085352"/>
                  </a:lnTo>
                  <a:lnTo>
                    <a:pt x="3641360" y="1012463"/>
                  </a:lnTo>
                  <a:lnTo>
                    <a:pt x="3645639" y="911956"/>
                  </a:lnTo>
                  <a:lnTo>
                    <a:pt x="3649918" y="808146"/>
                  </a:lnTo>
                  <a:lnTo>
                    <a:pt x="3654197" y="703391"/>
                  </a:lnTo>
                  <a:lnTo>
                    <a:pt x="3658476" y="663380"/>
                  </a:lnTo>
                  <a:lnTo>
                    <a:pt x="3662755" y="664522"/>
                  </a:lnTo>
                  <a:lnTo>
                    <a:pt x="3667034" y="712186"/>
                  </a:lnTo>
                  <a:lnTo>
                    <a:pt x="3671313" y="729661"/>
                  </a:lnTo>
                  <a:lnTo>
                    <a:pt x="3675592" y="735641"/>
                  </a:lnTo>
                  <a:lnTo>
                    <a:pt x="3679871" y="767932"/>
                  </a:lnTo>
                  <a:lnTo>
                    <a:pt x="3684150" y="764223"/>
                  </a:lnTo>
                  <a:lnTo>
                    <a:pt x="3688428" y="762794"/>
                  </a:lnTo>
                  <a:lnTo>
                    <a:pt x="3692707" y="688785"/>
                  </a:lnTo>
                  <a:lnTo>
                    <a:pt x="3696986" y="612576"/>
                  </a:lnTo>
                  <a:lnTo>
                    <a:pt x="3701265" y="557203"/>
                  </a:lnTo>
                  <a:lnTo>
                    <a:pt x="3705544" y="491429"/>
                  </a:lnTo>
                  <a:lnTo>
                    <a:pt x="3709823" y="459827"/>
                  </a:lnTo>
                  <a:lnTo>
                    <a:pt x="3714102" y="433410"/>
                  </a:lnTo>
                  <a:lnTo>
                    <a:pt x="3718381" y="452890"/>
                  </a:lnTo>
                  <a:lnTo>
                    <a:pt x="3722660" y="489549"/>
                  </a:lnTo>
                  <a:lnTo>
                    <a:pt x="3726939" y="542236"/>
                  </a:lnTo>
                  <a:lnTo>
                    <a:pt x="3731218" y="560994"/>
                  </a:lnTo>
                  <a:lnTo>
                    <a:pt x="3735497" y="520558"/>
                  </a:lnTo>
                  <a:lnTo>
                    <a:pt x="3739776" y="489660"/>
                  </a:lnTo>
                  <a:lnTo>
                    <a:pt x="3744054" y="453760"/>
                  </a:lnTo>
                  <a:lnTo>
                    <a:pt x="3748333" y="401432"/>
                  </a:lnTo>
                  <a:lnTo>
                    <a:pt x="3752612" y="315779"/>
                  </a:lnTo>
                  <a:lnTo>
                    <a:pt x="3756891" y="244938"/>
                  </a:lnTo>
                  <a:lnTo>
                    <a:pt x="3761170" y="327669"/>
                  </a:lnTo>
                  <a:lnTo>
                    <a:pt x="3765449" y="469173"/>
                  </a:lnTo>
                  <a:lnTo>
                    <a:pt x="3769728" y="592952"/>
                  </a:lnTo>
                  <a:lnTo>
                    <a:pt x="3774007" y="680475"/>
                  </a:lnTo>
                  <a:lnTo>
                    <a:pt x="3778286" y="745894"/>
                  </a:lnTo>
                  <a:lnTo>
                    <a:pt x="3782565" y="874061"/>
                  </a:lnTo>
                  <a:lnTo>
                    <a:pt x="3786844" y="888839"/>
                  </a:lnTo>
                  <a:lnTo>
                    <a:pt x="3791123" y="842060"/>
                  </a:lnTo>
                  <a:lnTo>
                    <a:pt x="3795401" y="770971"/>
                  </a:lnTo>
                  <a:lnTo>
                    <a:pt x="3799680" y="741857"/>
                  </a:lnTo>
                  <a:lnTo>
                    <a:pt x="3803959" y="724827"/>
                  </a:lnTo>
                  <a:lnTo>
                    <a:pt x="3808238" y="654530"/>
                  </a:lnTo>
                  <a:lnTo>
                    <a:pt x="3812517" y="573119"/>
                  </a:lnTo>
                  <a:lnTo>
                    <a:pt x="3816796" y="501085"/>
                  </a:lnTo>
                  <a:lnTo>
                    <a:pt x="3821075" y="506561"/>
                  </a:lnTo>
                  <a:lnTo>
                    <a:pt x="3825354" y="550515"/>
                  </a:lnTo>
                  <a:lnTo>
                    <a:pt x="3829633" y="594990"/>
                  </a:lnTo>
                  <a:lnTo>
                    <a:pt x="3833912" y="611736"/>
                  </a:lnTo>
                  <a:lnTo>
                    <a:pt x="3838191" y="625387"/>
                  </a:lnTo>
                  <a:lnTo>
                    <a:pt x="3842470" y="617045"/>
                  </a:lnTo>
                  <a:lnTo>
                    <a:pt x="3846749" y="545795"/>
                  </a:lnTo>
                  <a:lnTo>
                    <a:pt x="3851027" y="464902"/>
                  </a:lnTo>
                  <a:lnTo>
                    <a:pt x="3855306" y="411166"/>
                  </a:lnTo>
                  <a:lnTo>
                    <a:pt x="3859585" y="357201"/>
                  </a:lnTo>
                  <a:lnTo>
                    <a:pt x="3863864" y="313936"/>
                  </a:lnTo>
                  <a:lnTo>
                    <a:pt x="3868143" y="297270"/>
                  </a:lnTo>
                  <a:lnTo>
                    <a:pt x="3872422" y="359240"/>
                  </a:lnTo>
                  <a:lnTo>
                    <a:pt x="3876701" y="404740"/>
                  </a:lnTo>
                  <a:lnTo>
                    <a:pt x="3880980" y="434618"/>
                  </a:lnTo>
                  <a:lnTo>
                    <a:pt x="3885259" y="458241"/>
                  </a:lnTo>
                  <a:lnTo>
                    <a:pt x="3889538" y="482295"/>
                  </a:lnTo>
                  <a:lnTo>
                    <a:pt x="3893817" y="479164"/>
                  </a:lnTo>
                  <a:lnTo>
                    <a:pt x="3898096" y="489408"/>
                  </a:lnTo>
                  <a:lnTo>
                    <a:pt x="3902374" y="610772"/>
                  </a:lnTo>
                  <a:lnTo>
                    <a:pt x="3906653" y="730894"/>
                  </a:lnTo>
                  <a:lnTo>
                    <a:pt x="3910932" y="886020"/>
                  </a:lnTo>
                  <a:lnTo>
                    <a:pt x="3915211" y="1043160"/>
                  </a:lnTo>
                  <a:lnTo>
                    <a:pt x="3919490" y="1159481"/>
                  </a:lnTo>
                  <a:lnTo>
                    <a:pt x="3923769" y="1184411"/>
                  </a:lnTo>
                  <a:lnTo>
                    <a:pt x="3928048" y="1075286"/>
                  </a:lnTo>
                  <a:lnTo>
                    <a:pt x="3932327" y="936750"/>
                  </a:lnTo>
                  <a:lnTo>
                    <a:pt x="3936606" y="758964"/>
                  </a:lnTo>
                  <a:lnTo>
                    <a:pt x="3940885" y="560933"/>
                  </a:lnTo>
                  <a:lnTo>
                    <a:pt x="3945164" y="395474"/>
                  </a:lnTo>
                  <a:lnTo>
                    <a:pt x="3949443" y="332603"/>
                  </a:lnTo>
                  <a:lnTo>
                    <a:pt x="3953722" y="317925"/>
                  </a:lnTo>
                  <a:lnTo>
                    <a:pt x="3958000" y="291208"/>
                  </a:lnTo>
                  <a:lnTo>
                    <a:pt x="3962279" y="358543"/>
                  </a:lnTo>
                  <a:lnTo>
                    <a:pt x="3966558" y="406314"/>
                  </a:lnTo>
                  <a:lnTo>
                    <a:pt x="3970837" y="523149"/>
                  </a:lnTo>
                  <a:lnTo>
                    <a:pt x="3975116" y="557876"/>
                  </a:lnTo>
                  <a:lnTo>
                    <a:pt x="3979395" y="511337"/>
                  </a:lnTo>
                  <a:lnTo>
                    <a:pt x="3983674" y="535348"/>
                  </a:lnTo>
                  <a:lnTo>
                    <a:pt x="3987953" y="528601"/>
                  </a:lnTo>
                  <a:lnTo>
                    <a:pt x="3992232" y="535076"/>
                  </a:lnTo>
                  <a:lnTo>
                    <a:pt x="3996511" y="543233"/>
                  </a:lnTo>
                  <a:lnTo>
                    <a:pt x="4000790" y="606506"/>
                  </a:lnTo>
                  <a:lnTo>
                    <a:pt x="4005069" y="763530"/>
                  </a:lnTo>
                  <a:lnTo>
                    <a:pt x="4009347" y="864599"/>
                  </a:lnTo>
                  <a:lnTo>
                    <a:pt x="4013626" y="857185"/>
                  </a:lnTo>
                  <a:lnTo>
                    <a:pt x="4017905" y="846158"/>
                  </a:lnTo>
                  <a:lnTo>
                    <a:pt x="4022184" y="763614"/>
                  </a:lnTo>
                  <a:lnTo>
                    <a:pt x="4026463" y="687100"/>
                  </a:lnTo>
                  <a:lnTo>
                    <a:pt x="4030742" y="583978"/>
                  </a:lnTo>
                  <a:lnTo>
                    <a:pt x="4035021" y="560203"/>
                  </a:lnTo>
                  <a:lnTo>
                    <a:pt x="4039300" y="668020"/>
                  </a:lnTo>
                  <a:lnTo>
                    <a:pt x="4043579" y="766336"/>
                  </a:lnTo>
                  <a:lnTo>
                    <a:pt x="4047858" y="852492"/>
                  </a:lnTo>
                  <a:lnTo>
                    <a:pt x="4052137" y="870689"/>
                  </a:lnTo>
                  <a:lnTo>
                    <a:pt x="4056416" y="842464"/>
                  </a:lnTo>
                  <a:lnTo>
                    <a:pt x="4060695" y="733260"/>
                  </a:lnTo>
                  <a:lnTo>
                    <a:pt x="4064973" y="593932"/>
                  </a:lnTo>
                  <a:lnTo>
                    <a:pt x="4069252" y="469159"/>
                  </a:lnTo>
                  <a:lnTo>
                    <a:pt x="4073531" y="370997"/>
                  </a:lnTo>
                  <a:lnTo>
                    <a:pt x="4077810" y="462904"/>
                  </a:lnTo>
                  <a:lnTo>
                    <a:pt x="4082089" y="580814"/>
                  </a:lnTo>
                  <a:lnTo>
                    <a:pt x="4086368" y="649875"/>
                  </a:lnTo>
                  <a:lnTo>
                    <a:pt x="4090647" y="761955"/>
                  </a:lnTo>
                  <a:lnTo>
                    <a:pt x="4094926" y="842240"/>
                  </a:lnTo>
                  <a:lnTo>
                    <a:pt x="4099205" y="871412"/>
                  </a:lnTo>
                  <a:lnTo>
                    <a:pt x="4103484" y="773230"/>
                  </a:lnTo>
                  <a:lnTo>
                    <a:pt x="4107763" y="714834"/>
                  </a:lnTo>
                  <a:lnTo>
                    <a:pt x="4112042" y="712746"/>
                  </a:lnTo>
                  <a:lnTo>
                    <a:pt x="4116320" y="600876"/>
                  </a:lnTo>
                  <a:lnTo>
                    <a:pt x="4120599" y="524463"/>
                  </a:lnTo>
                  <a:lnTo>
                    <a:pt x="4124878" y="534494"/>
                  </a:lnTo>
                  <a:lnTo>
                    <a:pt x="4129157" y="532145"/>
                  </a:lnTo>
                  <a:lnTo>
                    <a:pt x="4133436" y="492111"/>
                  </a:lnTo>
                  <a:lnTo>
                    <a:pt x="4137715" y="442096"/>
                  </a:lnTo>
                  <a:lnTo>
                    <a:pt x="4141994" y="506260"/>
                  </a:lnTo>
                  <a:lnTo>
                    <a:pt x="4146273" y="627298"/>
                  </a:lnTo>
                  <a:lnTo>
                    <a:pt x="4150552" y="630967"/>
                  </a:lnTo>
                  <a:lnTo>
                    <a:pt x="4154831" y="612695"/>
                  </a:lnTo>
                  <a:lnTo>
                    <a:pt x="4159110" y="605231"/>
                  </a:lnTo>
                  <a:lnTo>
                    <a:pt x="4163389" y="640304"/>
                  </a:lnTo>
                  <a:lnTo>
                    <a:pt x="4167668" y="672172"/>
                  </a:lnTo>
                  <a:lnTo>
                    <a:pt x="4171946" y="680262"/>
                  </a:lnTo>
                  <a:lnTo>
                    <a:pt x="4176225" y="755076"/>
                  </a:lnTo>
                  <a:lnTo>
                    <a:pt x="4180504" y="840358"/>
                  </a:lnTo>
                  <a:lnTo>
                    <a:pt x="4184783" y="894048"/>
                  </a:lnTo>
                  <a:lnTo>
                    <a:pt x="4189062" y="898012"/>
                  </a:lnTo>
                  <a:lnTo>
                    <a:pt x="4193341" y="836705"/>
                  </a:lnTo>
                  <a:lnTo>
                    <a:pt x="4197620" y="736382"/>
                  </a:lnTo>
                  <a:lnTo>
                    <a:pt x="4201899" y="637605"/>
                  </a:lnTo>
                  <a:lnTo>
                    <a:pt x="4206178" y="644834"/>
                  </a:lnTo>
                  <a:lnTo>
                    <a:pt x="4210457" y="863540"/>
                  </a:lnTo>
                  <a:lnTo>
                    <a:pt x="4214736" y="1061347"/>
                  </a:lnTo>
                  <a:lnTo>
                    <a:pt x="4219015" y="1163601"/>
                  </a:lnTo>
                  <a:lnTo>
                    <a:pt x="4223293" y="1284786"/>
                  </a:lnTo>
                  <a:lnTo>
                    <a:pt x="4227572" y="1394196"/>
                  </a:lnTo>
                  <a:lnTo>
                    <a:pt x="4231851" y="1364894"/>
                  </a:lnTo>
                  <a:lnTo>
                    <a:pt x="4236130" y="1215916"/>
                  </a:lnTo>
                  <a:lnTo>
                    <a:pt x="4240409" y="1104191"/>
                  </a:lnTo>
                  <a:lnTo>
                    <a:pt x="4244688" y="1056077"/>
                  </a:lnTo>
                  <a:lnTo>
                    <a:pt x="4248967" y="989972"/>
                  </a:lnTo>
                  <a:lnTo>
                    <a:pt x="4253246" y="900196"/>
                  </a:lnTo>
                  <a:lnTo>
                    <a:pt x="4257525" y="840611"/>
                  </a:lnTo>
                  <a:lnTo>
                    <a:pt x="4261804" y="731286"/>
                  </a:lnTo>
                  <a:lnTo>
                    <a:pt x="4266083" y="687979"/>
                  </a:lnTo>
                  <a:lnTo>
                    <a:pt x="4270362" y="711117"/>
                  </a:lnTo>
                  <a:lnTo>
                    <a:pt x="4274641" y="712359"/>
                  </a:lnTo>
                  <a:lnTo>
                    <a:pt x="4278919" y="773212"/>
                  </a:lnTo>
                  <a:lnTo>
                    <a:pt x="4283198" y="819244"/>
                  </a:lnTo>
                  <a:lnTo>
                    <a:pt x="4287477" y="828619"/>
                  </a:lnTo>
                  <a:lnTo>
                    <a:pt x="4291756" y="733800"/>
                  </a:lnTo>
                  <a:lnTo>
                    <a:pt x="4296035" y="567219"/>
                  </a:lnTo>
                  <a:lnTo>
                    <a:pt x="4300314" y="439168"/>
                  </a:lnTo>
                  <a:lnTo>
                    <a:pt x="4304593" y="290825"/>
                  </a:lnTo>
                  <a:lnTo>
                    <a:pt x="4308872" y="178674"/>
                  </a:lnTo>
                  <a:lnTo>
                    <a:pt x="4313151" y="68773"/>
                  </a:lnTo>
                  <a:lnTo>
                    <a:pt x="4317430" y="25250"/>
                  </a:lnTo>
                  <a:lnTo>
                    <a:pt x="4321709" y="14984"/>
                  </a:lnTo>
                  <a:lnTo>
                    <a:pt x="4325988" y="0"/>
                  </a:lnTo>
                  <a:lnTo>
                    <a:pt x="4325988" y="0"/>
                  </a:lnTo>
                  <a:lnTo>
                    <a:pt x="4330266" y="11811"/>
                  </a:lnTo>
                  <a:lnTo>
                    <a:pt x="4334545" y="39222"/>
                  </a:lnTo>
                  <a:lnTo>
                    <a:pt x="4338824" y="84527"/>
                  </a:lnTo>
                  <a:lnTo>
                    <a:pt x="4343103" y="83111"/>
                  </a:lnTo>
                  <a:lnTo>
                    <a:pt x="4347382" y="138326"/>
                  </a:lnTo>
                  <a:lnTo>
                    <a:pt x="4351661" y="174905"/>
                  </a:lnTo>
                  <a:lnTo>
                    <a:pt x="4355940" y="207751"/>
                  </a:lnTo>
                  <a:lnTo>
                    <a:pt x="4360219" y="287629"/>
                  </a:lnTo>
                  <a:lnTo>
                    <a:pt x="4364498" y="464713"/>
                  </a:lnTo>
                  <a:lnTo>
                    <a:pt x="4368777" y="695013"/>
                  </a:lnTo>
                  <a:lnTo>
                    <a:pt x="4373056" y="802230"/>
                  </a:lnTo>
                  <a:lnTo>
                    <a:pt x="4377335" y="893727"/>
                  </a:lnTo>
                  <a:lnTo>
                    <a:pt x="4381614" y="1054200"/>
                  </a:lnTo>
                  <a:lnTo>
                    <a:pt x="4385892" y="1104033"/>
                  </a:lnTo>
                  <a:lnTo>
                    <a:pt x="4390171" y="945998"/>
                  </a:lnTo>
                  <a:lnTo>
                    <a:pt x="4394450" y="727850"/>
                  </a:lnTo>
                  <a:lnTo>
                    <a:pt x="4398729" y="583590"/>
                  </a:lnTo>
                  <a:lnTo>
                    <a:pt x="4403008" y="599229"/>
                  </a:lnTo>
                  <a:lnTo>
                    <a:pt x="4407287" y="596158"/>
                  </a:lnTo>
                  <a:lnTo>
                    <a:pt x="4411566" y="519182"/>
                  </a:lnTo>
                  <a:lnTo>
                    <a:pt x="4415845" y="519865"/>
                  </a:lnTo>
                  <a:lnTo>
                    <a:pt x="4420124" y="555319"/>
                  </a:lnTo>
                  <a:lnTo>
                    <a:pt x="4424403" y="597296"/>
                  </a:lnTo>
                  <a:lnTo>
                    <a:pt x="4428682" y="511308"/>
                  </a:lnTo>
                  <a:lnTo>
                    <a:pt x="4432961" y="358120"/>
                  </a:lnTo>
                  <a:lnTo>
                    <a:pt x="4437239" y="317385"/>
                  </a:lnTo>
                  <a:lnTo>
                    <a:pt x="4441518" y="385295"/>
                  </a:lnTo>
                  <a:lnTo>
                    <a:pt x="4445797" y="431159"/>
                  </a:lnTo>
                  <a:lnTo>
                    <a:pt x="4450076" y="396903"/>
                  </a:lnTo>
                  <a:lnTo>
                    <a:pt x="4454355" y="342486"/>
                  </a:lnTo>
                  <a:lnTo>
                    <a:pt x="4458634" y="332529"/>
                  </a:lnTo>
                  <a:lnTo>
                    <a:pt x="4462913" y="305139"/>
                  </a:lnTo>
                  <a:lnTo>
                    <a:pt x="4467192" y="205785"/>
                  </a:lnTo>
                  <a:lnTo>
                    <a:pt x="4471471" y="142095"/>
                  </a:lnTo>
                  <a:lnTo>
                    <a:pt x="4475750" y="237088"/>
                  </a:lnTo>
                  <a:lnTo>
                    <a:pt x="4480029" y="352949"/>
                  </a:lnTo>
                  <a:lnTo>
                    <a:pt x="4484308" y="442841"/>
                  </a:lnTo>
                  <a:lnTo>
                    <a:pt x="4488587" y="520688"/>
                  </a:lnTo>
                  <a:lnTo>
                    <a:pt x="4492865" y="619157"/>
                  </a:lnTo>
                  <a:lnTo>
                    <a:pt x="4497144" y="716450"/>
                  </a:lnTo>
                  <a:lnTo>
                    <a:pt x="4501423" y="775038"/>
                  </a:lnTo>
                  <a:lnTo>
                    <a:pt x="4505702" y="810703"/>
                  </a:lnTo>
                  <a:lnTo>
                    <a:pt x="4509981" y="826617"/>
                  </a:lnTo>
                  <a:lnTo>
                    <a:pt x="4514260" y="845332"/>
                  </a:lnTo>
                  <a:lnTo>
                    <a:pt x="4518539" y="839879"/>
                  </a:lnTo>
                  <a:lnTo>
                    <a:pt x="4522818" y="836596"/>
                  </a:lnTo>
                  <a:lnTo>
                    <a:pt x="4527097" y="787433"/>
                  </a:lnTo>
                  <a:lnTo>
                    <a:pt x="4531376" y="736684"/>
                  </a:lnTo>
                  <a:lnTo>
                    <a:pt x="4535655" y="782918"/>
                  </a:lnTo>
                  <a:lnTo>
                    <a:pt x="4539934" y="774962"/>
                  </a:lnTo>
                  <a:lnTo>
                    <a:pt x="4544212" y="702695"/>
                  </a:lnTo>
                  <a:lnTo>
                    <a:pt x="4548491" y="646992"/>
                  </a:lnTo>
                  <a:lnTo>
                    <a:pt x="4552770" y="619760"/>
                  </a:lnTo>
                  <a:lnTo>
                    <a:pt x="4557049" y="681208"/>
                  </a:lnTo>
                  <a:lnTo>
                    <a:pt x="4561328" y="595839"/>
                  </a:lnTo>
                  <a:lnTo>
                    <a:pt x="4565607" y="504089"/>
                  </a:lnTo>
                  <a:lnTo>
                    <a:pt x="4569886" y="479699"/>
                  </a:lnTo>
                  <a:lnTo>
                    <a:pt x="4574165" y="521653"/>
                  </a:lnTo>
                  <a:lnTo>
                    <a:pt x="4578444" y="486785"/>
                  </a:lnTo>
                  <a:lnTo>
                    <a:pt x="4582723" y="375268"/>
                  </a:lnTo>
                  <a:lnTo>
                    <a:pt x="4587002" y="333769"/>
                  </a:lnTo>
                  <a:lnTo>
                    <a:pt x="4591281" y="354362"/>
                  </a:lnTo>
                  <a:lnTo>
                    <a:pt x="4595560" y="479871"/>
                  </a:lnTo>
                  <a:lnTo>
                    <a:pt x="4599838" y="500018"/>
                  </a:lnTo>
                  <a:lnTo>
                    <a:pt x="4604117" y="519952"/>
                  </a:lnTo>
                  <a:lnTo>
                    <a:pt x="4608396" y="524401"/>
                  </a:lnTo>
                  <a:lnTo>
                    <a:pt x="4612675" y="492744"/>
                  </a:lnTo>
                  <a:lnTo>
                    <a:pt x="4616954" y="479387"/>
                  </a:lnTo>
                  <a:lnTo>
                    <a:pt x="4621233" y="393001"/>
                  </a:lnTo>
                  <a:lnTo>
                    <a:pt x="4625512" y="315197"/>
                  </a:lnTo>
                  <a:lnTo>
                    <a:pt x="4629791" y="258840"/>
                  </a:lnTo>
                  <a:lnTo>
                    <a:pt x="4634070" y="240686"/>
                  </a:lnTo>
                  <a:lnTo>
                    <a:pt x="4638349" y="277210"/>
                  </a:lnTo>
                  <a:lnTo>
                    <a:pt x="4642628" y="318573"/>
                  </a:lnTo>
                  <a:lnTo>
                    <a:pt x="4646907" y="323801"/>
                  </a:lnTo>
                  <a:lnTo>
                    <a:pt x="4651185" y="314651"/>
                  </a:lnTo>
                  <a:lnTo>
                    <a:pt x="4655464" y="329345"/>
                  </a:lnTo>
                  <a:lnTo>
                    <a:pt x="4659743" y="355423"/>
                  </a:lnTo>
                  <a:lnTo>
                    <a:pt x="4664022" y="351002"/>
                  </a:lnTo>
                  <a:lnTo>
                    <a:pt x="4668301" y="386265"/>
                  </a:lnTo>
                  <a:lnTo>
                    <a:pt x="4672580" y="498396"/>
                  </a:lnTo>
                  <a:lnTo>
                    <a:pt x="4676859" y="639677"/>
                  </a:lnTo>
                  <a:lnTo>
                    <a:pt x="4681138" y="677581"/>
                  </a:lnTo>
                  <a:lnTo>
                    <a:pt x="4685417" y="726533"/>
                  </a:lnTo>
                  <a:lnTo>
                    <a:pt x="4689696" y="787998"/>
                  </a:lnTo>
                  <a:lnTo>
                    <a:pt x="4693975" y="750869"/>
                  </a:lnTo>
                  <a:lnTo>
                    <a:pt x="4698254" y="684693"/>
                  </a:lnTo>
                  <a:lnTo>
                    <a:pt x="4702533" y="610341"/>
                  </a:lnTo>
                  <a:lnTo>
                    <a:pt x="4706811" y="703467"/>
                  </a:lnTo>
                  <a:lnTo>
                    <a:pt x="4711090" y="872901"/>
                  </a:lnTo>
                  <a:lnTo>
                    <a:pt x="4715369" y="970635"/>
                  </a:lnTo>
                  <a:lnTo>
                    <a:pt x="4719648" y="1064575"/>
                  </a:lnTo>
                  <a:lnTo>
                    <a:pt x="4723927" y="1067991"/>
                  </a:lnTo>
                  <a:lnTo>
                    <a:pt x="4728206" y="1086247"/>
                  </a:lnTo>
                  <a:lnTo>
                    <a:pt x="4732485" y="1059523"/>
                  </a:lnTo>
                  <a:lnTo>
                    <a:pt x="4736764" y="1057668"/>
                  </a:lnTo>
                  <a:lnTo>
                    <a:pt x="4741043" y="1134654"/>
                  </a:lnTo>
                  <a:lnTo>
                    <a:pt x="4745322" y="1179319"/>
                  </a:lnTo>
                  <a:lnTo>
                    <a:pt x="4749601" y="1230029"/>
                  </a:lnTo>
                  <a:lnTo>
                    <a:pt x="4753880" y="1341231"/>
                  </a:lnTo>
                  <a:lnTo>
                    <a:pt x="4758158" y="1445041"/>
                  </a:lnTo>
                  <a:lnTo>
                    <a:pt x="4762437" y="1337416"/>
                  </a:lnTo>
                  <a:lnTo>
                    <a:pt x="4766716" y="1223075"/>
                  </a:lnTo>
                  <a:lnTo>
                    <a:pt x="4770995" y="1345494"/>
                  </a:lnTo>
                  <a:lnTo>
                    <a:pt x="4775274" y="1530164"/>
                  </a:lnTo>
                  <a:lnTo>
                    <a:pt x="4779553" y="1631837"/>
                  </a:lnTo>
                  <a:lnTo>
                    <a:pt x="4783832" y="1523596"/>
                  </a:lnTo>
                  <a:lnTo>
                    <a:pt x="4788111" y="1429742"/>
                  </a:lnTo>
                  <a:lnTo>
                    <a:pt x="4792390" y="1354898"/>
                  </a:lnTo>
                  <a:lnTo>
                    <a:pt x="4796669" y="1109379"/>
                  </a:lnTo>
                  <a:lnTo>
                    <a:pt x="4800948" y="839181"/>
                  </a:lnTo>
                  <a:lnTo>
                    <a:pt x="4805227" y="579604"/>
                  </a:lnTo>
                  <a:lnTo>
                    <a:pt x="4809506" y="514754"/>
                  </a:lnTo>
                  <a:lnTo>
                    <a:pt x="4813784" y="545702"/>
                  </a:lnTo>
                  <a:lnTo>
                    <a:pt x="4818063" y="542536"/>
                  </a:lnTo>
                  <a:lnTo>
                    <a:pt x="4822342" y="601816"/>
                  </a:lnTo>
                  <a:lnTo>
                    <a:pt x="4826621" y="735121"/>
                  </a:lnTo>
                  <a:lnTo>
                    <a:pt x="4830900" y="904694"/>
                  </a:lnTo>
                  <a:lnTo>
                    <a:pt x="4835179" y="1039132"/>
                  </a:lnTo>
                  <a:lnTo>
                    <a:pt x="4839458" y="1159529"/>
                  </a:lnTo>
                  <a:lnTo>
                    <a:pt x="4843737" y="1295307"/>
                  </a:lnTo>
                  <a:lnTo>
                    <a:pt x="4848016" y="1323036"/>
                  </a:lnTo>
                  <a:lnTo>
                    <a:pt x="4852295" y="1231262"/>
                  </a:lnTo>
                  <a:lnTo>
                    <a:pt x="4856574" y="1048494"/>
                  </a:lnTo>
                  <a:lnTo>
                    <a:pt x="4860853" y="917144"/>
                  </a:lnTo>
                  <a:lnTo>
                    <a:pt x="4865131" y="750339"/>
                  </a:lnTo>
                  <a:lnTo>
                    <a:pt x="4869410" y="542523"/>
                  </a:lnTo>
                  <a:lnTo>
                    <a:pt x="4873689" y="415289"/>
                  </a:lnTo>
                  <a:lnTo>
                    <a:pt x="4877968" y="337190"/>
                  </a:lnTo>
                  <a:lnTo>
                    <a:pt x="4882247" y="383364"/>
                  </a:lnTo>
                  <a:lnTo>
                    <a:pt x="4886526" y="421966"/>
                  </a:lnTo>
                  <a:lnTo>
                    <a:pt x="4890805" y="474407"/>
                  </a:lnTo>
                  <a:lnTo>
                    <a:pt x="4895084" y="553509"/>
                  </a:lnTo>
                  <a:lnTo>
                    <a:pt x="4899363" y="627608"/>
                  </a:lnTo>
                  <a:lnTo>
                    <a:pt x="4903642" y="707986"/>
                  </a:lnTo>
                  <a:lnTo>
                    <a:pt x="4907921" y="675685"/>
                  </a:lnTo>
                  <a:lnTo>
                    <a:pt x="4912200" y="616872"/>
                  </a:lnTo>
                  <a:lnTo>
                    <a:pt x="4916479" y="579814"/>
                  </a:lnTo>
                  <a:lnTo>
                    <a:pt x="4920757" y="596846"/>
                  </a:lnTo>
                  <a:lnTo>
                    <a:pt x="4925036" y="587277"/>
                  </a:lnTo>
                  <a:lnTo>
                    <a:pt x="4929315" y="512835"/>
                  </a:lnTo>
                  <a:lnTo>
                    <a:pt x="4933594" y="506712"/>
                  </a:lnTo>
                  <a:lnTo>
                    <a:pt x="4937873" y="503224"/>
                  </a:lnTo>
                  <a:lnTo>
                    <a:pt x="4942152" y="492264"/>
                  </a:lnTo>
                  <a:lnTo>
                    <a:pt x="4946431" y="441278"/>
                  </a:lnTo>
                  <a:lnTo>
                    <a:pt x="4950710" y="422906"/>
                  </a:lnTo>
                  <a:lnTo>
                    <a:pt x="4954989" y="478935"/>
                  </a:lnTo>
                  <a:lnTo>
                    <a:pt x="4959268" y="495943"/>
                  </a:lnTo>
                  <a:lnTo>
                    <a:pt x="4963547" y="553649"/>
                  </a:lnTo>
                  <a:lnTo>
                    <a:pt x="4967826" y="613797"/>
                  </a:lnTo>
                  <a:lnTo>
                    <a:pt x="4972104" y="735033"/>
                  </a:lnTo>
                  <a:lnTo>
                    <a:pt x="4976383" y="865504"/>
                  </a:lnTo>
                  <a:lnTo>
                    <a:pt x="4980662" y="1067564"/>
                  </a:lnTo>
                  <a:lnTo>
                    <a:pt x="4984941" y="1369968"/>
                  </a:lnTo>
                  <a:lnTo>
                    <a:pt x="4989220" y="1499722"/>
                  </a:lnTo>
                  <a:lnTo>
                    <a:pt x="4993499" y="1506597"/>
                  </a:lnTo>
                  <a:lnTo>
                    <a:pt x="4997778" y="1425133"/>
                  </a:lnTo>
                  <a:lnTo>
                    <a:pt x="5002057" y="1306627"/>
                  </a:lnTo>
                  <a:lnTo>
                    <a:pt x="5006336" y="1154249"/>
                  </a:lnTo>
                  <a:lnTo>
                    <a:pt x="5010615" y="895036"/>
                  </a:lnTo>
                  <a:lnTo>
                    <a:pt x="5014894" y="786080"/>
                  </a:lnTo>
                  <a:lnTo>
                    <a:pt x="5019173" y="789573"/>
                  </a:lnTo>
                  <a:lnTo>
                    <a:pt x="5023452" y="855724"/>
                  </a:lnTo>
                  <a:lnTo>
                    <a:pt x="5027730" y="925210"/>
                  </a:lnTo>
                  <a:lnTo>
                    <a:pt x="5032009" y="1016987"/>
                  </a:lnTo>
                  <a:lnTo>
                    <a:pt x="5036288" y="1058923"/>
                  </a:lnTo>
                  <a:lnTo>
                    <a:pt x="5040567" y="1098393"/>
                  </a:lnTo>
                  <a:lnTo>
                    <a:pt x="5044846" y="1140153"/>
                  </a:lnTo>
                  <a:lnTo>
                    <a:pt x="5049125" y="1172571"/>
                  </a:lnTo>
                  <a:lnTo>
                    <a:pt x="5053404" y="1185648"/>
                  </a:lnTo>
                  <a:lnTo>
                    <a:pt x="5057683" y="1085842"/>
                  </a:lnTo>
                  <a:lnTo>
                    <a:pt x="5061962" y="1051164"/>
                  </a:lnTo>
                  <a:lnTo>
                    <a:pt x="5066241" y="1004199"/>
                  </a:lnTo>
                  <a:lnTo>
                    <a:pt x="5070520" y="1006351"/>
                  </a:lnTo>
                  <a:lnTo>
                    <a:pt x="5074799" y="986080"/>
                  </a:lnTo>
                  <a:lnTo>
                    <a:pt x="5079077" y="899156"/>
                  </a:lnTo>
                  <a:lnTo>
                    <a:pt x="5083356" y="959487"/>
                  </a:lnTo>
                  <a:lnTo>
                    <a:pt x="5087635" y="1149570"/>
                  </a:lnTo>
                  <a:lnTo>
                    <a:pt x="5091914" y="1262043"/>
                  </a:lnTo>
                  <a:lnTo>
                    <a:pt x="5096193" y="1225488"/>
                  </a:lnTo>
                  <a:lnTo>
                    <a:pt x="5100472" y="1103133"/>
                  </a:lnTo>
                  <a:lnTo>
                    <a:pt x="5104751" y="1104621"/>
                  </a:lnTo>
                  <a:lnTo>
                    <a:pt x="5109030" y="1044605"/>
                  </a:lnTo>
                  <a:lnTo>
                    <a:pt x="5113309" y="840601"/>
                  </a:lnTo>
                  <a:lnTo>
                    <a:pt x="5117588" y="700146"/>
                  </a:lnTo>
                  <a:lnTo>
                    <a:pt x="5121867" y="669017"/>
                  </a:lnTo>
                  <a:lnTo>
                    <a:pt x="5126146" y="751939"/>
                  </a:lnTo>
                  <a:lnTo>
                    <a:pt x="5130425" y="810870"/>
                  </a:lnTo>
                  <a:lnTo>
                    <a:pt x="5134703" y="854472"/>
                  </a:lnTo>
                  <a:lnTo>
                    <a:pt x="5138982" y="894763"/>
                  </a:lnTo>
                  <a:lnTo>
                    <a:pt x="5143261" y="920036"/>
                  </a:lnTo>
                  <a:lnTo>
                    <a:pt x="5147540" y="916624"/>
                  </a:lnTo>
                  <a:lnTo>
                    <a:pt x="5151819" y="891846"/>
                  </a:lnTo>
                  <a:lnTo>
                    <a:pt x="5156098" y="906679"/>
                  </a:lnTo>
                  <a:lnTo>
                    <a:pt x="5160377" y="867192"/>
                  </a:lnTo>
                  <a:lnTo>
                    <a:pt x="5164656" y="853487"/>
                  </a:lnTo>
                  <a:lnTo>
                    <a:pt x="5168935" y="881563"/>
                  </a:lnTo>
                  <a:lnTo>
                    <a:pt x="5173214" y="928578"/>
                  </a:lnTo>
                  <a:lnTo>
                    <a:pt x="5177493" y="967693"/>
                  </a:lnTo>
                  <a:lnTo>
                    <a:pt x="5181772" y="970625"/>
                  </a:lnTo>
                  <a:lnTo>
                    <a:pt x="5186050" y="1024350"/>
                  </a:lnTo>
                  <a:lnTo>
                    <a:pt x="5190329" y="1104168"/>
                  </a:lnTo>
                  <a:lnTo>
                    <a:pt x="5194608" y="1159687"/>
                  </a:lnTo>
                  <a:lnTo>
                    <a:pt x="5198887" y="1223447"/>
                  </a:lnTo>
                  <a:lnTo>
                    <a:pt x="5203166" y="1271824"/>
                  </a:lnTo>
                  <a:lnTo>
                    <a:pt x="5207445" y="1380174"/>
                  </a:lnTo>
                  <a:lnTo>
                    <a:pt x="5211724" y="1469632"/>
                  </a:lnTo>
                  <a:lnTo>
                    <a:pt x="5216003" y="1613651"/>
                  </a:lnTo>
                  <a:lnTo>
                    <a:pt x="5220282" y="1854229"/>
                  </a:lnTo>
                  <a:lnTo>
                    <a:pt x="5224561" y="2030495"/>
                  </a:lnTo>
                  <a:lnTo>
                    <a:pt x="5228840" y="2182695"/>
                  </a:lnTo>
                  <a:lnTo>
                    <a:pt x="5233119" y="2260538"/>
                  </a:lnTo>
                  <a:lnTo>
                    <a:pt x="5237398" y="2387708"/>
                  </a:lnTo>
                  <a:lnTo>
                    <a:pt x="5241676" y="2426261"/>
                  </a:lnTo>
                  <a:lnTo>
                    <a:pt x="5245955" y="2461272"/>
                  </a:lnTo>
                  <a:lnTo>
                    <a:pt x="5250234" y="2493869"/>
                  </a:lnTo>
                  <a:lnTo>
                    <a:pt x="5254513" y="2442636"/>
                  </a:lnTo>
                  <a:lnTo>
                    <a:pt x="5258792" y="2389381"/>
                  </a:lnTo>
                  <a:lnTo>
                    <a:pt x="5263071" y="2342448"/>
                  </a:lnTo>
                  <a:lnTo>
                    <a:pt x="5267350" y="2336157"/>
                  </a:lnTo>
                  <a:lnTo>
                    <a:pt x="5271629" y="2128203"/>
                  </a:lnTo>
                  <a:lnTo>
                    <a:pt x="5275908" y="1914285"/>
                  </a:lnTo>
                  <a:lnTo>
                    <a:pt x="5280187" y="1824938"/>
                  </a:lnTo>
                  <a:lnTo>
                    <a:pt x="5284466" y="1799545"/>
                  </a:lnTo>
                  <a:lnTo>
                    <a:pt x="5288745" y="1752948"/>
                  </a:lnTo>
                  <a:lnTo>
                    <a:pt x="5293023" y="1630579"/>
                  </a:lnTo>
                  <a:lnTo>
                    <a:pt x="5297302" y="1627744"/>
                  </a:lnTo>
                  <a:lnTo>
                    <a:pt x="5301581" y="1659859"/>
                  </a:lnTo>
                  <a:lnTo>
                    <a:pt x="5305860" y="1694881"/>
                  </a:lnTo>
                  <a:lnTo>
                    <a:pt x="5310139" y="1755363"/>
                  </a:lnTo>
                  <a:lnTo>
                    <a:pt x="5314418" y="1907422"/>
                  </a:lnTo>
                  <a:lnTo>
                    <a:pt x="5318697" y="2137471"/>
                  </a:lnTo>
                  <a:lnTo>
                    <a:pt x="5322976" y="2358343"/>
                  </a:lnTo>
                  <a:lnTo>
                    <a:pt x="5327255" y="2511326"/>
                  </a:lnTo>
                  <a:lnTo>
                    <a:pt x="5331534" y="2657712"/>
                  </a:lnTo>
                  <a:lnTo>
                    <a:pt x="5335813" y="2714755"/>
                  </a:lnTo>
                  <a:lnTo>
                    <a:pt x="5340092" y="2630223"/>
                  </a:lnTo>
                  <a:lnTo>
                    <a:pt x="5344371" y="2473247"/>
                  </a:lnTo>
                  <a:lnTo>
                    <a:pt x="5348649" y="2289510"/>
                  </a:lnTo>
                  <a:lnTo>
                    <a:pt x="5352928" y="2216250"/>
                  </a:lnTo>
                  <a:lnTo>
                    <a:pt x="5357207" y="2150401"/>
                  </a:lnTo>
                  <a:lnTo>
                    <a:pt x="5361486" y="2131612"/>
                  </a:lnTo>
                  <a:lnTo>
                    <a:pt x="5365765" y="2146449"/>
                  </a:lnTo>
                  <a:lnTo>
                    <a:pt x="5370044" y="2203753"/>
                  </a:lnTo>
                  <a:lnTo>
                    <a:pt x="5374323" y="2328536"/>
                  </a:lnTo>
                  <a:lnTo>
                    <a:pt x="5378602" y="2428344"/>
                  </a:lnTo>
                  <a:lnTo>
                    <a:pt x="5382881" y="2562422"/>
                  </a:lnTo>
                  <a:lnTo>
                    <a:pt x="5387160" y="2683048"/>
                  </a:lnTo>
                  <a:lnTo>
                    <a:pt x="5391439" y="2763006"/>
                  </a:lnTo>
                  <a:lnTo>
                    <a:pt x="5395718" y="2733404"/>
                  </a:lnTo>
                  <a:lnTo>
                    <a:pt x="5399996" y="2701325"/>
                  </a:lnTo>
                  <a:lnTo>
                    <a:pt x="5404275" y="2636659"/>
                  </a:lnTo>
                  <a:lnTo>
                    <a:pt x="5408554" y="2521318"/>
                  </a:lnTo>
                  <a:lnTo>
                    <a:pt x="5412833" y="2385800"/>
                  </a:lnTo>
                  <a:lnTo>
                    <a:pt x="5417112" y="2245571"/>
                  </a:lnTo>
                  <a:lnTo>
                    <a:pt x="5421391" y="2230251"/>
                  </a:lnTo>
                  <a:lnTo>
                    <a:pt x="5425670" y="2243845"/>
                  </a:lnTo>
                  <a:lnTo>
                    <a:pt x="5429949" y="2294874"/>
                  </a:lnTo>
                  <a:lnTo>
                    <a:pt x="5434228" y="2226837"/>
                  </a:lnTo>
                  <a:lnTo>
                    <a:pt x="5438507" y="2099250"/>
                  </a:lnTo>
                  <a:lnTo>
                    <a:pt x="5442786" y="2098587"/>
                  </a:lnTo>
                  <a:lnTo>
                    <a:pt x="5447065" y="2023445"/>
                  </a:lnTo>
                  <a:lnTo>
                    <a:pt x="5451344" y="1923908"/>
                  </a:lnTo>
                  <a:lnTo>
                    <a:pt x="5455622" y="1879227"/>
                  </a:lnTo>
                  <a:lnTo>
                    <a:pt x="5459901" y="2005025"/>
                  </a:lnTo>
                  <a:lnTo>
                    <a:pt x="5464180" y="2133768"/>
                  </a:lnTo>
                  <a:lnTo>
                    <a:pt x="5468459" y="2049491"/>
                  </a:lnTo>
                  <a:lnTo>
                    <a:pt x="5472738" y="1953836"/>
                  </a:lnTo>
                  <a:lnTo>
                    <a:pt x="5477017" y="1953887"/>
                  </a:lnTo>
                  <a:lnTo>
                    <a:pt x="5481296" y="1972334"/>
                  </a:lnTo>
                  <a:lnTo>
                    <a:pt x="5485575" y="1857707"/>
                  </a:lnTo>
                  <a:lnTo>
                    <a:pt x="5489854" y="1759177"/>
                  </a:lnTo>
                  <a:lnTo>
                    <a:pt x="5494133" y="1789199"/>
                  </a:lnTo>
                  <a:lnTo>
                    <a:pt x="5498412" y="1806738"/>
                  </a:lnTo>
                  <a:lnTo>
                    <a:pt x="5502691" y="1731183"/>
                  </a:lnTo>
                  <a:lnTo>
                    <a:pt x="5506969" y="1607662"/>
                  </a:lnTo>
                  <a:lnTo>
                    <a:pt x="5511248" y="1497877"/>
                  </a:lnTo>
                  <a:lnTo>
                    <a:pt x="5515527" y="1399179"/>
                  </a:lnTo>
                  <a:lnTo>
                    <a:pt x="5519806" y="1332222"/>
                  </a:lnTo>
                  <a:lnTo>
                    <a:pt x="5524085" y="1400780"/>
                  </a:lnTo>
                  <a:lnTo>
                    <a:pt x="5528364" y="1405830"/>
                  </a:lnTo>
                  <a:lnTo>
                    <a:pt x="5532643" y="1406018"/>
                  </a:lnTo>
                  <a:lnTo>
                    <a:pt x="5536922" y="1451258"/>
                  </a:lnTo>
                  <a:lnTo>
                    <a:pt x="5541201" y="1512635"/>
                  </a:lnTo>
                  <a:lnTo>
                    <a:pt x="5545480" y="1568341"/>
                  </a:lnTo>
                  <a:lnTo>
                    <a:pt x="5549759" y="1598741"/>
                  </a:lnTo>
                  <a:lnTo>
                    <a:pt x="5554038" y="1621443"/>
                  </a:lnTo>
                  <a:lnTo>
                    <a:pt x="5558317" y="1695819"/>
                  </a:lnTo>
                  <a:lnTo>
                    <a:pt x="5562595" y="1777495"/>
                  </a:lnTo>
                  <a:lnTo>
                    <a:pt x="5566874" y="1805655"/>
                  </a:lnTo>
                  <a:lnTo>
                    <a:pt x="5571153" y="1763466"/>
                  </a:lnTo>
                  <a:lnTo>
                    <a:pt x="5575432" y="1708138"/>
                  </a:lnTo>
                  <a:lnTo>
                    <a:pt x="5579711" y="1777808"/>
                  </a:lnTo>
                  <a:lnTo>
                    <a:pt x="5583990" y="1734519"/>
                  </a:lnTo>
                  <a:lnTo>
                    <a:pt x="5588269" y="1668003"/>
                  </a:lnTo>
                  <a:lnTo>
                    <a:pt x="5592548" y="1677461"/>
                  </a:lnTo>
                  <a:lnTo>
                    <a:pt x="5596827" y="1700082"/>
                  </a:lnTo>
                  <a:lnTo>
                    <a:pt x="5601106" y="1687818"/>
                  </a:lnTo>
                  <a:lnTo>
                    <a:pt x="5605385" y="1635117"/>
                  </a:lnTo>
                  <a:lnTo>
                    <a:pt x="5609664" y="1631527"/>
                  </a:lnTo>
                  <a:lnTo>
                    <a:pt x="5613942" y="1632112"/>
                  </a:lnTo>
                  <a:lnTo>
                    <a:pt x="5618221" y="1591601"/>
                  </a:lnTo>
                  <a:lnTo>
                    <a:pt x="5622500" y="1593769"/>
                  </a:lnTo>
                  <a:lnTo>
                    <a:pt x="5626779" y="1684039"/>
                  </a:lnTo>
                  <a:lnTo>
                    <a:pt x="5631058" y="1751506"/>
                  </a:lnTo>
                  <a:lnTo>
                    <a:pt x="5635337" y="1805530"/>
                  </a:lnTo>
                  <a:lnTo>
                    <a:pt x="5639616" y="1948866"/>
                  </a:lnTo>
                  <a:lnTo>
                    <a:pt x="5643895" y="2039797"/>
                  </a:lnTo>
                  <a:lnTo>
                    <a:pt x="5648174" y="2030859"/>
                  </a:lnTo>
                  <a:lnTo>
                    <a:pt x="5652453" y="1955326"/>
                  </a:lnTo>
                  <a:lnTo>
                    <a:pt x="5656732" y="1928071"/>
                  </a:lnTo>
                  <a:lnTo>
                    <a:pt x="5661011" y="1890457"/>
                  </a:lnTo>
                  <a:lnTo>
                    <a:pt x="5665290" y="1749763"/>
                  </a:lnTo>
                  <a:lnTo>
                    <a:pt x="5669568" y="1692078"/>
                  </a:lnTo>
                  <a:lnTo>
                    <a:pt x="5673847" y="1817843"/>
                  </a:lnTo>
                  <a:lnTo>
                    <a:pt x="5678126" y="1934846"/>
                  </a:lnTo>
                  <a:lnTo>
                    <a:pt x="5682405" y="1938839"/>
                  </a:lnTo>
                  <a:lnTo>
                    <a:pt x="5686684" y="1955816"/>
                  </a:lnTo>
                  <a:lnTo>
                    <a:pt x="5690963" y="1949439"/>
                  </a:lnTo>
                  <a:lnTo>
                    <a:pt x="5695242" y="1912098"/>
                  </a:lnTo>
                  <a:lnTo>
                    <a:pt x="5699521" y="1801149"/>
                  </a:lnTo>
                  <a:lnTo>
                    <a:pt x="5703800" y="1706684"/>
                  </a:lnTo>
                  <a:lnTo>
                    <a:pt x="5708079" y="1653059"/>
                  </a:lnTo>
                  <a:lnTo>
                    <a:pt x="5712358" y="1598084"/>
                  </a:lnTo>
                  <a:lnTo>
                    <a:pt x="5716637" y="1585931"/>
                  </a:lnTo>
                  <a:lnTo>
                    <a:pt x="5720915" y="1631280"/>
                  </a:lnTo>
                  <a:lnTo>
                    <a:pt x="5725194" y="1695791"/>
                  </a:lnTo>
                  <a:lnTo>
                    <a:pt x="5729473" y="1766427"/>
                  </a:lnTo>
                  <a:lnTo>
                    <a:pt x="5733752" y="1923648"/>
                  </a:lnTo>
                  <a:lnTo>
                    <a:pt x="5738031" y="2052266"/>
                  </a:lnTo>
                  <a:lnTo>
                    <a:pt x="5742310" y="2124529"/>
                  </a:lnTo>
                  <a:lnTo>
                    <a:pt x="5746589" y="2160383"/>
                  </a:lnTo>
                  <a:lnTo>
                    <a:pt x="5750868" y="2150313"/>
                  </a:lnTo>
                  <a:lnTo>
                    <a:pt x="5755147" y="2032032"/>
                  </a:lnTo>
                  <a:lnTo>
                    <a:pt x="5759426" y="1830163"/>
                  </a:lnTo>
                  <a:lnTo>
                    <a:pt x="5763705" y="1721079"/>
                  </a:lnTo>
                  <a:lnTo>
                    <a:pt x="5767984" y="1742630"/>
                  </a:lnTo>
                  <a:lnTo>
                    <a:pt x="5772263" y="1699784"/>
                  </a:lnTo>
                  <a:lnTo>
                    <a:pt x="5776541" y="1633663"/>
                  </a:lnTo>
                  <a:lnTo>
                    <a:pt x="5780820" y="1803012"/>
                  </a:lnTo>
                  <a:lnTo>
                    <a:pt x="5785099" y="1956183"/>
                  </a:lnTo>
                  <a:lnTo>
                    <a:pt x="5789378" y="1940606"/>
                  </a:lnTo>
                  <a:lnTo>
                    <a:pt x="5793657" y="1828232"/>
                  </a:lnTo>
                  <a:lnTo>
                    <a:pt x="5797936" y="1688239"/>
                  </a:lnTo>
                  <a:lnTo>
                    <a:pt x="5802215" y="1628768"/>
                  </a:lnTo>
                  <a:lnTo>
                    <a:pt x="5806494" y="1489405"/>
                  </a:lnTo>
                  <a:lnTo>
                    <a:pt x="5810773" y="1373308"/>
                  </a:lnTo>
                  <a:lnTo>
                    <a:pt x="5815052" y="1326239"/>
                  </a:lnTo>
                  <a:lnTo>
                    <a:pt x="5819331" y="1253395"/>
                  </a:lnTo>
                  <a:lnTo>
                    <a:pt x="5823610" y="1277048"/>
                  </a:lnTo>
                  <a:lnTo>
                    <a:pt x="5827888" y="1191488"/>
                  </a:lnTo>
                  <a:lnTo>
                    <a:pt x="5832167" y="1025817"/>
                  </a:lnTo>
                  <a:lnTo>
                    <a:pt x="5836446" y="881925"/>
                  </a:lnTo>
                  <a:lnTo>
                    <a:pt x="5840725" y="829914"/>
                  </a:lnTo>
                  <a:lnTo>
                    <a:pt x="5845004" y="891842"/>
                  </a:lnTo>
                  <a:lnTo>
                    <a:pt x="5849283" y="1013775"/>
                  </a:lnTo>
                  <a:lnTo>
                    <a:pt x="5853562" y="1087338"/>
                  </a:lnTo>
                  <a:lnTo>
                    <a:pt x="5857841" y="1112481"/>
                  </a:lnTo>
                  <a:lnTo>
                    <a:pt x="5862120" y="1109788"/>
                  </a:lnTo>
                  <a:lnTo>
                    <a:pt x="5866399" y="1069634"/>
                  </a:lnTo>
                  <a:lnTo>
                    <a:pt x="5870678" y="936448"/>
                  </a:lnTo>
                  <a:lnTo>
                    <a:pt x="5874957" y="725535"/>
                  </a:lnTo>
                  <a:lnTo>
                    <a:pt x="5879236" y="622274"/>
                  </a:lnTo>
                  <a:lnTo>
                    <a:pt x="5883514" y="565727"/>
                  </a:lnTo>
                  <a:lnTo>
                    <a:pt x="5887793" y="535080"/>
                  </a:lnTo>
                  <a:lnTo>
                    <a:pt x="5892072" y="502036"/>
                  </a:lnTo>
                  <a:lnTo>
                    <a:pt x="5896351" y="539727"/>
                  </a:lnTo>
                  <a:lnTo>
                    <a:pt x="5900630" y="630566"/>
                  </a:lnTo>
                  <a:lnTo>
                    <a:pt x="5904909" y="716038"/>
                  </a:lnTo>
                  <a:lnTo>
                    <a:pt x="5909188" y="871072"/>
                  </a:lnTo>
                  <a:lnTo>
                    <a:pt x="5913467" y="1023428"/>
                  </a:lnTo>
                  <a:lnTo>
                    <a:pt x="5917746" y="1079237"/>
                  </a:lnTo>
                  <a:lnTo>
                    <a:pt x="5922025" y="1047402"/>
                  </a:lnTo>
                  <a:lnTo>
                    <a:pt x="5926304" y="1002496"/>
                  </a:lnTo>
                  <a:lnTo>
                    <a:pt x="5930583" y="958734"/>
                  </a:lnTo>
                  <a:lnTo>
                    <a:pt x="5934861" y="861038"/>
                  </a:lnTo>
                  <a:lnTo>
                    <a:pt x="5939140" y="682333"/>
                  </a:lnTo>
                  <a:lnTo>
                    <a:pt x="5943419" y="623952"/>
                  </a:lnTo>
                  <a:lnTo>
                    <a:pt x="5947698" y="689364"/>
                  </a:lnTo>
                  <a:lnTo>
                    <a:pt x="5951977" y="791119"/>
                  </a:lnTo>
                  <a:lnTo>
                    <a:pt x="5956256" y="903081"/>
                  </a:lnTo>
                  <a:lnTo>
                    <a:pt x="5960535" y="1043838"/>
                  </a:lnTo>
                  <a:lnTo>
                    <a:pt x="5964814" y="1216919"/>
                  </a:lnTo>
                  <a:lnTo>
                    <a:pt x="5969093" y="1335143"/>
                  </a:lnTo>
                  <a:lnTo>
                    <a:pt x="5973372" y="1405296"/>
                  </a:lnTo>
                  <a:lnTo>
                    <a:pt x="5977651" y="1431044"/>
                  </a:lnTo>
                  <a:lnTo>
                    <a:pt x="5981930" y="1423387"/>
                  </a:lnTo>
                  <a:lnTo>
                    <a:pt x="5986209" y="1332046"/>
                  </a:lnTo>
                  <a:lnTo>
                    <a:pt x="5990487" y="1267360"/>
                  </a:lnTo>
                  <a:lnTo>
                    <a:pt x="5994766" y="1221028"/>
                  </a:lnTo>
                  <a:lnTo>
                    <a:pt x="5999045" y="1111889"/>
                  </a:lnTo>
                  <a:lnTo>
                    <a:pt x="6003324" y="986654"/>
                  </a:lnTo>
                  <a:lnTo>
                    <a:pt x="6007603" y="845361"/>
                  </a:lnTo>
                  <a:lnTo>
                    <a:pt x="6011882" y="751817"/>
                  </a:lnTo>
                  <a:lnTo>
                    <a:pt x="6016161" y="740898"/>
                  </a:lnTo>
                  <a:lnTo>
                    <a:pt x="6020440" y="710105"/>
                  </a:lnTo>
                  <a:lnTo>
                    <a:pt x="6024719" y="702098"/>
                  </a:lnTo>
                  <a:lnTo>
                    <a:pt x="6028998" y="694427"/>
                  </a:lnTo>
                  <a:lnTo>
                    <a:pt x="6033277" y="780167"/>
                  </a:lnTo>
                  <a:lnTo>
                    <a:pt x="6037556" y="912826"/>
                  </a:lnTo>
                  <a:lnTo>
                    <a:pt x="6041834" y="971081"/>
                  </a:lnTo>
                  <a:lnTo>
                    <a:pt x="6046113" y="981648"/>
                  </a:lnTo>
                  <a:lnTo>
                    <a:pt x="6050392" y="993758"/>
                  </a:lnTo>
                  <a:lnTo>
                    <a:pt x="6054671" y="1019693"/>
                  </a:lnTo>
                  <a:lnTo>
                    <a:pt x="6058950" y="1021322"/>
                  </a:lnTo>
                  <a:lnTo>
                    <a:pt x="6063229" y="1022655"/>
                  </a:lnTo>
                  <a:lnTo>
                    <a:pt x="6067508" y="1013188"/>
                  </a:lnTo>
                  <a:lnTo>
                    <a:pt x="6071787" y="1081480"/>
                  </a:lnTo>
                  <a:lnTo>
                    <a:pt x="6076066" y="1091253"/>
                  </a:lnTo>
                  <a:lnTo>
                    <a:pt x="6080345" y="1029059"/>
                  </a:lnTo>
                  <a:lnTo>
                    <a:pt x="6084624" y="948283"/>
                  </a:lnTo>
                  <a:lnTo>
                    <a:pt x="6088903" y="884753"/>
                  </a:lnTo>
                  <a:lnTo>
                    <a:pt x="6093182" y="848941"/>
                  </a:lnTo>
                  <a:lnTo>
                    <a:pt x="6097460" y="741828"/>
                  </a:lnTo>
                  <a:lnTo>
                    <a:pt x="6101739" y="759948"/>
                  </a:lnTo>
                  <a:lnTo>
                    <a:pt x="6106018" y="848890"/>
                  </a:lnTo>
                  <a:lnTo>
                    <a:pt x="6110297" y="878772"/>
                  </a:lnTo>
                  <a:lnTo>
                    <a:pt x="6114576" y="808044"/>
                  </a:lnTo>
                  <a:lnTo>
                    <a:pt x="6118855" y="763210"/>
                  </a:lnTo>
                  <a:lnTo>
                    <a:pt x="6123134" y="869717"/>
                  </a:lnTo>
                  <a:lnTo>
                    <a:pt x="6127413" y="928008"/>
                  </a:lnTo>
                  <a:lnTo>
                    <a:pt x="6131692" y="1013168"/>
                  </a:lnTo>
                  <a:lnTo>
                    <a:pt x="6135971" y="1191839"/>
                  </a:lnTo>
                  <a:lnTo>
                    <a:pt x="6140250" y="1461504"/>
                  </a:lnTo>
                  <a:lnTo>
                    <a:pt x="6144529" y="1577183"/>
                  </a:lnTo>
                  <a:lnTo>
                    <a:pt x="6148807" y="1561191"/>
                  </a:lnTo>
                  <a:lnTo>
                    <a:pt x="6153086" y="1504113"/>
                  </a:lnTo>
                  <a:lnTo>
                    <a:pt x="6157365" y="1433952"/>
                  </a:lnTo>
                  <a:lnTo>
                    <a:pt x="6161644" y="1314557"/>
                  </a:lnTo>
                  <a:lnTo>
                    <a:pt x="6165923" y="1136389"/>
                  </a:lnTo>
                  <a:lnTo>
                    <a:pt x="6170202" y="1069293"/>
                  </a:lnTo>
                  <a:lnTo>
                    <a:pt x="6174481" y="990730"/>
                  </a:lnTo>
                  <a:lnTo>
                    <a:pt x="6178760" y="1019279"/>
                  </a:lnTo>
                  <a:lnTo>
                    <a:pt x="6183039" y="1081899"/>
                  </a:lnTo>
                  <a:lnTo>
                    <a:pt x="6187318" y="1097287"/>
                  </a:lnTo>
                  <a:lnTo>
                    <a:pt x="6191597" y="1151298"/>
                  </a:lnTo>
                  <a:lnTo>
                    <a:pt x="6195876" y="1194347"/>
                  </a:lnTo>
                  <a:lnTo>
                    <a:pt x="6200155" y="1265974"/>
                  </a:lnTo>
                  <a:lnTo>
                    <a:pt x="6204433" y="1294459"/>
                  </a:lnTo>
                  <a:lnTo>
                    <a:pt x="6208712" y="1240393"/>
                  </a:lnTo>
                  <a:lnTo>
                    <a:pt x="6212991" y="1277093"/>
                  </a:lnTo>
                  <a:lnTo>
                    <a:pt x="6217270" y="1426215"/>
                  </a:lnTo>
                  <a:lnTo>
                    <a:pt x="6221549" y="1533283"/>
                  </a:lnTo>
                  <a:lnTo>
                    <a:pt x="6225828" y="1713366"/>
                  </a:lnTo>
                  <a:lnTo>
                    <a:pt x="6230107" y="1897996"/>
                  </a:lnTo>
                  <a:lnTo>
                    <a:pt x="6234386" y="2075829"/>
                  </a:lnTo>
                  <a:lnTo>
                    <a:pt x="6238665" y="2121579"/>
                  </a:lnTo>
                  <a:lnTo>
                    <a:pt x="6242944" y="2009560"/>
                  </a:lnTo>
                  <a:lnTo>
                    <a:pt x="6247223" y="1932760"/>
                  </a:lnTo>
                  <a:lnTo>
                    <a:pt x="6251502" y="1781711"/>
                  </a:lnTo>
                  <a:lnTo>
                    <a:pt x="6255780" y="1618043"/>
                  </a:lnTo>
                  <a:lnTo>
                    <a:pt x="6260059" y="1533274"/>
                  </a:lnTo>
                  <a:lnTo>
                    <a:pt x="6264338" y="1651024"/>
                  </a:lnTo>
                  <a:lnTo>
                    <a:pt x="6268617" y="1875206"/>
                  </a:lnTo>
                  <a:lnTo>
                    <a:pt x="6272896" y="1990457"/>
                  </a:lnTo>
                  <a:lnTo>
                    <a:pt x="6277175" y="2084074"/>
                  </a:lnTo>
                  <a:lnTo>
                    <a:pt x="6281454" y="2132097"/>
                  </a:lnTo>
                  <a:lnTo>
                    <a:pt x="6285733" y="2124303"/>
                  </a:lnTo>
                  <a:lnTo>
                    <a:pt x="6290012" y="2085791"/>
                  </a:lnTo>
                  <a:lnTo>
                    <a:pt x="6294291" y="2006172"/>
                  </a:lnTo>
                  <a:lnTo>
                    <a:pt x="6298570" y="2111684"/>
                  </a:lnTo>
                  <a:lnTo>
                    <a:pt x="6302849" y="2267992"/>
                  </a:lnTo>
                  <a:lnTo>
                    <a:pt x="6307127" y="2427800"/>
                  </a:lnTo>
                  <a:lnTo>
                    <a:pt x="6311406" y="2581958"/>
                  </a:lnTo>
                  <a:lnTo>
                    <a:pt x="6315685" y="2544965"/>
                  </a:lnTo>
                  <a:lnTo>
                    <a:pt x="6319964" y="2547005"/>
                  </a:lnTo>
                  <a:lnTo>
                    <a:pt x="6324243" y="2506535"/>
                  </a:lnTo>
                  <a:lnTo>
                    <a:pt x="6328522" y="2336609"/>
                  </a:lnTo>
                  <a:lnTo>
                    <a:pt x="6332801" y="2202797"/>
                  </a:lnTo>
                  <a:lnTo>
                    <a:pt x="6337080" y="2186787"/>
                  </a:lnTo>
                  <a:lnTo>
                    <a:pt x="6341359" y="2315626"/>
                  </a:lnTo>
                  <a:lnTo>
                    <a:pt x="6345638" y="2255057"/>
                  </a:lnTo>
                  <a:lnTo>
                    <a:pt x="6349917" y="2176971"/>
                  </a:lnTo>
                  <a:lnTo>
                    <a:pt x="6354196" y="2302821"/>
                  </a:lnTo>
                  <a:lnTo>
                    <a:pt x="6358475" y="2496604"/>
                  </a:lnTo>
                  <a:lnTo>
                    <a:pt x="6362753" y="2587912"/>
                  </a:lnTo>
                  <a:lnTo>
                    <a:pt x="6367032" y="2577567"/>
                  </a:lnTo>
                  <a:lnTo>
                    <a:pt x="6371311" y="2583147"/>
                  </a:lnTo>
                  <a:lnTo>
                    <a:pt x="6375590" y="2566758"/>
                  </a:lnTo>
                  <a:lnTo>
                    <a:pt x="6379869" y="2416007"/>
                  </a:lnTo>
                  <a:lnTo>
                    <a:pt x="6384148" y="2231806"/>
                  </a:lnTo>
                  <a:lnTo>
                    <a:pt x="6388427" y="2231907"/>
                  </a:lnTo>
                  <a:lnTo>
                    <a:pt x="6392706" y="2341635"/>
                  </a:lnTo>
                  <a:lnTo>
                    <a:pt x="6396985" y="2453073"/>
                  </a:lnTo>
                  <a:lnTo>
                    <a:pt x="6401264" y="2591890"/>
                  </a:lnTo>
                  <a:lnTo>
                    <a:pt x="6405543" y="2799109"/>
                  </a:lnTo>
                  <a:lnTo>
                    <a:pt x="6409822" y="2999317"/>
                  </a:lnTo>
                  <a:lnTo>
                    <a:pt x="6414100" y="3013549"/>
                  </a:lnTo>
                  <a:lnTo>
                    <a:pt x="6418379" y="2929647"/>
                  </a:lnTo>
                  <a:lnTo>
                    <a:pt x="6422658" y="2826905"/>
                  </a:lnTo>
                  <a:lnTo>
                    <a:pt x="6426937" y="2724382"/>
                  </a:lnTo>
                  <a:lnTo>
                    <a:pt x="6431216" y="2679153"/>
                  </a:lnTo>
                  <a:lnTo>
                    <a:pt x="6435495" y="2665499"/>
                  </a:lnTo>
                  <a:lnTo>
                    <a:pt x="6439774" y="2665605"/>
                  </a:lnTo>
                  <a:lnTo>
                    <a:pt x="6444053" y="2661523"/>
                  </a:lnTo>
                  <a:lnTo>
                    <a:pt x="6448332" y="2750609"/>
                  </a:lnTo>
                  <a:lnTo>
                    <a:pt x="6452611" y="2899736"/>
                  </a:lnTo>
                  <a:lnTo>
                    <a:pt x="6456890" y="2960423"/>
                  </a:lnTo>
                  <a:lnTo>
                    <a:pt x="6461169" y="2936104"/>
                  </a:lnTo>
                  <a:lnTo>
                    <a:pt x="6465448" y="2907870"/>
                  </a:lnTo>
                  <a:lnTo>
                    <a:pt x="6469726" y="2934210"/>
                  </a:lnTo>
                  <a:lnTo>
                    <a:pt x="6474005" y="2966325"/>
                  </a:lnTo>
                  <a:lnTo>
                    <a:pt x="6478284" y="2950062"/>
                  </a:lnTo>
                  <a:lnTo>
                    <a:pt x="6482563" y="2956813"/>
                  </a:lnTo>
                  <a:lnTo>
                    <a:pt x="6486842" y="2979239"/>
                  </a:lnTo>
                  <a:lnTo>
                    <a:pt x="6491121" y="2939379"/>
                  </a:lnTo>
                  <a:lnTo>
                    <a:pt x="6495400" y="2866960"/>
                  </a:lnTo>
                  <a:lnTo>
                    <a:pt x="6499679" y="2854605"/>
                  </a:lnTo>
                  <a:lnTo>
                    <a:pt x="6503958" y="2886678"/>
                  </a:lnTo>
                  <a:lnTo>
                    <a:pt x="6508237" y="2880981"/>
                  </a:lnTo>
                  <a:lnTo>
                    <a:pt x="6512516" y="2852055"/>
                  </a:lnTo>
                  <a:lnTo>
                    <a:pt x="6516795" y="2856532"/>
                  </a:lnTo>
                  <a:lnTo>
                    <a:pt x="6521073" y="2903850"/>
                  </a:lnTo>
                  <a:lnTo>
                    <a:pt x="6525352" y="2874599"/>
                  </a:lnTo>
                  <a:lnTo>
                    <a:pt x="6529631" y="2813333"/>
                  </a:lnTo>
                  <a:lnTo>
                    <a:pt x="6533910" y="2796100"/>
                  </a:lnTo>
                  <a:lnTo>
                    <a:pt x="6538189" y="2836993"/>
                  </a:lnTo>
                  <a:lnTo>
                    <a:pt x="6542468" y="2868321"/>
                  </a:lnTo>
                  <a:lnTo>
                    <a:pt x="6546747" y="2812277"/>
                  </a:lnTo>
                  <a:lnTo>
                    <a:pt x="6551026" y="2730105"/>
                  </a:lnTo>
                  <a:lnTo>
                    <a:pt x="6555305" y="2695935"/>
                  </a:lnTo>
                  <a:lnTo>
                    <a:pt x="6559584" y="2734172"/>
                  </a:lnTo>
                  <a:lnTo>
                    <a:pt x="6563863" y="2731877"/>
                  </a:lnTo>
                  <a:lnTo>
                    <a:pt x="6568142" y="2706790"/>
                  </a:lnTo>
                  <a:lnTo>
                    <a:pt x="6572421" y="2742917"/>
                  </a:lnTo>
                  <a:lnTo>
                    <a:pt x="6576699" y="2849745"/>
                  </a:lnTo>
                  <a:lnTo>
                    <a:pt x="6580978" y="2893958"/>
                  </a:lnTo>
                  <a:lnTo>
                    <a:pt x="6585257" y="2843249"/>
                  </a:lnTo>
                  <a:lnTo>
                    <a:pt x="6589536" y="2831881"/>
                  </a:lnTo>
                  <a:lnTo>
                    <a:pt x="6593815" y="2878972"/>
                  </a:lnTo>
                  <a:lnTo>
                    <a:pt x="6598094" y="2906713"/>
                  </a:lnTo>
                  <a:lnTo>
                    <a:pt x="6602373" y="2902416"/>
                  </a:lnTo>
                  <a:lnTo>
                    <a:pt x="6606652" y="2921878"/>
                  </a:lnTo>
                  <a:lnTo>
                    <a:pt x="6610931" y="2959636"/>
                  </a:lnTo>
                  <a:lnTo>
                    <a:pt x="6615210" y="2977017"/>
                  </a:lnTo>
                  <a:lnTo>
                    <a:pt x="6619489" y="2939307"/>
                  </a:lnTo>
                  <a:lnTo>
                    <a:pt x="6623768" y="2831390"/>
                  </a:lnTo>
                  <a:lnTo>
                    <a:pt x="6628046" y="2819258"/>
                  </a:lnTo>
                  <a:lnTo>
                    <a:pt x="6632325" y="2852416"/>
                  </a:lnTo>
                  <a:lnTo>
                    <a:pt x="6636604" y="2862422"/>
                  </a:lnTo>
                  <a:lnTo>
                    <a:pt x="6640883" y="2864557"/>
                  </a:lnTo>
                  <a:lnTo>
                    <a:pt x="6645162" y="2911102"/>
                  </a:lnTo>
                  <a:lnTo>
                    <a:pt x="6649441" y="3027446"/>
                  </a:lnTo>
                  <a:lnTo>
                    <a:pt x="6653720" y="3059307"/>
                  </a:lnTo>
                  <a:lnTo>
                    <a:pt x="6657999" y="2995732"/>
                  </a:lnTo>
                  <a:lnTo>
                    <a:pt x="6662278" y="2898276"/>
                  </a:lnTo>
                  <a:lnTo>
                    <a:pt x="6666557" y="2776145"/>
                  </a:lnTo>
                  <a:lnTo>
                    <a:pt x="6670836" y="2681689"/>
                  </a:lnTo>
                  <a:lnTo>
                    <a:pt x="6675115" y="2686228"/>
                  </a:lnTo>
                  <a:lnTo>
                    <a:pt x="6679394" y="2722648"/>
                  </a:lnTo>
                  <a:lnTo>
                    <a:pt x="6683672" y="2786224"/>
                  </a:lnTo>
                  <a:lnTo>
                    <a:pt x="6687951" y="2873811"/>
                  </a:lnTo>
                  <a:lnTo>
                    <a:pt x="6692230" y="2989072"/>
                  </a:lnTo>
                  <a:lnTo>
                    <a:pt x="6696509" y="3074711"/>
                  </a:lnTo>
                  <a:lnTo>
                    <a:pt x="6700788" y="3081657"/>
                  </a:lnTo>
                  <a:lnTo>
                    <a:pt x="6705067" y="3052406"/>
                  </a:lnTo>
                  <a:lnTo>
                    <a:pt x="6709346" y="3025151"/>
                  </a:lnTo>
                  <a:lnTo>
                    <a:pt x="6713625" y="3025011"/>
                  </a:lnTo>
                  <a:lnTo>
                    <a:pt x="6717904" y="3029745"/>
                  </a:lnTo>
                  <a:lnTo>
                    <a:pt x="6722183" y="3018475"/>
                  </a:lnTo>
                  <a:lnTo>
                    <a:pt x="6726462" y="2962616"/>
                  </a:lnTo>
                  <a:lnTo>
                    <a:pt x="6730741" y="2921512"/>
                  </a:lnTo>
                  <a:lnTo>
                    <a:pt x="6735019" y="2910656"/>
                  </a:lnTo>
                  <a:lnTo>
                    <a:pt x="6739298" y="2915069"/>
                  </a:lnTo>
                  <a:lnTo>
                    <a:pt x="6743577" y="2942326"/>
                  </a:lnTo>
                  <a:lnTo>
                    <a:pt x="6747856" y="2974613"/>
                  </a:lnTo>
                  <a:lnTo>
                    <a:pt x="6752135" y="3048524"/>
                  </a:lnTo>
                  <a:lnTo>
                    <a:pt x="6756414" y="3116972"/>
                  </a:lnTo>
                  <a:lnTo>
                    <a:pt x="6756414" y="3116972"/>
                  </a:lnTo>
                  <a:lnTo>
                    <a:pt x="6760693" y="3116972"/>
                  </a:lnTo>
                  <a:lnTo>
                    <a:pt x="6764972" y="3089486"/>
                  </a:lnTo>
                  <a:lnTo>
                    <a:pt x="6769251" y="3070464"/>
                  </a:lnTo>
                  <a:lnTo>
                    <a:pt x="6773530" y="3085208"/>
                  </a:lnTo>
                  <a:lnTo>
                    <a:pt x="6777809" y="3092186"/>
                  </a:lnTo>
                  <a:lnTo>
                    <a:pt x="6782088" y="3080767"/>
                  </a:lnTo>
                  <a:lnTo>
                    <a:pt x="6786367" y="3077970"/>
                  </a:lnTo>
                  <a:lnTo>
                    <a:pt x="6790645" y="3088776"/>
                  </a:lnTo>
                  <a:lnTo>
                    <a:pt x="6794924" y="3082077"/>
                  </a:lnTo>
                  <a:lnTo>
                    <a:pt x="6799203" y="3054822"/>
                  </a:lnTo>
                  <a:lnTo>
                    <a:pt x="6803482" y="3021037"/>
                  </a:lnTo>
                  <a:lnTo>
                    <a:pt x="6807761" y="2997767"/>
                  </a:lnTo>
                  <a:lnTo>
                    <a:pt x="6812040" y="2980115"/>
                  </a:lnTo>
                  <a:lnTo>
                    <a:pt x="6816319" y="2970104"/>
                  </a:lnTo>
                  <a:lnTo>
                    <a:pt x="6820598" y="2922726"/>
                  </a:lnTo>
                  <a:lnTo>
                    <a:pt x="6824877" y="2907580"/>
                  </a:lnTo>
                  <a:lnTo>
                    <a:pt x="6829156" y="2923075"/>
                  </a:lnTo>
                  <a:lnTo>
                    <a:pt x="6833435" y="2937072"/>
                  </a:lnTo>
                  <a:lnTo>
                    <a:pt x="6837714" y="2935519"/>
                  </a:lnTo>
                  <a:lnTo>
                    <a:pt x="6841992" y="2885991"/>
                  </a:lnTo>
                  <a:lnTo>
                    <a:pt x="6846271" y="2859889"/>
                  </a:lnTo>
                  <a:lnTo>
                    <a:pt x="6850550" y="2861223"/>
                  </a:lnTo>
                  <a:lnTo>
                    <a:pt x="6854829" y="2854213"/>
                  </a:lnTo>
                  <a:lnTo>
                    <a:pt x="6859108" y="2798436"/>
                  </a:lnTo>
                  <a:lnTo>
                    <a:pt x="6863387" y="2789517"/>
                  </a:lnTo>
                  <a:lnTo>
                    <a:pt x="6867666" y="2886669"/>
                  </a:lnTo>
                  <a:lnTo>
                    <a:pt x="6871945" y="2950179"/>
                  </a:lnTo>
                  <a:lnTo>
                    <a:pt x="6876224" y="2924080"/>
                  </a:lnTo>
                  <a:lnTo>
                    <a:pt x="6880503" y="2931546"/>
                  </a:lnTo>
                  <a:lnTo>
                    <a:pt x="6884782" y="2996599"/>
                  </a:lnTo>
                  <a:lnTo>
                    <a:pt x="6889061" y="3033875"/>
                  </a:lnTo>
                  <a:lnTo>
                    <a:pt x="6893340" y="2999491"/>
                  </a:lnTo>
                  <a:lnTo>
                    <a:pt x="6897618" y="2969264"/>
                  </a:lnTo>
                  <a:lnTo>
                    <a:pt x="6901897" y="2989866"/>
                  </a:lnTo>
                  <a:lnTo>
                    <a:pt x="6906176" y="2957287"/>
                  </a:lnTo>
                  <a:lnTo>
                    <a:pt x="6910455" y="2889784"/>
                  </a:lnTo>
                  <a:lnTo>
                    <a:pt x="6914734" y="2876135"/>
                  </a:lnTo>
                  <a:lnTo>
                    <a:pt x="6919013" y="2899918"/>
                  </a:lnTo>
                  <a:lnTo>
                    <a:pt x="6923292" y="2925557"/>
                  </a:lnTo>
                  <a:lnTo>
                    <a:pt x="6927571" y="2909363"/>
                  </a:lnTo>
                  <a:lnTo>
                    <a:pt x="6931850" y="2966742"/>
                  </a:lnTo>
                  <a:lnTo>
                    <a:pt x="6936129" y="3040775"/>
                  </a:lnTo>
                  <a:lnTo>
                    <a:pt x="6940408" y="3054424"/>
                  </a:lnTo>
                  <a:lnTo>
                    <a:pt x="6944687" y="3044324"/>
                  </a:lnTo>
                  <a:lnTo>
                    <a:pt x="6948965" y="3057350"/>
                  </a:lnTo>
                  <a:lnTo>
                    <a:pt x="6953244" y="3092852"/>
                  </a:lnTo>
                  <a:lnTo>
                    <a:pt x="6957523" y="3078908"/>
                  </a:lnTo>
                  <a:lnTo>
                    <a:pt x="6961802" y="3072377"/>
                  </a:lnTo>
                  <a:lnTo>
                    <a:pt x="6966081" y="3072377"/>
                  </a:lnTo>
                  <a:lnTo>
                    <a:pt x="6970360" y="3072377"/>
                  </a:lnTo>
                  <a:lnTo>
                    <a:pt x="6974639" y="3072377"/>
                  </a:lnTo>
                  <a:lnTo>
                    <a:pt x="6978918" y="3072377"/>
                  </a:lnTo>
                  <a:lnTo>
                    <a:pt x="6983197" y="3072377"/>
                  </a:lnTo>
                  <a:lnTo>
                    <a:pt x="6987476" y="3072377"/>
                  </a:lnTo>
                  <a:lnTo>
                    <a:pt x="6991755" y="3072377"/>
                  </a:lnTo>
                  <a:lnTo>
                    <a:pt x="6996034" y="3072377"/>
                  </a:lnTo>
                  <a:lnTo>
                    <a:pt x="7000313" y="3057503"/>
                  </a:lnTo>
                  <a:lnTo>
                    <a:pt x="7004591" y="3017692"/>
                  </a:lnTo>
                  <a:lnTo>
                    <a:pt x="7008870" y="3000957"/>
                  </a:lnTo>
                  <a:lnTo>
                    <a:pt x="7013149" y="3000958"/>
                  </a:lnTo>
                  <a:lnTo>
                    <a:pt x="7017428" y="2981485"/>
                  </a:lnTo>
                  <a:lnTo>
                    <a:pt x="7021707" y="2936881"/>
                  </a:lnTo>
                  <a:lnTo>
                    <a:pt x="7025986" y="2945936"/>
                  </a:lnTo>
                  <a:lnTo>
                    <a:pt x="7030265" y="2985748"/>
                  </a:lnTo>
                  <a:lnTo>
                    <a:pt x="7034544" y="3002482"/>
                  </a:lnTo>
                  <a:lnTo>
                    <a:pt x="7038823" y="3002483"/>
                  </a:lnTo>
                  <a:lnTo>
                    <a:pt x="7043102" y="3004396"/>
                  </a:lnTo>
                  <a:lnTo>
                    <a:pt x="7047381" y="3029989"/>
                  </a:lnTo>
                  <a:lnTo>
                    <a:pt x="7051660" y="3012628"/>
                  </a:lnTo>
                  <a:lnTo>
                    <a:pt x="7055938" y="2985496"/>
                  </a:lnTo>
                  <a:lnTo>
                    <a:pt x="7060217" y="2985497"/>
                  </a:lnTo>
                  <a:lnTo>
                    <a:pt x="7064496" y="2985497"/>
                  </a:lnTo>
                  <a:lnTo>
                    <a:pt x="7068775" y="2995695"/>
                  </a:lnTo>
                  <a:lnTo>
                    <a:pt x="7073054" y="2984244"/>
                  </a:lnTo>
                  <a:lnTo>
                    <a:pt x="7077333" y="2922425"/>
                  </a:lnTo>
                  <a:lnTo>
                    <a:pt x="7081612" y="2850274"/>
                  </a:lnTo>
                  <a:lnTo>
                    <a:pt x="7085891" y="2755981"/>
                  </a:lnTo>
                  <a:lnTo>
                    <a:pt x="7090170" y="2723751"/>
                  </a:lnTo>
                  <a:lnTo>
                    <a:pt x="7094449" y="2731115"/>
                  </a:lnTo>
                  <a:lnTo>
                    <a:pt x="7098728" y="2775256"/>
                  </a:lnTo>
                  <a:lnTo>
                    <a:pt x="7103007" y="2888110"/>
                  </a:lnTo>
                  <a:lnTo>
                    <a:pt x="7107286" y="2942485"/>
                  </a:lnTo>
                  <a:lnTo>
                    <a:pt x="7111564" y="2991452"/>
                  </a:lnTo>
                  <a:lnTo>
                    <a:pt x="7115843" y="2970671"/>
                  </a:lnTo>
                  <a:lnTo>
                    <a:pt x="7120122" y="2956842"/>
                  </a:lnTo>
                  <a:lnTo>
                    <a:pt x="7124401" y="2955068"/>
                  </a:lnTo>
                  <a:lnTo>
                    <a:pt x="7128680" y="2914925"/>
                  </a:lnTo>
                  <a:lnTo>
                    <a:pt x="7132959" y="2933519"/>
                  </a:lnTo>
                  <a:lnTo>
                    <a:pt x="7137238" y="2930594"/>
                  </a:lnTo>
                  <a:lnTo>
                    <a:pt x="7141517" y="2910157"/>
                  </a:lnTo>
                  <a:lnTo>
                    <a:pt x="7145796" y="2846035"/>
                  </a:lnTo>
                  <a:lnTo>
                    <a:pt x="7150075" y="2752072"/>
                  </a:lnTo>
                  <a:lnTo>
                    <a:pt x="7154354" y="2754965"/>
                  </a:lnTo>
                  <a:lnTo>
                    <a:pt x="7158633" y="2803099"/>
                  </a:lnTo>
                  <a:lnTo>
                    <a:pt x="7162911" y="2775727"/>
                  </a:lnTo>
                  <a:lnTo>
                    <a:pt x="7167190" y="2741890"/>
                  </a:lnTo>
                  <a:lnTo>
                    <a:pt x="7171469" y="2720407"/>
                  </a:lnTo>
                  <a:lnTo>
                    <a:pt x="7175748" y="2676904"/>
                  </a:lnTo>
                  <a:lnTo>
                    <a:pt x="7180027" y="2590320"/>
                  </a:lnTo>
                  <a:lnTo>
                    <a:pt x="7184306" y="2487774"/>
                  </a:lnTo>
                  <a:lnTo>
                    <a:pt x="7188585" y="2477463"/>
                  </a:lnTo>
                  <a:lnTo>
                    <a:pt x="7192864" y="2511788"/>
                  </a:lnTo>
                  <a:lnTo>
                    <a:pt x="7197143" y="2513985"/>
                  </a:lnTo>
                  <a:lnTo>
                    <a:pt x="7201422" y="2564245"/>
                  </a:lnTo>
                  <a:lnTo>
                    <a:pt x="7205701" y="2635686"/>
                  </a:lnTo>
                  <a:lnTo>
                    <a:pt x="7209980" y="2688112"/>
                  </a:lnTo>
                  <a:lnTo>
                    <a:pt x="7214259" y="2758154"/>
                  </a:lnTo>
                  <a:lnTo>
                    <a:pt x="7218537" y="2790986"/>
                  </a:lnTo>
                  <a:lnTo>
                    <a:pt x="7222816" y="2813174"/>
                  </a:lnTo>
                  <a:lnTo>
                    <a:pt x="7227095" y="2818588"/>
                  </a:lnTo>
                  <a:lnTo>
                    <a:pt x="7231374" y="2784801"/>
                  </a:lnTo>
                  <a:lnTo>
                    <a:pt x="7235653" y="2798163"/>
                  </a:lnTo>
                  <a:lnTo>
                    <a:pt x="7239932" y="2834455"/>
                  </a:lnTo>
                  <a:lnTo>
                    <a:pt x="7244211" y="2898208"/>
                  </a:lnTo>
                  <a:lnTo>
                    <a:pt x="7248490" y="2973259"/>
                  </a:lnTo>
                  <a:lnTo>
                    <a:pt x="7252769" y="3043148"/>
                  </a:lnTo>
                  <a:lnTo>
                    <a:pt x="7257048" y="3095549"/>
                  </a:lnTo>
                  <a:lnTo>
                    <a:pt x="7261327" y="3064638"/>
                  </a:lnTo>
                  <a:lnTo>
                    <a:pt x="7265606" y="3012911"/>
                  </a:lnTo>
                  <a:lnTo>
                    <a:pt x="7269884" y="2937512"/>
                  </a:lnTo>
                  <a:lnTo>
                    <a:pt x="7274163" y="2892246"/>
                  </a:lnTo>
                  <a:lnTo>
                    <a:pt x="7278442" y="2865152"/>
                  </a:lnTo>
                  <a:lnTo>
                    <a:pt x="7282721" y="2867963"/>
                  </a:lnTo>
                  <a:lnTo>
                    <a:pt x="7287000" y="2877207"/>
                  </a:lnTo>
                  <a:lnTo>
                    <a:pt x="7291279" y="2846875"/>
                  </a:lnTo>
                  <a:lnTo>
                    <a:pt x="7295558" y="2865046"/>
                  </a:lnTo>
                  <a:lnTo>
                    <a:pt x="7299837" y="2873352"/>
                  </a:lnTo>
                  <a:lnTo>
                    <a:pt x="7304116" y="2793921"/>
                  </a:lnTo>
                  <a:lnTo>
                    <a:pt x="7308395" y="2721242"/>
                  </a:lnTo>
                  <a:lnTo>
                    <a:pt x="7312674" y="2689726"/>
                  </a:lnTo>
                  <a:lnTo>
                    <a:pt x="7316953" y="2696836"/>
                  </a:lnTo>
                  <a:lnTo>
                    <a:pt x="7321232" y="2617666"/>
                  </a:lnTo>
                  <a:lnTo>
                    <a:pt x="7325510" y="2501639"/>
                  </a:lnTo>
                  <a:lnTo>
                    <a:pt x="7329789" y="2565845"/>
                  </a:lnTo>
                  <a:lnTo>
                    <a:pt x="7334068" y="2617653"/>
                  </a:lnTo>
                  <a:lnTo>
                    <a:pt x="7338347" y="2661083"/>
                  </a:lnTo>
                  <a:lnTo>
                    <a:pt x="7342626" y="2694710"/>
                  </a:lnTo>
                  <a:lnTo>
                    <a:pt x="7346905" y="2807483"/>
                  </a:lnTo>
                  <a:lnTo>
                    <a:pt x="7351184" y="2960468"/>
                  </a:lnTo>
                  <a:lnTo>
                    <a:pt x="7355463" y="2991797"/>
                  </a:lnTo>
                  <a:lnTo>
                    <a:pt x="7359742" y="2964615"/>
                  </a:lnTo>
                  <a:lnTo>
                    <a:pt x="7364021" y="2957513"/>
                  </a:lnTo>
                  <a:lnTo>
                    <a:pt x="7368300" y="2921362"/>
                  </a:lnTo>
                  <a:lnTo>
                    <a:pt x="7372579" y="2849090"/>
                  </a:lnTo>
                  <a:lnTo>
                    <a:pt x="7376857" y="2804297"/>
                  </a:lnTo>
                  <a:lnTo>
                    <a:pt x="7381136" y="2820698"/>
                  </a:lnTo>
                  <a:lnTo>
                    <a:pt x="7385415" y="2887272"/>
                  </a:lnTo>
                  <a:lnTo>
                    <a:pt x="7389694" y="2916238"/>
                  </a:lnTo>
                  <a:lnTo>
                    <a:pt x="7393973" y="2999672"/>
                  </a:lnTo>
                  <a:lnTo>
                    <a:pt x="7398252" y="3089898"/>
                  </a:lnTo>
                  <a:lnTo>
                    <a:pt x="7402531" y="3116972"/>
                  </a:lnTo>
                  <a:lnTo>
                    <a:pt x="7402531" y="3116972"/>
                  </a:lnTo>
                  <a:lnTo>
                    <a:pt x="7406810" y="3116972"/>
                  </a:lnTo>
                  <a:lnTo>
                    <a:pt x="7411089" y="3100196"/>
                  </a:lnTo>
                  <a:lnTo>
                    <a:pt x="7415368" y="3061446"/>
                  </a:lnTo>
                  <a:lnTo>
                    <a:pt x="7419647" y="3037682"/>
                  </a:lnTo>
                  <a:lnTo>
                    <a:pt x="7423926" y="3019727"/>
                  </a:lnTo>
                  <a:lnTo>
                    <a:pt x="7428205" y="3019727"/>
                  </a:lnTo>
                  <a:lnTo>
                    <a:pt x="7432483" y="3019729"/>
                  </a:lnTo>
                  <a:lnTo>
                    <a:pt x="7436762" y="3031526"/>
                  </a:lnTo>
                  <a:lnTo>
                    <a:pt x="7441041" y="3039702"/>
                  </a:lnTo>
                  <a:lnTo>
                    <a:pt x="7445320" y="2988899"/>
                  </a:lnTo>
                  <a:lnTo>
                    <a:pt x="7449599" y="2961084"/>
                  </a:lnTo>
                  <a:lnTo>
                    <a:pt x="7453878" y="2893313"/>
                  </a:lnTo>
                  <a:lnTo>
                    <a:pt x="7458157" y="2854573"/>
                  </a:lnTo>
                  <a:lnTo>
                    <a:pt x="7462436" y="2856450"/>
                  </a:lnTo>
                  <a:lnTo>
                    <a:pt x="7466715" y="2889847"/>
                  </a:lnTo>
                  <a:lnTo>
                    <a:pt x="7470994" y="2938050"/>
                  </a:lnTo>
                  <a:lnTo>
                    <a:pt x="7475273" y="2965865"/>
                  </a:lnTo>
                  <a:lnTo>
                    <a:pt x="7479552" y="3059608"/>
                  </a:lnTo>
                  <a:lnTo>
                    <a:pt x="7483830" y="3116972"/>
                  </a:lnTo>
                  <a:lnTo>
                    <a:pt x="7483830" y="3116972"/>
                  </a:lnTo>
                  <a:lnTo>
                    <a:pt x="7488109" y="3116972"/>
                  </a:lnTo>
                  <a:lnTo>
                    <a:pt x="7492388" y="3116972"/>
                  </a:lnTo>
                  <a:lnTo>
                    <a:pt x="7496667" y="3116972"/>
                  </a:lnTo>
                  <a:lnTo>
                    <a:pt x="7500946" y="3084294"/>
                  </a:lnTo>
                  <a:lnTo>
                    <a:pt x="7505225" y="2973162"/>
                  </a:lnTo>
                  <a:lnTo>
                    <a:pt x="7509504" y="2876486"/>
                  </a:lnTo>
                  <a:lnTo>
                    <a:pt x="7513783" y="2804809"/>
                  </a:lnTo>
                  <a:lnTo>
                    <a:pt x="7518062" y="2825555"/>
                  </a:lnTo>
                  <a:lnTo>
                    <a:pt x="7522341" y="2826880"/>
                  </a:lnTo>
                  <a:lnTo>
                    <a:pt x="7526620" y="2891308"/>
                  </a:lnTo>
                  <a:lnTo>
                    <a:pt x="7530899" y="2958139"/>
                  </a:lnTo>
                  <a:lnTo>
                    <a:pt x="7535178" y="2954850"/>
                  </a:lnTo>
                  <a:lnTo>
                    <a:pt x="7539456" y="2967612"/>
                  </a:lnTo>
                  <a:lnTo>
                    <a:pt x="7543735" y="2916584"/>
                  </a:lnTo>
                  <a:lnTo>
                    <a:pt x="7548014" y="2889176"/>
                  </a:lnTo>
                  <a:lnTo>
                    <a:pt x="7552293" y="2889176"/>
                  </a:lnTo>
                  <a:lnTo>
                    <a:pt x="7556572" y="2907507"/>
                  </a:lnTo>
                  <a:lnTo>
                    <a:pt x="7560851" y="2986951"/>
                  </a:lnTo>
                  <a:lnTo>
                    <a:pt x="7565130" y="3045864"/>
                  </a:lnTo>
                  <a:lnTo>
                    <a:pt x="7569409" y="3061279"/>
                  </a:lnTo>
                  <a:lnTo>
                    <a:pt x="7573688" y="3072377"/>
                  </a:lnTo>
                  <a:lnTo>
                    <a:pt x="7577967" y="3072377"/>
                  </a:lnTo>
                  <a:lnTo>
                    <a:pt x="7582246" y="3071474"/>
                  </a:lnTo>
                  <a:lnTo>
                    <a:pt x="7586525" y="3046905"/>
                  </a:lnTo>
                  <a:lnTo>
                    <a:pt x="7590803" y="3059024"/>
                  </a:lnTo>
                  <a:lnTo>
                    <a:pt x="7595082" y="3080588"/>
                  </a:lnTo>
                  <a:lnTo>
                    <a:pt x="7599361" y="3082397"/>
                  </a:lnTo>
                  <a:lnTo>
                    <a:pt x="7603640" y="3084454"/>
                  </a:lnTo>
                  <a:lnTo>
                    <a:pt x="7607919" y="3097991"/>
                  </a:lnTo>
                  <a:lnTo>
                    <a:pt x="7612198" y="3089409"/>
                  </a:lnTo>
                  <a:lnTo>
                    <a:pt x="7616477" y="3035102"/>
                  </a:lnTo>
                  <a:lnTo>
                    <a:pt x="7620756" y="2983755"/>
                  </a:lnTo>
                  <a:lnTo>
                    <a:pt x="7625035" y="2964539"/>
                  </a:lnTo>
                  <a:lnTo>
                    <a:pt x="7629314" y="2962786"/>
                  </a:lnTo>
                  <a:lnTo>
                    <a:pt x="7633593" y="2931704"/>
                  </a:lnTo>
                  <a:lnTo>
                    <a:pt x="7637872" y="2966318"/>
                  </a:lnTo>
                  <a:lnTo>
                    <a:pt x="7642151" y="3008507"/>
                  </a:lnTo>
                  <a:lnTo>
                    <a:pt x="7646429" y="3035182"/>
                  </a:lnTo>
                  <a:lnTo>
                    <a:pt x="7650708" y="3000006"/>
                  </a:lnTo>
                  <a:lnTo>
                    <a:pt x="7654987" y="2941477"/>
                  </a:lnTo>
                  <a:lnTo>
                    <a:pt x="7659266" y="2939877"/>
                  </a:lnTo>
                  <a:lnTo>
                    <a:pt x="7663545" y="2938412"/>
                  </a:lnTo>
                  <a:lnTo>
                    <a:pt x="7667824" y="2956857"/>
                  </a:lnTo>
                  <a:lnTo>
                    <a:pt x="7672103" y="3001987"/>
                  </a:lnTo>
                  <a:lnTo>
                    <a:pt x="7676382" y="3025735"/>
                  </a:lnTo>
                  <a:lnTo>
                    <a:pt x="7680661" y="3018355"/>
                  </a:lnTo>
                  <a:lnTo>
                    <a:pt x="7684940" y="2973996"/>
                  </a:lnTo>
                  <a:lnTo>
                    <a:pt x="7689219" y="2927957"/>
                  </a:lnTo>
                  <a:lnTo>
                    <a:pt x="7693498" y="2884195"/>
                  </a:lnTo>
                  <a:lnTo>
                    <a:pt x="7697776" y="2804357"/>
                  </a:lnTo>
                  <a:lnTo>
                    <a:pt x="7702055" y="2759160"/>
                  </a:lnTo>
                  <a:lnTo>
                    <a:pt x="7706334" y="2799992"/>
                  </a:lnTo>
                  <a:lnTo>
                    <a:pt x="7710613" y="2818280"/>
                  </a:lnTo>
                  <a:lnTo>
                    <a:pt x="7714892" y="2812350"/>
                  </a:lnTo>
                  <a:lnTo>
                    <a:pt x="7719171" y="2794590"/>
                  </a:lnTo>
                  <a:lnTo>
                    <a:pt x="7723450" y="2770089"/>
                  </a:lnTo>
                  <a:lnTo>
                    <a:pt x="7727729" y="2791355"/>
                  </a:lnTo>
                  <a:lnTo>
                    <a:pt x="7732008" y="2804077"/>
                  </a:lnTo>
                  <a:lnTo>
                    <a:pt x="7736287" y="2814538"/>
                  </a:lnTo>
                  <a:lnTo>
                    <a:pt x="7740566" y="2838148"/>
                  </a:lnTo>
                  <a:lnTo>
                    <a:pt x="7744845" y="2881226"/>
                  </a:lnTo>
                  <a:lnTo>
                    <a:pt x="7749124" y="2921565"/>
                  </a:lnTo>
                  <a:lnTo>
                    <a:pt x="7753402" y="2936439"/>
                  </a:lnTo>
                  <a:lnTo>
                    <a:pt x="7757681" y="2936666"/>
                  </a:lnTo>
                  <a:lnTo>
                    <a:pt x="7761960" y="2949552"/>
                  </a:lnTo>
                  <a:lnTo>
                    <a:pt x="7766239" y="2910574"/>
                  </a:lnTo>
                  <a:lnTo>
                    <a:pt x="7770518" y="2874109"/>
                  </a:lnTo>
                  <a:lnTo>
                    <a:pt x="7774797" y="2889063"/>
                  </a:lnTo>
                  <a:lnTo>
                    <a:pt x="7779076" y="2926959"/>
                  </a:lnTo>
                  <a:lnTo>
                    <a:pt x="7783355" y="2938781"/>
                  </a:lnTo>
                  <a:lnTo>
                    <a:pt x="7787634" y="2961552"/>
                  </a:lnTo>
                  <a:lnTo>
                    <a:pt x="7791913" y="3028888"/>
                  </a:lnTo>
                  <a:lnTo>
                    <a:pt x="7796192" y="3050348"/>
                  </a:lnTo>
                  <a:lnTo>
                    <a:pt x="7800471" y="2995006"/>
                  </a:lnTo>
                  <a:lnTo>
                    <a:pt x="7804749" y="2941631"/>
                  </a:lnTo>
                  <a:lnTo>
                    <a:pt x="7809028" y="2939087"/>
                  </a:lnTo>
                  <a:lnTo>
                    <a:pt x="7813307" y="2908642"/>
                  </a:lnTo>
                  <a:lnTo>
                    <a:pt x="7817586" y="2874787"/>
                  </a:lnTo>
                  <a:lnTo>
                    <a:pt x="7821865" y="2855512"/>
                  </a:lnTo>
                  <a:lnTo>
                    <a:pt x="7826144" y="2847074"/>
                  </a:lnTo>
                  <a:lnTo>
                    <a:pt x="7830423" y="2808716"/>
                  </a:lnTo>
                  <a:lnTo>
                    <a:pt x="7834702" y="2735473"/>
                  </a:lnTo>
                  <a:lnTo>
                    <a:pt x="7838981" y="2758964"/>
                  </a:lnTo>
                  <a:lnTo>
                    <a:pt x="7843260" y="2784332"/>
                  </a:lnTo>
                  <a:lnTo>
                    <a:pt x="7847539" y="2804902"/>
                  </a:lnTo>
                  <a:lnTo>
                    <a:pt x="7851818" y="2843070"/>
                  </a:lnTo>
                  <a:lnTo>
                    <a:pt x="7856097" y="2770042"/>
                  </a:lnTo>
                  <a:lnTo>
                    <a:pt x="7860375" y="2692556"/>
                  </a:lnTo>
                  <a:lnTo>
                    <a:pt x="7864654" y="2618882"/>
                  </a:lnTo>
                  <a:lnTo>
                    <a:pt x="7868933" y="2599036"/>
                  </a:lnTo>
                  <a:lnTo>
                    <a:pt x="7873212" y="2575683"/>
                  </a:lnTo>
                  <a:lnTo>
                    <a:pt x="7877491" y="2541917"/>
                  </a:lnTo>
                  <a:lnTo>
                    <a:pt x="7881770" y="2678921"/>
                  </a:lnTo>
                  <a:lnTo>
                    <a:pt x="7886049" y="2810635"/>
                  </a:lnTo>
                  <a:lnTo>
                    <a:pt x="7890328" y="2815389"/>
                  </a:lnTo>
                  <a:lnTo>
                    <a:pt x="7894607" y="2770336"/>
                  </a:lnTo>
                  <a:lnTo>
                    <a:pt x="7898886" y="2786906"/>
                  </a:lnTo>
                  <a:lnTo>
                    <a:pt x="7903165" y="2855280"/>
                  </a:lnTo>
                  <a:lnTo>
                    <a:pt x="7907444" y="2885284"/>
                  </a:lnTo>
                  <a:lnTo>
                    <a:pt x="7911722" y="2896461"/>
                  </a:lnTo>
                  <a:lnTo>
                    <a:pt x="7916001" y="2886437"/>
                  </a:lnTo>
                  <a:lnTo>
                    <a:pt x="7920280" y="2849149"/>
                  </a:lnTo>
                  <a:lnTo>
                    <a:pt x="7924559" y="2854515"/>
                  </a:lnTo>
                  <a:lnTo>
                    <a:pt x="7928838" y="2842518"/>
                  </a:lnTo>
                  <a:lnTo>
                    <a:pt x="7933117" y="2741800"/>
                  </a:lnTo>
                  <a:lnTo>
                    <a:pt x="7937396" y="2707281"/>
                  </a:lnTo>
                  <a:lnTo>
                    <a:pt x="7941675" y="2721085"/>
                  </a:lnTo>
                  <a:lnTo>
                    <a:pt x="7945954" y="2824725"/>
                  </a:lnTo>
                  <a:lnTo>
                    <a:pt x="7950233" y="2816277"/>
                  </a:lnTo>
                  <a:lnTo>
                    <a:pt x="7954512" y="2696191"/>
                  </a:lnTo>
                  <a:lnTo>
                    <a:pt x="7958791" y="2679082"/>
                  </a:lnTo>
                  <a:lnTo>
                    <a:pt x="7963070" y="2703197"/>
                  </a:lnTo>
                  <a:lnTo>
                    <a:pt x="7967348" y="2775290"/>
                  </a:lnTo>
                  <a:lnTo>
                    <a:pt x="7971627" y="2787292"/>
                  </a:lnTo>
                  <a:lnTo>
                    <a:pt x="7975906" y="2792271"/>
                  </a:lnTo>
                  <a:lnTo>
                    <a:pt x="7980185" y="2921084"/>
                  </a:lnTo>
                  <a:lnTo>
                    <a:pt x="7984464" y="3022116"/>
                  </a:lnTo>
                  <a:lnTo>
                    <a:pt x="7988743" y="3023327"/>
                  </a:lnTo>
                  <a:lnTo>
                    <a:pt x="7993022" y="3040379"/>
                  </a:lnTo>
                  <a:lnTo>
                    <a:pt x="7997301" y="3028797"/>
                  </a:lnTo>
                  <a:lnTo>
                    <a:pt x="8001580" y="3042597"/>
                  </a:lnTo>
                  <a:lnTo>
                    <a:pt x="8005859" y="3028926"/>
                  </a:lnTo>
                  <a:lnTo>
                    <a:pt x="8010138" y="3013528"/>
                  </a:lnTo>
                  <a:lnTo>
                    <a:pt x="8014417" y="3018825"/>
                  </a:lnTo>
                  <a:lnTo>
                    <a:pt x="8018695" y="3001774"/>
                  </a:lnTo>
                  <a:lnTo>
                    <a:pt x="8022974" y="2998044"/>
                  </a:lnTo>
                  <a:lnTo>
                    <a:pt x="8027253" y="2969517"/>
                  </a:lnTo>
                  <a:lnTo>
                    <a:pt x="8031532" y="2963031"/>
                  </a:lnTo>
                  <a:lnTo>
                    <a:pt x="8035811" y="3012384"/>
                  </a:lnTo>
                  <a:lnTo>
                    <a:pt x="8040090" y="3061597"/>
                  </a:lnTo>
                  <a:lnTo>
                    <a:pt x="8044369" y="3088766"/>
                  </a:lnTo>
                  <a:lnTo>
                    <a:pt x="8048648" y="3102756"/>
                  </a:lnTo>
                  <a:lnTo>
                    <a:pt x="8052927" y="3090228"/>
                  </a:lnTo>
                  <a:lnTo>
                    <a:pt x="8057206" y="3093523"/>
                  </a:lnTo>
                  <a:lnTo>
                    <a:pt x="8061485" y="3074109"/>
                  </a:lnTo>
                  <a:lnTo>
                    <a:pt x="8065764" y="3015360"/>
                  </a:lnTo>
                  <a:lnTo>
                    <a:pt x="8070043" y="2971231"/>
                  </a:lnTo>
                  <a:lnTo>
                    <a:pt x="8074321" y="2983009"/>
                  </a:lnTo>
                  <a:lnTo>
                    <a:pt x="8078600" y="3030831"/>
                  </a:lnTo>
                  <a:lnTo>
                    <a:pt x="8082879" y="3048999"/>
                  </a:lnTo>
                  <a:lnTo>
                    <a:pt x="8087158" y="3049000"/>
                  </a:lnTo>
                  <a:lnTo>
                    <a:pt x="8091437" y="3072814"/>
                  </a:lnTo>
                  <a:lnTo>
                    <a:pt x="8095716" y="3089773"/>
                  </a:lnTo>
                  <a:lnTo>
                    <a:pt x="8099995" y="3033165"/>
                  </a:lnTo>
                  <a:lnTo>
                    <a:pt x="8104274" y="3005205"/>
                  </a:lnTo>
                  <a:lnTo>
                    <a:pt x="8108553" y="3021150"/>
                  </a:lnTo>
                  <a:lnTo>
                    <a:pt x="8112832" y="2989616"/>
                  </a:lnTo>
                  <a:lnTo>
                    <a:pt x="8117111" y="2958786"/>
                  </a:lnTo>
                  <a:lnTo>
                    <a:pt x="8121390" y="2971299"/>
                  </a:lnTo>
                  <a:lnTo>
                    <a:pt x="8125668" y="3034826"/>
                  </a:lnTo>
                  <a:lnTo>
                    <a:pt x="8129947" y="3052037"/>
                  </a:lnTo>
                  <a:lnTo>
                    <a:pt x="8134226" y="3017433"/>
                  </a:lnTo>
                  <a:lnTo>
                    <a:pt x="8138505" y="2978973"/>
                  </a:lnTo>
                  <a:lnTo>
                    <a:pt x="8142784" y="2899041"/>
                  </a:lnTo>
                  <a:lnTo>
                    <a:pt x="8147063" y="2805657"/>
                  </a:lnTo>
                  <a:lnTo>
                    <a:pt x="8151342" y="2767464"/>
                  </a:lnTo>
                  <a:lnTo>
                    <a:pt x="8155621" y="2835500"/>
                  </a:lnTo>
                  <a:lnTo>
                    <a:pt x="8159900" y="2865444"/>
                  </a:lnTo>
                  <a:lnTo>
                    <a:pt x="8164179" y="2948601"/>
                  </a:lnTo>
                  <a:lnTo>
                    <a:pt x="8168458" y="3101393"/>
                  </a:lnTo>
                  <a:lnTo>
                    <a:pt x="8172737" y="3116938"/>
                  </a:lnTo>
                  <a:lnTo>
                    <a:pt x="8177016" y="3095115"/>
                  </a:lnTo>
                  <a:lnTo>
                    <a:pt x="8181294" y="3035330"/>
                  </a:lnTo>
                  <a:lnTo>
                    <a:pt x="8185573" y="3000338"/>
                  </a:lnTo>
                  <a:lnTo>
                    <a:pt x="8189852" y="3007543"/>
                  </a:lnTo>
                  <a:lnTo>
                    <a:pt x="8194131" y="2947398"/>
                  </a:lnTo>
                  <a:lnTo>
                    <a:pt x="8198410" y="2945623"/>
                  </a:lnTo>
                  <a:lnTo>
                    <a:pt x="8202689" y="2891589"/>
                  </a:lnTo>
                  <a:lnTo>
                    <a:pt x="8206968" y="2885658"/>
                  </a:lnTo>
                  <a:lnTo>
                    <a:pt x="8211247" y="2876987"/>
                  </a:lnTo>
                  <a:lnTo>
                    <a:pt x="8215526" y="2768432"/>
                  </a:lnTo>
                  <a:lnTo>
                    <a:pt x="8219805" y="2722464"/>
                  </a:lnTo>
                  <a:lnTo>
                    <a:pt x="8224084" y="2773750"/>
                  </a:lnTo>
                  <a:lnTo>
                    <a:pt x="8228363" y="2859806"/>
                  </a:lnTo>
                  <a:lnTo>
                    <a:pt x="8232641" y="2812182"/>
                  </a:lnTo>
                  <a:lnTo>
                    <a:pt x="8236920" y="2809035"/>
                  </a:lnTo>
                  <a:lnTo>
                    <a:pt x="8241199" y="2886356"/>
                  </a:lnTo>
                  <a:lnTo>
                    <a:pt x="8245478" y="2903075"/>
                  </a:lnTo>
                  <a:lnTo>
                    <a:pt x="8249757" y="2865868"/>
                  </a:lnTo>
                  <a:lnTo>
                    <a:pt x="8254036" y="2809780"/>
                  </a:lnTo>
                  <a:lnTo>
                    <a:pt x="8258315" y="2817817"/>
                  </a:lnTo>
                  <a:lnTo>
                    <a:pt x="8262594" y="2781319"/>
                  </a:lnTo>
                  <a:lnTo>
                    <a:pt x="8266873" y="2747802"/>
                  </a:lnTo>
                  <a:lnTo>
                    <a:pt x="8271152" y="2794157"/>
                  </a:lnTo>
                  <a:lnTo>
                    <a:pt x="8275431" y="2838531"/>
                  </a:lnTo>
                  <a:lnTo>
                    <a:pt x="8279710" y="2900274"/>
                  </a:lnTo>
                  <a:lnTo>
                    <a:pt x="8283989" y="2953333"/>
                  </a:lnTo>
                  <a:lnTo>
                    <a:pt x="8288267" y="3032617"/>
                  </a:lnTo>
                  <a:lnTo>
                    <a:pt x="8292546" y="3107396"/>
                  </a:lnTo>
                  <a:lnTo>
                    <a:pt x="8296825" y="3112819"/>
                  </a:lnTo>
                  <a:lnTo>
                    <a:pt x="8301104" y="3116972"/>
                  </a:lnTo>
                  <a:lnTo>
                    <a:pt x="8301104" y="3116972"/>
                  </a:lnTo>
                  <a:lnTo>
                    <a:pt x="8305383" y="3090516"/>
                  </a:lnTo>
                  <a:lnTo>
                    <a:pt x="8309662" y="3044746"/>
                  </a:lnTo>
                  <a:lnTo>
                    <a:pt x="8313941" y="3037484"/>
                  </a:lnTo>
                  <a:lnTo>
                    <a:pt x="8318220" y="3001277"/>
                  </a:lnTo>
                  <a:lnTo>
                    <a:pt x="8322499" y="2956318"/>
                  </a:lnTo>
                  <a:lnTo>
                    <a:pt x="8326778" y="2922376"/>
                  </a:lnTo>
                  <a:lnTo>
                    <a:pt x="8331057" y="2925786"/>
                  </a:lnTo>
                  <a:lnTo>
                    <a:pt x="8335336" y="2997278"/>
                  </a:lnTo>
                  <a:lnTo>
                    <a:pt x="8339614" y="2986189"/>
                  </a:lnTo>
                  <a:lnTo>
                    <a:pt x="8343893" y="2957054"/>
                  </a:lnTo>
                  <a:lnTo>
                    <a:pt x="8348172" y="2974004"/>
                  </a:lnTo>
                  <a:lnTo>
                    <a:pt x="8352451" y="2977169"/>
                  </a:lnTo>
                  <a:lnTo>
                    <a:pt x="8356730" y="3012917"/>
                  </a:lnTo>
                  <a:lnTo>
                    <a:pt x="8361009" y="2957210"/>
                  </a:lnTo>
                  <a:lnTo>
                    <a:pt x="8365288" y="2902948"/>
                  </a:lnTo>
                  <a:lnTo>
                    <a:pt x="8369567" y="2895015"/>
                  </a:lnTo>
                  <a:lnTo>
                    <a:pt x="8373846" y="2888583"/>
                  </a:lnTo>
                  <a:lnTo>
                    <a:pt x="8378125" y="2901375"/>
                  </a:lnTo>
                  <a:lnTo>
                    <a:pt x="8382404" y="2868600"/>
                  </a:lnTo>
                  <a:lnTo>
                    <a:pt x="8386683" y="2899254"/>
                  </a:lnTo>
                  <a:lnTo>
                    <a:pt x="8390962" y="2961583"/>
                  </a:lnTo>
                  <a:lnTo>
                    <a:pt x="8395240" y="2970048"/>
                  </a:lnTo>
                  <a:lnTo>
                    <a:pt x="8399519" y="2998924"/>
                  </a:lnTo>
                  <a:lnTo>
                    <a:pt x="8403798" y="2988547"/>
                  </a:lnTo>
                  <a:lnTo>
                    <a:pt x="8408077" y="2951287"/>
                  </a:lnTo>
                  <a:lnTo>
                    <a:pt x="8412356" y="2873890"/>
                  </a:lnTo>
                  <a:lnTo>
                    <a:pt x="8416635" y="2839710"/>
                  </a:lnTo>
                  <a:lnTo>
                    <a:pt x="8420914" y="2874126"/>
                  </a:lnTo>
                  <a:lnTo>
                    <a:pt x="8425193" y="2875279"/>
                  </a:lnTo>
                  <a:lnTo>
                    <a:pt x="8429472" y="2872549"/>
                  </a:lnTo>
                  <a:lnTo>
                    <a:pt x="8433751" y="2896184"/>
                  </a:lnTo>
                  <a:lnTo>
                    <a:pt x="8438030" y="2991584"/>
                  </a:lnTo>
                  <a:lnTo>
                    <a:pt x="8442309" y="3026638"/>
                  </a:lnTo>
                  <a:lnTo>
                    <a:pt x="8446587" y="2974833"/>
                  </a:lnTo>
                  <a:lnTo>
                    <a:pt x="8450866" y="2952736"/>
                  </a:lnTo>
                  <a:lnTo>
                    <a:pt x="8455145" y="2970176"/>
                  </a:lnTo>
                  <a:lnTo>
                    <a:pt x="8459424" y="2957506"/>
                  </a:lnTo>
                  <a:lnTo>
                    <a:pt x="8463703" y="2890145"/>
                  </a:lnTo>
                  <a:lnTo>
                    <a:pt x="8467982" y="2902711"/>
                  </a:lnTo>
                  <a:lnTo>
                    <a:pt x="8472261" y="2979364"/>
                  </a:lnTo>
                  <a:lnTo>
                    <a:pt x="8476540" y="3026395"/>
                  </a:lnTo>
                  <a:lnTo>
                    <a:pt x="8480819" y="3013289"/>
                  </a:lnTo>
                  <a:lnTo>
                    <a:pt x="8485098" y="2952067"/>
                  </a:lnTo>
                  <a:lnTo>
                    <a:pt x="8489377" y="2928426"/>
                  </a:lnTo>
                  <a:lnTo>
                    <a:pt x="8493656" y="2899997"/>
                  </a:lnTo>
                  <a:lnTo>
                    <a:pt x="8497935" y="2827812"/>
                  </a:lnTo>
                  <a:lnTo>
                    <a:pt x="8502213" y="2811983"/>
                  </a:lnTo>
                  <a:lnTo>
                    <a:pt x="8506492" y="2837418"/>
                  </a:lnTo>
                  <a:lnTo>
                    <a:pt x="8510771" y="2915712"/>
                  </a:lnTo>
                  <a:lnTo>
                    <a:pt x="8515050" y="2953542"/>
                  </a:lnTo>
                  <a:lnTo>
                    <a:pt x="8519329" y="2961587"/>
                  </a:lnTo>
                  <a:lnTo>
                    <a:pt x="8523608" y="3008924"/>
                  </a:lnTo>
                  <a:lnTo>
                    <a:pt x="8527887" y="2999819"/>
                  </a:lnTo>
                  <a:lnTo>
                    <a:pt x="8532166" y="3001145"/>
                  </a:lnTo>
                  <a:lnTo>
                    <a:pt x="8536445" y="3034935"/>
                  </a:lnTo>
                  <a:lnTo>
                    <a:pt x="8540724" y="3062418"/>
                  </a:lnTo>
                  <a:lnTo>
                    <a:pt x="8545003" y="3079436"/>
                  </a:lnTo>
                  <a:lnTo>
                    <a:pt x="8549282" y="3106691"/>
                  </a:lnTo>
                  <a:lnTo>
                    <a:pt x="8553560" y="3116915"/>
                  </a:lnTo>
                  <a:lnTo>
                    <a:pt x="8553560" y="31169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9282" y="0"/>
                  </a:lnTo>
                  <a:lnTo>
                    <a:pt x="8545003" y="0"/>
                  </a:lnTo>
                  <a:lnTo>
                    <a:pt x="8540724" y="0"/>
                  </a:lnTo>
                  <a:lnTo>
                    <a:pt x="8536445" y="0"/>
                  </a:lnTo>
                  <a:lnTo>
                    <a:pt x="8532166" y="0"/>
                  </a:lnTo>
                  <a:lnTo>
                    <a:pt x="8527887" y="0"/>
                  </a:lnTo>
                  <a:lnTo>
                    <a:pt x="8523608" y="0"/>
                  </a:lnTo>
                  <a:lnTo>
                    <a:pt x="8519329" y="0"/>
                  </a:lnTo>
                  <a:lnTo>
                    <a:pt x="8515050" y="0"/>
                  </a:lnTo>
                  <a:lnTo>
                    <a:pt x="8510771" y="0"/>
                  </a:lnTo>
                  <a:lnTo>
                    <a:pt x="8506492" y="0"/>
                  </a:lnTo>
                  <a:lnTo>
                    <a:pt x="8502213" y="0"/>
                  </a:lnTo>
                  <a:lnTo>
                    <a:pt x="8497935" y="0"/>
                  </a:lnTo>
                  <a:lnTo>
                    <a:pt x="8493656" y="0"/>
                  </a:lnTo>
                  <a:lnTo>
                    <a:pt x="8489377" y="0"/>
                  </a:lnTo>
                  <a:lnTo>
                    <a:pt x="8485098" y="0"/>
                  </a:lnTo>
                  <a:lnTo>
                    <a:pt x="8480819" y="0"/>
                  </a:lnTo>
                  <a:lnTo>
                    <a:pt x="8476540" y="0"/>
                  </a:lnTo>
                  <a:lnTo>
                    <a:pt x="8472261" y="0"/>
                  </a:lnTo>
                  <a:lnTo>
                    <a:pt x="8467982" y="0"/>
                  </a:lnTo>
                  <a:lnTo>
                    <a:pt x="8463703" y="0"/>
                  </a:lnTo>
                  <a:lnTo>
                    <a:pt x="8459424" y="0"/>
                  </a:lnTo>
                  <a:lnTo>
                    <a:pt x="8455145" y="0"/>
                  </a:lnTo>
                  <a:lnTo>
                    <a:pt x="8450866" y="0"/>
                  </a:lnTo>
                  <a:lnTo>
                    <a:pt x="8446587" y="0"/>
                  </a:lnTo>
                  <a:lnTo>
                    <a:pt x="8442309" y="0"/>
                  </a:lnTo>
                  <a:lnTo>
                    <a:pt x="8438030" y="0"/>
                  </a:lnTo>
                  <a:lnTo>
                    <a:pt x="8433751" y="0"/>
                  </a:lnTo>
                  <a:lnTo>
                    <a:pt x="8429472" y="0"/>
                  </a:lnTo>
                  <a:lnTo>
                    <a:pt x="8425193" y="0"/>
                  </a:lnTo>
                  <a:lnTo>
                    <a:pt x="8420914" y="0"/>
                  </a:lnTo>
                  <a:lnTo>
                    <a:pt x="8416635" y="0"/>
                  </a:lnTo>
                  <a:lnTo>
                    <a:pt x="8412356" y="0"/>
                  </a:lnTo>
                  <a:lnTo>
                    <a:pt x="8408077" y="0"/>
                  </a:lnTo>
                  <a:lnTo>
                    <a:pt x="8403798" y="0"/>
                  </a:lnTo>
                  <a:lnTo>
                    <a:pt x="8399519" y="0"/>
                  </a:lnTo>
                  <a:lnTo>
                    <a:pt x="8395240" y="0"/>
                  </a:lnTo>
                  <a:lnTo>
                    <a:pt x="8390962" y="0"/>
                  </a:lnTo>
                  <a:lnTo>
                    <a:pt x="8386683" y="0"/>
                  </a:lnTo>
                  <a:lnTo>
                    <a:pt x="8382404" y="0"/>
                  </a:lnTo>
                  <a:lnTo>
                    <a:pt x="8378125" y="0"/>
                  </a:lnTo>
                  <a:lnTo>
                    <a:pt x="8373846" y="0"/>
                  </a:lnTo>
                  <a:lnTo>
                    <a:pt x="8369567" y="0"/>
                  </a:lnTo>
                  <a:lnTo>
                    <a:pt x="8365288" y="0"/>
                  </a:lnTo>
                  <a:lnTo>
                    <a:pt x="8361009" y="0"/>
                  </a:lnTo>
                  <a:lnTo>
                    <a:pt x="8356730" y="0"/>
                  </a:lnTo>
                  <a:lnTo>
                    <a:pt x="8352451" y="0"/>
                  </a:lnTo>
                  <a:lnTo>
                    <a:pt x="8348172" y="0"/>
                  </a:lnTo>
                  <a:lnTo>
                    <a:pt x="8343893" y="0"/>
                  </a:lnTo>
                  <a:lnTo>
                    <a:pt x="8339614" y="0"/>
                  </a:lnTo>
                  <a:lnTo>
                    <a:pt x="8335336" y="0"/>
                  </a:lnTo>
                  <a:lnTo>
                    <a:pt x="8331057" y="0"/>
                  </a:lnTo>
                  <a:lnTo>
                    <a:pt x="8326778" y="0"/>
                  </a:lnTo>
                  <a:lnTo>
                    <a:pt x="8322499" y="0"/>
                  </a:lnTo>
                  <a:lnTo>
                    <a:pt x="8318220" y="0"/>
                  </a:lnTo>
                  <a:lnTo>
                    <a:pt x="8313941" y="0"/>
                  </a:lnTo>
                  <a:lnTo>
                    <a:pt x="8309662" y="0"/>
                  </a:lnTo>
                  <a:lnTo>
                    <a:pt x="8305383" y="0"/>
                  </a:lnTo>
                  <a:lnTo>
                    <a:pt x="8301104" y="0"/>
                  </a:lnTo>
                  <a:lnTo>
                    <a:pt x="8296825" y="0"/>
                  </a:lnTo>
                  <a:lnTo>
                    <a:pt x="8292546" y="0"/>
                  </a:lnTo>
                  <a:lnTo>
                    <a:pt x="8288267" y="0"/>
                  </a:lnTo>
                  <a:lnTo>
                    <a:pt x="8283989" y="0"/>
                  </a:lnTo>
                  <a:lnTo>
                    <a:pt x="8279710" y="0"/>
                  </a:lnTo>
                  <a:lnTo>
                    <a:pt x="8275431" y="0"/>
                  </a:lnTo>
                  <a:lnTo>
                    <a:pt x="8271152" y="0"/>
                  </a:lnTo>
                  <a:lnTo>
                    <a:pt x="8266873" y="0"/>
                  </a:lnTo>
                  <a:lnTo>
                    <a:pt x="8262594" y="0"/>
                  </a:lnTo>
                  <a:lnTo>
                    <a:pt x="8258315" y="0"/>
                  </a:lnTo>
                  <a:lnTo>
                    <a:pt x="8254036" y="0"/>
                  </a:lnTo>
                  <a:lnTo>
                    <a:pt x="8249757" y="0"/>
                  </a:lnTo>
                  <a:lnTo>
                    <a:pt x="8245478" y="0"/>
                  </a:lnTo>
                  <a:lnTo>
                    <a:pt x="8241199" y="0"/>
                  </a:lnTo>
                  <a:lnTo>
                    <a:pt x="8236920" y="0"/>
                  </a:lnTo>
                  <a:lnTo>
                    <a:pt x="8232641" y="0"/>
                  </a:lnTo>
                  <a:lnTo>
                    <a:pt x="8228363" y="0"/>
                  </a:lnTo>
                  <a:lnTo>
                    <a:pt x="8224084" y="0"/>
                  </a:lnTo>
                  <a:lnTo>
                    <a:pt x="8219805" y="0"/>
                  </a:lnTo>
                  <a:lnTo>
                    <a:pt x="8215526" y="0"/>
                  </a:lnTo>
                  <a:lnTo>
                    <a:pt x="8211247" y="0"/>
                  </a:lnTo>
                  <a:lnTo>
                    <a:pt x="8206968" y="0"/>
                  </a:lnTo>
                  <a:lnTo>
                    <a:pt x="8202689" y="0"/>
                  </a:lnTo>
                  <a:lnTo>
                    <a:pt x="8198410" y="0"/>
                  </a:lnTo>
                  <a:lnTo>
                    <a:pt x="8194131" y="0"/>
                  </a:lnTo>
                  <a:lnTo>
                    <a:pt x="8189852" y="0"/>
                  </a:lnTo>
                  <a:lnTo>
                    <a:pt x="8185573" y="0"/>
                  </a:lnTo>
                  <a:lnTo>
                    <a:pt x="8181294" y="0"/>
                  </a:lnTo>
                  <a:lnTo>
                    <a:pt x="8177016" y="0"/>
                  </a:lnTo>
                  <a:lnTo>
                    <a:pt x="8172737" y="0"/>
                  </a:lnTo>
                  <a:lnTo>
                    <a:pt x="8168458" y="0"/>
                  </a:lnTo>
                  <a:lnTo>
                    <a:pt x="8164179" y="0"/>
                  </a:lnTo>
                  <a:lnTo>
                    <a:pt x="8159900" y="0"/>
                  </a:lnTo>
                  <a:lnTo>
                    <a:pt x="8155621" y="0"/>
                  </a:lnTo>
                  <a:lnTo>
                    <a:pt x="8151342" y="0"/>
                  </a:lnTo>
                  <a:lnTo>
                    <a:pt x="8147063" y="0"/>
                  </a:lnTo>
                  <a:lnTo>
                    <a:pt x="8142784" y="0"/>
                  </a:lnTo>
                  <a:lnTo>
                    <a:pt x="8138505" y="0"/>
                  </a:lnTo>
                  <a:lnTo>
                    <a:pt x="8134226" y="0"/>
                  </a:lnTo>
                  <a:lnTo>
                    <a:pt x="8129947" y="0"/>
                  </a:lnTo>
                  <a:lnTo>
                    <a:pt x="8125668" y="0"/>
                  </a:lnTo>
                  <a:lnTo>
                    <a:pt x="8121390" y="0"/>
                  </a:lnTo>
                  <a:lnTo>
                    <a:pt x="8117111" y="0"/>
                  </a:lnTo>
                  <a:lnTo>
                    <a:pt x="8112832" y="0"/>
                  </a:lnTo>
                  <a:lnTo>
                    <a:pt x="8108553" y="0"/>
                  </a:lnTo>
                  <a:lnTo>
                    <a:pt x="8104274" y="0"/>
                  </a:lnTo>
                  <a:lnTo>
                    <a:pt x="8099995" y="0"/>
                  </a:lnTo>
                  <a:lnTo>
                    <a:pt x="8095716" y="0"/>
                  </a:lnTo>
                  <a:lnTo>
                    <a:pt x="8091437" y="0"/>
                  </a:lnTo>
                  <a:lnTo>
                    <a:pt x="8087158" y="0"/>
                  </a:lnTo>
                  <a:lnTo>
                    <a:pt x="8082879" y="0"/>
                  </a:lnTo>
                  <a:lnTo>
                    <a:pt x="8078600" y="0"/>
                  </a:lnTo>
                  <a:lnTo>
                    <a:pt x="8074321" y="0"/>
                  </a:lnTo>
                  <a:lnTo>
                    <a:pt x="8070043" y="0"/>
                  </a:lnTo>
                  <a:lnTo>
                    <a:pt x="8065764" y="0"/>
                  </a:lnTo>
                  <a:lnTo>
                    <a:pt x="8061485" y="0"/>
                  </a:lnTo>
                  <a:lnTo>
                    <a:pt x="8057206" y="0"/>
                  </a:lnTo>
                  <a:lnTo>
                    <a:pt x="8052927" y="0"/>
                  </a:lnTo>
                  <a:lnTo>
                    <a:pt x="8048648" y="0"/>
                  </a:lnTo>
                  <a:lnTo>
                    <a:pt x="8044369" y="0"/>
                  </a:lnTo>
                  <a:lnTo>
                    <a:pt x="8040090" y="0"/>
                  </a:lnTo>
                  <a:lnTo>
                    <a:pt x="8035811" y="0"/>
                  </a:lnTo>
                  <a:lnTo>
                    <a:pt x="8031532" y="0"/>
                  </a:lnTo>
                  <a:lnTo>
                    <a:pt x="8027253" y="0"/>
                  </a:lnTo>
                  <a:lnTo>
                    <a:pt x="8022974" y="0"/>
                  </a:lnTo>
                  <a:lnTo>
                    <a:pt x="8018695" y="0"/>
                  </a:lnTo>
                  <a:lnTo>
                    <a:pt x="8014417" y="0"/>
                  </a:lnTo>
                  <a:lnTo>
                    <a:pt x="8010138" y="0"/>
                  </a:lnTo>
                  <a:lnTo>
                    <a:pt x="8005859" y="0"/>
                  </a:lnTo>
                  <a:lnTo>
                    <a:pt x="8001580" y="0"/>
                  </a:lnTo>
                  <a:lnTo>
                    <a:pt x="7997301" y="0"/>
                  </a:lnTo>
                  <a:lnTo>
                    <a:pt x="7993022" y="0"/>
                  </a:lnTo>
                  <a:lnTo>
                    <a:pt x="7988743" y="0"/>
                  </a:lnTo>
                  <a:lnTo>
                    <a:pt x="7984464" y="0"/>
                  </a:lnTo>
                  <a:lnTo>
                    <a:pt x="7980185" y="0"/>
                  </a:lnTo>
                  <a:lnTo>
                    <a:pt x="7975906" y="0"/>
                  </a:lnTo>
                  <a:lnTo>
                    <a:pt x="7971627" y="0"/>
                  </a:lnTo>
                  <a:lnTo>
                    <a:pt x="7967348" y="0"/>
                  </a:lnTo>
                  <a:lnTo>
                    <a:pt x="7963070" y="0"/>
                  </a:lnTo>
                  <a:lnTo>
                    <a:pt x="7958791" y="0"/>
                  </a:lnTo>
                  <a:lnTo>
                    <a:pt x="7954512" y="0"/>
                  </a:lnTo>
                  <a:lnTo>
                    <a:pt x="7950233" y="0"/>
                  </a:lnTo>
                  <a:lnTo>
                    <a:pt x="7945954" y="0"/>
                  </a:lnTo>
                  <a:lnTo>
                    <a:pt x="7941675" y="0"/>
                  </a:lnTo>
                  <a:lnTo>
                    <a:pt x="7937396" y="0"/>
                  </a:lnTo>
                  <a:lnTo>
                    <a:pt x="7933117" y="0"/>
                  </a:lnTo>
                  <a:lnTo>
                    <a:pt x="7928838" y="0"/>
                  </a:lnTo>
                  <a:lnTo>
                    <a:pt x="7924559" y="0"/>
                  </a:lnTo>
                  <a:lnTo>
                    <a:pt x="7920280" y="0"/>
                  </a:lnTo>
                  <a:lnTo>
                    <a:pt x="7916001" y="0"/>
                  </a:lnTo>
                  <a:lnTo>
                    <a:pt x="7911722" y="0"/>
                  </a:lnTo>
                  <a:lnTo>
                    <a:pt x="7907444" y="0"/>
                  </a:lnTo>
                  <a:lnTo>
                    <a:pt x="7903165" y="0"/>
                  </a:lnTo>
                  <a:lnTo>
                    <a:pt x="7898886" y="0"/>
                  </a:lnTo>
                  <a:lnTo>
                    <a:pt x="7894607" y="0"/>
                  </a:lnTo>
                  <a:lnTo>
                    <a:pt x="7890328" y="0"/>
                  </a:lnTo>
                  <a:lnTo>
                    <a:pt x="7886049" y="0"/>
                  </a:lnTo>
                  <a:lnTo>
                    <a:pt x="7881770" y="0"/>
                  </a:lnTo>
                  <a:lnTo>
                    <a:pt x="7877491" y="0"/>
                  </a:lnTo>
                  <a:lnTo>
                    <a:pt x="7873212" y="0"/>
                  </a:lnTo>
                  <a:lnTo>
                    <a:pt x="7868933" y="0"/>
                  </a:lnTo>
                  <a:lnTo>
                    <a:pt x="7864654" y="0"/>
                  </a:lnTo>
                  <a:lnTo>
                    <a:pt x="7860375" y="0"/>
                  </a:lnTo>
                  <a:lnTo>
                    <a:pt x="7856097" y="0"/>
                  </a:lnTo>
                  <a:lnTo>
                    <a:pt x="7851818" y="0"/>
                  </a:lnTo>
                  <a:lnTo>
                    <a:pt x="7847539" y="0"/>
                  </a:lnTo>
                  <a:lnTo>
                    <a:pt x="7843260" y="0"/>
                  </a:lnTo>
                  <a:lnTo>
                    <a:pt x="7838981" y="0"/>
                  </a:lnTo>
                  <a:lnTo>
                    <a:pt x="7834702" y="0"/>
                  </a:lnTo>
                  <a:lnTo>
                    <a:pt x="7830423" y="0"/>
                  </a:lnTo>
                  <a:lnTo>
                    <a:pt x="7826144" y="0"/>
                  </a:lnTo>
                  <a:lnTo>
                    <a:pt x="7821865" y="0"/>
                  </a:lnTo>
                  <a:lnTo>
                    <a:pt x="7817586" y="0"/>
                  </a:lnTo>
                  <a:lnTo>
                    <a:pt x="7813307" y="0"/>
                  </a:lnTo>
                  <a:lnTo>
                    <a:pt x="7809028" y="0"/>
                  </a:lnTo>
                  <a:lnTo>
                    <a:pt x="7804749" y="0"/>
                  </a:lnTo>
                  <a:lnTo>
                    <a:pt x="7800471" y="0"/>
                  </a:lnTo>
                  <a:lnTo>
                    <a:pt x="7796192" y="0"/>
                  </a:lnTo>
                  <a:lnTo>
                    <a:pt x="7791913" y="0"/>
                  </a:lnTo>
                  <a:lnTo>
                    <a:pt x="7787634" y="0"/>
                  </a:lnTo>
                  <a:lnTo>
                    <a:pt x="7783355" y="0"/>
                  </a:lnTo>
                  <a:lnTo>
                    <a:pt x="7779076" y="0"/>
                  </a:lnTo>
                  <a:lnTo>
                    <a:pt x="7774797" y="0"/>
                  </a:lnTo>
                  <a:lnTo>
                    <a:pt x="7770518" y="0"/>
                  </a:lnTo>
                  <a:lnTo>
                    <a:pt x="7766239" y="0"/>
                  </a:lnTo>
                  <a:lnTo>
                    <a:pt x="7761960" y="0"/>
                  </a:lnTo>
                  <a:lnTo>
                    <a:pt x="7757681" y="0"/>
                  </a:lnTo>
                  <a:lnTo>
                    <a:pt x="7753402" y="0"/>
                  </a:lnTo>
                  <a:lnTo>
                    <a:pt x="7749124" y="0"/>
                  </a:lnTo>
                  <a:lnTo>
                    <a:pt x="7744845" y="0"/>
                  </a:lnTo>
                  <a:lnTo>
                    <a:pt x="7740566" y="0"/>
                  </a:lnTo>
                  <a:lnTo>
                    <a:pt x="7736287" y="0"/>
                  </a:lnTo>
                  <a:lnTo>
                    <a:pt x="7732008" y="0"/>
                  </a:lnTo>
                  <a:lnTo>
                    <a:pt x="7727729" y="0"/>
                  </a:lnTo>
                  <a:lnTo>
                    <a:pt x="7723450" y="0"/>
                  </a:lnTo>
                  <a:lnTo>
                    <a:pt x="7719171" y="0"/>
                  </a:lnTo>
                  <a:lnTo>
                    <a:pt x="7714892" y="0"/>
                  </a:lnTo>
                  <a:lnTo>
                    <a:pt x="7710613" y="0"/>
                  </a:lnTo>
                  <a:lnTo>
                    <a:pt x="7706334" y="0"/>
                  </a:lnTo>
                  <a:lnTo>
                    <a:pt x="7702055" y="0"/>
                  </a:lnTo>
                  <a:lnTo>
                    <a:pt x="7697776" y="0"/>
                  </a:lnTo>
                  <a:lnTo>
                    <a:pt x="7693498" y="0"/>
                  </a:lnTo>
                  <a:lnTo>
                    <a:pt x="7689219" y="0"/>
                  </a:lnTo>
                  <a:lnTo>
                    <a:pt x="7684940" y="0"/>
                  </a:lnTo>
                  <a:lnTo>
                    <a:pt x="7680661" y="0"/>
                  </a:lnTo>
                  <a:lnTo>
                    <a:pt x="7676382" y="0"/>
                  </a:lnTo>
                  <a:lnTo>
                    <a:pt x="7672103" y="0"/>
                  </a:lnTo>
                  <a:lnTo>
                    <a:pt x="7667824" y="0"/>
                  </a:lnTo>
                  <a:lnTo>
                    <a:pt x="7663545" y="0"/>
                  </a:lnTo>
                  <a:lnTo>
                    <a:pt x="7659266" y="0"/>
                  </a:lnTo>
                  <a:lnTo>
                    <a:pt x="7654987" y="0"/>
                  </a:lnTo>
                  <a:lnTo>
                    <a:pt x="7650708" y="0"/>
                  </a:lnTo>
                  <a:lnTo>
                    <a:pt x="7646429" y="0"/>
                  </a:lnTo>
                  <a:lnTo>
                    <a:pt x="7642151" y="0"/>
                  </a:lnTo>
                  <a:lnTo>
                    <a:pt x="7637872" y="0"/>
                  </a:lnTo>
                  <a:lnTo>
                    <a:pt x="7633593" y="0"/>
                  </a:lnTo>
                  <a:lnTo>
                    <a:pt x="7629314" y="0"/>
                  </a:lnTo>
                  <a:lnTo>
                    <a:pt x="7625035" y="0"/>
                  </a:lnTo>
                  <a:lnTo>
                    <a:pt x="7620756" y="0"/>
                  </a:lnTo>
                  <a:lnTo>
                    <a:pt x="7616477" y="0"/>
                  </a:lnTo>
                  <a:lnTo>
                    <a:pt x="7612198" y="0"/>
                  </a:lnTo>
                  <a:lnTo>
                    <a:pt x="7607919" y="0"/>
                  </a:lnTo>
                  <a:lnTo>
                    <a:pt x="7603640" y="0"/>
                  </a:lnTo>
                  <a:lnTo>
                    <a:pt x="7599361" y="0"/>
                  </a:lnTo>
                  <a:lnTo>
                    <a:pt x="7595082" y="0"/>
                  </a:lnTo>
                  <a:lnTo>
                    <a:pt x="7590803" y="0"/>
                  </a:lnTo>
                  <a:lnTo>
                    <a:pt x="7586525" y="0"/>
                  </a:lnTo>
                  <a:lnTo>
                    <a:pt x="7582246" y="0"/>
                  </a:lnTo>
                  <a:lnTo>
                    <a:pt x="7577967" y="0"/>
                  </a:lnTo>
                  <a:lnTo>
                    <a:pt x="7573688" y="0"/>
                  </a:lnTo>
                  <a:lnTo>
                    <a:pt x="7569409" y="0"/>
                  </a:lnTo>
                  <a:lnTo>
                    <a:pt x="7565130" y="0"/>
                  </a:lnTo>
                  <a:lnTo>
                    <a:pt x="7560851" y="0"/>
                  </a:lnTo>
                  <a:lnTo>
                    <a:pt x="7556572" y="0"/>
                  </a:lnTo>
                  <a:lnTo>
                    <a:pt x="7552293" y="0"/>
                  </a:lnTo>
                  <a:lnTo>
                    <a:pt x="7548014" y="0"/>
                  </a:lnTo>
                  <a:lnTo>
                    <a:pt x="7543735" y="0"/>
                  </a:lnTo>
                  <a:lnTo>
                    <a:pt x="7539456" y="0"/>
                  </a:lnTo>
                  <a:lnTo>
                    <a:pt x="7535178" y="0"/>
                  </a:lnTo>
                  <a:lnTo>
                    <a:pt x="7530899" y="0"/>
                  </a:lnTo>
                  <a:lnTo>
                    <a:pt x="7526620" y="0"/>
                  </a:lnTo>
                  <a:lnTo>
                    <a:pt x="7522341" y="0"/>
                  </a:lnTo>
                  <a:lnTo>
                    <a:pt x="7518062" y="0"/>
                  </a:lnTo>
                  <a:lnTo>
                    <a:pt x="7513783" y="0"/>
                  </a:lnTo>
                  <a:lnTo>
                    <a:pt x="7509504" y="0"/>
                  </a:lnTo>
                  <a:lnTo>
                    <a:pt x="7505225" y="0"/>
                  </a:lnTo>
                  <a:lnTo>
                    <a:pt x="7500946" y="0"/>
                  </a:lnTo>
                  <a:lnTo>
                    <a:pt x="7496667" y="0"/>
                  </a:lnTo>
                  <a:lnTo>
                    <a:pt x="7492388" y="0"/>
                  </a:lnTo>
                  <a:lnTo>
                    <a:pt x="7488109" y="0"/>
                  </a:lnTo>
                  <a:lnTo>
                    <a:pt x="7483830" y="0"/>
                  </a:lnTo>
                  <a:lnTo>
                    <a:pt x="7479552" y="0"/>
                  </a:lnTo>
                  <a:lnTo>
                    <a:pt x="7475273" y="0"/>
                  </a:lnTo>
                  <a:lnTo>
                    <a:pt x="7470994" y="0"/>
                  </a:lnTo>
                  <a:lnTo>
                    <a:pt x="7466715" y="0"/>
                  </a:lnTo>
                  <a:lnTo>
                    <a:pt x="7462436" y="0"/>
                  </a:lnTo>
                  <a:lnTo>
                    <a:pt x="7458157" y="0"/>
                  </a:lnTo>
                  <a:lnTo>
                    <a:pt x="7453878" y="0"/>
                  </a:lnTo>
                  <a:lnTo>
                    <a:pt x="7449599" y="0"/>
                  </a:lnTo>
                  <a:lnTo>
                    <a:pt x="7445320" y="0"/>
                  </a:lnTo>
                  <a:lnTo>
                    <a:pt x="7441041" y="0"/>
                  </a:lnTo>
                  <a:lnTo>
                    <a:pt x="7436762" y="0"/>
                  </a:lnTo>
                  <a:lnTo>
                    <a:pt x="7432483" y="0"/>
                  </a:lnTo>
                  <a:lnTo>
                    <a:pt x="7428205" y="0"/>
                  </a:lnTo>
                  <a:lnTo>
                    <a:pt x="7423926" y="0"/>
                  </a:lnTo>
                  <a:lnTo>
                    <a:pt x="7419647" y="0"/>
                  </a:lnTo>
                  <a:lnTo>
                    <a:pt x="7415368" y="0"/>
                  </a:lnTo>
                  <a:lnTo>
                    <a:pt x="7411089" y="0"/>
                  </a:lnTo>
                  <a:lnTo>
                    <a:pt x="7406810" y="0"/>
                  </a:lnTo>
                  <a:lnTo>
                    <a:pt x="7402531" y="0"/>
                  </a:lnTo>
                  <a:lnTo>
                    <a:pt x="7398252" y="0"/>
                  </a:lnTo>
                  <a:lnTo>
                    <a:pt x="7393973" y="0"/>
                  </a:lnTo>
                  <a:lnTo>
                    <a:pt x="7389694" y="0"/>
                  </a:lnTo>
                  <a:lnTo>
                    <a:pt x="7385415" y="0"/>
                  </a:lnTo>
                  <a:lnTo>
                    <a:pt x="7381136" y="0"/>
                  </a:lnTo>
                  <a:lnTo>
                    <a:pt x="7376857" y="0"/>
                  </a:lnTo>
                  <a:lnTo>
                    <a:pt x="7372579" y="0"/>
                  </a:lnTo>
                  <a:lnTo>
                    <a:pt x="7368300" y="0"/>
                  </a:lnTo>
                  <a:lnTo>
                    <a:pt x="7364021" y="0"/>
                  </a:lnTo>
                  <a:lnTo>
                    <a:pt x="7359742" y="0"/>
                  </a:lnTo>
                  <a:lnTo>
                    <a:pt x="7355463" y="0"/>
                  </a:lnTo>
                  <a:lnTo>
                    <a:pt x="7351184" y="0"/>
                  </a:lnTo>
                  <a:lnTo>
                    <a:pt x="7346905" y="0"/>
                  </a:lnTo>
                  <a:lnTo>
                    <a:pt x="7342626" y="0"/>
                  </a:lnTo>
                  <a:lnTo>
                    <a:pt x="7338347" y="0"/>
                  </a:lnTo>
                  <a:lnTo>
                    <a:pt x="7334068" y="0"/>
                  </a:lnTo>
                  <a:lnTo>
                    <a:pt x="7329789" y="0"/>
                  </a:lnTo>
                  <a:lnTo>
                    <a:pt x="7325510" y="0"/>
                  </a:lnTo>
                  <a:lnTo>
                    <a:pt x="7321232" y="0"/>
                  </a:lnTo>
                  <a:lnTo>
                    <a:pt x="7316953" y="0"/>
                  </a:lnTo>
                  <a:lnTo>
                    <a:pt x="7312674" y="0"/>
                  </a:lnTo>
                  <a:lnTo>
                    <a:pt x="7308395" y="0"/>
                  </a:lnTo>
                  <a:lnTo>
                    <a:pt x="7304116" y="0"/>
                  </a:lnTo>
                  <a:lnTo>
                    <a:pt x="7299837" y="0"/>
                  </a:lnTo>
                  <a:lnTo>
                    <a:pt x="7295558" y="0"/>
                  </a:lnTo>
                  <a:lnTo>
                    <a:pt x="7291279" y="0"/>
                  </a:lnTo>
                  <a:lnTo>
                    <a:pt x="7287000" y="0"/>
                  </a:lnTo>
                  <a:lnTo>
                    <a:pt x="7282721" y="0"/>
                  </a:lnTo>
                  <a:lnTo>
                    <a:pt x="7278442" y="0"/>
                  </a:lnTo>
                  <a:lnTo>
                    <a:pt x="7274163" y="0"/>
                  </a:lnTo>
                  <a:lnTo>
                    <a:pt x="7269884" y="0"/>
                  </a:lnTo>
                  <a:lnTo>
                    <a:pt x="7265606" y="0"/>
                  </a:lnTo>
                  <a:lnTo>
                    <a:pt x="7261327" y="0"/>
                  </a:lnTo>
                  <a:lnTo>
                    <a:pt x="7257048" y="0"/>
                  </a:lnTo>
                  <a:lnTo>
                    <a:pt x="7252769" y="0"/>
                  </a:lnTo>
                  <a:lnTo>
                    <a:pt x="7248490" y="0"/>
                  </a:lnTo>
                  <a:lnTo>
                    <a:pt x="7244211" y="0"/>
                  </a:lnTo>
                  <a:lnTo>
                    <a:pt x="7239932" y="0"/>
                  </a:lnTo>
                  <a:lnTo>
                    <a:pt x="7235653" y="0"/>
                  </a:lnTo>
                  <a:lnTo>
                    <a:pt x="7231374" y="0"/>
                  </a:lnTo>
                  <a:lnTo>
                    <a:pt x="7227095" y="0"/>
                  </a:lnTo>
                  <a:lnTo>
                    <a:pt x="7222816" y="0"/>
                  </a:lnTo>
                  <a:lnTo>
                    <a:pt x="7218537" y="0"/>
                  </a:lnTo>
                  <a:lnTo>
                    <a:pt x="7214259" y="0"/>
                  </a:lnTo>
                  <a:lnTo>
                    <a:pt x="7209980" y="0"/>
                  </a:lnTo>
                  <a:lnTo>
                    <a:pt x="7205701" y="0"/>
                  </a:lnTo>
                  <a:lnTo>
                    <a:pt x="7201422" y="0"/>
                  </a:lnTo>
                  <a:lnTo>
                    <a:pt x="7197143" y="0"/>
                  </a:lnTo>
                  <a:lnTo>
                    <a:pt x="7192864" y="0"/>
                  </a:lnTo>
                  <a:lnTo>
                    <a:pt x="7188585" y="0"/>
                  </a:lnTo>
                  <a:lnTo>
                    <a:pt x="7184306" y="0"/>
                  </a:lnTo>
                  <a:lnTo>
                    <a:pt x="7180027" y="0"/>
                  </a:lnTo>
                  <a:lnTo>
                    <a:pt x="7175748" y="0"/>
                  </a:lnTo>
                  <a:lnTo>
                    <a:pt x="7171469" y="0"/>
                  </a:lnTo>
                  <a:lnTo>
                    <a:pt x="7167190" y="0"/>
                  </a:lnTo>
                  <a:lnTo>
                    <a:pt x="7162911" y="0"/>
                  </a:lnTo>
                  <a:lnTo>
                    <a:pt x="7158633" y="0"/>
                  </a:lnTo>
                  <a:lnTo>
                    <a:pt x="7154354" y="0"/>
                  </a:lnTo>
                  <a:lnTo>
                    <a:pt x="7150075" y="0"/>
                  </a:lnTo>
                  <a:lnTo>
                    <a:pt x="7145796" y="0"/>
                  </a:lnTo>
                  <a:lnTo>
                    <a:pt x="7141517" y="0"/>
                  </a:lnTo>
                  <a:lnTo>
                    <a:pt x="7137238" y="0"/>
                  </a:lnTo>
                  <a:lnTo>
                    <a:pt x="7132959" y="0"/>
                  </a:lnTo>
                  <a:lnTo>
                    <a:pt x="7128680" y="0"/>
                  </a:lnTo>
                  <a:lnTo>
                    <a:pt x="7124401" y="0"/>
                  </a:lnTo>
                  <a:lnTo>
                    <a:pt x="7120122" y="0"/>
                  </a:lnTo>
                  <a:lnTo>
                    <a:pt x="7115843" y="0"/>
                  </a:lnTo>
                  <a:lnTo>
                    <a:pt x="7111564" y="0"/>
                  </a:lnTo>
                  <a:lnTo>
                    <a:pt x="7107286" y="0"/>
                  </a:lnTo>
                  <a:lnTo>
                    <a:pt x="7103007" y="0"/>
                  </a:lnTo>
                  <a:lnTo>
                    <a:pt x="7098728" y="0"/>
                  </a:lnTo>
                  <a:lnTo>
                    <a:pt x="7094449" y="0"/>
                  </a:lnTo>
                  <a:lnTo>
                    <a:pt x="7090170" y="0"/>
                  </a:lnTo>
                  <a:lnTo>
                    <a:pt x="7085891" y="0"/>
                  </a:lnTo>
                  <a:lnTo>
                    <a:pt x="7081612" y="0"/>
                  </a:lnTo>
                  <a:lnTo>
                    <a:pt x="7077333" y="0"/>
                  </a:lnTo>
                  <a:lnTo>
                    <a:pt x="7073054" y="0"/>
                  </a:lnTo>
                  <a:lnTo>
                    <a:pt x="7068775" y="0"/>
                  </a:lnTo>
                  <a:lnTo>
                    <a:pt x="7064496" y="0"/>
                  </a:lnTo>
                  <a:lnTo>
                    <a:pt x="7060217" y="0"/>
                  </a:lnTo>
                  <a:lnTo>
                    <a:pt x="7055938" y="0"/>
                  </a:lnTo>
                  <a:lnTo>
                    <a:pt x="7051660" y="0"/>
                  </a:lnTo>
                  <a:lnTo>
                    <a:pt x="7047381" y="0"/>
                  </a:lnTo>
                  <a:lnTo>
                    <a:pt x="7043102" y="0"/>
                  </a:lnTo>
                  <a:lnTo>
                    <a:pt x="7038823" y="0"/>
                  </a:lnTo>
                  <a:lnTo>
                    <a:pt x="7034544" y="0"/>
                  </a:lnTo>
                  <a:lnTo>
                    <a:pt x="7030265" y="0"/>
                  </a:lnTo>
                  <a:lnTo>
                    <a:pt x="7025986" y="0"/>
                  </a:lnTo>
                  <a:lnTo>
                    <a:pt x="7021707" y="0"/>
                  </a:lnTo>
                  <a:lnTo>
                    <a:pt x="7017428" y="0"/>
                  </a:lnTo>
                  <a:lnTo>
                    <a:pt x="7013149" y="0"/>
                  </a:lnTo>
                  <a:lnTo>
                    <a:pt x="7008870" y="0"/>
                  </a:lnTo>
                  <a:lnTo>
                    <a:pt x="7004591" y="0"/>
                  </a:lnTo>
                  <a:lnTo>
                    <a:pt x="7000313" y="0"/>
                  </a:lnTo>
                  <a:lnTo>
                    <a:pt x="6996034" y="0"/>
                  </a:lnTo>
                  <a:lnTo>
                    <a:pt x="6991755" y="0"/>
                  </a:lnTo>
                  <a:lnTo>
                    <a:pt x="6987476" y="0"/>
                  </a:lnTo>
                  <a:lnTo>
                    <a:pt x="6983197" y="0"/>
                  </a:lnTo>
                  <a:lnTo>
                    <a:pt x="6978918" y="0"/>
                  </a:lnTo>
                  <a:lnTo>
                    <a:pt x="6974639" y="0"/>
                  </a:lnTo>
                  <a:lnTo>
                    <a:pt x="6970360" y="0"/>
                  </a:lnTo>
                  <a:lnTo>
                    <a:pt x="6966081" y="0"/>
                  </a:lnTo>
                  <a:lnTo>
                    <a:pt x="6961802" y="0"/>
                  </a:lnTo>
                  <a:lnTo>
                    <a:pt x="6957523" y="0"/>
                  </a:lnTo>
                  <a:lnTo>
                    <a:pt x="6953244" y="0"/>
                  </a:lnTo>
                  <a:lnTo>
                    <a:pt x="6948965" y="0"/>
                  </a:lnTo>
                  <a:lnTo>
                    <a:pt x="6944687" y="0"/>
                  </a:lnTo>
                  <a:lnTo>
                    <a:pt x="6940408" y="0"/>
                  </a:lnTo>
                  <a:lnTo>
                    <a:pt x="6936129" y="0"/>
                  </a:lnTo>
                  <a:lnTo>
                    <a:pt x="6931850" y="0"/>
                  </a:lnTo>
                  <a:lnTo>
                    <a:pt x="6927571" y="0"/>
                  </a:lnTo>
                  <a:lnTo>
                    <a:pt x="6923292" y="0"/>
                  </a:lnTo>
                  <a:lnTo>
                    <a:pt x="6919013" y="0"/>
                  </a:lnTo>
                  <a:lnTo>
                    <a:pt x="6914734" y="0"/>
                  </a:lnTo>
                  <a:lnTo>
                    <a:pt x="6910455" y="0"/>
                  </a:lnTo>
                  <a:lnTo>
                    <a:pt x="6906176" y="0"/>
                  </a:lnTo>
                  <a:lnTo>
                    <a:pt x="6901897" y="0"/>
                  </a:lnTo>
                  <a:lnTo>
                    <a:pt x="6897618" y="0"/>
                  </a:lnTo>
                  <a:lnTo>
                    <a:pt x="6893340" y="0"/>
                  </a:lnTo>
                  <a:lnTo>
                    <a:pt x="6889061" y="0"/>
                  </a:lnTo>
                  <a:lnTo>
                    <a:pt x="6884782" y="0"/>
                  </a:lnTo>
                  <a:lnTo>
                    <a:pt x="6880503" y="0"/>
                  </a:lnTo>
                  <a:lnTo>
                    <a:pt x="6876224" y="0"/>
                  </a:lnTo>
                  <a:lnTo>
                    <a:pt x="6871945" y="0"/>
                  </a:lnTo>
                  <a:lnTo>
                    <a:pt x="6867666" y="0"/>
                  </a:lnTo>
                  <a:lnTo>
                    <a:pt x="6863387" y="0"/>
                  </a:lnTo>
                  <a:lnTo>
                    <a:pt x="6859108" y="0"/>
                  </a:lnTo>
                  <a:lnTo>
                    <a:pt x="6854829" y="0"/>
                  </a:lnTo>
                  <a:lnTo>
                    <a:pt x="6850550" y="0"/>
                  </a:lnTo>
                  <a:lnTo>
                    <a:pt x="6846271" y="0"/>
                  </a:lnTo>
                  <a:lnTo>
                    <a:pt x="6841992" y="0"/>
                  </a:lnTo>
                  <a:lnTo>
                    <a:pt x="6837714" y="0"/>
                  </a:lnTo>
                  <a:lnTo>
                    <a:pt x="6833435" y="0"/>
                  </a:lnTo>
                  <a:lnTo>
                    <a:pt x="6829156" y="0"/>
                  </a:lnTo>
                  <a:lnTo>
                    <a:pt x="6824877" y="0"/>
                  </a:lnTo>
                  <a:lnTo>
                    <a:pt x="6820598" y="0"/>
                  </a:lnTo>
                  <a:lnTo>
                    <a:pt x="6816319" y="0"/>
                  </a:lnTo>
                  <a:lnTo>
                    <a:pt x="6812040" y="0"/>
                  </a:lnTo>
                  <a:lnTo>
                    <a:pt x="6807761" y="0"/>
                  </a:lnTo>
                  <a:lnTo>
                    <a:pt x="6803482" y="0"/>
                  </a:lnTo>
                  <a:lnTo>
                    <a:pt x="6799203" y="0"/>
                  </a:lnTo>
                  <a:lnTo>
                    <a:pt x="6794924" y="0"/>
                  </a:lnTo>
                  <a:lnTo>
                    <a:pt x="6790645" y="0"/>
                  </a:lnTo>
                  <a:lnTo>
                    <a:pt x="6786367" y="0"/>
                  </a:lnTo>
                  <a:lnTo>
                    <a:pt x="6782088" y="0"/>
                  </a:lnTo>
                  <a:lnTo>
                    <a:pt x="6777809" y="0"/>
                  </a:lnTo>
                  <a:lnTo>
                    <a:pt x="6773530" y="0"/>
                  </a:lnTo>
                  <a:lnTo>
                    <a:pt x="6769251" y="0"/>
                  </a:lnTo>
                  <a:lnTo>
                    <a:pt x="6764972" y="0"/>
                  </a:lnTo>
                  <a:lnTo>
                    <a:pt x="6760693" y="0"/>
                  </a:lnTo>
                  <a:lnTo>
                    <a:pt x="6756414" y="0"/>
                  </a:lnTo>
                  <a:lnTo>
                    <a:pt x="6752135" y="0"/>
                  </a:lnTo>
                  <a:lnTo>
                    <a:pt x="6747856" y="0"/>
                  </a:lnTo>
                  <a:lnTo>
                    <a:pt x="6743577" y="0"/>
                  </a:lnTo>
                  <a:lnTo>
                    <a:pt x="6739298" y="0"/>
                  </a:lnTo>
                  <a:lnTo>
                    <a:pt x="6735019" y="0"/>
                  </a:lnTo>
                  <a:lnTo>
                    <a:pt x="6730741" y="0"/>
                  </a:lnTo>
                  <a:lnTo>
                    <a:pt x="6726462" y="0"/>
                  </a:lnTo>
                  <a:lnTo>
                    <a:pt x="6722183" y="0"/>
                  </a:lnTo>
                  <a:lnTo>
                    <a:pt x="6717904" y="0"/>
                  </a:lnTo>
                  <a:lnTo>
                    <a:pt x="6713625" y="0"/>
                  </a:lnTo>
                  <a:lnTo>
                    <a:pt x="6709346" y="0"/>
                  </a:lnTo>
                  <a:lnTo>
                    <a:pt x="6705067" y="0"/>
                  </a:lnTo>
                  <a:lnTo>
                    <a:pt x="6700788" y="0"/>
                  </a:lnTo>
                  <a:lnTo>
                    <a:pt x="6696509" y="0"/>
                  </a:lnTo>
                  <a:lnTo>
                    <a:pt x="6692230" y="0"/>
                  </a:lnTo>
                  <a:lnTo>
                    <a:pt x="6687951" y="0"/>
                  </a:lnTo>
                  <a:lnTo>
                    <a:pt x="6683672" y="0"/>
                  </a:lnTo>
                  <a:lnTo>
                    <a:pt x="6679394" y="0"/>
                  </a:lnTo>
                  <a:lnTo>
                    <a:pt x="6675115" y="0"/>
                  </a:lnTo>
                  <a:lnTo>
                    <a:pt x="6670836" y="0"/>
                  </a:lnTo>
                  <a:lnTo>
                    <a:pt x="6666557" y="0"/>
                  </a:lnTo>
                  <a:lnTo>
                    <a:pt x="6662278" y="0"/>
                  </a:lnTo>
                  <a:lnTo>
                    <a:pt x="6657999" y="0"/>
                  </a:lnTo>
                  <a:lnTo>
                    <a:pt x="6653720" y="0"/>
                  </a:lnTo>
                  <a:lnTo>
                    <a:pt x="6649441" y="0"/>
                  </a:lnTo>
                  <a:lnTo>
                    <a:pt x="6645162" y="0"/>
                  </a:lnTo>
                  <a:lnTo>
                    <a:pt x="6640883" y="0"/>
                  </a:lnTo>
                  <a:lnTo>
                    <a:pt x="6636604" y="0"/>
                  </a:lnTo>
                  <a:lnTo>
                    <a:pt x="6632325" y="0"/>
                  </a:lnTo>
                  <a:lnTo>
                    <a:pt x="6628046" y="0"/>
                  </a:lnTo>
                  <a:lnTo>
                    <a:pt x="6623768" y="0"/>
                  </a:lnTo>
                  <a:lnTo>
                    <a:pt x="6619489" y="0"/>
                  </a:lnTo>
                  <a:lnTo>
                    <a:pt x="6615210" y="0"/>
                  </a:lnTo>
                  <a:lnTo>
                    <a:pt x="6610931" y="0"/>
                  </a:lnTo>
                  <a:lnTo>
                    <a:pt x="6606652" y="0"/>
                  </a:lnTo>
                  <a:lnTo>
                    <a:pt x="6602373" y="0"/>
                  </a:lnTo>
                  <a:lnTo>
                    <a:pt x="6598094" y="0"/>
                  </a:lnTo>
                  <a:lnTo>
                    <a:pt x="6593815" y="0"/>
                  </a:lnTo>
                  <a:lnTo>
                    <a:pt x="6589536" y="0"/>
                  </a:lnTo>
                  <a:lnTo>
                    <a:pt x="6585257" y="0"/>
                  </a:lnTo>
                  <a:lnTo>
                    <a:pt x="6580978" y="0"/>
                  </a:lnTo>
                  <a:lnTo>
                    <a:pt x="6576699" y="0"/>
                  </a:lnTo>
                  <a:lnTo>
                    <a:pt x="6572421" y="0"/>
                  </a:lnTo>
                  <a:lnTo>
                    <a:pt x="6568142" y="0"/>
                  </a:lnTo>
                  <a:lnTo>
                    <a:pt x="6563863" y="0"/>
                  </a:lnTo>
                  <a:lnTo>
                    <a:pt x="6559584" y="0"/>
                  </a:lnTo>
                  <a:lnTo>
                    <a:pt x="6555305" y="0"/>
                  </a:lnTo>
                  <a:lnTo>
                    <a:pt x="6551026" y="0"/>
                  </a:lnTo>
                  <a:lnTo>
                    <a:pt x="6546747" y="0"/>
                  </a:lnTo>
                  <a:lnTo>
                    <a:pt x="6542468" y="0"/>
                  </a:lnTo>
                  <a:lnTo>
                    <a:pt x="6538189" y="0"/>
                  </a:lnTo>
                  <a:lnTo>
                    <a:pt x="6533910" y="0"/>
                  </a:lnTo>
                  <a:lnTo>
                    <a:pt x="6529631" y="0"/>
                  </a:lnTo>
                  <a:lnTo>
                    <a:pt x="6525352" y="0"/>
                  </a:lnTo>
                  <a:lnTo>
                    <a:pt x="6521073" y="0"/>
                  </a:lnTo>
                  <a:lnTo>
                    <a:pt x="6516795" y="0"/>
                  </a:lnTo>
                  <a:lnTo>
                    <a:pt x="6512516" y="0"/>
                  </a:lnTo>
                  <a:lnTo>
                    <a:pt x="6508237" y="0"/>
                  </a:lnTo>
                  <a:lnTo>
                    <a:pt x="6503958" y="0"/>
                  </a:lnTo>
                  <a:lnTo>
                    <a:pt x="6499679" y="0"/>
                  </a:lnTo>
                  <a:lnTo>
                    <a:pt x="6495400" y="0"/>
                  </a:lnTo>
                  <a:lnTo>
                    <a:pt x="6491121" y="0"/>
                  </a:lnTo>
                  <a:lnTo>
                    <a:pt x="6486842" y="0"/>
                  </a:lnTo>
                  <a:lnTo>
                    <a:pt x="6482563" y="0"/>
                  </a:lnTo>
                  <a:lnTo>
                    <a:pt x="6478284" y="0"/>
                  </a:lnTo>
                  <a:lnTo>
                    <a:pt x="6474005" y="0"/>
                  </a:lnTo>
                  <a:lnTo>
                    <a:pt x="6469726" y="0"/>
                  </a:lnTo>
                  <a:lnTo>
                    <a:pt x="6465448" y="0"/>
                  </a:lnTo>
                  <a:lnTo>
                    <a:pt x="6461169" y="0"/>
                  </a:lnTo>
                  <a:lnTo>
                    <a:pt x="6456890" y="0"/>
                  </a:lnTo>
                  <a:lnTo>
                    <a:pt x="6452611" y="0"/>
                  </a:lnTo>
                  <a:lnTo>
                    <a:pt x="6448332" y="0"/>
                  </a:lnTo>
                  <a:lnTo>
                    <a:pt x="6444053" y="0"/>
                  </a:lnTo>
                  <a:lnTo>
                    <a:pt x="6439774" y="0"/>
                  </a:lnTo>
                  <a:lnTo>
                    <a:pt x="6435495" y="0"/>
                  </a:lnTo>
                  <a:lnTo>
                    <a:pt x="6431216" y="0"/>
                  </a:lnTo>
                  <a:lnTo>
                    <a:pt x="6426937" y="0"/>
                  </a:lnTo>
                  <a:lnTo>
                    <a:pt x="6422658" y="0"/>
                  </a:lnTo>
                  <a:lnTo>
                    <a:pt x="6418379" y="0"/>
                  </a:lnTo>
                  <a:lnTo>
                    <a:pt x="6414100" y="0"/>
                  </a:lnTo>
                  <a:lnTo>
                    <a:pt x="6409822" y="0"/>
                  </a:lnTo>
                  <a:lnTo>
                    <a:pt x="6405543" y="0"/>
                  </a:lnTo>
                  <a:lnTo>
                    <a:pt x="6401264" y="0"/>
                  </a:lnTo>
                  <a:lnTo>
                    <a:pt x="6396985" y="0"/>
                  </a:lnTo>
                  <a:lnTo>
                    <a:pt x="6392706" y="0"/>
                  </a:lnTo>
                  <a:lnTo>
                    <a:pt x="6388427" y="0"/>
                  </a:lnTo>
                  <a:lnTo>
                    <a:pt x="6384148" y="0"/>
                  </a:lnTo>
                  <a:lnTo>
                    <a:pt x="6379869" y="0"/>
                  </a:lnTo>
                  <a:lnTo>
                    <a:pt x="6375590" y="0"/>
                  </a:lnTo>
                  <a:lnTo>
                    <a:pt x="6371311" y="0"/>
                  </a:lnTo>
                  <a:lnTo>
                    <a:pt x="6367032" y="0"/>
                  </a:lnTo>
                  <a:lnTo>
                    <a:pt x="6362753" y="0"/>
                  </a:lnTo>
                  <a:lnTo>
                    <a:pt x="6358475" y="0"/>
                  </a:lnTo>
                  <a:lnTo>
                    <a:pt x="6354196" y="0"/>
                  </a:lnTo>
                  <a:lnTo>
                    <a:pt x="6349917" y="0"/>
                  </a:lnTo>
                  <a:lnTo>
                    <a:pt x="6345638" y="0"/>
                  </a:lnTo>
                  <a:lnTo>
                    <a:pt x="6341359" y="0"/>
                  </a:lnTo>
                  <a:lnTo>
                    <a:pt x="6337080" y="0"/>
                  </a:lnTo>
                  <a:lnTo>
                    <a:pt x="6332801" y="0"/>
                  </a:lnTo>
                  <a:lnTo>
                    <a:pt x="6328522" y="0"/>
                  </a:lnTo>
                  <a:lnTo>
                    <a:pt x="6324243" y="0"/>
                  </a:lnTo>
                  <a:lnTo>
                    <a:pt x="6319964" y="0"/>
                  </a:lnTo>
                  <a:lnTo>
                    <a:pt x="6315685" y="0"/>
                  </a:lnTo>
                  <a:lnTo>
                    <a:pt x="6311406" y="0"/>
                  </a:lnTo>
                  <a:lnTo>
                    <a:pt x="6307127" y="0"/>
                  </a:lnTo>
                  <a:lnTo>
                    <a:pt x="6302849" y="0"/>
                  </a:lnTo>
                  <a:lnTo>
                    <a:pt x="6298570" y="0"/>
                  </a:lnTo>
                  <a:lnTo>
                    <a:pt x="6294291" y="0"/>
                  </a:lnTo>
                  <a:lnTo>
                    <a:pt x="6290012" y="0"/>
                  </a:lnTo>
                  <a:lnTo>
                    <a:pt x="6285733" y="0"/>
                  </a:lnTo>
                  <a:lnTo>
                    <a:pt x="6281454" y="0"/>
                  </a:lnTo>
                  <a:lnTo>
                    <a:pt x="6277175" y="0"/>
                  </a:lnTo>
                  <a:lnTo>
                    <a:pt x="6272896" y="0"/>
                  </a:lnTo>
                  <a:lnTo>
                    <a:pt x="6268617" y="0"/>
                  </a:lnTo>
                  <a:lnTo>
                    <a:pt x="6264338" y="0"/>
                  </a:lnTo>
                  <a:lnTo>
                    <a:pt x="6260059" y="0"/>
                  </a:lnTo>
                  <a:lnTo>
                    <a:pt x="6255780" y="0"/>
                  </a:lnTo>
                  <a:lnTo>
                    <a:pt x="6251502" y="0"/>
                  </a:lnTo>
                  <a:lnTo>
                    <a:pt x="6247223" y="0"/>
                  </a:lnTo>
                  <a:lnTo>
                    <a:pt x="6242944" y="0"/>
                  </a:lnTo>
                  <a:lnTo>
                    <a:pt x="6238665" y="0"/>
                  </a:lnTo>
                  <a:lnTo>
                    <a:pt x="6234386" y="0"/>
                  </a:lnTo>
                  <a:lnTo>
                    <a:pt x="6230107" y="0"/>
                  </a:lnTo>
                  <a:lnTo>
                    <a:pt x="6225828" y="0"/>
                  </a:lnTo>
                  <a:lnTo>
                    <a:pt x="6221549" y="0"/>
                  </a:lnTo>
                  <a:lnTo>
                    <a:pt x="6217270" y="0"/>
                  </a:lnTo>
                  <a:lnTo>
                    <a:pt x="6212991" y="0"/>
                  </a:lnTo>
                  <a:lnTo>
                    <a:pt x="6208712" y="0"/>
                  </a:lnTo>
                  <a:lnTo>
                    <a:pt x="6204433" y="0"/>
                  </a:lnTo>
                  <a:lnTo>
                    <a:pt x="6200155" y="0"/>
                  </a:lnTo>
                  <a:lnTo>
                    <a:pt x="6195876" y="0"/>
                  </a:lnTo>
                  <a:lnTo>
                    <a:pt x="6191597" y="0"/>
                  </a:lnTo>
                  <a:lnTo>
                    <a:pt x="6187318" y="0"/>
                  </a:lnTo>
                  <a:lnTo>
                    <a:pt x="6183039" y="0"/>
                  </a:lnTo>
                  <a:lnTo>
                    <a:pt x="6178760" y="0"/>
                  </a:lnTo>
                  <a:lnTo>
                    <a:pt x="6174481" y="0"/>
                  </a:lnTo>
                  <a:lnTo>
                    <a:pt x="6170202" y="0"/>
                  </a:lnTo>
                  <a:lnTo>
                    <a:pt x="6165923" y="0"/>
                  </a:lnTo>
                  <a:lnTo>
                    <a:pt x="6161644" y="0"/>
                  </a:lnTo>
                  <a:lnTo>
                    <a:pt x="6157365" y="0"/>
                  </a:lnTo>
                  <a:lnTo>
                    <a:pt x="6153086" y="0"/>
                  </a:lnTo>
                  <a:lnTo>
                    <a:pt x="6148807" y="0"/>
                  </a:lnTo>
                  <a:lnTo>
                    <a:pt x="6144529" y="0"/>
                  </a:lnTo>
                  <a:lnTo>
                    <a:pt x="6140250" y="0"/>
                  </a:lnTo>
                  <a:lnTo>
                    <a:pt x="6135971" y="0"/>
                  </a:lnTo>
                  <a:lnTo>
                    <a:pt x="6131692" y="0"/>
                  </a:lnTo>
                  <a:lnTo>
                    <a:pt x="6127413" y="0"/>
                  </a:lnTo>
                  <a:lnTo>
                    <a:pt x="6123134" y="0"/>
                  </a:lnTo>
                  <a:lnTo>
                    <a:pt x="6118855" y="0"/>
                  </a:lnTo>
                  <a:lnTo>
                    <a:pt x="6114576" y="0"/>
                  </a:lnTo>
                  <a:lnTo>
                    <a:pt x="6110297" y="0"/>
                  </a:lnTo>
                  <a:lnTo>
                    <a:pt x="6106018" y="0"/>
                  </a:lnTo>
                  <a:lnTo>
                    <a:pt x="6101739" y="0"/>
                  </a:lnTo>
                  <a:lnTo>
                    <a:pt x="6097460" y="0"/>
                  </a:lnTo>
                  <a:lnTo>
                    <a:pt x="6093182" y="0"/>
                  </a:lnTo>
                  <a:lnTo>
                    <a:pt x="6088903" y="0"/>
                  </a:lnTo>
                  <a:lnTo>
                    <a:pt x="6084624" y="0"/>
                  </a:lnTo>
                  <a:lnTo>
                    <a:pt x="6080345" y="0"/>
                  </a:lnTo>
                  <a:lnTo>
                    <a:pt x="6076066" y="0"/>
                  </a:lnTo>
                  <a:lnTo>
                    <a:pt x="6071787" y="0"/>
                  </a:lnTo>
                  <a:lnTo>
                    <a:pt x="6067508" y="0"/>
                  </a:lnTo>
                  <a:lnTo>
                    <a:pt x="6063229" y="0"/>
                  </a:lnTo>
                  <a:lnTo>
                    <a:pt x="6058950" y="0"/>
                  </a:lnTo>
                  <a:lnTo>
                    <a:pt x="6054671" y="0"/>
                  </a:lnTo>
                  <a:lnTo>
                    <a:pt x="6050392" y="0"/>
                  </a:lnTo>
                  <a:lnTo>
                    <a:pt x="6046113" y="0"/>
                  </a:lnTo>
                  <a:lnTo>
                    <a:pt x="6041834" y="0"/>
                  </a:lnTo>
                  <a:lnTo>
                    <a:pt x="6037556" y="0"/>
                  </a:lnTo>
                  <a:lnTo>
                    <a:pt x="6033277" y="0"/>
                  </a:lnTo>
                  <a:lnTo>
                    <a:pt x="6028998" y="0"/>
                  </a:lnTo>
                  <a:lnTo>
                    <a:pt x="6024719" y="0"/>
                  </a:lnTo>
                  <a:lnTo>
                    <a:pt x="6020440" y="0"/>
                  </a:lnTo>
                  <a:lnTo>
                    <a:pt x="6016161" y="0"/>
                  </a:lnTo>
                  <a:lnTo>
                    <a:pt x="6011882" y="0"/>
                  </a:lnTo>
                  <a:lnTo>
                    <a:pt x="6007603" y="0"/>
                  </a:lnTo>
                  <a:lnTo>
                    <a:pt x="6003324" y="0"/>
                  </a:lnTo>
                  <a:lnTo>
                    <a:pt x="5999045" y="0"/>
                  </a:lnTo>
                  <a:lnTo>
                    <a:pt x="5994766" y="0"/>
                  </a:lnTo>
                  <a:lnTo>
                    <a:pt x="5990487" y="0"/>
                  </a:lnTo>
                  <a:lnTo>
                    <a:pt x="5986209" y="0"/>
                  </a:lnTo>
                  <a:lnTo>
                    <a:pt x="5981930" y="0"/>
                  </a:lnTo>
                  <a:lnTo>
                    <a:pt x="5977651" y="0"/>
                  </a:lnTo>
                  <a:lnTo>
                    <a:pt x="5973372" y="0"/>
                  </a:lnTo>
                  <a:lnTo>
                    <a:pt x="5969093" y="0"/>
                  </a:lnTo>
                  <a:lnTo>
                    <a:pt x="5964814" y="0"/>
                  </a:lnTo>
                  <a:lnTo>
                    <a:pt x="5960535" y="0"/>
                  </a:lnTo>
                  <a:lnTo>
                    <a:pt x="5956256" y="0"/>
                  </a:lnTo>
                  <a:lnTo>
                    <a:pt x="5951977" y="0"/>
                  </a:lnTo>
                  <a:lnTo>
                    <a:pt x="5947698" y="0"/>
                  </a:lnTo>
                  <a:lnTo>
                    <a:pt x="5943419" y="0"/>
                  </a:lnTo>
                  <a:lnTo>
                    <a:pt x="5939140" y="0"/>
                  </a:lnTo>
                  <a:lnTo>
                    <a:pt x="5934861" y="0"/>
                  </a:lnTo>
                  <a:lnTo>
                    <a:pt x="5930583" y="0"/>
                  </a:lnTo>
                  <a:lnTo>
                    <a:pt x="5926304" y="0"/>
                  </a:lnTo>
                  <a:lnTo>
                    <a:pt x="5922025" y="0"/>
                  </a:lnTo>
                  <a:lnTo>
                    <a:pt x="5917746" y="0"/>
                  </a:lnTo>
                  <a:lnTo>
                    <a:pt x="5913467" y="0"/>
                  </a:lnTo>
                  <a:lnTo>
                    <a:pt x="5909188" y="0"/>
                  </a:lnTo>
                  <a:lnTo>
                    <a:pt x="5904909" y="0"/>
                  </a:lnTo>
                  <a:lnTo>
                    <a:pt x="5900630" y="0"/>
                  </a:lnTo>
                  <a:lnTo>
                    <a:pt x="5896351" y="0"/>
                  </a:lnTo>
                  <a:lnTo>
                    <a:pt x="5892072" y="0"/>
                  </a:lnTo>
                  <a:lnTo>
                    <a:pt x="5887793" y="0"/>
                  </a:lnTo>
                  <a:lnTo>
                    <a:pt x="5883514" y="0"/>
                  </a:lnTo>
                  <a:lnTo>
                    <a:pt x="5879236" y="0"/>
                  </a:lnTo>
                  <a:lnTo>
                    <a:pt x="5874957" y="0"/>
                  </a:lnTo>
                  <a:lnTo>
                    <a:pt x="5870678" y="0"/>
                  </a:lnTo>
                  <a:lnTo>
                    <a:pt x="5866399" y="0"/>
                  </a:lnTo>
                  <a:lnTo>
                    <a:pt x="5862120" y="0"/>
                  </a:lnTo>
                  <a:lnTo>
                    <a:pt x="5857841" y="0"/>
                  </a:lnTo>
                  <a:lnTo>
                    <a:pt x="5853562" y="0"/>
                  </a:lnTo>
                  <a:lnTo>
                    <a:pt x="5849283" y="0"/>
                  </a:lnTo>
                  <a:lnTo>
                    <a:pt x="5845004" y="0"/>
                  </a:lnTo>
                  <a:lnTo>
                    <a:pt x="5840725" y="0"/>
                  </a:lnTo>
                  <a:lnTo>
                    <a:pt x="5836446" y="0"/>
                  </a:lnTo>
                  <a:lnTo>
                    <a:pt x="5832167" y="0"/>
                  </a:lnTo>
                  <a:lnTo>
                    <a:pt x="5827888" y="0"/>
                  </a:lnTo>
                  <a:lnTo>
                    <a:pt x="5823610" y="0"/>
                  </a:lnTo>
                  <a:lnTo>
                    <a:pt x="5819331" y="0"/>
                  </a:lnTo>
                  <a:lnTo>
                    <a:pt x="5815052" y="0"/>
                  </a:lnTo>
                  <a:lnTo>
                    <a:pt x="5810773" y="0"/>
                  </a:lnTo>
                  <a:lnTo>
                    <a:pt x="5806494" y="0"/>
                  </a:lnTo>
                  <a:lnTo>
                    <a:pt x="5802215" y="0"/>
                  </a:lnTo>
                  <a:lnTo>
                    <a:pt x="5797936" y="0"/>
                  </a:lnTo>
                  <a:lnTo>
                    <a:pt x="5793657" y="0"/>
                  </a:lnTo>
                  <a:lnTo>
                    <a:pt x="5789378" y="0"/>
                  </a:lnTo>
                  <a:lnTo>
                    <a:pt x="5785099" y="0"/>
                  </a:lnTo>
                  <a:lnTo>
                    <a:pt x="5780820" y="0"/>
                  </a:lnTo>
                  <a:lnTo>
                    <a:pt x="5776541" y="0"/>
                  </a:lnTo>
                  <a:lnTo>
                    <a:pt x="5772263" y="0"/>
                  </a:lnTo>
                  <a:lnTo>
                    <a:pt x="5767984" y="0"/>
                  </a:lnTo>
                  <a:lnTo>
                    <a:pt x="5763705" y="0"/>
                  </a:lnTo>
                  <a:lnTo>
                    <a:pt x="5759426" y="0"/>
                  </a:lnTo>
                  <a:lnTo>
                    <a:pt x="5755147" y="0"/>
                  </a:lnTo>
                  <a:lnTo>
                    <a:pt x="5750868" y="0"/>
                  </a:lnTo>
                  <a:lnTo>
                    <a:pt x="5746589" y="0"/>
                  </a:lnTo>
                  <a:lnTo>
                    <a:pt x="5742310" y="0"/>
                  </a:lnTo>
                  <a:lnTo>
                    <a:pt x="5738031" y="0"/>
                  </a:lnTo>
                  <a:lnTo>
                    <a:pt x="5733752" y="0"/>
                  </a:lnTo>
                  <a:lnTo>
                    <a:pt x="5729473" y="0"/>
                  </a:lnTo>
                  <a:lnTo>
                    <a:pt x="5725194" y="0"/>
                  </a:lnTo>
                  <a:lnTo>
                    <a:pt x="5720915" y="0"/>
                  </a:lnTo>
                  <a:lnTo>
                    <a:pt x="5716637" y="0"/>
                  </a:lnTo>
                  <a:lnTo>
                    <a:pt x="5712358" y="0"/>
                  </a:lnTo>
                  <a:lnTo>
                    <a:pt x="5708079" y="0"/>
                  </a:lnTo>
                  <a:lnTo>
                    <a:pt x="5703800" y="0"/>
                  </a:lnTo>
                  <a:lnTo>
                    <a:pt x="5699521" y="0"/>
                  </a:lnTo>
                  <a:lnTo>
                    <a:pt x="5695242" y="0"/>
                  </a:lnTo>
                  <a:lnTo>
                    <a:pt x="5690963" y="0"/>
                  </a:lnTo>
                  <a:lnTo>
                    <a:pt x="5686684" y="0"/>
                  </a:lnTo>
                  <a:lnTo>
                    <a:pt x="5682405" y="0"/>
                  </a:lnTo>
                  <a:lnTo>
                    <a:pt x="5678126" y="0"/>
                  </a:lnTo>
                  <a:lnTo>
                    <a:pt x="5673847" y="0"/>
                  </a:lnTo>
                  <a:lnTo>
                    <a:pt x="5669568" y="0"/>
                  </a:lnTo>
                  <a:lnTo>
                    <a:pt x="5665290" y="0"/>
                  </a:lnTo>
                  <a:lnTo>
                    <a:pt x="5661011" y="0"/>
                  </a:lnTo>
                  <a:lnTo>
                    <a:pt x="5656732" y="0"/>
                  </a:lnTo>
                  <a:lnTo>
                    <a:pt x="5652453" y="0"/>
                  </a:lnTo>
                  <a:lnTo>
                    <a:pt x="5648174" y="0"/>
                  </a:lnTo>
                  <a:lnTo>
                    <a:pt x="5643895" y="0"/>
                  </a:lnTo>
                  <a:lnTo>
                    <a:pt x="5639616" y="0"/>
                  </a:lnTo>
                  <a:lnTo>
                    <a:pt x="5635337" y="0"/>
                  </a:lnTo>
                  <a:lnTo>
                    <a:pt x="5631058" y="0"/>
                  </a:lnTo>
                  <a:lnTo>
                    <a:pt x="5626779" y="0"/>
                  </a:lnTo>
                  <a:lnTo>
                    <a:pt x="5622500" y="0"/>
                  </a:lnTo>
                  <a:lnTo>
                    <a:pt x="5618221" y="0"/>
                  </a:lnTo>
                  <a:lnTo>
                    <a:pt x="5613942" y="0"/>
                  </a:lnTo>
                  <a:lnTo>
                    <a:pt x="5609664" y="0"/>
                  </a:lnTo>
                  <a:lnTo>
                    <a:pt x="5605385" y="0"/>
                  </a:lnTo>
                  <a:lnTo>
                    <a:pt x="5601106" y="0"/>
                  </a:lnTo>
                  <a:lnTo>
                    <a:pt x="5596827" y="0"/>
                  </a:lnTo>
                  <a:lnTo>
                    <a:pt x="5592548" y="0"/>
                  </a:lnTo>
                  <a:lnTo>
                    <a:pt x="5588269" y="0"/>
                  </a:lnTo>
                  <a:lnTo>
                    <a:pt x="5583990" y="0"/>
                  </a:lnTo>
                  <a:lnTo>
                    <a:pt x="5579711" y="0"/>
                  </a:lnTo>
                  <a:lnTo>
                    <a:pt x="5575432" y="0"/>
                  </a:lnTo>
                  <a:lnTo>
                    <a:pt x="5571153" y="0"/>
                  </a:lnTo>
                  <a:lnTo>
                    <a:pt x="5566874" y="0"/>
                  </a:lnTo>
                  <a:lnTo>
                    <a:pt x="5562595" y="0"/>
                  </a:lnTo>
                  <a:lnTo>
                    <a:pt x="5558317" y="0"/>
                  </a:lnTo>
                  <a:lnTo>
                    <a:pt x="5554038" y="0"/>
                  </a:lnTo>
                  <a:lnTo>
                    <a:pt x="5549759" y="0"/>
                  </a:lnTo>
                  <a:lnTo>
                    <a:pt x="5545480" y="0"/>
                  </a:lnTo>
                  <a:lnTo>
                    <a:pt x="5541201" y="0"/>
                  </a:lnTo>
                  <a:lnTo>
                    <a:pt x="5536922" y="0"/>
                  </a:lnTo>
                  <a:lnTo>
                    <a:pt x="5532643" y="0"/>
                  </a:lnTo>
                  <a:lnTo>
                    <a:pt x="5528364" y="0"/>
                  </a:lnTo>
                  <a:lnTo>
                    <a:pt x="5524085" y="0"/>
                  </a:lnTo>
                  <a:lnTo>
                    <a:pt x="5519806" y="0"/>
                  </a:lnTo>
                  <a:lnTo>
                    <a:pt x="5515527" y="0"/>
                  </a:lnTo>
                  <a:lnTo>
                    <a:pt x="5511248" y="0"/>
                  </a:lnTo>
                  <a:lnTo>
                    <a:pt x="5506969" y="0"/>
                  </a:lnTo>
                  <a:lnTo>
                    <a:pt x="5502691" y="0"/>
                  </a:lnTo>
                  <a:lnTo>
                    <a:pt x="5498412" y="0"/>
                  </a:lnTo>
                  <a:lnTo>
                    <a:pt x="5494133" y="0"/>
                  </a:lnTo>
                  <a:lnTo>
                    <a:pt x="5489854" y="0"/>
                  </a:lnTo>
                  <a:lnTo>
                    <a:pt x="5485575" y="0"/>
                  </a:lnTo>
                  <a:lnTo>
                    <a:pt x="5481296" y="0"/>
                  </a:lnTo>
                  <a:lnTo>
                    <a:pt x="5477017" y="0"/>
                  </a:lnTo>
                  <a:lnTo>
                    <a:pt x="5472738" y="0"/>
                  </a:lnTo>
                  <a:lnTo>
                    <a:pt x="5468459" y="0"/>
                  </a:lnTo>
                  <a:lnTo>
                    <a:pt x="5464180" y="0"/>
                  </a:lnTo>
                  <a:lnTo>
                    <a:pt x="5459901" y="0"/>
                  </a:lnTo>
                  <a:lnTo>
                    <a:pt x="5455622" y="0"/>
                  </a:lnTo>
                  <a:lnTo>
                    <a:pt x="5451344" y="0"/>
                  </a:lnTo>
                  <a:lnTo>
                    <a:pt x="5447065" y="0"/>
                  </a:lnTo>
                  <a:lnTo>
                    <a:pt x="5442786" y="0"/>
                  </a:lnTo>
                  <a:lnTo>
                    <a:pt x="5438507" y="0"/>
                  </a:lnTo>
                  <a:lnTo>
                    <a:pt x="5434228" y="0"/>
                  </a:lnTo>
                  <a:lnTo>
                    <a:pt x="5429949" y="0"/>
                  </a:lnTo>
                  <a:lnTo>
                    <a:pt x="5425670" y="0"/>
                  </a:lnTo>
                  <a:lnTo>
                    <a:pt x="5421391" y="0"/>
                  </a:lnTo>
                  <a:lnTo>
                    <a:pt x="5417112" y="0"/>
                  </a:lnTo>
                  <a:lnTo>
                    <a:pt x="5412833" y="0"/>
                  </a:lnTo>
                  <a:lnTo>
                    <a:pt x="5408554" y="0"/>
                  </a:lnTo>
                  <a:lnTo>
                    <a:pt x="5404275" y="0"/>
                  </a:lnTo>
                  <a:lnTo>
                    <a:pt x="5399996" y="0"/>
                  </a:lnTo>
                  <a:lnTo>
                    <a:pt x="5395718" y="0"/>
                  </a:lnTo>
                  <a:lnTo>
                    <a:pt x="5391439" y="0"/>
                  </a:lnTo>
                  <a:lnTo>
                    <a:pt x="5387160" y="0"/>
                  </a:lnTo>
                  <a:lnTo>
                    <a:pt x="5382881" y="0"/>
                  </a:lnTo>
                  <a:lnTo>
                    <a:pt x="5378602" y="0"/>
                  </a:lnTo>
                  <a:lnTo>
                    <a:pt x="5374323" y="0"/>
                  </a:lnTo>
                  <a:lnTo>
                    <a:pt x="5370044" y="0"/>
                  </a:lnTo>
                  <a:lnTo>
                    <a:pt x="5365765" y="0"/>
                  </a:lnTo>
                  <a:lnTo>
                    <a:pt x="5361486" y="0"/>
                  </a:lnTo>
                  <a:lnTo>
                    <a:pt x="5357207" y="0"/>
                  </a:lnTo>
                  <a:lnTo>
                    <a:pt x="5352928" y="0"/>
                  </a:lnTo>
                  <a:lnTo>
                    <a:pt x="5348649" y="0"/>
                  </a:lnTo>
                  <a:lnTo>
                    <a:pt x="5344371" y="0"/>
                  </a:lnTo>
                  <a:lnTo>
                    <a:pt x="5340092" y="0"/>
                  </a:lnTo>
                  <a:lnTo>
                    <a:pt x="5335813" y="0"/>
                  </a:lnTo>
                  <a:lnTo>
                    <a:pt x="5331534" y="0"/>
                  </a:lnTo>
                  <a:lnTo>
                    <a:pt x="5327255" y="0"/>
                  </a:lnTo>
                  <a:lnTo>
                    <a:pt x="5322976" y="0"/>
                  </a:lnTo>
                  <a:lnTo>
                    <a:pt x="5318697" y="0"/>
                  </a:lnTo>
                  <a:lnTo>
                    <a:pt x="5314418" y="0"/>
                  </a:lnTo>
                  <a:lnTo>
                    <a:pt x="5310139" y="0"/>
                  </a:lnTo>
                  <a:lnTo>
                    <a:pt x="5305860" y="0"/>
                  </a:lnTo>
                  <a:lnTo>
                    <a:pt x="5301581" y="0"/>
                  </a:lnTo>
                  <a:lnTo>
                    <a:pt x="5297302" y="0"/>
                  </a:lnTo>
                  <a:lnTo>
                    <a:pt x="5293023" y="0"/>
                  </a:lnTo>
                  <a:lnTo>
                    <a:pt x="5288745" y="0"/>
                  </a:lnTo>
                  <a:lnTo>
                    <a:pt x="5284466" y="0"/>
                  </a:lnTo>
                  <a:lnTo>
                    <a:pt x="5280187" y="0"/>
                  </a:lnTo>
                  <a:lnTo>
                    <a:pt x="5275908" y="0"/>
                  </a:lnTo>
                  <a:lnTo>
                    <a:pt x="5271629" y="0"/>
                  </a:lnTo>
                  <a:lnTo>
                    <a:pt x="5267350" y="0"/>
                  </a:lnTo>
                  <a:lnTo>
                    <a:pt x="5263071" y="0"/>
                  </a:lnTo>
                  <a:lnTo>
                    <a:pt x="5258792" y="0"/>
                  </a:lnTo>
                  <a:lnTo>
                    <a:pt x="5254513" y="0"/>
                  </a:lnTo>
                  <a:lnTo>
                    <a:pt x="5250234" y="0"/>
                  </a:lnTo>
                  <a:lnTo>
                    <a:pt x="5245955" y="0"/>
                  </a:lnTo>
                  <a:lnTo>
                    <a:pt x="5241676" y="0"/>
                  </a:lnTo>
                  <a:lnTo>
                    <a:pt x="5237398" y="0"/>
                  </a:lnTo>
                  <a:lnTo>
                    <a:pt x="5233119" y="0"/>
                  </a:lnTo>
                  <a:lnTo>
                    <a:pt x="5228840" y="0"/>
                  </a:lnTo>
                  <a:lnTo>
                    <a:pt x="5224561" y="0"/>
                  </a:lnTo>
                  <a:lnTo>
                    <a:pt x="5220282" y="0"/>
                  </a:lnTo>
                  <a:lnTo>
                    <a:pt x="5216003" y="0"/>
                  </a:lnTo>
                  <a:lnTo>
                    <a:pt x="5211724" y="0"/>
                  </a:lnTo>
                  <a:lnTo>
                    <a:pt x="5207445" y="0"/>
                  </a:lnTo>
                  <a:lnTo>
                    <a:pt x="5203166" y="0"/>
                  </a:lnTo>
                  <a:lnTo>
                    <a:pt x="5198887" y="0"/>
                  </a:lnTo>
                  <a:lnTo>
                    <a:pt x="5194608" y="0"/>
                  </a:lnTo>
                  <a:lnTo>
                    <a:pt x="5190329" y="0"/>
                  </a:lnTo>
                  <a:lnTo>
                    <a:pt x="5186050" y="0"/>
                  </a:lnTo>
                  <a:lnTo>
                    <a:pt x="5181772" y="0"/>
                  </a:lnTo>
                  <a:lnTo>
                    <a:pt x="5177493" y="0"/>
                  </a:lnTo>
                  <a:lnTo>
                    <a:pt x="5173214" y="0"/>
                  </a:lnTo>
                  <a:lnTo>
                    <a:pt x="5168935" y="0"/>
                  </a:lnTo>
                  <a:lnTo>
                    <a:pt x="5164656" y="0"/>
                  </a:lnTo>
                  <a:lnTo>
                    <a:pt x="5160377" y="0"/>
                  </a:lnTo>
                  <a:lnTo>
                    <a:pt x="5156098" y="0"/>
                  </a:lnTo>
                  <a:lnTo>
                    <a:pt x="5151819" y="0"/>
                  </a:lnTo>
                  <a:lnTo>
                    <a:pt x="5147540" y="0"/>
                  </a:lnTo>
                  <a:lnTo>
                    <a:pt x="5143261" y="0"/>
                  </a:lnTo>
                  <a:lnTo>
                    <a:pt x="5138982" y="0"/>
                  </a:lnTo>
                  <a:lnTo>
                    <a:pt x="5134703" y="0"/>
                  </a:lnTo>
                  <a:lnTo>
                    <a:pt x="5130425" y="0"/>
                  </a:lnTo>
                  <a:lnTo>
                    <a:pt x="5126146" y="0"/>
                  </a:lnTo>
                  <a:lnTo>
                    <a:pt x="5121867" y="0"/>
                  </a:lnTo>
                  <a:lnTo>
                    <a:pt x="5117588" y="0"/>
                  </a:lnTo>
                  <a:lnTo>
                    <a:pt x="5113309" y="0"/>
                  </a:lnTo>
                  <a:lnTo>
                    <a:pt x="5109030" y="0"/>
                  </a:lnTo>
                  <a:lnTo>
                    <a:pt x="5104751" y="0"/>
                  </a:lnTo>
                  <a:lnTo>
                    <a:pt x="5100472" y="0"/>
                  </a:lnTo>
                  <a:lnTo>
                    <a:pt x="5096193" y="0"/>
                  </a:lnTo>
                  <a:lnTo>
                    <a:pt x="5091914" y="0"/>
                  </a:lnTo>
                  <a:lnTo>
                    <a:pt x="5087635" y="0"/>
                  </a:lnTo>
                  <a:lnTo>
                    <a:pt x="5083356" y="0"/>
                  </a:lnTo>
                  <a:lnTo>
                    <a:pt x="5079077" y="0"/>
                  </a:lnTo>
                  <a:lnTo>
                    <a:pt x="5074799" y="0"/>
                  </a:lnTo>
                  <a:lnTo>
                    <a:pt x="5070520" y="0"/>
                  </a:lnTo>
                  <a:lnTo>
                    <a:pt x="5066241" y="0"/>
                  </a:lnTo>
                  <a:lnTo>
                    <a:pt x="5061962" y="0"/>
                  </a:lnTo>
                  <a:lnTo>
                    <a:pt x="5057683" y="0"/>
                  </a:lnTo>
                  <a:lnTo>
                    <a:pt x="5053404" y="0"/>
                  </a:lnTo>
                  <a:lnTo>
                    <a:pt x="5049125" y="0"/>
                  </a:lnTo>
                  <a:lnTo>
                    <a:pt x="5044846" y="0"/>
                  </a:lnTo>
                  <a:lnTo>
                    <a:pt x="5040567" y="0"/>
                  </a:lnTo>
                  <a:lnTo>
                    <a:pt x="5036288" y="0"/>
                  </a:lnTo>
                  <a:lnTo>
                    <a:pt x="5032009" y="0"/>
                  </a:lnTo>
                  <a:lnTo>
                    <a:pt x="5027730" y="0"/>
                  </a:lnTo>
                  <a:lnTo>
                    <a:pt x="5023452" y="0"/>
                  </a:lnTo>
                  <a:lnTo>
                    <a:pt x="5019173" y="0"/>
                  </a:lnTo>
                  <a:lnTo>
                    <a:pt x="5014894" y="0"/>
                  </a:lnTo>
                  <a:lnTo>
                    <a:pt x="5010615" y="0"/>
                  </a:lnTo>
                  <a:lnTo>
                    <a:pt x="5006336" y="0"/>
                  </a:lnTo>
                  <a:lnTo>
                    <a:pt x="5002057" y="0"/>
                  </a:lnTo>
                  <a:lnTo>
                    <a:pt x="4997778" y="0"/>
                  </a:lnTo>
                  <a:lnTo>
                    <a:pt x="4993499" y="0"/>
                  </a:lnTo>
                  <a:lnTo>
                    <a:pt x="4989220" y="0"/>
                  </a:lnTo>
                  <a:lnTo>
                    <a:pt x="4984941" y="0"/>
                  </a:lnTo>
                  <a:lnTo>
                    <a:pt x="4980662" y="0"/>
                  </a:lnTo>
                  <a:lnTo>
                    <a:pt x="4976383" y="0"/>
                  </a:lnTo>
                  <a:lnTo>
                    <a:pt x="4972104" y="0"/>
                  </a:lnTo>
                  <a:lnTo>
                    <a:pt x="4967826" y="0"/>
                  </a:lnTo>
                  <a:lnTo>
                    <a:pt x="4963547" y="0"/>
                  </a:lnTo>
                  <a:lnTo>
                    <a:pt x="4959268" y="0"/>
                  </a:lnTo>
                  <a:lnTo>
                    <a:pt x="4954989" y="0"/>
                  </a:lnTo>
                  <a:lnTo>
                    <a:pt x="4950710" y="0"/>
                  </a:lnTo>
                  <a:lnTo>
                    <a:pt x="4946431" y="0"/>
                  </a:lnTo>
                  <a:lnTo>
                    <a:pt x="4942152" y="0"/>
                  </a:lnTo>
                  <a:lnTo>
                    <a:pt x="4937873" y="0"/>
                  </a:lnTo>
                  <a:lnTo>
                    <a:pt x="4933594" y="0"/>
                  </a:lnTo>
                  <a:lnTo>
                    <a:pt x="4929315" y="0"/>
                  </a:lnTo>
                  <a:lnTo>
                    <a:pt x="4925036" y="0"/>
                  </a:lnTo>
                  <a:lnTo>
                    <a:pt x="4920757" y="0"/>
                  </a:lnTo>
                  <a:lnTo>
                    <a:pt x="4916479" y="0"/>
                  </a:lnTo>
                  <a:lnTo>
                    <a:pt x="4912200" y="0"/>
                  </a:lnTo>
                  <a:lnTo>
                    <a:pt x="4907921" y="0"/>
                  </a:lnTo>
                  <a:lnTo>
                    <a:pt x="4903642" y="0"/>
                  </a:lnTo>
                  <a:lnTo>
                    <a:pt x="4899363" y="0"/>
                  </a:lnTo>
                  <a:lnTo>
                    <a:pt x="4895084" y="0"/>
                  </a:lnTo>
                  <a:lnTo>
                    <a:pt x="4890805" y="0"/>
                  </a:lnTo>
                  <a:lnTo>
                    <a:pt x="4886526" y="0"/>
                  </a:lnTo>
                  <a:lnTo>
                    <a:pt x="4882247" y="0"/>
                  </a:lnTo>
                  <a:lnTo>
                    <a:pt x="4877968" y="0"/>
                  </a:lnTo>
                  <a:lnTo>
                    <a:pt x="4873689" y="0"/>
                  </a:lnTo>
                  <a:lnTo>
                    <a:pt x="4869410" y="0"/>
                  </a:lnTo>
                  <a:lnTo>
                    <a:pt x="4865131" y="0"/>
                  </a:lnTo>
                  <a:lnTo>
                    <a:pt x="4860853" y="0"/>
                  </a:lnTo>
                  <a:lnTo>
                    <a:pt x="4856574" y="0"/>
                  </a:lnTo>
                  <a:lnTo>
                    <a:pt x="4852295" y="0"/>
                  </a:lnTo>
                  <a:lnTo>
                    <a:pt x="4848016" y="0"/>
                  </a:lnTo>
                  <a:lnTo>
                    <a:pt x="4843737" y="0"/>
                  </a:lnTo>
                  <a:lnTo>
                    <a:pt x="4839458" y="0"/>
                  </a:lnTo>
                  <a:lnTo>
                    <a:pt x="4835179" y="0"/>
                  </a:lnTo>
                  <a:lnTo>
                    <a:pt x="4830900" y="0"/>
                  </a:lnTo>
                  <a:lnTo>
                    <a:pt x="4826621" y="0"/>
                  </a:lnTo>
                  <a:lnTo>
                    <a:pt x="4822342" y="0"/>
                  </a:lnTo>
                  <a:lnTo>
                    <a:pt x="4818063" y="0"/>
                  </a:lnTo>
                  <a:lnTo>
                    <a:pt x="4813784" y="0"/>
                  </a:lnTo>
                  <a:lnTo>
                    <a:pt x="4809506" y="0"/>
                  </a:lnTo>
                  <a:lnTo>
                    <a:pt x="4805227" y="0"/>
                  </a:lnTo>
                  <a:lnTo>
                    <a:pt x="4800948" y="0"/>
                  </a:lnTo>
                  <a:lnTo>
                    <a:pt x="4796669" y="0"/>
                  </a:lnTo>
                  <a:lnTo>
                    <a:pt x="4792390" y="0"/>
                  </a:lnTo>
                  <a:lnTo>
                    <a:pt x="4788111" y="0"/>
                  </a:lnTo>
                  <a:lnTo>
                    <a:pt x="4783832" y="0"/>
                  </a:lnTo>
                  <a:lnTo>
                    <a:pt x="4779553" y="0"/>
                  </a:lnTo>
                  <a:lnTo>
                    <a:pt x="4775274" y="0"/>
                  </a:lnTo>
                  <a:lnTo>
                    <a:pt x="4770995" y="0"/>
                  </a:lnTo>
                  <a:lnTo>
                    <a:pt x="4766716" y="0"/>
                  </a:lnTo>
                  <a:lnTo>
                    <a:pt x="4762437" y="0"/>
                  </a:lnTo>
                  <a:lnTo>
                    <a:pt x="4758158" y="0"/>
                  </a:lnTo>
                  <a:lnTo>
                    <a:pt x="4753880" y="0"/>
                  </a:lnTo>
                  <a:lnTo>
                    <a:pt x="4749601" y="0"/>
                  </a:lnTo>
                  <a:lnTo>
                    <a:pt x="4745322" y="0"/>
                  </a:lnTo>
                  <a:lnTo>
                    <a:pt x="4741043" y="0"/>
                  </a:lnTo>
                  <a:lnTo>
                    <a:pt x="4736764" y="0"/>
                  </a:lnTo>
                  <a:lnTo>
                    <a:pt x="4732485" y="0"/>
                  </a:lnTo>
                  <a:lnTo>
                    <a:pt x="4728206" y="0"/>
                  </a:lnTo>
                  <a:lnTo>
                    <a:pt x="4723927" y="0"/>
                  </a:lnTo>
                  <a:lnTo>
                    <a:pt x="4719648" y="0"/>
                  </a:lnTo>
                  <a:lnTo>
                    <a:pt x="4715369" y="0"/>
                  </a:lnTo>
                  <a:lnTo>
                    <a:pt x="4711090" y="0"/>
                  </a:lnTo>
                  <a:lnTo>
                    <a:pt x="4706811" y="0"/>
                  </a:lnTo>
                  <a:lnTo>
                    <a:pt x="4702533" y="0"/>
                  </a:lnTo>
                  <a:lnTo>
                    <a:pt x="4698254" y="0"/>
                  </a:lnTo>
                  <a:lnTo>
                    <a:pt x="4693975" y="0"/>
                  </a:lnTo>
                  <a:lnTo>
                    <a:pt x="4689696" y="0"/>
                  </a:lnTo>
                  <a:lnTo>
                    <a:pt x="4685417" y="0"/>
                  </a:lnTo>
                  <a:lnTo>
                    <a:pt x="4681138" y="0"/>
                  </a:lnTo>
                  <a:lnTo>
                    <a:pt x="4676859" y="0"/>
                  </a:lnTo>
                  <a:lnTo>
                    <a:pt x="4672580" y="0"/>
                  </a:lnTo>
                  <a:lnTo>
                    <a:pt x="4668301" y="0"/>
                  </a:lnTo>
                  <a:lnTo>
                    <a:pt x="4664022" y="0"/>
                  </a:lnTo>
                  <a:lnTo>
                    <a:pt x="4659743" y="0"/>
                  </a:lnTo>
                  <a:lnTo>
                    <a:pt x="4655464" y="0"/>
                  </a:lnTo>
                  <a:lnTo>
                    <a:pt x="4651185" y="0"/>
                  </a:lnTo>
                  <a:lnTo>
                    <a:pt x="4646907" y="0"/>
                  </a:lnTo>
                  <a:lnTo>
                    <a:pt x="4642628" y="0"/>
                  </a:lnTo>
                  <a:lnTo>
                    <a:pt x="4638349" y="0"/>
                  </a:lnTo>
                  <a:lnTo>
                    <a:pt x="4634070" y="0"/>
                  </a:lnTo>
                  <a:lnTo>
                    <a:pt x="4629791" y="0"/>
                  </a:lnTo>
                  <a:lnTo>
                    <a:pt x="4625512" y="0"/>
                  </a:lnTo>
                  <a:lnTo>
                    <a:pt x="4621233" y="0"/>
                  </a:lnTo>
                  <a:lnTo>
                    <a:pt x="4616954" y="0"/>
                  </a:lnTo>
                  <a:lnTo>
                    <a:pt x="4612675" y="0"/>
                  </a:lnTo>
                  <a:lnTo>
                    <a:pt x="4608396" y="0"/>
                  </a:lnTo>
                  <a:lnTo>
                    <a:pt x="4604117" y="0"/>
                  </a:lnTo>
                  <a:lnTo>
                    <a:pt x="4599838" y="0"/>
                  </a:lnTo>
                  <a:lnTo>
                    <a:pt x="4595560" y="0"/>
                  </a:lnTo>
                  <a:lnTo>
                    <a:pt x="4591281" y="0"/>
                  </a:lnTo>
                  <a:lnTo>
                    <a:pt x="4587002" y="0"/>
                  </a:lnTo>
                  <a:lnTo>
                    <a:pt x="4582723" y="0"/>
                  </a:lnTo>
                  <a:lnTo>
                    <a:pt x="4578444" y="0"/>
                  </a:lnTo>
                  <a:lnTo>
                    <a:pt x="4574165" y="0"/>
                  </a:lnTo>
                  <a:lnTo>
                    <a:pt x="4569886" y="0"/>
                  </a:lnTo>
                  <a:lnTo>
                    <a:pt x="4565607" y="0"/>
                  </a:lnTo>
                  <a:lnTo>
                    <a:pt x="4561328" y="0"/>
                  </a:lnTo>
                  <a:lnTo>
                    <a:pt x="4557049" y="0"/>
                  </a:lnTo>
                  <a:lnTo>
                    <a:pt x="4552770" y="0"/>
                  </a:lnTo>
                  <a:lnTo>
                    <a:pt x="4548491" y="0"/>
                  </a:lnTo>
                  <a:lnTo>
                    <a:pt x="4544212" y="0"/>
                  </a:lnTo>
                  <a:lnTo>
                    <a:pt x="4539934" y="0"/>
                  </a:lnTo>
                  <a:lnTo>
                    <a:pt x="4535655" y="0"/>
                  </a:lnTo>
                  <a:lnTo>
                    <a:pt x="4531376" y="0"/>
                  </a:lnTo>
                  <a:lnTo>
                    <a:pt x="4527097" y="0"/>
                  </a:lnTo>
                  <a:lnTo>
                    <a:pt x="4522818" y="0"/>
                  </a:lnTo>
                  <a:lnTo>
                    <a:pt x="4518539" y="0"/>
                  </a:lnTo>
                  <a:lnTo>
                    <a:pt x="4514260" y="0"/>
                  </a:lnTo>
                  <a:lnTo>
                    <a:pt x="4509981" y="0"/>
                  </a:lnTo>
                  <a:lnTo>
                    <a:pt x="4505702" y="0"/>
                  </a:lnTo>
                  <a:lnTo>
                    <a:pt x="4501423" y="0"/>
                  </a:lnTo>
                  <a:lnTo>
                    <a:pt x="4497144" y="0"/>
                  </a:lnTo>
                  <a:lnTo>
                    <a:pt x="4492865" y="0"/>
                  </a:lnTo>
                  <a:lnTo>
                    <a:pt x="4488587" y="0"/>
                  </a:lnTo>
                  <a:lnTo>
                    <a:pt x="4484308" y="0"/>
                  </a:lnTo>
                  <a:lnTo>
                    <a:pt x="4480029" y="0"/>
                  </a:lnTo>
                  <a:lnTo>
                    <a:pt x="4475750" y="0"/>
                  </a:lnTo>
                  <a:lnTo>
                    <a:pt x="4471471" y="0"/>
                  </a:lnTo>
                  <a:lnTo>
                    <a:pt x="4467192" y="0"/>
                  </a:lnTo>
                  <a:lnTo>
                    <a:pt x="4462913" y="0"/>
                  </a:lnTo>
                  <a:lnTo>
                    <a:pt x="4458634" y="0"/>
                  </a:lnTo>
                  <a:lnTo>
                    <a:pt x="4454355" y="0"/>
                  </a:lnTo>
                  <a:lnTo>
                    <a:pt x="4450076" y="0"/>
                  </a:lnTo>
                  <a:lnTo>
                    <a:pt x="4445797" y="0"/>
                  </a:lnTo>
                  <a:lnTo>
                    <a:pt x="4441518" y="0"/>
                  </a:lnTo>
                  <a:lnTo>
                    <a:pt x="4437239" y="0"/>
                  </a:lnTo>
                  <a:lnTo>
                    <a:pt x="4432961" y="0"/>
                  </a:lnTo>
                  <a:lnTo>
                    <a:pt x="4428682" y="0"/>
                  </a:lnTo>
                  <a:lnTo>
                    <a:pt x="4424403" y="0"/>
                  </a:lnTo>
                  <a:lnTo>
                    <a:pt x="4420124" y="0"/>
                  </a:lnTo>
                  <a:lnTo>
                    <a:pt x="4415845" y="0"/>
                  </a:lnTo>
                  <a:lnTo>
                    <a:pt x="4411566" y="0"/>
                  </a:lnTo>
                  <a:lnTo>
                    <a:pt x="4407287" y="0"/>
                  </a:lnTo>
                  <a:lnTo>
                    <a:pt x="4403008" y="0"/>
                  </a:lnTo>
                  <a:lnTo>
                    <a:pt x="4398729" y="0"/>
                  </a:lnTo>
                  <a:lnTo>
                    <a:pt x="4394450" y="0"/>
                  </a:lnTo>
                  <a:lnTo>
                    <a:pt x="4390171" y="0"/>
                  </a:lnTo>
                  <a:lnTo>
                    <a:pt x="4385892" y="0"/>
                  </a:lnTo>
                  <a:lnTo>
                    <a:pt x="4381614" y="0"/>
                  </a:lnTo>
                  <a:lnTo>
                    <a:pt x="4377335" y="0"/>
                  </a:lnTo>
                  <a:lnTo>
                    <a:pt x="4373056" y="0"/>
                  </a:lnTo>
                  <a:lnTo>
                    <a:pt x="4368777" y="0"/>
                  </a:lnTo>
                  <a:lnTo>
                    <a:pt x="4364498" y="0"/>
                  </a:lnTo>
                  <a:lnTo>
                    <a:pt x="4360219" y="0"/>
                  </a:lnTo>
                  <a:lnTo>
                    <a:pt x="4355940" y="0"/>
                  </a:lnTo>
                  <a:lnTo>
                    <a:pt x="4351661" y="0"/>
                  </a:lnTo>
                  <a:lnTo>
                    <a:pt x="4347382" y="0"/>
                  </a:lnTo>
                  <a:lnTo>
                    <a:pt x="4343103" y="0"/>
                  </a:lnTo>
                  <a:lnTo>
                    <a:pt x="4338824" y="0"/>
                  </a:lnTo>
                  <a:lnTo>
                    <a:pt x="4334545" y="0"/>
                  </a:lnTo>
                  <a:lnTo>
                    <a:pt x="4330266" y="0"/>
                  </a:lnTo>
                  <a:lnTo>
                    <a:pt x="4325988" y="0"/>
                  </a:lnTo>
                  <a:lnTo>
                    <a:pt x="4321709" y="0"/>
                  </a:lnTo>
                  <a:lnTo>
                    <a:pt x="4317430" y="0"/>
                  </a:lnTo>
                  <a:lnTo>
                    <a:pt x="4313151" y="0"/>
                  </a:lnTo>
                  <a:lnTo>
                    <a:pt x="4308872" y="0"/>
                  </a:lnTo>
                  <a:lnTo>
                    <a:pt x="4304593" y="0"/>
                  </a:lnTo>
                  <a:lnTo>
                    <a:pt x="4300314" y="0"/>
                  </a:lnTo>
                  <a:lnTo>
                    <a:pt x="4296035" y="0"/>
                  </a:lnTo>
                  <a:lnTo>
                    <a:pt x="4291756" y="0"/>
                  </a:lnTo>
                  <a:lnTo>
                    <a:pt x="4287477" y="0"/>
                  </a:lnTo>
                  <a:lnTo>
                    <a:pt x="4283198" y="0"/>
                  </a:lnTo>
                  <a:lnTo>
                    <a:pt x="4278919" y="0"/>
                  </a:lnTo>
                  <a:lnTo>
                    <a:pt x="4274641" y="0"/>
                  </a:lnTo>
                  <a:lnTo>
                    <a:pt x="4270362" y="0"/>
                  </a:lnTo>
                  <a:lnTo>
                    <a:pt x="4266083" y="0"/>
                  </a:lnTo>
                  <a:lnTo>
                    <a:pt x="4261804" y="0"/>
                  </a:lnTo>
                  <a:lnTo>
                    <a:pt x="4257525" y="0"/>
                  </a:lnTo>
                  <a:lnTo>
                    <a:pt x="4253246" y="0"/>
                  </a:lnTo>
                  <a:lnTo>
                    <a:pt x="4248967" y="0"/>
                  </a:lnTo>
                  <a:lnTo>
                    <a:pt x="4244688" y="0"/>
                  </a:lnTo>
                  <a:lnTo>
                    <a:pt x="4240409" y="0"/>
                  </a:lnTo>
                  <a:lnTo>
                    <a:pt x="4236130" y="0"/>
                  </a:lnTo>
                  <a:lnTo>
                    <a:pt x="4231851" y="0"/>
                  </a:lnTo>
                  <a:lnTo>
                    <a:pt x="4227572" y="0"/>
                  </a:lnTo>
                  <a:lnTo>
                    <a:pt x="4223293" y="0"/>
                  </a:lnTo>
                  <a:lnTo>
                    <a:pt x="4219015" y="0"/>
                  </a:lnTo>
                  <a:lnTo>
                    <a:pt x="4214736" y="0"/>
                  </a:lnTo>
                  <a:lnTo>
                    <a:pt x="4210457" y="0"/>
                  </a:lnTo>
                  <a:lnTo>
                    <a:pt x="4206178" y="0"/>
                  </a:lnTo>
                  <a:lnTo>
                    <a:pt x="4201899" y="0"/>
                  </a:lnTo>
                  <a:lnTo>
                    <a:pt x="4197620" y="0"/>
                  </a:lnTo>
                  <a:lnTo>
                    <a:pt x="4193341" y="0"/>
                  </a:lnTo>
                  <a:lnTo>
                    <a:pt x="4189062" y="0"/>
                  </a:lnTo>
                  <a:lnTo>
                    <a:pt x="4184783" y="0"/>
                  </a:lnTo>
                  <a:lnTo>
                    <a:pt x="4180504" y="0"/>
                  </a:lnTo>
                  <a:lnTo>
                    <a:pt x="4176225" y="0"/>
                  </a:lnTo>
                  <a:lnTo>
                    <a:pt x="4171946" y="0"/>
                  </a:lnTo>
                  <a:lnTo>
                    <a:pt x="4167668" y="0"/>
                  </a:lnTo>
                  <a:lnTo>
                    <a:pt x="4163389" y="0"/>
                  </a:lnTo>
                  <a:lnTo>
                    <a:pt x="4159110" y="0"/>
                  </a:lnTo>
                  <a:lnTo>
                    <a:pt x="4154831" y="0"/>
                  </a:lnTo>
                  <a:lnTo>
                    <a:pt x="4150552" y="0"/>
                  </a:lnTo>
                  <a:lnTo>
                    <a:pt x="4146273" y="0"/>
                  </a:lnTo>
                  <a:lnTo>
                    <a:pt x="4141994" y="0"/>
                  </a:lnTo>
                  <a:lnTo>
                    <a:pt x="4137715" y="0"/>
                  </a:lnTo>
                  <a:lnTo>
                    <a:pt x="4133436" y="0"/>
                  </a:lnTo>
                  <a:lnTo>
                    <a:pt x="4129157" y="0"/>
                  </a:lnTo>
                  <a:lnTo>
                    <a:pt x="4124878" y="0"/>
                  </a:lnTo>
                  <a:lnTo>
                    <a:pt x="4120599" y="0"/>
                  </a:lnTo>
                  <a:lnTo>
                    <a:pt x="4116320" y="0"/>
                  </a:lnTo>
                  <a:lnTo>
                    <a:pt x="4112042" y="0"/>
                  </a:lnTo>
                  <a:lnTo>
                    <a:pt x="4107763" y="0"/>
                  </a:lnTo>
                  <a:lnTo>
                    <a:pt x="4103484" y="0"/>
                  </a:lnTo>
                  <a:lnTo>
                    <a:pt x="4099205" y="0"/>
                  </a:lnTo>
                  <a:lnTo>
                    <a:pt x="4094926" y="0"/>
                  </a:lnTo>
                  <a:lnTo>
                    <a:pt x="4090647" y="0"/>
                  </a:lnTo>
                  <a:lnTo>
                    <a:pt x="4086368" y="0"/>
                  </a:lnTo>
                  <a:lnTo>
                    <a:pt x="4082089" y="0"/>
                  </a:lnTo>
                  <a:lnTo>
                    <a:pt x="4077810" y="0"/>
                  </a:lnTo>
                  <a:lnTo>
                    <a:pt x="4073531" y="0"/>
                  </a:lnTo>
                  <a:lnTo>
                    <a:pt x="4069252" y="0"/>
                  </a:lnTo>
                  <a:lnTo>
                    <a:pt x="4064973" y="0"/>
                  </a:lnTo>
                  <a:lnTo>
                    <a:pt x="4060695" y="0"/>
                  </a:lnTo>
                  <a:lnTo>
                    <a:pt x="4056416" y="0"/>
                  </a:lnTo>
                  <a:lnTo>
                    <a:pt x="4052137" y="0"/>
                  </a:lnTo>
                  <a:lnTo>
                    <a:pt x="4047858" y="0"/>
                  </a:lnTo>
                  <a:lnTo>
                    <a:pt x="4043579" y="0"/>
                  </a:lnTo>
                  <a:lnTo>
                    <a:pt x="4039300" y="0"/>
                  </a:lnTo>
                  <a:lnTo>
                    <a:pt x="4035021" y="0"/>
                  </a:lnTo>
                  <a:lnTo>
                    <a:pt x="4030742" y="0"/>
                  </a:lnTo>
                  <a:lnTo>
                    <a:pt x="4026463" y="0"/>
                  </a:lnTo>
                  <a:lnTo>
                    <a:pt x="4022184" y="0"/>
                  </a:lnTo>
                  <a:lnTo>
                    <a:pt x="4017905" y="0"/>
                  </a:lnTo>
                  <a:lnTo>
                    <a:pt x="4013626" y="0"/>
                  </a:lnTo>
                  <a:lnTo>
                    <a:pt x="4009347" y="0"/>
                  </a:lnTo>
                  <a:lnTo>
                    <a:pt x="4005069" y="0"/>
                  </a:lnTo>
                  <a:lnTo>
                    <a:pt x="4000790" y="0"/>
                  </a:lnTo>
                  <a:lnTo>
                    <a:pt x="3996511" y="0"/>
                  </a:lnTo>
                  <a:lnTo>
                    <a:pt x="3992232" y="0"/>
                  </a:lnTo>
                  <a:lnTo>
                    <a:pt x="3987953" y="0"/>
                  </a:lnTo>
                  <a:lnTo>
                    <a:pt x="3983674" y="0"/>
                  </a:lnTo>
                  <a:lnTo>
                    <a:pt x="3979395" y="0"/>
                  </a:lnTo>
                  <a:lnTo>
                    <a:pt x="3975116" y="0"/>
                  </a:lnTo>
                  <a:lnTo>
                    <a:pt x="3970837" y="0"/>
                  </a:lnTo>
                  <a:lnTo>
                    <a:pt x="3966558" y="0"/>
                  </a:lnTo>
                  <a:lnTo>
                    <a:pt x="3962279" y="0"/>
                  </a:lnTo>
                  <a:lnTo>
                    <a:pt x="3958000" y="0"/>
                  </a:lnTo>
                  <a:lnTo>
                    <a:pt x="3953722" y="0"/>
                  </a:lnTo>
                  <a:lnTo>
                    <a:pt x="3949443" y="0"/>
                  </a:lnTo>
                  <a:lnTo>
                    <a:pt x="3945164" y="0"/>
                  </a:lnTo>
                  <a:lnTo>
                    <a:pt x="3940885" y="0"/>
                  </a:lnTo>
                  <a:lnTo>
                    <a:pt x="3936606" y="0"/>
                  </a:lnTo>
                  <a:lnTo>
                    <a:pt x="3932327" y="0"/>
                  </a:lnTo>
                  <a:lnTo>
                    <a:pt x="3928048" y="0"/>
                  </a:lnTo>
                  <a:lnTo>
                    <a:pt x="3923769" y="0"/>
                  </a:lnTo>
                  <a:lnTo>
                    <a:pt x="3919490" y="0"/>
                  </a:lnTo>
                  <a:lnTo>
                    <a:pt x="3915211" y="0"/>
                  </a:lnTo>
                  <a:lnTo>
                    <a:pt x="3910932" y="0"/>
                  </a:lnTo>
                  <a:lnTo>
                    <a:pt x="3906653" y="0"/>
                  </a:lnTo>
                  <a:lnTo>
                    <a:pt x="3902374" y="0"/>
                  </a:lnTo>
                  <a:lnTo>
                    <a:pt x="3898096" y="0"/>
                  </a:lnTo>
                  <a:lnTo>
                    <a:pt x="3893817" y="0"/>
                  </a:lnTo>
                  <a:lnTo>
                    <a:pt x="3889538" y="0"/>
                  </a:lnTo>
                  <a:lnTo>
                    <a:pt x="3885259" y="0"/>
                  </a:lnTo>
                  <a:lnTo>
                    <a:pt x="3880980" y="0"/>
                  </a:lnTo>
                  <a:lnTo>
                    <a:pt x="3876701" y="0"/>
                  </a:lnTo>
                  <a:lnTo>
                    <a:pt x="3872422" y="0"/>
                  </a:lnTo>
                  <a:lnTo>
                    <a:pt x="3868143" y="0"/>
                  </a:lnTo>
                  <a:lnTo>
                    <a:pt x="3863864" y="0"/>
                  </a:lnTo>
                  <a:lnTo>
                    <a:pt x="3859585" y="0"/>
                  </a:lnTo>
                  <a:lnTo>
                    <a:pt x="3855306" y="0"/>
                  </a:lnTo>
                  <a:lnTo>
                    <a:pt x="3851027" y="0"/>
                  </a:lnTo>
                  <a:lnTo>
                    <a:pt x="3846749" y="0"/>
                  </a:lnTo>
                  <a:lnTo>
                    <a:pt x="3842470" y="0"/>
                  </a:lnTo>
                  <a:lnTo>
                    <a:pt x="3838191" y="0"/>
                  </a:lnTo>
                  <a:lnTo>
                    <a:pt x="3833912" y="0"/>
                  </a:lnTo>
                  <a:lnTo>
                    <a:pt x="3829633" y="0"/>
                  </a:lnTo>
                  <a:lnTo>
                    <a:pt x="3825354" y="0"/>
                  </a:lnTo>
                  <a:lnTo>
                    <a:pt x="3821075" y="0"/>
                  </a:lnTo>
                  <a:lnTo>
                    <a:pt x="3816796" y="0"/>
                  </a:lnTo>
                  <a:lnTo>
                    <a:pt x="3812517" y="0"/>
                  </a:lnTo>
                  <a:lnTo>
                    <a:pt x="3808238" y="0"/>
                  </a:lnTo>
                  <a:lnTo>
                    <a:pt x="3803959" y="0"/>
                  </a:lnTo>
                  <a:lnTo>
                    <a:pt x="3799680" y="0"/>
                  </a:lnTo>
                  <a:lnTo>
                    <a:pt x="3795401" y="0"/>
                  </a:lnTo>
                  <a:lnTo>
                    <a:pt x="3791123" y="0"/>
                  </a:lnTo>
                  <a:lnTo>
                    <a:pt x="3786844" y="0"/>
                  </a:lnTo>
                  <a:lnTo>
                    <a:pt x="3782565" y="0"/>
                  </a:lnTo>
                  <a:lnTo>
                    <a:pt x="3778286" y="0"/>
                  </a:lnTo>
                  <a:lnTo>
                    <a:pt x="3774007" y="0"/>
                  </a:lnTo>
                  <a:lnTo>
                    <a:pt x="3769728" y="0"/>
                  </a:lnTo>
                  <a:lnTo>
                    <a:pt x="3765449" y="0"/>
                  </a:lnTo>
                  <a:lnTo>
                    <a:pt x="3761170" y="0"/>
                  </a:lnTo>
                  <a:lnTo>
                    <a:pt x="3756891" y="0"/>
                  </a:lnTo>
                  <a:lnTo>
                    <a:pt x="3752612" y="0"/>
                  </a:lnTo>
                  <a:lnTo>
                    <a:pt x="3748333" y="0"/>
                  </a:lnTo>
                  <a:lnTo>
                    <a:pt x="3744054" y="0"/>
                  </a:lnTo>
                  <a:lnTo>
                    <a:pt x="3739776" y="0"/>
                  </a:lnTo>
                  <a:lnTo>
                    <a:pt x="3735497" y="0"/>
                  </a:lnTo>
                  <a:lnTo>
                    <a:pt x="3731218" y="0"/>
                  </a:lnTo>
                  <a:lnTo>
                    <a:pt x="3726939" y="0"/>
                  </a:lnTo>
                  <a:lnTo>
                    <a:pt x="3722660" y="0"/>
                  </a:lnTo>
                  <a:lnTo>
                    <a:pt x="3718381" y="0"/>
                  </a:lnTo>
                  <a:lnTo>
                    <a:pt x="3714102" y="0"/>
                  </a:lnTo>
                  <a:lnTo>
                    <a:pt x="3709823" y="0"/>
                  </a:lnTo>
                  <a:lnTo>
                    <a:pt x="3705544" y="0"/>
                  </a:lnTo>
                  <a:lnTo>
                    <a:pt x="3701265" y="0"/>
                  </a:lnTo>
                  <a:lnTo>
                    <a:pt x="3696986" y="0"/>
                  </a:lnTo>
                  <a:lnTo>
                    <a:pt x="3692707" y="0"/>
                  </a:lnTo>
                  <a:lnTo>
                    <a:pt x="3688428" y="0"/>
                  </a:lnTo>
                  <a:lnTo>
                    <a:pt x="3684150" y="0"/>
                  </a:lnTo>
                  <a:lnTo>
                    <a:pt x="3679871" y="0"/>
                  </a:lnTo>
                  <a:lnTo>
                    <a:pt x="3675592" y="0"/>
                  </a:lnTo>
                  <a:lnTo>
                    <a:pt x="3671313" y="0"/>
                  </a:lnTo>
                  <a:lnTo>
                    <a:pt x="3667034" y="0"/>
                  </a:lnTo>
                  <a:lnTo>
                    <a:pt x="3662755" y="0"/>
                  </a:lnTo>
                  <a:lnTo>
                    <a:pt x="3658476" y="0"/>
                  </a:lnTo>
                  <a:lnTo>
                    <a:pt x="3654197" y="0"/>
                  </a:lnTo>
                  <a:lnTo>
                    <a:pt x="3649918" y="0"/>
                  </a:lnTo>
                  <a:lnTo>
                    <a:pt x="3645639" y="0"/>
                  </a:lnTo>
                  <a:lnTo>
                    <a:pt x="3641360" y="0"/>
                  </a:lnTo>
                  <a:lnTo>
                    <a:pt x="3637081" y="0"/>
                  </a:lnTo>
                  <a:lnTo>
                    <a:pt x="3632803" y="0"/>
                  </a:lnTo>
                  <a:lnTo>
                    <a:pt x="3628524" y="0"/>
                  </a:lnTo>
                  <a:lnTo>
                    <a:pt x="3624245" y="0"/>
                  </a:lnTo>
                  <a:lnTo>
                    <a:pt x="3619966" y="0"/>
                  </a:lnTo>
                  <a:lnTo>
                    <a:pt x="3615687" y="0"/>
                  </a:lnTo>
                  <a:lnTo>
                    <a:pt x="3611408" y="0"/>
                  </a:lnTo>
                  <a:lnTo>
                    <a:pt x="3607129" y="0"/>
                  </a:lnTo>
                  <a:lnTo>
                    <a:pt x="3602850" y="0"/>
                  </a:lnTo>
                  <a:lnTo>
                    <a:pt x="3598571" y="0"/>
                  </a:lnTo>
                  <a:lnTo>
                    <a:pt x="3594292" y="0"/>
                  </a:lnTo>
                  <a:lnTo>
                    <a:pt x="3590013" y="0"/>
                  </a:lnTo>
                  <a:lnTo>
                    <a:pt x="3585734" y="0"/>
                  </a:lnTo>
                  <a:lnTo>
                    <a:pt x="3581455" y="0"/>
                  </a:lnTo>
                  <a:lnTo>
                    <a:pt x="3577177" y="0"/>
                  </a:lnTo>
                  <a:lnTo>
                    <a:pt x="3572898" y="0"/>
                  </a:lnTo>
                  <a:lnTo>
                    <a:pt x="3568619" y="0"/>
                  </a:lnTo>
                  <a:lnTo>
                    <a:pt x="3564340" y="0"/>
                  </a:lnTo>
                  <a:lnTo>
                    <a:pt x="3560061" y="0"/>
                  </a:lnTo>
                  <a:lnTo>
                    <a:pt x="3555782" y="0"/>
                  </a:lnTo>
                  <a:lnTo>
                    <a:pt x="3551503" y="0"/>
                  </a:lnTo>
                  <a:lnTo>
                    <a:pt x="3547224" y="0"/>
                  </a:lnTo>
                  <a:lnTo>
                    <a:pt x="3542945" y="0"/>
                  </a:lnTo>
                  <a:lnTo>
                    <a:pt x="3538666" y="0"/>
                  </a:lnTo>
                  <a:lnTo>
                    <a:pt x="3534387" y="0"/>
                  </a:lnTo>
                  <a:lnTo>
                    <a:pt x="3530108" y="0"/>
                  </a:lnTo>
                  <a:lnTo>
                    <a:pt x="3525830" y="0"/>
                  </a:lnTo>
                  <a:lnTo>
                    <a:pt x="3521551" y="0"/>
                  </a:lnTo>
                  <a:lnTo>
                    <a:pt x="3517272" y="0"/>
                  </a:lnTo>
                  <a:lnTo>
                    <a:pt x="3512993" y="0"/>
                  </a:lnTo>
                  <a:lnTo>
                    <a:pt x="3508714" y="0"/>
                  </a:lnTo>
                  <a:lnTo>
                    <a:pt x="3504435" y="0"/>
                  </a:lnTo>
                  <a:lnTo>
                    <a:pt x="3500156" y="0"/>
                  </a:lnTo>
                  <a:lnTo>
                    <a:pt x="3495877" y="0"/>
                  </a:lnTo>
                  <a:lnTo>
                    <a:pt x="3491598" y="0"/>
                  </a:lnTo>
                  <a:lnTo>
                    <a:pt x="3487319" y="0"/>
                  </a:lnTo>
                  <a:lnTo>
                    <a:pt x="3483040" y="0"/>
                  </a:lnTo>
                  <a:lnTo>
                    <a:pt x="3478761" y="0"/>
                  </a:lnTo>
                  <a:lnTo>
                    <a:pt x="3474482" y="0"/>
                  </a:lnTo>
                  <a:lnTo>
                    <a:pt x="3470204" y="0"/>
                  </a:lnTo>
                  <a:lnTo>
                    <a:pt x="3465925" y="0"/>
                  </a:lnTo>
                  <a:lnTo>
                    <a:pt x="3461646" y="0"/>
                  </a:lnTo>
                  <a:lnTo>
                    <a:pt x="3457367" y="0"/>
                  </a:lnTo>
                  <a:lnTo>
                    <a:pt x="3453088" y="0"/>
                  </a:lnTo>
                  <a:lnTo>
                    <a:pt x="3448809" y="0"/>
                  </a:lnTo>
                  <a:lnTo>
                    <a:pt x="3444530" y="0"/>
                  </a:lnTo>
                  <a:lnTo>
                    <a:pt x="3440251" y="0"/>
                  </a:lnTo>
                  <a:lnTo>
                    <a:pt x="3435972" y="0"/>
                  </a:lnTo>
                  <a:lnTo>
                    <a:pt x="3431693" y="0"/>
                  </a:lnTo>
                  <a:lnTo>
                    <a:pt x="3427414" y="0"/>
                  </a:lnTo>
                  <a:lnTo>
                    <a:pt x="3423135" y="0"/>
                  </a:lnTo>
                  <a:lnTo>
                    <a:pt x="3418857" y="0"/>
                  </a:lnTo>
                  <a:lnTo>
                    <a:pt x="3414578" y="0"/>
                  </a:lnTo>
                  <a:lnTo>
                    <a:pt x="3410299" y="0"/>
                  </a:lnTo>
                  <a:lnTo>
                    <a:pt x="3406020" y="0"/>
                  </a:lnTo>
                  <a:lnTo>
                    <a:pt x="3401741" y="0"/>
                  </a:lnTo>
                  <a:lnTo>
                    <a:pt x="3397462" y="0"/>
                  </a:lnTo>
                  <a:lnTo>
                    <a:pt x="3393183" y="0"/>
                  </a:lnTo>
                  <a:lnTo>
                    <a:pt x="3388904" y="0"/>
                  </a:lnTo>
                  <a:lnTo>
                    <a:pt x="3384625" y="0"/>
                  </a:lnTo>
                  <a:lnTo>
                    <a:pt x="3380346" y="0"/>
                  </a:lnTo>
                  <a:lnTo>
                    <a:pt x="3376067" y="0"/>
                  </a:lnTo>
                  <a:lnTo>
                    <a:pt x="3371788" y="0"/>
                  </a:lnTo>
                  <a:lnTo>
                    <a:pt x="3367509" y="0"/>
                  </a:lnTo>
                  <a:lnTo>
                    <a:pt x="3363231" y="0"/>
                  </a:lnTo>
                  <a:lnTo>
                    <a:pt x="3358952" y="0"/>
                  </a:lnTo>
                  <a:lnTo>
                    <a:pt x="3354673" y="0"/>
                  </a:lnTo>
                  <a:lnTo>
                    <a:pt x="3350394" y="0"/>
                  </a:lnTo>
                  <a:lnTo>
                    <a:pt x="3346115" y="0"/>
                  </a:lnTo>
                  <a:lnTo>
                    <a:pt x="3341836" y="0"/>
                  </a:lnTo>
                  <a:lnTo>
                    <a:pt x="3337557" y="0"/>
                  </a:lnTo>
                  <a:lnTo>
                    <a:pt x="3333278" y="0"/>
                  </a:lnTo>
                  <a:lnTo>
                    <a:pt x="3328999" y="0"/>
                  </a:lnTo>
                  <a:lnTo>
                    <a:pt x="3324720" y="0"/>
                  </a:lnTo>
                  <a:lnTo>
                    <a:pt x="3320441" y="0"/>
                  </a:lnTo>
                  <a:lnTo>
                    <a:pt x="3316162" y="0"/>
                  </a:lnTo>
                  <a:lnTo>
                    <a:pt x="3311884" y="0"/>
                  </a:lnTo>
                  <a:lnTo>
                    <a:pt x="3307605" y="0"/>
                  </a:lnTo>
                  <a:lnTo>
                    <a:pt x="3303326" y="0"/>
                  </a:lnTo>
                  <a:lnTo>
                    <a:pt x="3299047" y="0"/>
                  </a:lnTo>
                  <a:lnTo>
                    <a:pt x="3294768" y="0"/>
                  </a:lnTo>
                  <a:lnTo>
                    <a:pt x="3290489" y="0"/>
                  </a:lnTo>
                  <a:lnTo>
                    <a:pt x="3286210" y="0"/>
                  </a:lnTo>
                  <a:lnTo>
                    <a:pt x="3281931" y="0"/>
                  </a:lnTo>
                  <a:lnTo>
                    <a:pt x="3277652" y="0"/>
                  </a:lnTo>
                  <a:lnTo>
                    <a:pt x="3273373" y="0"/>
                  </a:lnTo>
                  <a:lnTo>
                    <a:pt x="3269094" y="0"/>
                  </a:lnTo>
                  <a:lnTo>
                    <a:pt x="3264815" y="0"/>
                  </a:lnTo>
                  <a:lnTo>
                    <a:pt x="3260536" y="0"/>
                  </a:lnTo>
                  <a:lnTo>
                    <a:pt x="3256258" y="0"/>
                  </a:lnTo>
                  <a:lnTo>
                    <a:pt x="3251979" y="0"/>
                  </a:lnTo>
                  <a:lnTo>
                    <a:pt x="3247700" y="0"/>
                  </a:lnTo>
                  <a:lnTo>
                    <a:pt x="3243421" y="0"/>
                  </a:lnTo>
                  <a:lnTo>
                    <a:pt x="3239142" y="0"/>
                  </a:lnTo>
                  <a:lnTo>
                    <a:pt x="3234863" y="0"/>
                  </a:lnTo>
                  <a:lnTo>
                    <a:pt x="3230584" y="0"/>
                  </a:lnTo>
                  <a:lnTo>
                    <a:pt x="3226305" y="0"/>
                  </a:lnTo>
                  <a:lnTo>
                    <a:pt x="3222026" y="0"/>
                  </a:lnTo>
                  <a:lnTo>
                    <a:pt x="3217747" y="0"/>
                  </a:lnTo>
                  <a:lnTo>
                    <a:pt x="3213468" y="0"/>
                  </a:lnTo>
                  <a:lnTo>
                    <a:pt x="3209189" y="0"/>
                  </a:lnTo>
                  <a:lnTo>
                    <a:pt x="3204911" y="0"/>
                  </a:lnTo>
                  <a:lnTo>
                    <a:pt x="3200632" y="0"/>
                  </a:lnTo>
                  <a:lnTo>
                    <a:pt x="3196353" y="0"/>
                  </a:lnTo>
                  <a:lnTo>
                    <a:pt x="3192074" y="0"/>
                  </a:lnTo>
                  <a:lnTo>
                    <a:pt x="3187795" y="0"/>
                  </a:lnTo>
                  <a:lnTo>
                    <a:pt x="3183516" y="0"/>
                  </a:lnTo>
                  <a:lnTo>
                    <a:pt x="3179237" y="0"/>
                  </a:lnTo>
                  <a:lnTo>
                    <a:pt x="3174958" y="0"/>
                  </a:lnTo>
                  <a:lnTo>
                    <a:pt x="3170679" y="0"/>
                  </a:lnTo>
                  <a:lnTo>
                    <a:pt x="3166400" y="0"/>
                  </a:lnTo>
                  <a:lnTo>
                    <a:pt x="3162121" y="0"/>
                  </a:lnTo>
                  <a:lnTo>
                    <a:pt x="3157842" y="0"/>
                  </a:lnTo>
                  <a:lnTo>
                    <a:pt x="3153563" y="0"/>
                  </a:lnTo>
                  <a:lnTo>
                    <a:pt x="3149285" y="0"/>
                  </a:lnTo>
                  <a:lnTo>
                    <a:pt x="3145006" y="0"/>
                  </a:lnTo>
                  <a:lnTo>
                    <a:pt x="3140727" y="0"/>
                  </a:lnTo>
                  <a:lnTo>
                    <a:pt x="3136448" y="0"/>
                  </a:lnTo>
                  <a:lnTo>
                    <a:pt x="3132169" y="0"/>
                  </a:lnTo>
                  <a:lnTo>
                    <a:pt x="3127890" y="0"/>
                  </a:lnTo>
                  <a:lnTo>
                    <a:pt x="3123611" y="0"/>
                  </a:lnTo>
                  <a:lnTo>
                    <a:pt x="3119332" y="0"/>
                  </a:lnTo>
                  <a:lnTo>
                    <a:pt x="3115053" y="0"/>
                  </a:lnTo>
                  <a:lnTo>
                    <a:pt x="3110774" y="0"/>
                  </a:lnTo>
                  <a:lnTo>
                    <a:pt x="3106495" y="0"/>
                  </a:lnTo>
                  <a:lnTo>
                    <a:pt x="3102216" y="0"/>
                  </a:lnTo>
                  <a:lnTo>
                    <a:pt x="3097938" y="0"/>
                  </a:lnTo>
                  <a:lnTo>
                    <a:pt x="3093659" y="0"/>
                  </a:lnTo>
                  <a:lnTo>
                    <a:pt x="3089380" y="0"/>
                  </a:lnTo>
                  <a:lnTo>
                    <a:pt x="3085101" y="0"/>
                  </a:lnTo>
                  <a:lnTo>
                    <a:pt x="3080822" y="0"/>
                  </a:lnTo>
                  <a:lnTo>
                    <a:pt x="3076543" y="0"/>
                  </a:lnTo>
                  <a:lnTo>
                    <a:pt x="3072264" y="0"/>
                  </a:lnTo>
                  <a:lnTo>
                    <a:pt x="3067985" y="0"/>
                  </a:lnTo>
                  <a:lnTo>
                    <a:pt x="3063706" y="0"/>
                  </a:lnTo>
                  <a:lnTo>
                    <a:pt x="3059427" y="0"/>
                  </a:lnTo>
                  <a:lnTo>
                    <a:pt x="3055148" y="0"/>
                  </a:lnTo>
                  <a:lnTo>
                    <a:pt x="3050869" y="0"/>
                  </a:lnTo>
                  <a:lnTo>
                    <a:pt x="3046591" y="0"/>
                  </a:lnTo>
                  <a:lnTo>
                    <a:pt x="3042312" y="0"/>
                  </a:lnTo>
                  <a:lnTo>
                    <a:pt x="3038033" y="0"/>
                  </a:lnTo>
                  <a:lnTo>
                    <a:pt x="3033754" y="0"/>
                  </a:lnTo>
                  <a:lnTo>
                    <a:pt x="3029475" y="0"/>
                  </a:lnTo>
                  <a:lnTo>
                    <a:pt x="3025196" y="0"/>
                  </a:lnTo>
                  <a:lnTo>
                    <a:pt x="3020917" y="0"/>
                  </a:lnTo>
                  <a:lnTo>
                    <a:pt x="3016638" y="0"/>
                  </a:lnTo>
                  <a:lnTo>
                    <a:pt x="3012359" y="0"/>
                  </a:lnTo>
                  <a:lnTo>
                    <a:pt x="3008080" y="0"/>
                  </a:lnTo>
                  <a:lnTo>
                    <a:pt x="3003801" y="0"/>
                  </a:lnTo>
                  <a:lnTo>
                    <a:pt x="2999522" y="0"/>
                  </a:lnTo>
                  <a:lnTo>
                    <a:pt x="2995243" y="0"/>
                  </a:lnTo>
                  <a:lnTo>
                    <a:pt x="2990965" y="0"/>
                  </a:lnTo>
                  <a:lnTo>
                    <a:pt x="2986686" y="0"/>
                  </a:lnTo>
                  <a:lnTo>
                    <a:pt x="2982407" y="0"/>
                  </a:lnTo>
                  <a:lnTo>
                    <a:pt x="2978128" y="0"/>
                  </a:lnTo>
                  <a:lnTo>
                    <a:pt x="2973849" y="0"/>
                  </a:lnTo>
                  <a:lnTo>
                    <a:pt x="2969570" y="0"/>
                  </a:lnTo>
                  <a:lnTo>
                    <a:pt x="2965291" y="0"/>
                  </a:lnTo>
                  <a:lnTo>
                    <a:pt x="2961012" y="0"/>
                  </a:lnTo>
                  <a:lnTo>
                    <a:pt x="2956733" y="0"/>
                  </a:lnTo>
                  <a:lnTo>
                    <a:pt x="2952454" y="0"/>
                  </a:lnTo>
                  <a:lnTo>
                    <a:pt x="2948175" y="0"/>
                  </a:lnTo>
                  <a:lnTo>
                    <a:pt x="2943896" y="0"/>
                  </a:lnTo>
                  <a:lnTo>
                    <a:pt x="2939618" y="0"/>
                  </a:lnTo>
                  <a:lnTo>
                    <a:pt x="2935339" y="0"/>
                  </a:lnTo>
                  <a:lnTo>
                    <a:pt x="2931060" y="0"/>
                  </a:lnTo>
                  <a:lnTo>
                    <a:pt x="2926781" y="0"/>
                  </a:lnTo>
                  <a:lnTo>
                    <a:pt x="2922502" y="0"/>
                  </a:lnTo>
                  <a:lnTo>
                    <a:pt x="2918223" y="0"/>
                  </a:lnTo>
                  <a:lnTo>
                    <a:pt x="2913944" y="0"/>
                  </a:lnTo>
                  <a:lnTo>
                    <a:pt x="2909665" y="0"/>
                  </a:lnTo>
                  <a:lnTo>
                    <a:pt x="2905386" y="0"/>
                  </a:lnTo>
                  <a:lnTo>
                    <a:pt x="2901107" y="0"/>
                  </a:lnTo>
                  <a:lnTo>
                    <a:pt x="2896828" y="0"/>
                  </a:lnTo>
                  <a:lnTo>
                    <a:pt x="2892549" y="0"/>
                  </a:lnTo>
                  <a:lnTo>
                    <a:pt x="2888270" y="0"/>
                  </a:lnTo>
                  <a:lnTo>
                    <a:pt x="2883992" y="0"/>
                  </a:lnTo>
                  <a:lnTo>
                    <a:pt x="2879713" y="0"/>
                  </a:lnTo>
                  <a:lnTo>
                    <a:pt x="2875434" y="0"/>
                  </a:lnTo>
                  <a:lnTo>
                    <a:pt x="2871155" y="0"/>
                  </a:lnTo>
                  <a:lnTo>
                    <a:pt x="2866876" y="0"/>
                  </a:lnTo>
                  <a:lnTo>
                    <a:pt x="2862597" y="0"/>
                  </a:lnTo>
                  <a:lnTo>
                    <a:pt x="2858318" y="0"/>
                  </a:lnTo>
                  <a:lnTo>
                    <a:pt x="2854039" y="0"/>
                  </a:lnTo>
                  <a:lnTo>
                    <a:pt x="2849760" y="0"/>
                  </a:lnTo>
                  <a:lnTo>
                    <a:pt x="2845481" y="0"/>
                  </a:lnTo>
                  <a:lnTo>
                    <a:pt x="2841202" y="0"/>
                  </a:lnTo>
                  <a:lnTo>
                    <a:pt x="2836923" y="0"/>
                  </a:lnTo>
                  <a:lnTo>
                    <a:pt x="2832645" y="0"/>
                  </a:lnTo>
                  <a:lnTo>
                    <a:pt x="2828366" y="0"/>
                  </a:lnTo>
                  <a:lnTo>
                    <a:pt x="2824087" y="0"/>
                  </a:lnTo>
                  <a:lnTo>
                    <a:pt x="2819808" y="0"/>
                  </a:lnTo>
                  <a:lnTo>
                    <a:pt x="2815529" y="0"/>
                  </a:lnTo>
                  <a:lnTo>
                    <a:pt x="2811250" y="0"/>
                  </a:lnTo>
                  <a:lnTo>
                    <a:pt x="2806971" y="0"/>
                  </a:lnTo>
                  <a:lnTo>
                    <a:pt x="2802692" y="0"/>
                  </a:lnTo>
                  <a:lnTo>
                    <a:pt x="2798413" y="0"/>
                  </a:lnTo>
                  <a:lnTo>
                    <a:pt x="2794134" y="0"/>
                  </a:lnTo>
                  <a:lnTo>
                    <a:pt x="2789855" y="0"/>
                  </a:lnTo>
                  <a:lnTo>
                    <a:pt x="2785576" y="0"/>
                  </a:lnTo>
                  <a:lnTo>
                    <a:pt x="2781297" y="0"/>
                  </a:lnTo>
                  <a:lnTo>
                    <a:pt x="2777019" y="0"/>
                  </a:lnTo>
                  <a:lnTo>
                    <a:pt x="2772740" y="0"/>
                  </a:lnTo>
                  <a:lnTo>
                    <a:pt x="2768461" y="0"/>
                  </a:lnTo>
                  <a:lnTo>
                    <a:pt x="2764182" y="0"/>
                  </a:lnTo>
                  <a:lnTo>
                    <a:pt x="2759903" y="0"/>
                  </a:lnTo>
                  <a:lnTo>
                    <a:pt x="2755624" y="0"/>
                  </a:lnTo>
                  <a:lnTo>
                    <a:pt x="2751345" y="0"/>
                  </a:lnTo>
                  <a:lnTo>
                    <a:pt x="2747066" y="0"/>
                  </a:lnTo>
                  <a:lnTo>
                    <a:pt x="2742787" y="0"/>
                  </a:lnTo>
                  <a:lnTo>
                    <a:pt x="2738508" y="0"/>
                  </a:lnTo>
                  <a:lnTo>
                    <a:pt x="2734229" y="0"/>
                  </a:lnTo>
                  <a:lnTo>
                    <a:pt x="2729950" y="0"/>
                  </a:lnTo>
                  <a:lnTo>
                    <a:pt x="2725672" y="0"/>
                  </a:lnTo>
                  <a:lnTo>
                    <a:pt x="2721393" y="0"/>
                  </a:lnTo>
                  <a:lnTo>
                    <a:pt x="2717114" y="0"/>
                  </a:lnTo>
                  <a:lnTo>
                    <a:pt x="2712835" y="0"/>
                  </a:lnTo>
                  <a:lnTo>
                    <a:pt x="2708556" y="0"/>
                  </a:lnTo>
                  <a:lnTo>
                    <a:pt x="2704277" y="0"/>
                  </a:lnTo>
                  <a:lnTo>
                    <a:pt x="2699998" y="0"/>
                  </a:lnTo>
                  <a:lnTo>
                    <a:pt x="2695719" y="0"/>
                  </a:lnTo>
                  <a:lnTo>
                    <a:pt x="2691440" y="0"/>
                  </a:lnTo>
                  <a:lnTo>
                    <a:pt x="2687161" y="0"/>
                  </a:lnTo>
                  <a:lnTo>
                    <a:pt x="2682882" y="0"/>
                  </a:lnTo>
                  <a:lnTo>
                    <a:pt x="2678603" y="0"/>
                  </a:lnTo>
                  <a:lnTo>
                    <a:pt x="2674324" y="0"/>
                  </a:lnTo>
                  <a:lnTo>
                    <a:pt x="2670046" y="0"/>
                  </a:lnTo>
                  <a:lnTo>
                    <a:pt x="2665767" y="0"/>
                  </a:lnTo>
                  <a:lnTo>
                    <a:pt x="2661488" y="0"/>
                  </a:lnTo>
                  <a:lnTo>
                    <a:pt x="2657209" y="0"/>
                  </a:lnTo>
                  <a:lnTo>
                    <a:pt x="2652930" y="0"/>
                  </a:lnTo>
                  <a:lnTo>
                    <a:pt x="2648651" y="0"/>
                  </a:lnTo>
                  <a:lnTo>
                    <a:pt x="2644372" y="0"/>
                  </a:lnTo>
                  <a:lnTo>
                    <a:pt x="2640093" y="0"/>
                  </a:lnTo>
                  <a:lnTo>
                    <a:pt x="2635814" y="0"/>
                  </a:lnTo>
                  <a:lnTo>
                    <a:pt x="2631535" y="0"/>
                  </a:lnTo>
                  <a:lnTo>
                    <a:pt x="2627256" y="0"/>
                  </a:lnTo>
                  <a:lnTo>
                    <a:pt x="2622977" y="0"/>
                  </a:lnTo>
                  <a:lnTo>
                    <a:pt x="2618699" y="0"/>
                  </a:lnTo>
                  <a:lnTo>
                    <a:pt x="2614420" y="0"/>
                  </a:lnTo>
                  <a:lnTo>
                    <a:pt x="2610141" y="0"/>
                  </a:lnTo>
                  <a:lnTo>
                    <a:pt x="2605862" y="0"/>
                  </a:lnTo>
                  <a:lnTo>
                    <a:pt x="2601583" y="0"/>
                  </a:lnTo>
                  <a:lnTo>
                    <a:pt x="2597304" y="0"/>
                  </a:lnTo>
                  <a:lnTo>
                    <a:pt x="2593025" y="0"/>
                  </a:lnTo>
                  <a:lnTo>
                    <a:pt x="2588746" y="0"/>
                  </a:lnTo>
                  <a:lnTo>
                    <a:pt x="2584467" y="0"/>
                  </a:lnTo>
                  <a:lnTo>
                    <a:pt x="2580188" y="0"/>
                  </a:lnTo>
                  <a:lnTo>
                    <a:pt x="2575909" y="0"/>
                  </a:lnTo>
                  <a:lnTo>
                    <a:pt x="2571630" y="0"/>
                  </a:lnTo>
                  <a:lnTo>
                    <a:pt x="2567351" y="0"/>
                  </a:lnTo>
                  <a:lnTo>
                    <a:pt x="2563073" y="0"/>
                  </a:lnTo>
                  <a:lnTo>
                    <a:pt x="2558794" y="0"/>
                  </a:lnTo>
                  <a:lnTo>
                    <a:pt x="2554515" y="0"/>
                  </a:lnTo>
                  <a:lnTo>
                    <a:pt x="2550236" y="0"/>
                  </a:lnTo>
                  <a:lnTo>
                    <a:pt x="2545957" y="0"/>
                  </a:lnTo>
                  <a:lnTo>
                    <a:pt x="2541678" y="0"/>
                  </a:lnTo>
                  <a:lnTo>
                    <a:pt x="2537399" y="0"/>
                  </a:lnTo>
                  <a:lnTo>
                    <a:pt x="2533120" y="0"/>
                  </a:lnTo>
                  <a:lnTo>
                    <a:pt x="2528841" y="0"/>
                  </a:lnTo>
                  <a:lnTo>
                    <a:pt x="2524562" y="0"/>
                  </a:lnTo>
                  <a:lnTo>
                    <a:pt x="2520283" y="0"/>
                  </a:lnTo>
                  <a:lnTo>
                    <a:pt x="2516004" y="0"/>
                  </a:lnTo>
                  <a:lnTo>
                    <a:pt x="2511726" y="0"/>
                  </a:lnTo>
                  <a:lnTo>
                    <a:pt x="2507447" y="0"/>
                  </a:lnTo>
                  <a:lnTo>
                    <a:pt x="2503168" y="0"/>
                  </a:lnTo>
                  <a:lnTo>
                    <a:pt x="2498889" y="0"/>
                  </a:lnTo>
                  <a:lnTo>
                    <a:pt x="2494610" y="0"/>
                  </a:lnTo>
                  <a:lnTo>
                    <a:pt x="2490331" y="0"/>
                  </a:lnTo>
                  <a:lnTo>
                    <a:pt x="2486052" y="0"/>
                  </a:lnTo>
                  <a:lnTo>
                    <a:pt x="2481773" y="0"/>
                  </a:lnTo>
                  <a:lnTo>
                    <a:pt x="2477494" y="0"/>
                  </a:lnTo>
                  <a:lnTo>
                    <a:pt x="2473215" y="0"/>
                  </a:lnTo>
                  <a:lnTo>
                    <a:pt x="2468936" y="0"/>
                  </a:lnTo>
                  <a:lnTo>
                    <a:pt x="2464657" y="0"/>
                  </a:lnTo>
                  <a:lnTo>
                    <a:pt x="2460378" y="0"/>
                  </a:lnTo>
                  <a:lnTo>
                    <a:pt x="2456100" y="0"/>
                  </a:lnTo>
                  <a:lnTo>
                    <a:pt x="2451821" y="0"/>
                  </a:lnTo>
                  <a:lnTo>
                    <a:pt x="2447542" y="0"/>
                  </a:lnTo>
                  <a:lnTo>
                    <a:pt x="2443263" y="0"/>
                  </a:lnTo>
                  <a:lnTo>
                    <a:pt x="2438984" y="0"/>
                  </a:lnTo>
                  <a:lnTo>
                    <a:pt x="2434705" y="0"/>
                  </a:lnTo>
                  <a:lnTo>
                    <a:pt x="2430426" y="0"/>
                  </a:lnTo>
                  <a:lnTo>
                    <a:pt x="2426147" y="0"/>
                  </a:lnTo>
                  <a:lnTo>
                    <a:pt x="2421868" y="0"/>
                  </a:lnTo>
                  <a:lnTo>
                    <a:pt x="2417589" y="0"/>
                  </a:lnTo>
                  <a:lnTo>
                    <a:pt x="2413310" y="0"/>
                  </a:lnTo>
                  <a:lnTo>
                    <a:pt x="2409031" y="0"/>
                  </a:lnTo>
                  <a:lnTo>
                    <a:pt x="2404753" y="0"/>
                  </a:lnTo>
                  <a:lnTo>
                    <a:pt x="2400474" y="0"/>
                  </a:lnTo>
                  <a:lnTo>
                    <a:pt x="2396195" y="0"/>
                  </a:lnTo>
                  <a:lnTo>
                    <a:pt x="2391916" y="0"/>
                  </a:lnTo>
                  <a:lnTo>
                    <a:pt x="2387637" y="0"/>
                  </a:lnTo>
                  <a:lnTo>
                    <a:pt x="2383358" y="0"/>
                  </a:lnTo>
                  <a:lnTo>
                    <a:pt x="2379079" y="0"/>
                  </a:lnTo>
                  <a:lnTo>
                    <a:pt x="2374800" y="0"/>
                  </a:lnTo>
                  <a:lnTo>
                    <a:pt x="2370521" y="0"/>
                  </a:lnTo>
                  <a:lnTo>
                    <a:pt x="2366242" y="0"/>
                  </a:lnTo>
                  <a:lnTo>
                    <a:pt x="2361963" y="0"/>
                  </a:lnTo>
                  <a:lnTo>
                    <a:pt x="2357684" y="0"/>
                  </a:lnTo>
                  <a:lnTo>
                    <a:pt x="2353405" y="0"/>
                  </a:lnTo>
                  <a:lnTo>
                    <a:pt x="2349127" y="0"/>
                  </a:lnTo>
                  <a:lnTo>
                    <a:pt x="2344848" y="0"/>
                  </a:lnTo>
                  <a:lnTo>
                    <a:pt x="2340569" y="0"/>
                  </a:lnTo>
                  <a:lnTo>
                    <a:pt x="2336290" y="0"/>
                  </a:lnTo>
                  <a:lnTo>
                    <a:pt x="2332011" y="0"/>
                  </a:lnTo>
                  <a:lnTo>
                    <a:pt x="2327732" y="0"/>
                  </a:lnTo>
                  <a:lnTo>
                    <a:pt x="2323453" y="0"/>
                  </a:lnTo>
                  <a:lnTo>
                    <a:pt x="2319174" y="0"/>
                  </a:lnTo>
                  <a:lnTo>
                    <a:pt x="2314895" y="0"/>
                  </a:lnTo>
                  <a:lnTo>
                    <a:pt x="2310616" y="0"/>
                  </a:lnTo>
                  <a:lnTo>
                    <a:pt x="2306337" y="0"/>
                  </a:lnTo>
                  <a:lnTo>
                    <a:pt x="2302058" y="0"/>
                  </a:lnTo>
                  <a:lnTo>
                    <a:pt x="2297780" y="0"/>
                  </a:lnTo>
                  <a:lnTo>
                    <a:pt x="2293501" y="0"/>
                  </a:lnTo>
                  <a:lnTo>
                    <a:pt x="2289222" y="0"/>
                  </a:lnTo>
                  <a:lnTo>
                    <a:pt x="2284943" y="0"/>
                  </a:lnTo>
                  <a:lnTo>
                    <a:pt x="2280664" y="0"/>
                  </a:lnTo>
                  <a:lnTo>
                    <a:pt x="2276385" y="0"/>
                  </a:lnTo>
                  <a:lnTo>
                    <a:pt x="2272106" y="0"/>
                  </a:lnTo>
                  <a:lnTo>
                    <a:pt x="2267827" y="0"/>
                  </a:lnTo>
                  <a:lnTo>
                    <a:pt x="2263548" y="0"/>
                  </a:lnTo>
                  <a:lnTo>
                    <a:pt x="2259269" y="0"/>
                  </a:lnTo>
                  <a:lnTo>
                    <a:pt x="2254990" y="0"/>
                  </a:lnTo>
                  <a:lnTo>
                    <a:pt x="2250711" y="0"/>
                  </a:lnTo>
                  <a:lnTo>
                    <a:pt x="2246432" y="0"/>
                  </a:lnTo>
                  <a:lnTo>
                    <a:pt x="2242154" y="0"/>
                  </a:lnTo>
                  <a:lnTo>
                    <a:pt x="2237875" y="0"/>
                  </a:lnTo>
                  <a:lnTo>
                    <a:pt x="2233596" y="0"/>
                  </a:lnTo>
                  <a:lnTo>
                    <a:pt x="2229317" y="0"/>
                  </a:lnTo>
                  <a:lnTo>
                    <a:pt x="2225038" y="0"/>
                  </a:lnTo>
                  <a:lnTo>
                    <a:pt x="2220759" y="0"/>
                  </a:lnTo>
                  <a:lnTo>
                    <a:pt x="2216480" y="0"/>
                  </a:lnTo>
                  <a:lnTo>
                    <a:pt x="2212201" y="0"/>
                  </a:lnTo>
                  <a:lnTo>
                    <a:pt x="2207922" y="0"/>
                  </a:lnTo>
                  <a:lnTo>
                    <a:pt x="2203643" y="0"/>
                  </a:lnTo>
                  <a:lnTo>
                    <a:pt x="2199364" y="0"/>
                  </a:lnTo>
                  <a:lnTo>
                    <a:pt x="2195085" y="0"/>
                  </a:lnTo>
                  <a:lnTo>
                    <a:pt x="2190807" y="0"/>
                  </a:lnTo>
                  <a:lnTo>
                    <a:pt x="2186528" y="0"/>
                  </a:lnTo>
                  <a:lnTo>
                    <a:pt x="2182249" y="0"/>
                  </a:lnTo>
                  <a:lnTo>
                    <a:pt x="2177970" y="0"/>
                  </a:lnTo>
                  <a:lnTo>
                    <a:pt x="2173691" y="0"/>
                  </a:lnTo>
                  <a:lnTo>
                    <a:pt x="2169412" y="0"/>
                  </a:lnTo>
                  <a:lnTo>
                    <a:pt x="2165133" y="0"/>
                  </a:lnTo>
                  <a:lnTo>
                    <a:pt x="2160854" y="0"/>
                  </a:lnTo>
                  <a:lnTo>
                    <a:pt x="2156575" y="0"/>
                  </a:lnTo>
                  <a:lnTo>
                    <a:pt x="2152296" y="0"/>
                  </a:lnTo>
                  <a:lnTo>
                    <a:pt x="2148017" y="0"/>
                  </a:lnTo>
                  <a:lnTo>
                    <a:pt x="2143738" y="0"/>
                  </a:lnTo>
                  <a:lnTo>
                    <a:pt x="2139459" y="0"/>
                  </a:lnTo>
                  <a:lnTo>
                    <a:pt x="2135181" y="0"/>
                  </a:lnTo>
                  <a:lnTo>
                    <a:pt x="2130902" y="0"/>
                  </a:lnTo>
                  <a:lnTo>
                    <a:pt x="2126623" y="0"/>
                  </a:lnTo>
                  <a:lnTo>
                    <a:pt x="2122344" y="0"/>
                  </a:lnTo>
                  <a:lnTo>
                    <a:pt x="2118065" y="0"/>
                  </a:lnTo>
                  <a:lnTo>
                    <a:pt x="2113786" y="0"/>
                  </a:lnTo>
                  <a:lnTo>
                    <a:pt x="2109507" y="0"/>
                  </a:lnTo>
                  <a:lnTo>
                    <a:pt x="2105228" y="0"/>
                  </a:lnTo>
                  <a:lnTo>
                    <a:pt x="2100949" y="0"/>
                  </a:lnTo>
                  <a:lnTo>
                    <a:pt x="2096670" y="0"/>
                  </a:lnTo>
                  <a:lnTo>
                    <a:pt x="2092391" y="0"/>
                  </a:lnTo>
                  <a:lnTo>
                    <a:pt x="2088112" y="0"/>
                  </a:lnTo>
                  <a:lnTo>
                    <a:pt x="2083834" y="0"/>
                  </a:lnTo>
                  <a:lnTo>
                    <a:pt x="2079555" y="0"/>
                  </a:lnTo>
                  <a:lnTo>
                    <a:pt x="2075276" y="0"/>
                  </a:lnTo>
                  <a:lnTo>
                    <a:pt x="2070997" y="0"/>
                  </a:lnTo>
                  <a:lnTo>
                    <a:pt x="2066718" y="0"/>
                  </a:lnTo>
                  <a:lnTo>
                    <a:pt x="2062439" y="0"/>
                  </a:lnTo>
                  <a:lnTo>
                    <a:pt x="2058160" y="0"/>
                  </a:lnTo>
                  <a:lnTo>
                    <a:pt x="2053881" y="0"/>
                  </a:lnTo>
                  <a:lnTo>
                    <a:pt x="2049602" y="0"/>
                  </a:lnTo>
                  <a:lnTo>
                    <a:pt x="2045323" y="0"/>
                  </a:lnTo>
                  <a:lnTo>
                    <a:pt x="2041044" y="0"/>
                  </a:lnTo>
                  <a:lnTo>
                    <a:pt x="2036765" y="0"/>
                  </a:lnTo>
                  <a:lnTo>
                    <a:pt x="2032486" y="0"/>
                  </a:lnTo>
                  <a:lnTo>
                    <a:pt x="2028208" y="0"/>
                  </a:lnTo>
                  <a:lnTo>
                    <a:pt x="2023929" y="0"/>
                  </a:lnTo>
                  <a:lnTo>
                    <a:pt x="2019650" y="0"/>
                  </a:lnTo>
                  <a:lnTo>
                    <a:pt x="2015371" y="0"/>
                  </a:lnTo>
                  <a:lnTo>
                    <a:pt x="2011092" y="0"/>
                  </a:lnTo>
                  <a:lnTo>
                    <a:pt x="2006813" y="0"/>
                  </a:lnTo>
                  <a:lnTo>
                    <a:pt x="2002534" y="0"/>
                  </a:lnTo>
                  <a:lnTo>
                    <a:pt x="1998255" y="0"/>
                  </a:lnTo>
                  <a:lnTo>
                    <a:pt x="1993976" y="0"/>
                  </a:lnTo>
                  <a:lnTo>
                    <a:pt x="1989697" y="0"/>
                  </a:lnTo>
                  <a:lnTo>
                    <a:pt x="1985418" y="0"/>
                  </a:lnTo>
                  <a:lnTo>
                    <a:pt x="1981139" y="0"/>
                  </a:lnTo>
                  <a:lnTo>
                    <a:pt x="1976861" y="0"/>
                  </a:lnTo>
                  <a:lnTo>
                    <a:pt x="1972582" y="0"/>
                  </a:lnTo>
                  <a:lnTo>
                    <a:pt x="1968303" y="0"/>
                  </a:lnTo>
                  <a:lnTo>
                    <a:pt x="1964024" y="0"/>
                  </a:lnTo>
                  <a:lnTo>
                    <a:pt x="1959745" y="0"/>
                  </a:lnTo>
                  <a:lnTo>
                    <a:pt x="1955466" y="0"/>
                  </a:lnTo>
                  <a:lnTo>
                    <a:pt x="1951187" y="0"/>
                  </a:lnTo>
                  <a:lnTo>
                    <a:pt x="1946908" y="0"/>
                  </a:lnTo>
                  <a:lnTo>
                    <a:pt x="1942629" y="0"/>
                  </a:lnTo>
                  <a:lnTo>
                    <a:pt x="1938350" y="0"/>
                  </a:lnTo>
                  <a:lnTo>
                    <a:pt x="1934071" y="0"/>
                  </a:lnTo>
                  <a:lnTo>
                    <a:pt x="1929792" y="0"/>
                  </a:lnTo>
                  <a:lnTo>
                    <a:pt x="1925513" y="0"/>
                  </a:lnTo>
                  <a:lnTo>
                    <a:pt x="1921235" y="0"/>
                  </a:lnTo>
                  <a:lnTo>
                    <a:pt x="1916956" y="0"/>
                  </a:lnTo>
                  <a:lnTo>
                    <a:pt x="1912677" y="0"/>
                  </a:lnTo>
                  <a:lnTo>
                    <a:pt x="1908398" y="0"/>
                  </a:lnTo>
                  <a:lnTo>
                    <a:pt x="1904119" y="0"/>
                  </a:lnTo>
                  <a:lnTo>
                    <a:pt x="1899840" y="0"/>
                  </a:lnTo>
                  <a:lnTo>
                    <a:pt x="1895561" y="0"/>
                  </a:lnTo>
                  <a:lnTo>
                    <a:pt x="1891282" y="0"/>
                  </a:lnTo>
                  <a:lnTo>
                    <a:pt x="1887003" y="0"/>
                  </a:lnTo>
                  <a:lnTo>
                    <a:pt x="1882724" y="0"/>
                  </a:lnTo>
                  <a:lnTo>
                    <a:pt x="1878445" y="0"/>
                  </a:lnTo>
                  <a:lnTo>
                    <a:pt x="1874166" y="0"/>
                  </a:lnTo>
                  <a:lnTo>
                    <a:pt x="1869888" y="0"/>
                  </a:lnTo>
                  <a:lnTo>
                    <a:pt x="1865609" y="0"/>
                  </a:lnTo>
                  <a:lnTo>
                    <a:pt x="1861330" y="0"/>
                  </a:lnTo>
                  <a:lnTo>
                    <a:pt x="1857051" y="0"/>
                  </a:lnTo>
                  <a:lnTo>
                    <a:pt x="1852772" y="0"/>
                  </a:lnTo>
                  <a:lnTo>
                    <a:pt x="1848493" y="0"/>
                  </a:lnTo>
                  <a:lnTo>
                    <a:pt x="1844214" y="0"/>
                  </a:lnTo>
                  <a:lnTo>
                    <a:pt x="1839935" y="0"/>
                  </a:lnTo>
                  <a:lnTo>
                    <a:pt x="1835656" y="0"/>
                  </a:lnTo>
                  <a:lnTo>
                    <a:pt x="1831377" y="0"/>
                  </a:lnTo>
                  <a:lnTo>
                    <a:pt x="1827098" y="0"/>
                  </a:lnTo>
                  <a:lnTo>
                    <a:pt x="1822819" y="0"/>
                  </a:lnTo>
                  <a:lnTo>
                    <a:pt x="1818540" y="0"/>
                  </a:lnTo>
                  <a:lnTo>
                    <a:pt x="1814262" y="0"/>
                  </a:lnTo>
                  <a:lnTo>
                    <a:pt x="1809983" y="0"/>
                  </a:lnTo>
                  <a:lnTo>
                    <a:pt x="1805704" y="0"/>
                  </a:lnTo>
                  <a:lnTo>
                    <a:pt x="1801425" y="0"/>
                  </a:lnTo>
                  <a:lnTo>
                    <a:pt x="1797146" y="0"/>
                  </a:lnTo>
                  <a:lnTo>
                    <a:pt x="1792867" y="0"/>
                  </a:lnTo>
                  <a:lnTo>
                    <a:pt x="1788588" y="0"/>
                  </a:lnTo>
                  <a:lnTo>
                    <a:pt x="1784309" y="0"/>
                  </a:lnTo>
                  <a:lnTo>
                    <a:pt x="1780030" y="0"/>
                  </a:lnTo>
                  <a:lnTo>
                    <a:pt x="1775751" y="0"/>
                  </a:lnTo>
                  <a:lnTo>
                    <a:pt x="1771472" y="0"/>
                  </a:lnTo>
                  <a:lnTo>
                    <a:pt x="1767193" y="0"/>
                  </a:lnTo>
                  <a:lnTo>
                    <a:pt x="1762915" y="0"/>
                  </a:lnTo>
                  <a:lnTo>
                    <a:pt x="1758636" y="0"/>
                  </a:lnTo>
                  <a:lnTo>
                    <a:pt x="1754357" y="0"/>
                  </a:lnTo>
                  <a:lnTo>
                    <a:pt x="1750078" y="0"/>
                  </a:lnTo>
                  <a:lnTo>
                    <a:pt x="1745799" y="0"/>
                  </a:lnTo>
                  <a:lnTo>
                    <a:pt x="1741520" y="0"/>
                  </a:lnTo>
                  <a:lnTo>
                    <a:pt x="1737241" y="0"/>
                  </a:lnTo>
                  <a:lnTo>
                    <a:pt x="1732962" y="0"/>
                  </a:lnTo>
                  <a:lnTo>
                    <a:pt x="1728683" y="0"/>
                  </a:lnTo>
                  <a:lnTo>
                    <a:pt x="1724404" y="0"/>
                  </a:lnTo>
                  <a:lnTo>
                    <a:pt x="1720125" y="0"/>
                  </a:lnTo>
                  <a:lnTo>
                    <a:pt x="1715846" y="0"/>
                  </a:lnTo>
                  <a:lnTo>
                    <a:pt x="1711567" y="0"/>
                  </a:lnTo>
                  <a:lnTo>
                    <a:pt x="1707289" y="0"/>
                  </a:lnTo>
                  <a:lnTo>
                    <a:pt x="1703010" y="0"/>
                  </a:lnTo>
                  <a:lnTo>
                    <a:pt x="1698731" y="0"/>
                  </a:lnTo>
                  <a:lnTo>
                    <a:pt x="1694452" y="0"/>
                  </a:lnTo>
                  <a:lnTo>
                    <a:pt x="1690173" y="0"/>
                  </a:lnTo>
                  <a:lnTo>
                    <a:pt x="1685894" y="0"/>
                  </a:lnTo>
                  <a:lnTo>
                    <a:pt x="1681615" y="0"/>
                  </a:lnTo>
                  <a:lnTo>
                    <a:pt x="1677336" y="0"/>
                  </a:lnTo>
                  <a:lnTo>
                    <a:pt x="1673057" y="0"/>
                  </a:lnTo>
                  <a:lnTo>
                    <a:pt x="1668778" y="0"/>
                  </a:lnTo>
                  <a:lnTo>
                    <a:pt x="1664499" y="0"/>
                  </a:lnTo>
                  <a:lnTo>
                    <a:pt x="1660220" y="0"/>
                  </a:lnTo>
                  <a:lnTo>
                    <a:pt x="1655942" y="0"/>
                  </a:lnTo>
                  <a:lnTo>
                    <a:pt x="1651663" y="0"/>
                  </a:lnTo>
                  <a:lnTo>
                    <a:pt x="1647384" y="0"/>
                  </a:lnTo>
                  <a:lnTo>
                    <a:pt x="1643105" y="0"/>
                  </a:lnTo>
                  <a:lnTo>
                    <a:pt x="1638826" y="0"/>
                  </a:lnTo>
                  <a:lnTo>
                    <a:pt x="1634547" y="0"/>
                  </a:lnTo>
                  <a:lnTo>
                    <a:pt x="1630268" y="0"/>
                  </a:lnTo>
                  <a:lnTo>
                    <a:pt x="1625989" y="0"/>
                  </a:lnTo>
                  <a:lnTo>
                    <a:pt x="1621710" y="0"/>
                  </a:lnTo>
                  <a:lnTo>
                    <a:pt x="1617431" y="0"/>
                  </a:lnTo>
                  <a:lnTo>
                    <a:pt x="1613152" y="0"/>
                  </a:lnTo>
                  <a:lnTo>
                    <a:pt x="1608873" y="0"/>
                  </a:lnTo>
                  <a:lnTo>
                    <a:pt x="1604594" y="0"/>
                  </a:lnTo>
                  <a:lnTo>
                    <a:pt x="1600316" y="0"/>
                  </a:lnTo>
                  <a:lnTo>
                    <a:pt x="1596037" y="0"/>
                  </a:lnTo>
                  <a:lnTo>
                    <a:pt x="1591758" y="0"/>
                  </a:lnTo>
                  <a:lnTo>
                    <a:pt x="1587479" y="0"/>
                  </a:lnTo>
                  <a:lnTo>
                    <a:pt x="1583200" y="0"/>
                  </a:lnTo>
                  <a:lnTo>
                    <a:pt x="1578921" y="0"/>
                  </a:lnTo>
                  <a:lnTo>
                    <a:pt x="1574642" y="0"/>
                  </a:lnTo>
                  <a:lnTo>
                    <a:pt x="1570363" y="0"/>
                  </a:lnTo>
                  <a:lnTo>
                    <a:pt x="1566084" y="0"/>
                  </a:lnTo>
                  <a:lnTo>
                    <a:pt x="1561805" y="0"/>
                  </a:lnTo>
                  <a:lnTo>
                    <a:pt x="1557526" y="0"/>
                  </a:lnTo>
                  <a:lnTo>
                    <a:pt x="1553247" y="0"/>
                  </a:lnTo>
                  <a:lnTo>
                    <a:pt x="1548969" y="0"/>
                  </a:lnTo>
                  <a:lnTo>
                    <a:pt x="1544690" y="0"/>
                  </a:lnTo>
                  <a:lnTo>
                    <a:pt x="1540411" y="0"/>
                  </a:lnTo>
                  <a:lnTo>
                    <a:pt x="1536132" y="0"/>
                  </a:lnTo>
                  <a:lnTo>
                    <a:pt x="1531853" y="0"/>
                  </a:lnTo>
                  <a:lnTo>
                    <a:pt x="1527574" y="0"/>
                  </a:lnTo>
                  <a:lnTo>
                    <a:pt x="1523295" y="0"/>
                  </a:lnTo>
                  <a:lnTo>
                    <a:pt x="1519016" y="0"/>
                  </a:lnTo>
                  <a:lnTo>
                    <a:pt x="1514737" y="0"/>
                  </a:lnTo>
                  <a:lnTo>
                    <a:pt x="1510458" y="0"/>
                  </a:lnTo>
                  <a:lnTo>
                    <a:pt x="1506179" y="0"/>
                  </a:lnTo>
                  <a:lnTo>
                    <a:pt x="1501900" y="0"/>
                  </a:lnTo>
                  <a:lnTo>
                    <a:pt x="1497621" y="0"/>
                  </a:lnTo>
                  <a:lnTo>
                    <a:pt x="1493343" y="0"/>
                  </a:lnTo>
                  <a:lnTo>
                    <a:pt x="1489064" y="0"/>
                  </a:lnTo>
                  <a:lnTo>
                    <a:pt x="1484785" y="0"/>
                  </a:lnTo>
                  <a:lnTo>
                    <a:pt x="1480506" y="0"/>
                  </a:lnTo>
                  <a:lnTo>
                    <a:pt x="1476227" y="0"/>
                  </a:lnTo>
                  <a:lnTo>
                    <a:pt x="1471948" y="0"/>
                  </a:lnTo>
                  <a:lnTo>
                    <a:pt x="1467669" y="0"/>
                  </a:lnTo>
                  <a:lnTo>
                    <a:pt x="1463390" y="0"/>
                  </a:lnTo>
                  <a:lnTo>
                    <a:pt x="1459111" y="0"/>
                  </a:lnTo>
                  <a:lnTo>
                    <a:pt x="1454832" y="0"/>
                  </a:lnTo>
                  <a:lnTo>
                    <a:pt x="1450553" y="0"/>
                  </a:lnTo>
                  <a:lnTo>
                    <a:pt x="1446274" y="0"/>
                  </a:lnTo>
                  <a:lnTo>
                    <a:pt x="1441996" y="0"/>
                  </a:lnTo>
                  <a:lnTo>
                    <a:pt x="1437717" y="0"/>
                  </a:lnTo>
                  <a:lnTo>
                    <a:pt x="1433438" y="0"/>
                  </a:lnTo>
                  <a:lnTo>
                    <a:pt x="1429159" y="0"/>
                  </a:lnTo>
                  <a:lnTo>
                    <a:pt x="1424880" y="0"/>
                  </a:lnTo>
                  <a:lnTo>
                    <a:pt x="1420601" y="0"/>
                  </a:lnTo>
                  <a:lnTo>
                    <a:pt x="1416322" y="0"/>
                  </a:lnTo>
                  <a:lnTo>
                    <a:pt x="1412043" y="0"/>
                  </a:lnTo>
                  <a:lnTo>
                    <a:pt x="1407764" y="0"/>
                  </a:lnTo>
                  <a:lnTo>
                    <a:pt x="1403485" y="0"/>
                  </a:lnTo>
                  <a:lnTo>
                    <a:pt x="1399206" y="0"/>
                  </a:lnTo>
                  <a:lnTo>
                    <a:pt x="1394927" y="0"/>
                  </a:lnTo>
                  <a:lnTo>
                    <a:pt x="1390648" y="0"/>
                  </a:lnTo>
                  <a:lnTo>
                    <a:pt x="1386370" y="0"/>
                  </a:lnTo>
                  <a:lnTo>
                    <a:pt x="1382091" y="0"/>
                  </a:lnTo>
                  <a:lnTo>
                    <a:pt x="1377812" y="0"/>
                  </a:lnTo>
                  <a:lnTo>
                    <a:pt x="1373533" y="0"/>
                  </a:lnTo>
                  <a:lnTo>
                    <a:pt x="1369254" y="0"/>
                  </a:lnTo>
                  <a:lnTo>
                    <a:pt x="1364975" y="0"/>
                  </a:lnTo>
                  <a:lnTo>
                    <a:pt x="1360696" y="0"/>
                  </a:lnTo>
                  <a:lnTo>
                    <a:pt x="1356417" y="0"/>
                  </a:lnTo>
                  <a:lnTo>
                    <a:pt x="1352138" y="0"/>
                  </a:lnTo>
                  <a:lnTo>
                    <a:pt x="1347859" y="0"/>
                  </a:lnTo>
                  <a:lnTo>
                    <a:pt x="1343580" y="0"/>
                  </a:lnTo>
                  <a:lnTo>
                    <a:pt x="1339301" y="0"/>
                  </a:lnTo>
                  <a:lnTo>
                    <a:pt x="1335023" y="0"/>
                  </a:lnTo>
                  <a:lnTo>
                    <a:pt x="1330744" y="0"/>
                  </a:lnTo>
                  <a:lnTo>
                    <a:pt x="1326465" y="0"/>
                  </a:lnTo>
                  <a:lnTo>
                    <a:pt x="1322186" y="0"/>
                  </a:lnTo>
                  <a:lnTo>
                    <a:pt x="1317907" y="0"/>
                  </a:lnTo>
                  <a:lnTo>
                    <a:pt x="1313628" y="0"/>
                  </a:lnTo>
                  <a:lnTo>
                    <a:pt x="1309349" y="0"/>
                  </a:lnTo>
                  <a:lnTo>
                    <a:pt x="1305070" y="0"/>
                  </a:lnTo>
                  <a:lnTo>
                    <a:pt x="1300791" y="0"/>
                  </a:lnTo>
                  <a:lnTo>
                    <a:pt x="1296512" y="0"/>
                  </a:lnTo>
                  <a:lnTo>
                    <a:pt x="1292233" y="0"/>
                  </a:lnTo>
                  <a:lnTo>
                    <a:pt x="1287954" y="0"/>
                  </a:lnTo>
                  <a:lnTo>
                    <a:pt x="1283675" y="0"/>
                  </a:lnTo>
                  <a:lnTo>
                    <a:pt x="1279397" y="0"/>
                  </a:lnTo>
                  <a:lnTo>
                    <a:pt x="1275118" y="0"/>
                  </a:lnTo>
                  <a:lnTo>
                    <a:pt x="1270839" y="0"/>
                  </a:lnTo>
                  <a:lnTo>
                    <a:pt x="1266560" y="0"/>
                  </a:lnTo>
                  <a:lnTo>
                    <a:pt x="1262281" y="0"/>
                  </a:lnTo>
                  <a:lnTo>
                    <a:pt x="1258002" y="0"/>
                  </a:lnTo>
                  <a:lnTo>
                    <a:pt x="1253723" y="0"/>
                  </a:lnTo>
                  <a:lnTo>
                    <a:pt x="1249444" y="0"/>
                  </a:lnTo>
                  <a:lnTo>
                    <a:pt x="1245165" y="0"/>
                  </a:lnTo>
                  <a:lnTo>
                    <a:pt x="1240886" y="0"/>
                  </a:lnTo>
                  <a:lnTo>
                    <a:pt x="1236607" y="0"/>
                  </a:lnTo>
                  <a:lnTo>
                    <a:pt x="1232328" y="0"/>
                  </a:lnTo>
                  <a:lnTo>
                    <a:pt x="1228050" y="0"/>
                  </a:lnTo>
                  <a:lnTo>
                    <a:pt x="1223771" y="0"/>
                  </a:lnTo>
                  <a:lnTo>
                    <a:pt x="1219492" y="0"/>
                  </a:lnTo>
                  <a:lnTo>
                    <a:pt x="1215213" y="0"/>
                  </a:lnTo>
                  <a:lnTo>
                    <a:pt x="1210934" y="0"/>
                  </a:lnTo>
                  <a:lnTo>
                    <a:pt x="1206655" y="0"/>
                  </a:lnTo>
                  <a:lnTo>
                    <a:pt x="1202376" y="0"/>
                  </a:lnTo>
                  <a:lnTo>
                    <a:pt x="1198097" y="0"/>
                  </a:lnTo>
                  <a:lnTo>
                    <a:pt x="1193818" y="0"/>
                  </a:lnTo>
                  <a:lnTo>
                    <a:pt x="1189539" y="0"/>
                  </a:lnTo>
                  <a:lnTo>
                    <a:pt x="1185260" y="0"/>
                  </a:lnTo>
                  <a:lnTo>
                    <a:pt x="1180981" y="0"/>
                  </a:lnTo>
                  <a:lnTo>
                    <a:pt x="1176702" y="0"/>
                  </a:lnTo>
                  <a:lnTo>
                    <a:pt x="1172424" y="0"/>
                  </a:lnTo>
                  <a:lnTo>
                    <a:pt x="1168145" y="0"/>
                  </a:lnTo>
                  <a:lnTo>
                    <a:pt x="1163866" y="0"/>
                  </a:lnTo>
                  <a:lnTo>
                    <a:pt x="1159587" y="0"/>
                  </a:lnTo>
                  <a:lnTo>
                    <a:pt x="1155308" y="0"/>
                  </a:lnTo>
                  <a:lnTo>
                    <a:pt x="1151029" y="0"/>
                  </a:lnTo>
                  <a:lnTo>
                    <a:pt x="1146750" y="0"/>
                  </a:lnTo>
                  <a:lnTo>
                    <a:pt x="1142471" y="0"/>
                  </a:lnTo>
                  <a:lnTo>
                    <a:pt x="1138192" y="0"/>
                  </a:lnTo>
                  <a:lnTo>
                    <a:pt x="1133913" y="0"/>
                  </a:lnTo>
                  <a:lnTo>
                    <a:pt x="1129634" y="0"/>
                  </a:lnTo>
                  <a:lnTo>
                    <a:pt x="1125355" y="0"/>
                  </a:lnTo>
                  <a:lnTo>
                    <a:pt x="1121077" y="0"/>
                  </a:lnTo>
                  <a:lnTo>
                    <a:pt x="1116798" y="0"/>
                  </a:lnTo>
                  <a:lnTo>
                    <a:pt x="1112519" y="0"/>
                  </a:lnTo>
                  <a:lnTo>
                    <a:pt x="1108240" y="0"/>
                  </a:lnTo>
                  <a:lnTo>
                    <a:pt x="1103961" y="0"/>
                  </a:lnTo>
                  <a:lnTo>
                    <a:pt x="1099682" y="0"/>
                  </a:lnTo>
                  <a:lnTo>
                    <a:pt x="1095403" y="0"/>
                  </a:lnTo>
                  <a:lnTo>
                    <a:pt x="1091124" y="0"/>
                  </a:lnTo>
                  <a:lnTo>
                    <a:pt x="1086845" y="0"/>
                  </a:lnTo>
                  <a:lnTo>
                    <a:pt x="1082566" y="0"/>
                  </a:lnTo>
                  <a:lnTo>
                    <a:pt x="1078287" y="0"/>
                  </a:lnTo>
                  <a:lnTo>
                    <a:pt x="1074008" y="0"/>
                  </a:lnTo>
                  <a:lnTo>
                    <a:pt x="1069729" y="0"/>
                  </a:lnTo>
                  <a:lnTo>
                    <a:pt x="1065451" y="0"/>
                  </a:lnTo>
                  <a:lnTo>
                    <a:pt x="1061172" y="0"/>
                  </a:lnTo>
                  <a:lnTo>
                    <a:pt x="1056893" y="0"/>
                  </a:lnTo>
                  <a:lnTo>
                    <a:pt x="1052614" y="0"/>
                  </a:lnTo>
                  <a:lnTo>
                    <a:pt x="1048335" y="0"/>
                  </a:lnTo>
                  <a:lnTo>
                    <a:pt x="1044056" y="0"/>
                  </a:lnTo>
                  <a:lnTo>
                    <a:pt x="1039777" y="0"/>
                  </a:lnTo>
                  <a:lnTo>
                    <a:pt x="1035498" y="0"/>
                  </a:lnTo>
                  <a:lnTo>
                    <a:pt x="1031219" y="0"/>
                  </a:lnTo>
                  <a:lnTo>
                    <a:pt x="1026940" y="0"/>
                  </a:lnTo>
                  <a:lnTo>
                    <a:pt x="1022661" y="0"/>
                  </a:lnTo>
                  <a:lnTo>
                    <a:pt x="1018382" y="0"/>
                  </a:lnTo>
                  <a:lnTo>
                    <a:pt x="1014104" y="0"/>
                  </a:lnTo>
                  <a:lnTo>
                    <a:pt x="1009825" y="0"/>
                  </a:lnTo>
                  <a:lnTo>
                    <a:pt x="1005546" y="0"/>
                  </a:lnTo>
                  <a:lnTo>
                    <a:pt x="1001267" y="0"/>
                  </a:lnTo>
                  <a:lnTo>
                    <a:pt x="996988" y="0"/>
                  </a:lnTo>
                  <a:lnTo>
                    <a:pt x="992709" y="0"/>
                  </a:lnTo>
                  <a:lnTo>
                    <a:pt x="988430" y="0"/>
                  </a:lnTo>
                  <a:lnTo>
                    <a:pt x="984151" y="0"/>
                  </a:lnTo>
                  <a:lnTo>
                    <a:pt x="979872" y="0"/>
                  </a:lnTo>
                  <a:lnTo>
                    <a:pt x="975593" y="0"/>
                  </a:lnTo>
                  <a:lnTo>
                    <a:pt x="971314" y="0"/>
                  </a:lnTo>
                  <a:lnTo>
                    <a:pt x="967035" y="0"/>
                  </a:lnTo>
                  <a:lnTo>
                    <a:pt x="962756" y="0"/>
                  </a:lnTo>
                  <a:lnTo>
                    <a:pt x="958478" y="0"/>
                  </a:lnTo>
                  <a:lnTo>
                    <a:pt x="954199" y="0"/>
                  </a:lnTo>
                  <a:lnTo>
                    <a:pt x="949920" y="0"/>
                  </a:lnTo>
                  <a:lnTo>
                    <a:pt x="945641" y="0"/>
                  </a:lnTo>
                  <a:lnTo>
                    <a:pt x="941362" y="0"/>
                  </a:lnTo>
                  <a:lnTo>
                    <a:pt x="937083" y="0"/>
                  </a:lnTo>
                  <a:lnTo>
                    <a:pt x="932804" y="0"/>
                  </a:lnTo>
                  <a:lnTo>
                    <a:pt x="928525" y="0"/>
                  </a:lnTo>
                  <a:lnTo>
                    <a:pt x="924246" y="0"/>
                  </a:lnTo>
                  <a:lnTo>
                    <a:pt x="919967" y="0"/>
                  </a:lnTo>
                  <a:lnTo>
                    <a:pt x="915688" y="0"/>
                  </a:lnTo>
                  <a:lnTo>
                    <a:pt x="911409" y="0"/>
                  </a:lnTo>
                  <a:lnTo>
                    <a:pt x="907131" y="0"/>
                  </a:lnTo>
                  <a:lnTo>
                    <a:pt x="902852" y="0"/>
                  </a:lnTo>
                  <a:lnTo>
                    <a:pt x="898573" y="0"/>
                  </a:lnTo>
                  <a:lnTo>
                    <a:pt x="894294" y="0"/>
                  </a:lnTo>
                  <a:lnTo>
                    <a:pt x="890015" y="0"/>
                  </a:lnTo>
                  <a:lnTo>
                    <a:pt x="885736" y="0"/>
                  </a:lnTo>
                  <a:lnTo>
                    <a:pt x="881457" y="0"/>
                  </a:lnTo>
                  <a:lnTo>
                    <a:pt x="877178" y="0"/>
                  </a:lnTo>
                  <a:lnTo>
                    <a:pt x="872899" y="0"/>
                  </a:lnTo>
                  <a:lnTo>
                    <a:pt x="868620" y="0"/>
                  </a:lnTo>
                  <a:lnTo>
                    <a:pt x="864341" y="0"/>
                  </a:lnTo>
                  <a:lnTo>
                    <a:pt x="860062" y="0"/>
                  </a:lnTo>
                  <a:lnTo>
                    <a:pt x="855783" y="0"/>
                  </a:lnTo>
                  <a:lnTo>
                    <a:pt x="851505" y="0"/>
                  </a:lnTo>
                  <a:lnTo>
                    <a:pt x="847226" y="0"/>
                  </a:lnTo>
                  <a:lnTo>
                    <a:pt x="842947" y="0"/>
                  </a:lnTo>
                  <a:lnTo>
                    <a:pt x="838668" y="0"/>
                  </a:lnTo>
                  <a:lnTo>
                    <a:pt x="834389" y="0"/>
                  </a:lnTo>
                  <a:lnTo>
                    <a:pt x="830110" y="0"/>
                  </a:lnTo>
                  <a:lnTo>
                    <a:pt x="825831" y="0"/>
                  </a:lnTo>
                  <a:lnTo>
                    <a:pt x="821552" y="0"/>
                  </a:lnTo>
                  <a:lnTo>
                    <a:pt x="817273" y="0"/>
                  </a:lnTo>
                  <a:lnTo>
                    <a:pt x="812994" y="0"/>
                  </a:lnTo>
                  <a:lnTo>
                    <a:pt x="808715" y="0"/>
                  </a:lnTo>
                  <a:lnTo>
                    <a:pt x="804436" y="0"/>
                  </a:lnTo>
                  <a:lnTo>
                    <a:pt x="800158" y="0"/>
                  </a:lnTo>
                  <a:lnTo>
                    <a:pt x="795879" y="0"/>
                  </a:lnTo>
                  <a:lnTo>
                    <a:pt x="791600" y="0"/>
                  </a:lnTo>
                  <a:lnTo>
                    <a:pt x="787321" y="0"/>
                  </a:lnTo>
                  <a:lnTo>
                    <a:pt x="783042" y="0"/>
                  </a:lnTo>
                  <a:lnTo>
                    <a:pt x="778763" y="0"/>
                  </a:lnTo>
                  <a:lnTo>
                    <a:pt x="774484" y="0"/>
                  </a:lnTo>
                  <a:lnTo>
                    <a:pt x="770205" y="0"/>
                  </a:lnTo>
                  <a:lnTo>
                    <a:pt x="765926" y="0"/>
                  </a:lnTo>
                  <a:lnTo>
                    <a:pt x="761647" y="0"/>
                  </a:lnTo>
                  <a:lnTo>
                    <a:pt x="757368" y="0"/>
                  </a:lnTo>
                  <a:lnTo>
                    <a:pt x="753089" y="0"/>
                  </a:lnTo>
                  <a:lnTo>
                    <a:pt x="748810" y="0"/>
                  </a:lnTo>
                  <a:lnTo>
                    <a:pt x="744532" y="0"/>
                  </a:lnTo>
                  <a:lnTo>
                    <a:pt x="740253" y="0"/>
                  </a:lnTo>
                  <a:lnTo>
                    <a:pt x="735974" y="0"/>
                  </a:lnTo>
                  <a:lnTo>
                    <a:pt x="731695" y="0"/>
                  </a:lnTo>
                  <a:lnTo>
                    <a:pt x="727416" y="0"/>
                  </a:lnTo>
                  <a:lnTo>
                    <a:pt x="723137" y="0"/>
                  </a:lnTo>
                  <a:lnTo>
                    <a:pt x="718858" y="0"/>
                  </a:lnTo>
                  <a:lnTo>
                    <a:pt x="714579" y="0"/>
                  </a:lnTo>
                  <a:lnTo>
                    <a:pt x="710300" y="0"/>
                  </a:lnTo>
                  <a:lnTo>
                    <a:pt x="706021" y="0"/>
                  </a:lnTo>
                  <a:lnTo>
                    <a:pt x="701742" y="0"/>
                  </a:lnTo>
                  <a:lnTo>
                    <a:pt x="697463" y="0"/>
                  </a:lnTo>
                  <a:lnTo>
                    <a:pt x="693185" y="0"/>
                  </a:lnTo>
                  <a:lnTo>
                    <a:pt x="688906" y="0"/>
                  </a:lnTo>
                  <a:lnTo>
                    <a:pt x="684627" y="0"/>
                  </a:lnTo>
                  <a:lnTo>
                    <a:pt x="680348" y="0"/>
                  </a:lnTo>
                  <a:lnTo>
                    <a:pt x="676069" y="0"/>
                  </a:lnTo>
                  <a:lnTo>
                    <a:pt x="671790" y="0"/>
                  </a:lnTo>
                  <a:lnTo>
                    <a:pt x="667511" y="0"/>
                  </a:lnTo>
                  <a:lnTo>
                    <a:pt x="663232" y="0"/>
                  </a:lnTo>
                  <a:lnTo>
                    <a:pt x="658953" y="0"/>
                  </a:lnTo>
                  <a:lnTo>
                    <a:pt x="654674" y="0"/>
                  </a:lnTo>
                  <a:lnTo>
                    <a:pt x="650395" y="0"/>
                  </a:lnTo>
                  <a:lnTo>
                    <a:pt x="646116" y="0"/>
                  </a:lnTo>
                  <a:lnTo>
                    <a:pt x="641837" y="0"/>
                  </a:lnTo>
                  <a:lnTo>
                    <a:pt x="637559" y="0"/>
                  </a:lnTo>
                  <a:lnTo>
                    <a:pt x="633280" y="0"/>
                  </a:lnTo>
                  <a:lnTo>
                    <a:pt x="629001" y="0"/>
                  </a:lnTo>
                  <a:lnTo>
                    <a:pt x="624722" y="0"/>
                  </a:lnTo>
                  <a:lnTo>
                    <a:pt x="620443" y="0"/>
                  </a:lnTo>
                  <a:lnTo>
                    <a:pt x="616164" y="0"/>
                  </a:lnTo>
                  <a:lnTo>
                    <a:pt x="611885" y="0"/>
                  </a:lnTo>
                  <a:lnTo>
                    <a:pt x="607606" y="0"/>
                  </a:lnTo>
                  <a:lnTo>
                    <a:pt x="603327" y="0"/>
                  </a:lnTo>
                  <a:lnTo>
                    <a:pt x="599048" y="0"/>
                  </a:lnTo>
                  <a:lnTo>
                    <a:pt x="594769" y="0"/>
                  </a:lnTo>
                  <a:lnTo>
                    <a:pt x="590490" y="0"/>
                  </a:lnTo>
                  <a:lnTo>
                    <a:pt x="586212" y="0"/>
                  </a:lnTo>
                  <a:lnTo>
                    <a:pt x="581933" y="0"/>
                  </a:lnTo>
                  <a:lnTo>
                    <a:pt x="577654" y="0"/>
                  </a:lnTo>
                  <a:lnTo>
                    <a:pt x="573375" y="0"/>
                  </a:lnTo>
                  <a:lnTo>
                    <a:pt x="569096" y="0"/>
                  </a:lnTo>
                  <a:lnTo>
                    <a:pt x="564817" y="0"/>
                  </a:lnTo>
                  <a:lnTo>
                    <a:pt x="560538" y="0"/>
                  </a:lnTo>
                  <a:lnTo>
                    <a:pt x="556259" y="0"/>
                  </a:lnTo>
                  <a:lnTo>
                    <a:pt x="551980" y="0"/>
                  </a:lnTo>
                  <a:lnTo>
                    <a:pt x="547701" y="0"/>
                  </a:lnTo>
                  <a:lnTo>
                    <a:pt x="543422" y="0"/>
                  </a:lnTo>
                  <a:lnTo>
                    <a:pt x="539143" y="0"/>
                  </a:lnTo>
                  <a:lnTo>
                    <a:pt x="534864" y="0"/>
                  </a:lnTo>
                  <a:lnTo>
                    <a:pt x="530586" y="0"/>
                  </a:lnTo>
                  <a:lnTo>
                    <a:pt x="526307" y="0"/>
                  </a:lnTo>
                  <a:lnTo>
                    <a:pt x="522028" y="0"/>
                  </a:lnTo>
                  <a:lnTo>
                    <a:pt x="517749" y="0"/>
                  </a:lnTo>
                  <a:lnTo>
                    <a:pt x="513470" y="0"/>
                  </a:lnTo>
                  <a:lnTo>
                    <a:pt x="509191" y="0"/>
                  </a:lnTo>
                  <a:lnTo>
                    <a:pt x="504912" y="0"/>
                  </a:lnTo>
                  <a:lnTo>
                    <a:pt x="500633" y="0"/>
                  </a:lnTo>
                  <a:lnTo>
                    <a:pt x="496354" y="0"/>
                  </a:lnTo>
                  <a:lnTo>
                    <a:pt x="492075" y="0"/>
                  </a:lnTo>
                  <a:lnTo>
                    <a:pt x="487796" y="0"/>
                  </a:lnTo>
                  <a:lnTo>
                    <a:pt x="483517" y="0"/>
                  </a:lnTo>
                  <a:lnTo>
                    <a:pt x="479239" y="0"/>
                  </a:lnTo>
                  <a:lnTo>
                    <a:pt x="474960" y="0"/>
                  </a:lnTo>
                  <a:lnTo>
                    <a:pt x="470681" y="0"/>
                  </a:lnTo>
                  <a:lnTo>
                    <a:pt x="466402" y="0"/>
                  </a:lnTo>
                  <a:lnTo>
                    <a:pt x="462123" y="0"/>
                  </a:lnTo>
                  <a:lnTo>
                    <a:pt x="457844" y="0"/>
                  </a:lnTo>
                  <a:lnTo>
                    <a:pt x="453565" y="0"/>
                  </a:lnTo>
                  <a:lnTo>
                    <a:pt x="449286" y="0"/>
                  </a:lnTo>
                  <a:lnTo>
                    <a:pt x="445007" y="0"/>
                  </a:lnTo>
                  <a:lnTo>
                    <a:pt x="440728" y="0"/>
                  </a:lnTo>
                  <a:lnTo>
                    <a:pt x="436449" y="0"/>
                  </a:lnTo>
                  <a:lnTo>
                    <a:pt x="432170" y="0"/>
                  </a:lnTo>
                  <a:lnTo>
                    <a:pt x="427891" y="0"/>
                  </a:lnTo>
                  <a:lnTo>
                    <a:pt x="423613" y="0"/>
                  </a:lnTo>
                  <a:lnTo>
                    <a:pt x="419334" y="0"/>
                  </a:lnTo>
                  <a:lnTo>
                    <a:pt x="415055" y="0"/>
                  </a:lnTo>
                  <a:lnTo>
                    <a:pt x="410776" y="0"/>
                  </a:lnTo>
                  <a:lnTo>
                    <a:pt x="406497" y="0"/>
                  </a:lnTo>
                  <a:lnTo>
                    <a:pt x="402218" y="0"/>
                  </a:lnTo>
                  <a:lnTo>
                    <a:pt x="397939" y="0"/>
                  </a:lnTo>
                  <a:lnTo>
                    <a:pt x="393660" y="0"/>
                  </a:lnTo>
                  <a:lnTo>
                    <a:pt x="389381" y="0"/>
                  </a:lnTo>
                  <a:lnTo>
                    <a:pt x="385102" y="0"/>
                  </a:lnTo>
                  <a:lnTo>
                    <a:pt x="380823" y="0"/>
                  </a:lnTo>
                  <a:lnTo>
                    <a:pt x="376544" y="0"/>
                  </a:lnTo>
                  <a:lnTo>
                    <a:pt x="372266" y="0"/>
                  </a:lnTo>
                  <a:lnTo>
                    <a:pt x="367987" y="0"/>
                  </a:lnTo>
                  <a:lnTo>
                    <a:pt x="363708" y="0"/>
                  </a:lnTo>
                  <a:lnTo>
                    <a:pt x="359429" y="0"/>
                  </a:lnTo>
                  <a:lnTo>
                    <a:pt x="355150" y="0"/>
                  </a:lnTo>
                  <a:lnTo>
                    <a:pt x="350871" y="0"/>
                  </a:lnTo>
                  <a:lnTo>
                    <a:pt x="346592" y="0"/>
                  </a:lnTo>
                  <a:lnTo>
                    <a:pt x="342313" y="0"/>
                  </a:lnTo>
                  <a:lnTo>
                    <a:pt x="338034" y="0"/>
                  </a:lnTo>
                  <a:lnTo>
                    <a:pt x="333755" y="0"/>
                  </a:lnTo>
                  <a:lnTo>
                    <a:pt x="329476" y="0"/>
                  </a:lnTo>
                  <a:lnTo>
                    <a:pt x="325197" y="0"/>
                  </a:lnTo>
                  <a:lnTo>
                    <a:pt x="320918" y="0"/>
                  </a:lnTo>
                  <a:lnTo>
                    <a:pt x="316640" y="0"/>
                  </a:lnTo>
                  <a:lnTo>
                    <a:pt x="312361" y="0"/>
                  </a:lnTo>
                  <a:lnTo>
                    <a:pt x="308082" y="0"/>
                  </a:lnTo>
                  <a:lnTo>
                    <a:pt x="303803" y="0"/>
                  </a:lnTo>
                  <a:lnTo>
                    <a:pt x="299524" y="0"/>
                  </a:lnTo>
                  <a:lnTo>
                    <a:pt x="295245" y="0"/>
                  </a:lnTo>
                  <a:lnTo>
                    <a:pt x="290966" y="0"/>
                  </a:lnTo>
                  <a:lnTo>
                    <a:pt x="286687" y="0"/>
                  </a:lnTo>
                  <a:lnTo>
                    <a:pt x="282408" y="0"/>
                  </a:lnTo>
                  <a:lnTo>
                    <a:pt x="278129" y="0"/>
                  </a:lnTo>
                  <a:lnTo>
                    <a:pt x="273850" y="0"/>
                  </a:lnTo>
                  <a:lnTo>
                    <a:pt x="269571" y="0"/>
                  </a:lnTo>
                  <a:lnTo>
                    <a:pt x="265293" y="0"/>
                  </a:lnTo>
                  <a:lnTo>
                    <a:pt x="261014" y="0"/>
                  </a:lnTo>
                  <a:lnTo>
                    <a:pt x="256735" y="0"/>
                  </a:lnTo>
                  <a:lnTo>
                    <a:pt x="252456" y="0"/>
                  </a:lnTo>
                  <a:lnTo>
                    <a:pt x="248177" y="0"/>
                  </a:lnTo>
                  <a:lnTo>
                    <a:pt x="243898" y="0"/>
                  </a:lnTo>
                  <a:lnTo>
                    <a:pt x="239619" y="0"/>
                  </a:lnTo>
                  <a:lnTo>
                    <a:pt x="235340" y="0"/>
                  </a:lnTo>
                  <a:lnTo>
                    <a:pt x="231061" y="0"/>
                  </a:lnTo>
                  <a:lnTo>
                    <a:pt x="226782" y="0"/>
                  </a:lnTo>
                  <a:lnTo>
                    <a:pt x="222503" y="0"/>
                  </a:lnTo>
                  <a:lnTo>
                    <a:pt x="218224" y="0"/>
                  </a:lnTo>
                  <a:lnTo>
                    <a:pt x="213945" y="0"/>
                  </a:lnTo>
                  <a:lnTo>
                    <a:pt x="209667" y="0"/>
                  </a:lnTo>
                  <a:lnTo>
                    <a:pt x="205388" y="0"/>
                  </a:lnTo>
                  <a:lnTo>
                    <a:pt x="201109" y="0"/>
                  </a:lnTo>
                  <a:lnTo>
                    <a:pt x="196830" y="0"/>
                  </a:lnTo>
                  <a:lnTo>
                    <a:pt x="192551" y="0"/>
                  </a:lnTo>
                  <a:lnTo>
                    <a:pt x="188272" y="0"/>
                  </a:lnTo>
                  <a:lnTo>
                    <a:pt x="183993" y="0"/>
                  </a:lnTo>
                  <a:lnTo>
                    <a:pt x="179714" y="0"/>
                  </a:lnTo>
                  <a:lnTo>
                    <a:pt x="175435" y="0"/>
                  </a:lnTo>
                  <a:lnTo>
                    <a:pt x="171156" y="0"/>
                  </a:lnTo>
                  <a:lnTo>
                    <a:pt x="166877" y="0"/>
                  </a:lnTo>
                  <a:lnTo>
                    <a:pt x="162598" y="0"/>
                  </a:lnTo>
                  <a:lnTo>
                    <a:pt x="158320" y="0"/>
                  </a:lnTo>
                  <a:lnTo>
                    <a:pt x="154041" y="0"/>
                  </a:lnTo>
                  <a:lnTo>
                    <a:pt x="149762" y="0"/>
                  </a:lnTo>
                  <a:lnTo>
                    <a:pt x="145483" y="0"/>
                  </a:lnTo>
                  <a:lnTo>
                    <a:pt x="141204" y="0"/>
                  </a:lnTo>
                  <a:lnTo>
                    <a:pt x="136925" y="0"/>
                  </a:lnTo>
                  <a:lnTo>
                    <a:pt x="132646" y="0"/>
                  </a:lnTo>
                  <a:lnTo>
                    <a:pt x="128367" y="0"/>
                  </a:lnTo>
                  <a:lnTo>
                    <a:pt x="124088" y="0"/>
                  </a:lnTo>
                  <a:lnTo>
                    <a:pt x="119809" y="0"/>
                  </a:lnTo>
                  <a:lnTo>
                    <a:pt x="115530" y="0"/>
                  </a:lnTo>
                  <a:lnTo>
                    <a:pt x="111251" y="0"/>
                  </a:lnTo>
                  <a:lnTo>
                    <a:pt x="106972" y="0"/>
                  </a:lnTo>
                  <a:lnTo>
                    <a:pt x="102694" y="0"/>
                  </a:lnTo>
                  <a:lnTo>
                    <a:pt x="98415" y="0"/>
                  </a:lnTo>
                  <a:lnTo>
                    <a:pt x="94136" y="0"/>
                  </a:lnTo>
                  <a:lnTo>
                    <a:pt x="89857" y="0"/>
                  </a:lnTo>
                  <a:lnTo>
                    <a:pt x="85578" y="0"/>
                  </a:lnTo>
                  <a:lnTo>
                    <a:pt x="81299" y="0"/>
                  </a:lnTo>
                  <a:lnTo>
                    <a:pt x="77020" y="0"/>
                  </a:lnTo>
                  <a:lnTo>
                    <a:pt x="72741" y="0"/>
                  </a:lnTo>
                  <a:lnTo>
                    <a:pt x="68462" y="0"/>
                  </a:lnTo>
                  <a:lnTo>
                    <a:pt x="64183" y="0"/>
                  </a:lnTo>
                  <a:lnTo>
                    <a:pt x="59904" y="0"/>
                  </a:lnTo>
                  <a:lnTo>
                    <a:pt x="55625" y="0"/>
                  </a:lnTo>
                  <a:lnTo>
                    <a:pt x="51347" y="0"/>
                  </a:lnTo>
                  <a:lnTo>
                    <a:pt x="47068" y="0"/>
                  </a:lnTo>
                  <a:lnTo>
                    <a:pt x="42789" y="0"/>
                  </a:lnTo>
                  <a:lnTo>
                    <a:pt x="38510" y="0"/>
                  </a:lnTo>
                  <a:lnTo>
                    <a:pt x="34231" y="0"/>
                  </a:lnTo>
                  <a:lnTo>
                    <a:pt x="29952" y="0"/>
                  </a:lnTo>
                  <a:lnTo>
                    <a:pt x="25673" y="0"/>
                  </a:lnTo>
                  <a:lnTo>
                    <a:pt x="21394" y="0"/>
                  </a:lnTo>
                  <a:lnTo>
                    <a:pt x="17115" y="0"/>
                  </a:lnTo>
                  <a:lnTo>
                    <a:pt x="12836" y="0"/>
                  </a:lnTo>
                  <a:lnTo>
                    <a:pt x="8557" y="0"/>
                  </a:lnTo>
                  <a:lnTo>
                    <a:pt x="4278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934" y="1864005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311199" y="3047834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11199" y="238357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11199" y="1723851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11199" y="1058012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1199" y="39523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410140" y="30901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0140" y="24273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0140" y="17645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0140" y="11018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10140" y="4390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32" name="rc32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44934" y="6351027"/>
              <a:ext cx="6879" cy="28422"/>
            </a:xfrm>
            <a:custGeom>
              <a:avLst/>
              <a:pathLst>
                <a:path w="6879" h="28422">
                  <a:moveTo>
                    <a:pt x="0" y="0"/>
                  </a:moveTo>
                  <a:lnTo>
                    <a:pt x="4278" y="16524"/>
                  </a:lnTo>
                  <a:lnTo>
                    <a:pt x="6879" y="284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61511" y="6376414"/>
              <a:ext cx="1001" cy="3035"/>
            </a:xfrm>
            <a:custGeom>
              <a:avLst/>
              <a:pathLst>
                <a:path w="1001" h="3035">
                  <a:moveTo>
                    <a:pt x="0" y="3035"/>
                  </a:moveTo>
                  <a:lnTo>
                    <a:pt x="539" y="0"/>
                  </a:lnTo>
                  <a:lnTo>
                    <a:pt x="1001" y="30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146" y="6368546"/>
              <a:ext cx="14369" cy="10903"/>
            </a:xfrm>
            <a:custGeom>
              <a:avLst/>
              <a:pathLst>
                <a:path w="14369" h="10903">
                  <a:moveTo>
                    <a:pt x="0" y="10903"/>
                  </a:moveTo>
                  <a:lnTo>
                    <a:pt x="692" y="2555"/>
                  </a:lnTo>
                  <a:lnTo>
                    <a:pt x="4971" y="1459"/>
                  </a:lnTo>
                  <a:lnTo>
                    <a:pt x="9250" y="0"/>
                  </a:lnTo>
                  <a:lnTo>
                    <a:pt x="13529" y="9274"/>
                  </a:lnTo>
                  <a:lnTo>
                    <a:pt x="14369" y="109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22765" y="6246064"/>
              <a:ext cx="108693" cy="133385"/>
            </a:xfrm>
            <a:custGeom>
              <a:avLst/>
              <a:pathLst>
                <a:path w="108693" h="133385">
                  <a:moveTo>
                    <a:pt x="0" y="133385"/>
                  </a:moveTo>
                  <a:lnTo>
                    <a:pt x="3468" y="104838"/>
                  </a:lnTo>
                  <a:lnTo>
                    <a:pt x="7747" y="125279"/>
                  </a:lnTo>
                  <a:lnTo>
                    <a:pt x="12026" y="121742"/>
                  </a:lnTo>
                  <a:lnTo>
                    <a:pt x="16305" y="96419"/>
                  </a:lnTo>
                  <a:lnTo>
                    <a:pt x="20584" y="64950"/>
                  </a:lnTo>
                  <a:lnTo>
                    <a:pt x="24863" y="36729"/>
                  </a:lnTo>
                  <a:lnTo>
                    <a:pt x="29142" y="63731"/>
                  </a:lnTo>
                  <a:lnTo>
                    <a:pt x="33420" y="74499"/>
                  </a:lnTo>
                  <a:lnTo>
                    <a:pt x="37699" y="65221"/>
                  </a:lnTo>
                  <a:lnTo>
                    <a:pt x="41978" y="71745"/>
                  </a:lnTo>
                  <a:lnTo>
                    <a:pt x="46257" y="72159"/>
                  </a:lnTo>
                  <a:lnTo>
                    <a:pt x="50536" y="71132"/>
                  </a:lnTo>
                  <a:lnTo>
                    <a:pt x="54815" y="25512"/>
                  </a:lnTo>
                  <a:lnTo>
                    <a:pt x="59094" y="0"/>
                  </a:lnTo>
                  <a:lnTo>
                    <a:pt x="63373" y="22321"/>
                  </a:lnTo>
                  <a:lnTo>
                    <a:pt x="67652" y="32177"/>
                  </a:lnTo>
                  <a:lnTo>
                    <a:pt x="71931" y="49438"/>
                  </a:lnTo>
                  <a:lnTo>
                    <a:pt x="76210" y="35623"/>
                  </a:lnTo>
                  <a:lnTo>
                    <a:pt x="80489" y="74243"/>
                  </a:lnTo>
                  <a:lnTo>
                    <a:pt x="84768" y="85252"/>
                  </a:lnTo>
                  <a:lnTo>
                    <a:pt x="89046" y="100570"/>
                  </a:lnTo>
                  <a:lnTo>
                    <a:pt x="93325" y="116984"/>
                  </a:lnTo>
                  <a:lnTo>
                    <a:pt x="97604" y="125560"/>
                  </a:lnTo>
                  <a:lnTo>
                    <a:pt x="101883" y="129310"/>
                  </a:lnTo>
                  <a:lnTo>
                    <a:pt x="106162" y="111535"/>
                  </a:lnTo>
                  <a:lnTo>
                    <a:pt x="108693" y="1333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43930" y="6304798"/>
              <a:ext cx="48082" cy="74651"/>
            </a:xfrm>
            <a:custGeom>
              <a:avLst/>
              <a:pathLst>
                <a:path w="48082" h="74651">
                  <a:moveTo>
                    <a:pt x="0" y="74651"/>
                  </a:moveTo>
                  <a:lnTo>
                    <a:pt x="2113" y="58701"/>
                  </a:lnTo>
                  <a:lnTo>
                    <a:pt x="6392" y="51967"/>
                  </a:lnTo>
                  <a:lnTo>
                    <a:pt x="10671" y="44580"/>
                  </a:lnTo>
                  <a:lnTo>
                    <a:pt x="14950" y="32689"/>
                  </a:lnTo>
                  <a:lnTo>
                    <a:pt x="19229" y="5575"/>
                  </a:lnTo>
                  <a:lnTo>
                    <a:pt x="23508" y="0"/>
                  </a:lnTo>
                  <a:lnTo>
                    <a:pt x="27786" y="18350"/>
                  </a:lnTo>
                  <a:lnTo>
                    <a:pt x="32065" y="35118"/>
                  </a:lnTo>
                  <a:lnTo>
                    <a:pt x="36344" y="57216"/>
                  </a:lnTo>
                  <a:lnTo>
                    <a:pt x="40623" y="50582"/>
                  </a:lnTo>
                  <a:lnTo>
                    <a:pt x="44902" y="25241"/>
                  </a:lnTo>
                  <a:lnTo>
                    <a:pt x="48082" y="746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95751" y="6194988"/>
              <a:ext cx="99110" cy="184461"/>
            </a:xfrm>
            <a:custGeom>
              <a:avLst/>
              <a:pathLst>
                <a:path w="99110" h="184461">
                  <a:moveTo>
                    <a:pt x="0" y="184461"/>
                  </a:moveTo>
                  <a:lnTo>
                    <a:pt x="1639" y="173858"/>
                  </a:lnTo>
                  <a:lnTo>
                    <a:pt x="5918" y="150331"/>
                  </a:lnTo>
                  <a:lnTo>
                    <a:pt x="10196" y="150405"/>
                  </a:lnTo>
                  <a:lnTo>
                    <a:pt x="14475" y="128648"/>
                  </a:lnTo>
                  <a:lnTo>
                    <a:pt x="18754" y="142122"/>
                  </a:lnTo>
                  <a:lnTo>
                    <a:pt x="23033" y="147443"/>
                  </a:lnTo>
                  <a:lnTo>
                    <a:pt x="27312" y="124624"/>
                  </a:lnTo>
                  <a:lnTo>
                    <a:pt x="31591" y="134083"/>
                  </a:lnTo>
                  <a:lnTo>
                    <a:pt x="35870" y="100976"/>
                  </a:lnTo>
                  <a:lnTo>
                    <a:pt x="40149" y="63912"/>
                  </a:lnTo>
                  <a:lnTo>
                    <a:pt x="44428" y="0"/>
                  </a:lnTo>
                  <a:lnTo>
                    <a:pt x="48707" y="12247"/>
                  </a:lnTo>
                  <a:lnTo>
                    <a:pt x="52986" y="66872"/>
                  </a:lnTo>
                  <a:lnTo>
                    <a:pt x="57265" y="55745"/>
                  </a:lnTo>
                  <a:lnTo>
                    <a:pt x="61544" y="52310"/>
                  </a:lnTo>
                  <a:lnTo>
                    <a:pt x="65822" y="73730"/>
                  </a:lnTo>
                  <a:lnTo>
                    <a:pt x="70101" y="118652"/>
                  </a:lnTo>
                  <a:lnTo>
                    <a:pt x="74380" y="136001"/>
                  </a:lnTo>
                  <a:lnTo>
                    <a:pt x="78659" y="106532"/>
                  </a:lnTo>
                  <a:lnTo>
                    <a:pt x="82938" y="138627"/>
                  </a:lnTo>
                  <a:lnTo>
                    <a:pt x="87217" y="140338"/>
                  </a:lnTo>
                  <a:lnTo>
                    <a:pt x="91496" y="184398"/>
                  </a:lnTo>
                  <a:lnTo>
                    <a:pt x="95775" y="169542"/>
                  </a:lnTo>
                  <a:lnTo>
                    <a:pt x="99110" y="1844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16969" y="6329965"/>
              <a:ext cx="38692" cy="49484"/>
            </a:xfrm>
            <a:custGeom>
              <a:avLst/>
              <a:pathLst>
                <a:path w="38692" h="49484">
                  <a:moveTo>
                    <a:pt x="0" y="49484"/>
                  </a:moveTo>
                  <a:lnTo>
                    <a:pt x="231" y="47393"/>
                  </a:lnTo>
                  <a:lnTo>
                    <a:pt x="4510" y="26369"/>
                  </a:lnTo>
                  <a:lnTo>
                    <a:pt x="8789" y="2745"/>
                  </a:lnTo>
                  <a:lnTo>
                    <a:pt x="13068" y="0"/>
                  </a:lnTo>
                  <a:lnTo>
                    <a:pt x="17347" y="21553"/>
                  </a:lnTo>
                  <a:lnTo>
                    <a:pt x="21626" y="38162"/>
                  </a:lnTo>
                  <a:lnTo>
                    <a:pt x="25905" y="6002"/>
                  </a:lnTo>
                  <a:lnTo>
                    <a:pt x="30183" y="5067"/>
                  </a:lnTo>
                  <a:lnTo>
                    <a:pt x="34462" y="30704"/>
                  </a:lnTo>
                  <a:lnTo>
                    <a:pt x="38692" y="494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55784" y="6336331"/>
              <a:ext cx="14940" cy="43118"/>
            </a:xfrm>
            <a:custGeom>
              <a:avLst/>
              <a:pathLst>
                <a:path w="14940" h="43118">
                  <a:moveTo>
                    <a:pt x="0" y="43118"/>
                  </a:moveTo>
                  <a:lnTo>
                    <a:pt x="4204" y="30572"/>
                  </a:lnTo>
                  <a:lnTo>
                    <a:pt x="8483" y="0"/>
                  </a:lnTo>
                  <a:lnTo>
                    <a:pt x="12762" y="31442"/>
                  </a:lnTo>
                  <a:lnTo>
                    <a:pt x="14940" y="431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83371" y="6368815"/>
              <a:ext cx="5128" cy="10634"/>
            </a:xfrm>
            <a:custGeom>
              <a:avLst/>
              <a:pathLst>
                <a:path w="5128" h="10634">
                  <a:moveTo>
                    <a:pt x="0" y="10634"/>
                  </a:moveTo>
                  <a:lnTo>
                    <a:pt x="2291" y="0"/>
                  </a:lnTo>
                  <a:lnTo>
                    <a:pt x="5128" y="106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90908" y="6292596"/>
              <a:ext cx="36948" cy="86853"/>
            </a:xfrm>
            <a:custGeom>
              <a:avLst/>
              <a:pathLst>
                <a:path w="36948" h="86853">
                  <a:moveTo>
                    <a:pt x="0" y="86853"/>
                  </a:moveTo>
                  <a:lnTo>
                    <a:pt x="3312" y="68318"/>
                  </a:lnTo>
                  <a:lnTo>
                    <a:pt x="7591" y="41482"/>
                  </a:lnTo>
                  <a:lnTo>
                    <a:pt x="11870" y="31248"/>
                  </a:lnTo>
                  <a:lnTo>
                    <a:pt x="16149" y="79345"/>
                  </a:lnTo>
                  <a:lnTo>
                    <a:pt x="20428" y="72592"/>
                  </a:lnTo>
                  <a:lnTo>
                    <a:pt x="24707" y="23195"/>
                  </a:lnTo>
                  <a:lnTo>
                    <a:pt x="28986" y="5426"/>
                  </a:lnTo>
                  <a:lnTo>
                    <a:pt x="33265" y="0"/>
                  </a:lnTo>
                  <a:lnTo>
                    <a:pt x="36948" y="868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32852" y="6317632"/>
              <a:ext cx="39304" cy="61817"/>
            </a:xfrm>
            <a:custGeom>
              <a:avLst/>
              <a:pathLst>
                <a:path w="39304" h="61817">
                  <a:moveTo>
                    <a:pt x="0" y="61817"/>
                  </a:moveTo>
                  <a:lnTo>
                    <a:pt x="4158" y="28506"/>
                  </a:lnTo>
                  <a:lnTo>
                    <a:pt x="8436" y="34973"/>
                  </a:lnTo>
                  <a:lnTo>
                    <a:pt x="12715" y="34029"/>
                  </a:lnTo>
                  <a:lnTo>
                    <a:pt x="16994" y="47136"/>
                  </a:lnTo>
                  <a:lnTo>
                    <a:pt x="21273" y="26858"/>
                  </a:lnTo>
                  <a:lnTo>
                    <a:pt x="25552" y="0"/>
                  </a:lnTo>
                  <a:lnTo>
                    <a:pt x="29831" y="23668"/>
                  </a:lnTo>
                  <a:lnTo>
                    <a:pt x="34110" y="42429"/>
                  </a:lnTo>
                  <a:lnTo>
                    <a:pt x="38389" y="60711"/>
                  </a:lnTo>
                  <a:lnTo>
                    <a:pt x="39304" y="618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79084" y="6260096"/>
              <a:ext cx="77471" cy="119353"/>
            </a:xfrm>
            <a:custGeom>
              <a:avLst/>
              <a:pathLst>
                <a:path w="77471" h="119353">
                  <a:moveTo>
                    <a:pt x="0" y="119353"/>
                  </a:moveTo>
                  <a:lnTo>
                    <a:pt x="715" y="118536"/>
                  </a:lnTo>
                  <a:lnTo>
                    <a:pt x="4994" y="75750"/>
                  </a:lnTo>
                  <a:lnTo>
                    <a:pt x="9273" y="97860"/>
                  </a:lnTo>
                  <a:lnTo>
                    <a:pt x="13552" y="65307"/>
                  </a:lnTo>
                  <a:lnTo>
                    <a:pt x="17831" y="21198"/>
                  </a:lnTo>
                  <a:lnTo>
                    <a:pt x="22110" y="11964"/>
                  </a:lnTo>
                  <a:lnTo>
                    <a:pt x="26389" y="0"/>
                  </a:lnTo>
                  <a:lnTo>
                    <a:pt x="30667" y="31622"/>
                  </a:lnTo>
                  <a:lnTo>
                    <a:pt x="34946" y="15543"/>
                  </a:lnTo>
                  <a:lnTo>
                    <a:pt x="39225" y="29084"/>
                  </a:lnTo>
                  <a:lnTo>
                    <a:pt x="43504" y="18840"/>
                  </a:lnTo>
                  <a:lnTo>
                    <a:pt x="47783" y="32989"/>
                  </a:lnTo>
                  <a:lnTo>
                    <a:pt x="52062" y="59608"/>
                  </a:lnTo>
                  <a:lnTo>
                    <a:pt x="56341" y="96998"/>
                  </a:lnTo>
                  <a:lnTo>
                    <a:pt x="60620" y="107294"/>
                  </a:lnTo>
                  <a:lnTo>
                    <a:pt x="64899" y="85217"/>
                  </a:lnTo>
                  <a:lnTo>
                    <a:pt x="69178" y="108774"/>
                  </a:lnTo>
                  <a:lnTo>
                    <a:pt x="73457" y="108556"/>
                  </a:lnTo>
                  <a:lnTo>
                    <a:pt x="77471" y="1193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074293" y="6117620"/>
              <a:ext cx="253257" cy="261829"/>
            </a:xfrm>
            <a:custGeom>
              <a:avLst/>
              <a:pathLst>
                <a:path w="253257" h="261829">
                  <a:moveTo>
                    <a:pt x="0" y="261829"/>
                  </a:moveTo>
                  <a:lnTo>
                    <a:pt x="3921" y="239966"/>
                  </a:lnTo>
                  <a:lnTo>
                    <a:pt x="8200" y="236545"/>
                  </a:lnTo>
                  <a:lnTo>
                    <a:pt x="12479" y="192776"/>
                  </a:lnTo>
                  <a:lnTo>
                    <a:pt x="16758" y="205084"/>
                  </a:lnTo>
                  <a:lnTo>
                    <a:pt x="21037" y="249409"/>
                  </a:lnTo>
                  <a:lnTo>
                    <a:pt x="25316" y="190952"/>
                  </a:lnTo>
                  <a:lnTo>
                    <a:pt x="29595" y="207130"/>
                  </a:lnTo>
                  <a:lnTo>
                    <a:pt x="33874" y="184134"/>
                  </a:lnTo>
                  <a:lnTo>
                    <a:pt x="38153" y="188244"/>
                  </a:lnTo>
                  <a:lnTo>
                    <a:pt x="42432" y="158389"/>
                  </a:lnTo>
                  <a:lnTo>
                    <a:pt x="46710" y="171100"/>
                  </a:lnTo>
                  <a:lnTo>
                    <a:pt x="50989" y="193170"/>
                  </a:lnTo>
                  <a:lnTo>
                    <a:pt x="55268" y="186757"/>
                  </a:lnTo>
                  <a:lnTo>
                    <a:pt x="59547" y="202349"/>
                  </a:lnTo>
                  <a:lnTo>
                    <a:pt x="63826" y="164253"/>
                  </a:lnTo>
                  <a:lnTo>
                    <a:pt x="68105" y="190967"/>
                  </a:lnTo>
                  <a:lnTo>
                    <a:pt x="72384" y="202637"/>
                  </a:lnTo>
                  <a:lnTo>
                    <a:pt x="76663" y="216626"/>
                  </a:lnTo>
                  <a:lnTo>
                    <a:pt x="80942" y="239283"/>
                  </a:lnTo>
                  <a:lnTo>
                    <a:pt x="85221" y="208921"/>
                  </a:lnTo>
                  <a:lnTo>
                    <a:pt x="89500" y="229903"/>
                  </a:lnTo>
                  <a:lnTo>
                    <a:pt x="93779" y="238317"/>
                  </a:lnTo>
                  <a:lnTo>
                    <a:pt x="98057" y="252369"/>
                  </a:lnTo>
                  <a:lnTo>
                    <a:pt x="102336" y="222559"/>
                  </a:lnTo>
                  <a:lnTo>
                    <a:pt x="106615" y="191376"/>
                  </a:lnTo>
                  <a:lnTo>
                    <a:pt x="110894" y="182098"/>
                  </a:lnTo>
                  <a:lnTo>
                    <a:pt x="115173" y="164933"/>
                  </a:lnTo>
                  <a:lnTo>
                    <a:pt x="119452" y="176331"/>
                  </a:lnTo>
                  <a:lnTo>
                    <a:pt x="123731" y="171057"/>
                  </a:lnTo>
                  <a:lnTo>
                    <a:pt x="128010" y="148867"/>
                  </a:lnTo>
                  <a:lnTo>
                    <a:pt x="132289" y="134017"/>
                  </a:lnTo>
                  <a:lnTo>
                    <a:pt x="136568" y="82808"/>
                  </a:lnTo>
                  <a:lnTo>
                    <a:pt x="140847" y="51537"/>
                  </a:lnTo>
                  <a:lnTo>
                    <a:pt x="145126" y="37427"/>
                  </a:lnTo>
                  <a:lnTo>
                    <a:pt x="149405" y="0"/>
                  </a:lnTo>
                  <a:lnTo>
                    <a:pt x="153683" y="61281"/>
                  </a:lnTo>
                  <a:lnTo>
                    <a:pt x="157962" y="77325"/>
                  </a:lnTo>
                  <a:lnTo>
                    <a:pt x="162241" y="96940"/>
                  </a:lnTo>
                  <a:lnTo>
                    <a:pt x="166520" y="160191"/>
                  </a:lnTo>
                  <a:lnTo>
                    <a:pt x="170799" y="172518"/>
                  </a:lnTo>
                  <a:lnTo>
                    <a:pt x="175078" y="197082"/>
                  </a:lnTo>
                  <a:lnTo>
                    <a:pt x="179357" y="179472"/>
                  </a:lnTo>
                  <a:lnTo>
                    <a:pt x="183636" y="153546"/>
                  </a:lnTo>
                  <a:lnTo>
                    <a:pt x="187915" y="158983"/>
                  </a:lnTo>
                  <a:lnTo>
                    <a:pt x="192194" y="160971"/>
                  </a:lnTo>
                  <a:lnTo>
                    <a:pt x="196473" y="141872"/>
                  </a:lnTo>
                  <a:lnTo>
                    <a:pt x="200752" y="170609"/>
                  </a:lnTo>
                  <a:lnTo>
                    <a:pt x="205030" y="186753"/>
                  </a:lnTo>
                  <a:lnTo>
                    <a:pt x="209309" y="191185"/>
                  </a:lnTo>
                  <a:lnTo>
                    <a:pt x="213588" y="240493"/>
                  </a:lnTo>
                  <a:lnTo>
                    <a:pt x="217867" y="207102"/>
                  </a:lnTo>
                  <a:lnTo>
                    <a:pt x="222146" y="234096"/>
                  </a:lnTo>
                  <a:lnTo>
                    <a:pt x="226425" y="237657"/>
                  </a:lnTo>
                  <a:lnTo>
                    <a:pt x="230704" y="188024"/>
                  </a:lnTo>
                  <a:lnTo>
                    <a:pt x="234983" y="226443"/>
                  </a:lnTo>
                  <a:lnTo>
                    <a:pt x="239262" y="218883"/>
                  </a:lnTo>
                  <a:lnTo>
                    <a:pt x="243541" y="206539"/>
                  </a:lnTo>
                  <a:lnTo>
                    <a:pt x="247820" y="251552"/>
                  </a:lnTo>
                  <a:lnTo>
                    <a:pt x="252099" y="251641"/>
                  </a:lnTo>
                  <a:lnTo>
                    <a:pt x="253257" y="2618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347597" y="6330996"/>
              <a:ext cx="29615" cy="48453"/>
            </a:xfrm>
            <a:custGeom>
              <a:avLst/>
              <a:pathLst>
                <a:path w="29615" h="48453">
                  <a:moveTo>
                    <a:pt x="0" y="48453"/>
                  </a:moveTo>
                  <a:lnTo>
                    <a:pt x="189" y="46021"/>
                  </a:lnTo>
                  <a:lnTo>
                    <a:pt x="4468" y="33147"/>
                  </a:lnTo>
                  <a:lnTo>
                    <a:pt x="8747" y="0"/>
                  </a:lnTo>
                  <a:lnTo>
                    <a:pt x="13026" y="29229"/>
                  </a:lnTo>
                  <a:lnTo>
                    <a:pt x="17305" y="13912"/>
                  </a:lnTo>
                  <a:lnTo>
                    <a:pt x="21584" y="14829"/>
                  </a:lnTo>
                  <a:lnTo>
                    <a:pt x="25863" y="30388"/>
                  </a:lnTo>
                  <a:lnTo>
                    <a:pt x="29615" y="484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378269" y="6350783"/>
              <a:ext cx="23723" cy="28666"/>
            </a:xfrm>
            <a:custGeom>
              <a:avLst/>
              <a:pathLst>
                <a:path w="23723" h="28666">
                  <a:moveTo>
                    <a:pt x="0" y="28666"/>
                  </a:moveTo>
                  <a:lnTo>
                    <a:pt x="3748" y="10740"/>
                  </a:lnTo>
                  <a:lnTo>
                    <a:pt x="8027" y="20160"/>
                  </a:lnTo>
                  <a:lnTo>
                    <a:pt x="12306" y="0"/>
                  </a:lnTo>
                  <a:lnTo>
                    <a:pt x="16585" y="13729"/>
                  </a:lnTo>
                  <a:lnTo>
                    <a:pt x="20864" y="25149"/>
                  </a:lnTo>
                  <a:lnTo>
                    <a:pt x="23723" y="286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420627" y="3483775"/>
              <a:ext cx="7577867" cy="2895674"/>
            </a:xfrm>
            <a:custGeom>
              <a:avLst/>
              <a:pathLst>
                <a:path w="7577867" h="2895674">
                  <a:moveTo>
                    <a:pt x="0" y="2895674"/>
                  </a:moveTo>
                  <a:lnTo>
                    <a:pt x="4179" y="2885412"/>
                  </a:lnTo>
                  <a:lnTo>
                    <a:pt x="8458" y="2841731"/>
                  </a:lnTo>
                  <a:lnTo>
                    <a:pt x="12737" y="2819264"/>
                  </a:lnTo>
                  <a:lnTo>
                    <a:pt x="17016" y="2783220"/>
                  </a:lnTo>
                  <a:lnTo>
                    <a:pt x="21295" y="2824455"/>
                  </a:lnTo>
                  <a:lnTo>
                    <a:pt x="25574" y="2829183"/>
                  </a:lnTo>
                  <a:lnTo>
                    <a:pt x="29852" y="2832933"/>
                  </a:lnTo>
                  <a:lnTo>
                    <a:pt x="34131" y="2867212"/>
                  </a:lnTo>
                  <a:lnTo>
                    <a:pt x="38410" y="2865491"/>
                  </a:lnTo>
                  <a:lnTo>
                    <a:pt x="42689" y="2869396"/>
                  </a:lnTo>
                  <a:lnTo>
                    <a:pt x="46968" y="2846814"/>
                  </a:lnTo>
                  <a:lnTo>
                    <a:pt x="51247" y="2847934"/>
                  </a:lnTo>
                  <a:lnTo>
                    <a:pt x="55526" y="2850721"/>
                  </a:lnTo>
                  <a:lnTo>
                    <a:pt x="59805" y="2843284"/>
                  </a:lnTo>
                  <a:lnTo>
                    <a:pt x="64084" y="2848767"/>
                  </a:lnTo>
                  <a:lnTo>
                    <a:pt x="68363" y="2830766"/>
                  </a:lnTo>
                  <a:lnTo>
                    <a:pt x="72642" y="2861347"/>
                  </a:lnTo>
                  <a:lnTo>
                    <a:pt x="76921" y="2858398"/>
                  </a:lnTo>
                  <a:lnTo>
                    <a:pt x="81199" y="2837329"/>
                  </a:lnTo>
                  <a:lnTo>
                    <a:pt x="85478" y="2841054"/>
                  </a:lnTo>
                  <a:lnTo>
                    <a:pt x="89757" y="2822487"/>
                  </a:lnTo>
                  <a:lnTo>
                    <a:pt x="94036" y="2871976"/>
                  </a:lnTo>
                  <a:lnTo>
                    <a:pt x="98315" y="2867261"/>
                  </a:lnTo>
                  <a:lnTo>
                    <a:pt x="102594" y="2837611"/>
                  </a:lnTo>
                  <a:lnTo>
                    <a:pt x="106873" y="2841081"/>
                  </a:lnTo>
                  <a:lnTo>
                    <a:pt x="111152" y="2818722"/>
                  </a:lnTo>
                  <a:lnTo>
                    <a:pt x="115431" y="2846502"/>
                  </a:lnTo>
                  <a:lnTo>
                    <a:pt x="119710" y="2840511"/>
                  </a:lnTo>
                  <a:lnTo>
                    <a:pt x="123989" y="2769405"/>
                  </a:lnTo>
                  <a:lnTo>
                    <a:pt x="128268" y="2772405"/>
                  </a:lnTo>
                  <a:lnTo>
                    <a:pt x="132547" y="2816565"/>
                  </a:lnTo>
                  <a:lnTo>
                    <a:pt x="136825" y="2781254"/>
                  </a:lnTo>
                  <a:lnTo>
                    <a:pt x="141104" y="2747201"/>
                  </a:lnTo>
                  <a:lnTo>
                    <a:pt x="145383" y="2760951"/>
                  </a:lnTo>
                  <a:lnTo>
                    <a:pt x="149662" y="2776243"/>
                  </a:lnTo>
                  <a:lnTo>
                    <a:pt x="153941" y="2797680"/>
                  </a:lnTo>
                  <a:lnTo>
                    <a:pt x="158220" y="2788368"/>
                  </a:lnTo>
                  <a:lnTo>
                    <a:pt x="162499" y="2807430"/>
                  </a:lnTo>
                  <a:lnTo>
                    <a:pt x="166778" y="2818339"/>
                  </a:lnTo>
                  <a:lnTo>
                    <a:pt x="171057" y="2776541"/>
                  </a:lnTo>
                  <a:lnTo>
                    <a:pt x="175336" y="2795306"/>
                  </a:lnTo>
                  <a:lnTo>
                    <a:pt x="179615" y="2766319"/>
                  </a:lnTo>
                  <a:lnTo>
                    <a:pt x="183894" y="2754581"/>
                  </a:lnTo>
                  <a:lnTo>
                    <a:pt x="188172" y="2692873"/>
                  </a:lnTo>
                  <a:lnTo>
                    <a:pt x="192451" y="2625563"/>
                  </a:lnTo>
                  <a:lnTo>
                    <a:pt x="196730" y="2666895"/>
                  </a:lnTo>
                  <a:lnTo>
                    <a:pt x="201009" y="2738722"/>
                  </a:lnTo>
                  <a:lnTo>
                    <a:pt x="205288" y="2758984"/>
                  </a:lnTo>
                  <a:lnTo>
                    <a:pt x="209567" y="2734278"/>
                  </a:lnTo>
                  <a:lnTo>
                    <a:pt x="213846" y="2682781"/>
                  </a:lnTo>
                  <a:lnTo>
                    <a:pt x="218125" y="2757148"/>
                  </a:lnTo>
                  <a:lnTo>
                    <a:pt x="222404" y="2736721"/>
                  </a:lnTo>
                  <a:lnTo>
                    <a:pt x="226683" y="2656955"/>
                  </a:lnTo>
                  <a:lnTo>
                    <a:pt x="230962" y="2669168"/>
                  </a:lnTo>
                  <a:lnTo>
                    <a:pt x="235241" y="2755707"/>
                  </a:lnTo>
                  <a:lnTo>
                    <a:pt x="239520" y="2842648"/>
                  </a:lnTo>
                  <a:lnTo>
                    <a:pt x="243798" y="2798199"/>
                  </a:lnTo>
                  <a:lnTo>
                    <a:pt x="248077" y="2800468"/>
                  </a:lnTo>
                  <a:lnTo>
                    <a:pt x="252356" y="2810164"/>
                  </a:lnTo>
                  <a:lnTo>
                    <a:pt x="256635" y="2823213"/>
                  </a:lnTo>
                  <a:lnTo>
                    <a:pt x="260914" y="2867558"/>
                  </a:lnTo>
                  <a:lnTo>
                    <a:pt x="265193" y="2822481"/>
                  </a:lnTo>
                  <a:lnTo>
                    <a:pt x="269472" y="2786800"/>
                  </a:lnTo>
                  <a:lnTo>
                    <a:pt x="273751" y="2827084"/>
                  </a:lnTo>
                  <a:lnTo>
                    <a:pt x="278030" y="2829086"/>
                  </a:lnTo>
                  <a:lnTo>
                    <a:pt x="282309" y="2825938"/>
                  </a:lnTo>
                  <a:lnTo>
                    <a:pt x="286588" y="2835520"/>
                  </a:lnTo>
                  <a:lnTo>
                    <a:pt x="290867" y="2832667"/>
                  </a:lnTo>
                  <a:lnTo>
                    <a:pt x="295145" y="2865665"/>
                  </a:lnTo>
                  <a:lnTo>
                    <a:pt x="299424" y="2847382"/>
                  </a:lnTo>
                  <a:lnTo>
                    <a:pt x="303703" y="2840745"/>
                  </a:lnTo>
                  <a:lnTo>
                    <a:pt x="307982" y="2822624"/>
                  </a:lnTo>
                  <a:lnTo>
                    <a:pt x="312261" y="2806218"/>
                  </a:lnTo>
                  <a:lnTo>
                    <a:pt x="316540" y="2803752"/>
                  </a:lnTo>
                  <a:lnTo>
                    <a:pt x="320819" y="2787210"/>
                  </a:lnTo>
                  <a:lnTo>
                    <a:pt x="325098" y="2790844"/>
                  </a:lnTo>
                  <a:lnTo>
                    <a:pt x="329377" y="2753632"/>
                  </a:lnTo>
                  <a:lnTo>
                    <a:pt x="333656" y="2780878"/>
                  </a:lnTo>
                  <a:lnTo>
                    <a:pt x="337935" y="2772539"/>
                  </a:lnTo>
                  <a:lnTo>
                    <a:pt x="342214" y="2796782"/>
                  </a:lnTo>
                  <a:lnTo>
                    <a:pt x="346493" y="2789330"/>
                  </a:lnTo>
                  <a:lnTo>
                    <a:pt x="350771" y="2779862"/>
                  </a:lnTo>
                  <a:lnTo>
                    <a:pt x="355050" y="2827196"/>
                  </a:lnTo>
                  <a:lnTo>
                    <a:pt x="359329" y="2814605"/>
                  </a:lnTo>
                  <a:lnTo>
                    <a:pt x="363608" y="2823155"/>
                  </a:lnTo>
                  <a:lnTo>
                    <a:pt x="367887" y="2795646"/>
                  </a:lnTo>
                  <a:lnTo>
                    <a:pt x="372166" y="2779155"/>
                  </a:lnTo>
                  <a:lnTo>
                    <a:pt x="376445" y="2769921"/>
                  </a:lnTo>
                  <a:lnTo>
                    <a:pt x="380724" y="2726687"/>
                  </a:lnTo>
                  <a:lnTo>
                    <a:pt x="385003" y="2636420"/>
                  </a:lnTo>
                  <a:lnTo>
                    <a:pt x="389282" y="2664069"/>
                  </a:lnTo>
                  <a:lnTo>
                    <a:pt x="393561" y="2732635"/>
                  </a:lnTo>
                  <a:lnTo>
                    <a:pt x="397840" y="2760168"/>
                  </a:lnTo>
                  <a:lnTo>
                    <a:pt x="402118" y="2754480"/>
                  </a:lnTo>
                  <a:lnTo>
                    <a:pt x="406397" y="2762151"/>
                  </a:lnTo>
                  <a:lnTo>
                    <a:pt x="410676" y="2779865"/>
                  </a:lnTo>
                  <a:lnTo>
                    <a:pt x="414955" y="2811730"/>
                  </a:lnTo>
                  <a:lnTo>
                    <a:pt x="419234" y="2806397"/>
                  </a:lnTo>
                  <a:lnTo>
                    <a:pt x="423513" y="2812969"/>
                  </a:lnTo>
                  <a:lnTo>
                    <a:pt x="427792" y="2824879"/>
                  </a:lnTo>
                  <a:lnTo>
                    <a:pt x="432071" y="2856058"/>
                  </a:lnTo>
                  <a:lnTo>
                    <a:pt x="436350" y="2870649"/>
                  </a:lnTo>
                  <a:lnTo>
                    <a:pt x="440629" y="2878758"/>
                  </a:lnTo>
                  <a:lnTo>
                    <a:pt x="444908" y="2865146"/>
                  </a:lnTo>
                  <a:lnTo>
                    <a:pt x="449187" y="2860127"/>
                  </a:lnTo>
                  <a:lnTo>
                    <a:pt x="453466" y="2836239"/>
                  </a:lnTo>
                  <a:lnTo>
                    <a:pt x="457744" y="2795708"/>
                  </a:lnTo>
                  <a:lnTo>
                    <a:pt x="462023" y="2801642"/>
                  </a:lnTo>
                  <a:lnTo>
                    <a:pt x="466302" y="2799092"/>
                  </a:lnTo>
                  <a:lnTo>
                    <a:pt x="470581" y="2812819"/>
                  </a:lnTo>
                  <a:lnTo>
                    <a:pt x="474860" y="2823122"/>
                  </a:lnTo>
                  <a:lnTo>
                    <a:pt x="479139" y="2780657"/>
                  </a:lnTo>
                  <a:lnTo>
                    <a:pt x="483418" y="2760140"/>
                  </a:lnTo>
                  <a:lnTo>
                    <a:pt x="487697" y="2796348"/>
                  </a:lnTo>
                  <a:lnTo>
                    <a:pt x="491976" y="2749083"/>
                  </a:lnTo>
                  <a:lnTo>
                    <a:pt x="496255" y="2704452"/>
                  </a:lnTo>
                  <a:lnTo>
                    <a:pt x="500534" y="2677152"/>
                  </a:lnTo>
                  <a:lnTo>
                    <a:pt x="504813" y="2693931"/>
                  </a:lnTo>
                  <a:lnTo>
                    <a:pt x="509091" y="2727519"/>
                  </a:lnTo>
                  <a:lnTo>
                    <a:pt x="513370" y="2674152"/>
                  </a:lnTo>
                  <a:lnTo>
                    <a:pt x="517649" y="2565861"/>
                  </a:lnTo>
                  <a:lnTo>
                    <a:pt x="521928" y="2539539"/>
                  </a:lnTo>
                  <a:lnTo>
                    <a:pt x="526207" y="2514268"/>
                  </a:lnTo>
                  <a:lnTo>
                    <a:pt x="530486" y="2549454"/>
                  </a:lnTo>
                  <a:lnTo>
                    <a:pt x="534765" y="2637080"/>
                  </a:lnTo>
                  <a:lnTo>
                    <a:pt x="539044" y="2660810"/>
                  </a:lnTo>
                  <a:lnTo>
                    <a:pt x="543323" y="2642071"/>
                  </a:lnTo>
                  <a:lnTo>
                    <a:pt x="547602" y="2638989"/>
                  </a:lnTo>
                  <a:lnTo>
                    <a:pt x="551881" y="2690415"/>
                  </a:lnTo>
                  <a:lnTo>
                    <a:pt x="556160" y="2765958"/>
                  </a:lnTo>
                  <a:lnTo>
                    <a:pt x="560439" y="2777633"/>
                  </a:lnTo>
                  <a:lnTo>
                    <a:pt x="564717" y="2758428"/>
                  </a:lnTo>
                  <a:lnTo>
                    <a:pt x="568996" y="2735274"/>
                  </a:lnTo>
                  <a:lnTo>
                    <a:pt x="573275" y="2752206"/>
                  </a:lnTo>
                  <a:lnTo>
                    <a:pt x="577554" y="2753471"/>
                  </a:lnTo>
                  <a:lnTo>
                    <a:pt x="581833" y="2740302"/>
                  </a:lnTo>
                  <a:lnTo>
                    <a:pt x="586112" y="2721737"/>
                  </a:lnTo>
                  <a:lnTo>
                    <a:pt x="590391" y="2707539"/>
                  </a:lnTo>
                  <a:lnTo>
                    <a:pt x="594670" y="2719792"/>
                  </a:lnTo>
                  <a:lnTo>
                    <a:pt x="598949" y="2726831"/>
                  </a:lnTo>
                  <a:lnTo>
                    <a:pt x="603228" y="2705857"/>
                  </a:lnTo>
                  <a:lnTo>
                    <a:pt x="607507" y="2704001"/>
                  </a:lnTo>
                  <a:lnTo>
                    <a:pt x="611786" y="2671897"/>
                  </a:lnTo>
                  <a:lnTo>
                    <a:pt x="616064" y="2691402"/>
                  </a:lnTo>
                  <a:lnTo>
                    <a:pt x="620343" y="2698823"/>
                  </a:lnTo>
                  <a:lnTo>
                    <a:pt x="624622" y="2698782"/>
                  </a:lnTo>
                  <a:lnTo>
                    <a:pt x="628901" y="2709783"/>
                  </a:lnTo>
                  <a:lnTo>
                    <a:pt x="633180" y="2681751"/>
                  </a:lnTo>
                  <a:lnTo>
                    <a:pt x="637459" y="2684775"/>
                  </a:lnTo>
                  <a:lnTo>
                    <a:pt x="641738" y="2623299"/>
                  </a:lnTo>
                  <a:lnTo>
                    <a:pt x="646017" y="2610093"/>
                  </a:lnTo>
                  <a:lnTo>
                    <a:pt x="650296" y="2591467"/>
                  </a:lnTo>
                  <a:lnTo>
                    <a:pt x="654575" y="2504830"/>
                  </a:lnTo>
                  <a:lnTo>
                    <a:pt x="658854" y="2473595"/>
                  </a:lnTo>
                  <a:lnTo>
                    <a:pt x="663133" y="2387867"/>
                  </a:lnTo>
                  <a:lnTo>
                    <a:pt x="667412" y="2405836"/>
                  </a:lnTo>
                  <a:lnTo>
                    <a:pt x="671690" y="2442676"/>
                  </a:lnTo>
                  <a:lnTo>
                    <a:pt x="675969" y="2484878"/>
                  </a:lnTo>
                  <a:lnTo>
                    <a:pt x="680248" y="2560104"/>
                  </a:lnTo>
                  <a:lnTo>
                    <a:pt x="684527" y="2602219"/>
                  </a:lnTo>
                  <a:lnTo>
                    <a:pt x="688806" y="2625231"/>
                  </a:lnTo>
                  <a:lnTo>
                    <a:pt x="693085" y="2633998"/>
                  </a:lnTo>
                  <a:lnTo>
                    <a:pt x="697364" y="2666063"/>
                  </a:lnTo>
                  <a:lnTo>
                    <a:pt x="701643" y="2703991"/>
                  </a:lnTo>
                  <a:lnTo>
                    <a:pt x="705922" y="2705121"/>
                  </a:lnTo>
                  <a:lnTo>
                    <a:pt x="710201" y="2690450"/>
                  </a:lnTo>
                  <a:lnTo>
                    <a:pt x="714480" y="2674254"/>
                  </a:lnTo>
                  <a:lnTo>
                    <a:pt x="718759" y="2645101"/>
                  </a:lnTo>
                  <a:lnTo>
                    <a:pt x="723037" y="2631432"/>
                  </a:lnTo>
                  <a:lnTo>
                    <a:pt x="727316" y="2635131"/>
                  </a:lnTo>
                  <a:lnTo>
                    <a:pt x="731595" y="2678130"/>
                  </a:lnTo>
                  <a:lnTo>
                    <a:pt x="735874" y="2650327"/>
                  </a:lnTo>
                  <a:lnTo>
                    <a:pt x="740153" y="2544138"/>
                  </a:lnTo>
                  <a:lnTo>
                    <a:pt x="744432" y="2511564"/>
                  </a:lnTo>
                  <a:lnTo>
                    <a:pt x="748711" y="2477233"/>
                  </a:lnTo>
                  <a:lnTo>
                    <a:pt x="752990" y="2537845"/>
                  </a:lnTo>
                  <a:lnTo>
                    <a:pt x="757269" y="2588803"/>
                  </a:lnTo>
                  <a:lnTo>
                    <a:pt x="761548" y="2557708"/>
                  </a:lnTo>
                  <a:lnTo>
                    <a:pt x="765827" y="2601715"/>
                  </a:lnTo>
                  <a:lnTo>
                    <a:pt x="770106" y="2612339"/>
                  </a:lnTo>
                  <a:lnTo>
                    <a:pt x="774385" y="2603202"/>
                  </a:lnTo>
                  <a:lnTo>
                    <a:pt x="778663" y="2604295"/>
                  </a:lnTo>
                  <a:lnTo>
                    <a:pt x="782942" y="2547459"/>
                  </a:lnTo>
                  <a:lnTo>
                    <a:pt x="787221" y="2478528"/>
                  </a:lnTo>
                  <a:lnTo>
                    <a:pt x="791500" y="2519985"/>
                  </a:lnTo>
                  <a:lnTo>
                    <a:pt x="795779" y="2578269"/>
                  </a:lnTo>
                  <a:lnTo>
                    <a:pt x="800058" y="2633149"/>
                  </a:lnTo>
                  <a:lnTo>
                    <a:pt x="804337" y="2679418"/>
                  </a:lnTo>
                  <a:lnTo>
                    <a:pt x="808616" y="2643307"/>
                  </a:lnTo>
                  <a:lnTo>
                    <a:pt x="812895" y="2656313"/>
                  </a:lnTo>
                  <a:lnTo>
                    <a:pt x="817174" y="2662230"/>
                  </a:lnTo>
                  <a:lnTo>
                    <a:pt x="821453" y="2631550"/>
                  </a:lnTo>
                  <a:lnTo>
                    <a:pt x="825732" y="2659711"/>
                  </a:lnTo>
                  <a:lnTo>
                    <a:pt x="830010" y="2611533"/>
                  </a:lnTo>
                  <a:lnTo>
                    <a:pt x="834289" y="2638368"/>
                  </a:lnTo>
                  <a:lnTo>
                    <a:pt x="838568" y="2694287"/>
                  </a:lnTo>
                  <a:lnTo>
                    <a:pt x="842847" y="2697452"/>
                  </a:lnTo>
                  <a:lnTo>
                    <a:pt x="847126" y="2683945"/>
                  </a:lnTo>
                  <a:lnTo>
                    <a:pt x="851405" y="2689852"/>
                  </a:lnTo>
                  <a:lnTo>
                    <a:pt x="855684" y="2643257"/>
                  </a:lnTo>
                  <a:lnTo>
                    <a:pt x="859963" y="2642018"/>
                  </a:lnTo>
                  <a:lnTo>
                    <a:pt x="864242" y="2669106"/>
                  </a:lnTo>
                  <a:lnTo>
                    <a:pt x="868521" y="2603223"/>
                  </a:lnTo>
                  <a:lnTo>
                    <a:pt x="872800" y="2560489"/>
                  </a:lnTo>
                  <a:lnTo>
                    <a:pt x="877079" y="2568392"/>
                  </a:lnTo>
                  <a:lnTo>
                    <a:pt x="881358" y="2558830"/>
                  </a:lnTo>
                  <a:lnTo>
                    <a:pt x="885636" y="2570312"/>
                  </a:lnTo>
                  <a:lnTo>
                    <a:pt x="889915" y="2417525"/>
                  </a:lnTo>
                  <a:lnTo>
                    <a:pt x="894194" y="2440558"/>
                  </a:lnTo>
                  <a:lnTo>
                    <a:pt x="898473" y="2551944"/>
                  </a:lnTo>
                  <a:lnTo>
                    <a:pt x="902752" y="2585476"/>
                  </a:lnTo>
                  <a:lnTo>
                    <a:pt x="907031" y="2596682"/>
                  </a:lnTo>
                  <a:lnTo>
                    <a:pt x="911310" y="2492333"/>
                  </a:lnTo>
                  <a:lnTo>
                    <a:pt x="915589" y="2629783"/>
                  </a:lnTo>
                  <a:lnTo>
                    <a:pt x="919868" y="2645759"/>
                  </a:lnTo>
                  <a:lnTo>
                    <a:pt x="924147" y="2589455"/>
                  </a:lnTo>
                  <a:lnTo>
                    <a:pt x="928426" y="2550323"/>
                  </a:lnTo>
                  <a:lnTo>
                    <a:pt x="932705" y="2546281"/>
                  </a:lnTo>
                  <a:lnTo>
                    <a:pt x="936983" y="2643239"/>
                  </a:lnTo>
                  <a:lnTo>
                    <a:pt x="941262" y="2563762"/>
                  </a:lnTo>
                  <a:lnTo>
                    <a:pt x="945541" y="2519480"/>
                  </a:lnTo>
                  <a:lnTo>
                    <a:pt x="949820" y="2603692"/>
                  </a:lnTo>
                  <a:lnTo>
                    <a:pt x="954099" y="2663240"/>
                  </a:lnTo>
                  <a:lnTo>
                    <a:pt x="958378" y="2746626"/>
                  </a:lnTo>
                  <a:lnTo>
                    <a:pt x="962657" y="2698329"/>
                  </a:lnTo>
                  <a:lnTo>
                    <a:pt x="966936" y="2733676"/>
                  </a:lnTo>
                  <a:lnTo>
                    <a:pt x="971215" y="2775158"/>
                  </a:lnTo>
                  <a:lnTo>
                    <a:pt x="975494" y="2771919"/>
                  </a:lnTo>
                  <a:lnTo>
                    <a:pt x="979773" y="2792943"/>
                  </a:lnTo>
                  <a:lnTo>
                    <a:pt x="984052" y="2764841"/>
                  </a:lnTo>
                  <a:lnTo>
                    <a:pt x="988331" y="2765801"/>
                  </a:lnTo>
                  <a:lnTo>
                    <a:pt x="992609" y="2791594"/>
                  </a:lnTo>
                  <a:lnTo>
                    <a:pt x="996888" y="2791084"/>
                  </a:lnTo>
                  <a:lnTo>
                    <a:pt x="1001167" y="2781462"/>
                  </a:lnTo>
                  <a:lnTo>
                    <a:pt x="1005446" y="2770148"/>
                  </a:lnTo>
                  <a:lnTo>
                    <a:pt x="1009725" y="2766089"/>
                  </a:lnTo>
                  <a:lnTo>
                    <a:pt x="1014004" y="2708026"/>
                  </a:lnTo>
                  <a:lnTo>
                    <a:pt x="1018283" y="2702339"/>
                  </a:lnTo>
                  <a:lnTo>
                    <a:pt x="1022562" y="2707326"/>
                  </a:lnTo>
                  <a:lnTo>
                    <a:pt x="1026841" y="2736042"/>
                  </a:lnTo>
                  <a:lnTo>
                    <a:pt x="1031120" y="2745778"/>
                  </a:lnTo>
                  <a:lnTo>
                    <a:pt x="1035399" y="2745041"/>
                  </a:lnTo>
                  <a:lnTo>
                    <a:pt x="1039678" y="2731326"/>
                  </a:lnTo>
                  <a:lnTo>
                    <a:pt x="1043956" y="2737860"/>
                  </a:lnTo>
                  <a:lnTo>
                    <a:pt x="1048235" y="2715302"/>
                  </a:lnTo>
                  <a:lnTo>
                    <a:pt x="1052514" y="2720198"/>
                  </a:lnTo>
                  <a:lnTo>
                    <a:pt x="1056793" y="2738424"/>
                  </a:lnTo>
                  <a:lnTo>
                    <a:pt x="1061072" y="2731280"/>
                  </a:lnTo>
                  <a:lnTo>
                    <a:pt x="1065351" y="2751014"/>
                  </a:lnTo>
                  <a:lnTo>
                    <a:pt x="1069630" y="2759874"/>
                  </a:lnTo>
                  <a:lnTo>
                    <a:pt x="1073909" y="2758545"/>
                  </a:lnTo>
                  <a:lnTo>
                    <a:pt x="1078188" y="2757533"/>
                  </a:lnTo>
                  <a:lnTo>
                    <a:pt x="1082467" y="2733463"/>
                  </a:lnTo>
                  <a:lnTo>
                    <a:pt x="1086746" y="2738598"/>
                  </a:lnTo>
                  <a:lnTo>
                    <a:pt x="1091025" y="2717979"/>
                  </a:lnTo>
                  <a:lnTo>
                    <a:pt x="1095304" y="2712099"/>
                  </a:lnTo>
                  <a:lnTo>
                    <a:pt x="1099582" y="2708884"/>
                  </a:lnTo>
                  <a:lnTo>
                    <a:pt x="1103861" y="2730801"/>
                  </a:lnTo>
                  <a:lnTo>
                    <a:pt x="1108140" y="2757907"/>
                  </a:lnTo>
                  <a:lnTo>
                    <a:pt x="1112419" y="2712624"/>
                  </a:lnTo>
                  <a:lnTo>
                    <a:pt x="1116698" y="2726835"/>
                  </a:lnTo>
                  <a:lnTo>
                    <a:pt x="1120977" y="2698315"/>
                  </a:lnTo>
                  <a:lnTo>
                    <a:pt x="1125256" y="2631893"/>
                  </a:lnTo>
                  <a:lnTo>
                    <a:pt x="1129535" y="2676028"/>
                  </a:lnTo>
                  <a:lnTo>
                    <a:pt x="1133814" y="2627651"/>
                  </a:lnTo>
                  <a:lnTo>
                    <a:pt x="1138093" y="2619011"/>
                  </a:lnTo>
                  <a:lnTo>
                    <a:pt x="1142372" y="2625769"/>
                  </a:lnTo>
                  <a:lnTo>
                    <a:pt x="1146651" y="2637251"/>
                  </a:lnTo>
                  <a:lnTo>
                    <a:pt x="1150929" y="2633469"/>
                  </a:lnTo>
                  <a:lnTo>
                    <a:pt x="1155208" y="2607082"/>
                  </a:lnTo>
                  <a:lnTo>
                    <a:pt x="1159487" y="2608729"/>
                  </a:lnTo>
                  <a:lnTo>
                    <a:pt x="1163766" y="2638973"/>
                  </a:lnTo>
                  <a:lnTo>
                    <a:pt x="1168045" y="2637967"/>
                  </a:lnTo>
                  <a:lnTo>
                    <a:pt x="1172324" y="2663183"/>
                  </a:lnTo>
                  <a:lnTo>
                    <a:pt x="1176603" y="2675341"/>
                  </a:lnTo>
                  <a:lnTo>
                    <a:pt x="1180882" y="2662490"/>
                  </a:lnTo>
                  <a:lnTo>
                    <a:pt x="1185161" y="2635627"/>
                  </a:lnTo>
                  <a:lnTo>
                    <a:pt x="1189440" y="2627130"/>
                  </a:lnTo>
                  <a:lnTo>
                    <a:pt x="1193719" y="2622358"/>
                  </a:lnTo>
                  <a:lnTo>
                    <a:pt x="1197998" y="2622130"/>
                  </a:lnTo>
                  <a:lnTo>
                    <a:pt x="1202277" y="2641495"/>
                  </a:lnTo>
                  <a:lnTo>
                    <a:pt x="1206555" y="2641282"/>
                  </a:lnTo>
                  <a:lnTo>
                    <a:pt x="1210834" y="2650134"/>
                  </a:lnTo>
                  <a:lnTo>
                    <a:pt x="1215113" y="2640314"/>
                  </a:lnTo>
                  <a:lnTo>
                    <a:pt x="1219392" y="2596185"/>
                  </a:lnTo>
                  <a:lnTo>
                    <a:pt x="1223671" y="2543509"/>
                  </a:lnTo>
                  <a:lnTo>
                    <a:pt x="1227950" y="2529487"/>
                  </a:lnTo>
                  <a:lnTo>
                    <a:pt x="1232229" y="2488380"/>
                  </a:lnTo>
                  <a:lnTo>
                    <a:pt x="1236508" y="2493607"/>
                  </a:lnTo>
                  <a:lnTo>
                    <a:pt x="1240787" y="2549466"/>
                  </a:lnTo>
                  <a:lnTo>
                    <a:pt x="1245066" y="2529315"/>
                  </a:lnTo>
                  <a:lnTo>
                    <a:pt x="1249345" y="2578010"/>
                  </a:lnTo>
                  <a:lnTo>
                    <a:pt x="1253624" y="2633267"/>
                  </a:lnTo>
                  <a:lnTo>
                    <a:pt x="1257902" y="2588730"/>
                  </a:lnTo>
                  <a:lnTo>
                    <a:pt x="1262181" y="2610587"/>
                  </a:lnTo>
                  <a:lnTo>
                    <a:pt x="1266460" y="2560530"/>
                  </a:lnTo>
                  <a:lnTo>
                    <a:pt x="1270739" y="2592600"/>
                  </a:lnTo>
                  <a:lnTo>
                    <a:pt x="1275018" y="2537464"/>
                  </a:lnTo>
                  <a:lnTo>
                    <a:pt x="1279297" y="2423692"/>
                  </a:lnTo>
                  <a:lnTo>
                    <a:pt x="1283576" y="2455235"/>
                  </a:lnTo>
                  <a:lnTo>
                    <a:pt x="1287855" y="2494535"/>
                  </a:lnTo>
                  <a:lnTo>
                    <a:pt x="1292134" y="2475148"/>
                  </a:lnTo>
                  <a:lnTo>
                    <a:pt x="1296413" y="2502777"/>
                  </a:lnTo>
                  <a:lnTo>
                    <a:pt x="1300692" y="2474167"/>
                  </a:lnTo>
                  <a:lnTo>
                    <a:pt x="1304971" y="2433247"/>
                  </a:lnTo>
                  <a:lnTo>
                    <a:pt x="1309250" y="2433921"/>
                  </a:lnTo>
                  <a:lnTo>
                    <a:pt x="1313528" y="2428638"/>
                  </a:lnTo>
                  <a:lnTo>
                    <a:pt x="1317807" y="2442700"/>
                  </a:lnTo>
                  <a:lnTo>
                    <a:pt x="1322086" y="2462792"/>
                  </a:lnTo>
                  <a:lnTo>
                    <a:pt x="1326365" y="2496026"/>
                  </a:lnTo>
                  <a:lnTo>
                    <a:pt x="1330644" y="2487649"/>
                  </a:lnTo>
                  <a:lnTo>
                    <a:pt x="1334923" y="2491957"/>
                  </a:lnTo>
                  <a:lnTo>
                    <a:pt x="1339202" y="2509603"/>
                  </a:lnTo>
                  <a:lnTo>
                    <a:pt x="1343481" y="2510113"/>
                  </a:lnTo>
                  <a:lnTo>
                    <a:pt x="1347760" y="2522038"/>
                  </a:lnTo>
                  <a:lnTo>
                    <a:pt x="1352039" y="2506537"/>
                  </a:lnTo>
                  <a:lnTo>
                    <a:pt x="1356318" y="2515456"/>
                  </a:lnTo>
                  <a:lnTo>
                    <a:pt x="1360597" y="2477487"/>
                  </a:lnTo>
                  <a:lnTo>
                    <a:pt x="1364875" y="2459468"/>
                  </a:lnTo>
                  <a:lnTo>
                    <a:pt x="1369154" y="2427880"/>
                  </a:lnTo>
                  <a:lnTo>
                    <a:pt x="1373433" y="2421263"/>
                  </a:lnTo>
                  <a:lnTo>
                    <a:pt x="1377712" y="2316751"/>
                  </a:lnTo>
                  <a:lnTo>
                    <a:pt x="1381991" y="2342941"/>
                  </a:lnTo>
                  <a:lnTo>
                    <a:pt x="1386270" y="2323619"/>
                  </a:lnTo>
                  <a:lnTo>
                    <a:pt x="1390549" y="2340891"/>
                  </a:lnTo>
                  <a:lnTo>
                    <a:pt x="1394828" y="2303875"/>
                  </a:lnTo>
                  <a:lnTo>
                    <a:pt x="1399107" y="2309814"/>
                  </a:lnTo>
                  <a:lnTo>
                    <a:pt x="1403386" y="2305534"/>
                  </a:lnTo>
                  <a:lnTo>
                    <a:pt x="1407665" y="2094122"/>
                  </a:lnTo>
                  <a:lnTo>
                    <a:pt x="1411944" y="2102659"/>
                  </a:lnTo>
                  <a:lnTo>
                    <a:pt x="1416223" y="1948912"/>
                  </a:lnTo>
                  <a:lnTo>
                    <a:pt x="1420501" y="1929038"/>
                  </a:lnTo>
                  <a:lnTo>
                    <a:pt x="1424780" y="1968831"/>
                  </a:lnTo>
                  <a:lnTo>
                    <a:pt x="1429059" y="1925389"/>
                  </a:lnTo>
                  <a:lnTo>
                    <a:pt x="1433338" y="1992798"/>
                  </a:lnTo>
                  <a:lnTo>
                    <a:pt x="1437617" y="1928888"/>
                  </a:lnTo>
                  <a:lnTo>
                    <a:pt x="1441896" y="2036651"/>
                  </a:lnTo>
                  <a:lnTo>
                    <a:pt x="1446175" y="2063074"/>
                  </a:lnTo>
                  <a:lnTo>
                    <a:pt x="1450454" y="1992356"/>
                  </a:lnTo>
                  <a:lnTo>
                    <a:pt x="1454733" y="2053795"/>
                  </a:lnTo>
                  <a:lnTo>
                    <a:pt x="1459012" y="2084884"/>
                  </a:lnTo>
                  <a:lnTo>
                    <a:pt x="1463291" y="2085012"/>
                  </a:lnTo>
                  <a:lnTo>
                    <a:pt x="1467570" y="2080521"/>
                  </a:lnTo>
                  <a:lnTo>
                    <a:pt x="1471848" y="2101121"/>
                  </a:lnTo>
                  <a:lnTo>
                    <a:pt x="1476127" y="2118981"/>
                  </a:lnTo>
                  <a:lnTo>
                    <a:pt x="1480406" y="2116581"/>
                  </a:lnTo>
                  <a:lnTo>
                    <a:pt x="1484685" y="2133655"/>
                  </a:lnTo>
                  <a:lnTo>
                    <a:pt x="1488964" y="2129926"/>
                  </a:lnTo>
                  <a:lnTo>
                    <a:pt x="1493243" y="2055291"/>
                  </a:lnTo>
                  <a:lnTo>
                    <a:pt x="1497522" y="1980652"/>
                  </a:lnTo>
                  <a:lnTo>
                    <a:pt x="1501801" y="1810188"/>
                  </a:lnTo>
                  <a:lnTo>
                    <a:pt x="1506080" y="1761182"/>
                  </a:lnTo>
                  <a:lnTo>
                    <a:pt x="1510359" y="1662513"/>
                  </a:lnTo>
                  <a:lnTo>
                    <a:pt x="1514638" y="1614044"/>
                  </a:lnTo>
                  <a:lnTo>
                    <a:pt x="1518917" y="1630933"/>
                  </a:lnTo>
                  <a:lnTo>
                    <a:pt x="1523196" y="1697045"/>
                  </a:lnTo>
                  <a:lnTo>
                    <a:pt x="1527474" y="1836516"/>
                  </a:lnTo>
                  <a:lnTo>
                    <a:pt x="1531753" y="1861479"/>
                  </a:lnTo>
                  <a:lnTo>
                    <a:pt x="1536032" y="1862072"/>
                  </a:lnTo>
                  <a:lnTo>
                    <a:pt x="1540311" y="1859935"/>
                  </a:lnTo>
                  <a:lnTo>
                    <a:pt x="1544590" y="1741274"/>
                  </a:lnTo>
                  <a:lnTo>
                    <a:pt x="1548869" y="1814409"/>
                  </a:lnTo>
                  <a:lnTo>
                    <a:pt x="1553148" y="1731880"/>
                  </a:lnTo>
                  <a:lnTo>
                    <a:pt x="1557427" y="1724376"/>
                  </a:lnTo>
                  <a:lnTo>
                    <a:pt x="1561706" y="1580400"/>
                  </a:lnTo>
                  <a:lnTo>
                    <a:pt x="1565985" y="1607896"/>
                  </a:lnTo>
                  <a:lnTo>
                    <a:pt x="1570264" y="1547494"/>
                  </a:lnTo>
                  <a:lnTo>
                    <a:pt x="1574543" y="1542123"/>
                  </a:lnTo>
                  <a:lnTo>
                    <a:pt x="1578821" y="1586868"/>
                  </a:lnTo>
                  <a:lnTo>
                    <a:pt x="1583100" y="1559802"/>
                  </a:lnTo>
                  <a:lnTo>
                    <a:pt x="1587379" y="1590343"/>
                  </a:lnTo>
                  <a:lnTo>
                    <a:pt x="1591658" y="1588031"/>
                  </a:lnTo>
                  <a:lnTo>
                    <a:pt x="1595937" y="1540116"/>
                  </a:lnTo>
                  <a:lnTo>
                    <a:pt x="1600216" y="1585205"/>
                  </a:lnTo>
                  <a:lnTo>
                    <a:pt x="1604495" y="1501226"/>
                  </a:lnTo>
                  <a:lnTo>
                    <a:pt x="1608774" y="1425984"/>
                  </a:lnTo>
                  <a:lnTo>
                    <a:pt x="1613053" y="1350902"/>
                  </a:lnTo>
                  <a:lnTo>
                    <a:pt x="1617332" y="1329548"/>
                  </a:lnTo>
                  <a:lnTo>
                    <a:pt x="1621611" y="1301975"/>
                  </a:lnTo>
                  <a:lnTo>
                    <a:pt x="1625890" y="1242175"/>
                  </a:lnTo>
                  <a:lnTo>
                    <a:pt x="1630169" y="1172191"/>
                  </a:lnTo>
                  <a:lnTo>
                    <a:pt x="1634447" y="1159398"/>
                  </a:lnTo>
                  <a:lnTo>
                    <a:pt x="1638726" y="1049798"/>
                  </a:lnTo>
                  <a:lnTo>
                    <a:pt x="1643005" y="993305"/>
                  </a:lnTo>
                  <a:lnTo>
                    <a:pt x="1647284" y="932893"/>
                  </a:lnTo>
                  <a:lnTo>
                    <a:pt x="1651563" y="884201"/>
                  </a:lnTo>
                  <a:lnTo>
                    <a:pt x="1655842" y="1020440"/>
                  </a:lnTo>
                  <a:lnTo>
                    <a:pt x="1660121" y="906420"/>
                  </a:lnTo>
                  <a:lnTo>
                    <a:pt x="1664400" y="973975"/>
                  </a:lnTo>
                  <a:lnTo>
                    <a:pt x="1668679" y="973089"/>
                  </a:lnTo>
                  <a:lnTo>
                    <a:pt x="1672958" y="965361"/>
                  </a:lnTo>
                  <a:lnTo>
                    <a:pt x="1677237" y="1033787"/>
                  </a:lnTo>
                  <a:lnTo>
                    <a:pt x="1681516" y="1000506"/>
                  </a:lnTo>
                  <a:lnTo>
                    <a:pt x="1685794" y="1024739"/>
                  </a:lnTo>
                  <a:lnTo>
                    <a:pt x="1690073" y="969417"/>
                  </a:lnTo>
                  <a:lnTo>
                    <a:pt x="1694352" y="911865"/>
                  </a:lnTo>
                  <a:lnTo>
                    <a:pt x="1698631" y="932178"/>
                  </a:lnTo>
                  <a:lnTo>
                    <a:pt x="1702910" y="915293"/>
                  </a:lnTo>
                  <a:lnTo>
                    <a:pt x="1707189" y="869597"/>
                  </a:lnTo>
                  <a:lnTo>
                    <a:pt x="1711468" y="817133"/>
                  </a:lnTo>
                  <a:lnTo>
                    <a:pt x="1715747" y="715807"/>
                  </a:lnTo>
                  <a:lnTo>
                    <a:pt x="1720026" y="753358"/>
                  </a:lnTo>
                  <a:lnTo>
                    <a:pt x="1724305" y="715182"/>
                  </a:lnTo>
                  <a:lnTo>
                    <a:pt x="1728584" y="774319"/>
                  </a:lnTo>
                  <a:lnTo>
                    <a:pt x="1732863" y="774153"/>
                  </a:lnTo>
                  <a:lnTo>
                    <a:pt x="1737142" y="769565"/>
                  </a:lnTo>
                  <a:lnTo>
                    <a:pt x="1741420" y="698586"/>
                  </a:lnTo>
                  <a:lnTo>
                    <a:pt x="1745699" y="696180"/>
                  </a:lnTo>
                  <a:lnTo>
                    <a:pt x="1749978" y="830865"/>
                  </a:lnTo>
                  <a:lnTo>
                    <a:pt x="1754257" y="918888"/>
                  </a:lnTo>
                  <a:lnTo>
                    <a:pt x="1758536" y="930770"/>
                  </a:lnTo>
                  <a:lnTo>
                    <a:pt x="1762815" y="940513"/>
                  </a:lnTo>
                  <a:lnTo>
                    <a:pt x="1767094" y="918405"/>
                  </a:lnTo>
                  <a:lnTo>
                    <a:pt x="1771373" y="940046"/>
                  </a:lnTo>
                  <a:lnTo>
                    <a:pt x="1775652" y="851170"/>
                  </a:lnTo>
                  <a:lnTo>
                    <a:pt x="1779931" y="745012"/>
                  </a:lnTo>
                  <a:lnTo>
                    <a:pt x="1784210" y="693722"/>
                  </a:lnTo>
                  <a:lnTo>
                    <a:pt x="1788489" y="573861"/>
                  </a:lnTo>
                  <a:lnTo>
                    <a:pt x="1792767" y="584921"/>
                  </a:lnTo>
                  <a:lnTo>
                    <a:pt x="1797046" y="529453"/>
                  </a:lnTo>
                  <a:lnTo>
                    <a:pt x="1801325" y="539271"/>
                  </a:lnTo>
                  <a:lnTo>
                    <a:pt x="1805604" y="572895"/>
                  </a:lnTo>
                  <a:lnTo>
                    <a:pt x="1809883" y="556130"/>
                  </a:lnTo>
                  <a:lnTo>
                    <a:pt x="1814162" y="604486"/>
                  </a:lnTo>
                  <a:lnTo>
                    <a:pt x="1818441" y="529379"/>
                  </a:lnTo>
                  <a:lnTo>
                    <a:pt x="1822720" y="516844"/>
                  </a:lnTo>
                  <a:lnTo>
                    <a:pt x="1826999" y="471638"/>
                  </a:lnTo>
                  <a:lnTo>
                    <a:pt x="1831278" y="478584"/>
                  </a:lnTo>
                  <a:lnTo>
                    <a:pt x="1835557" y="543079"/>
                  </a:lnTo>
                  <a:lnTo>
                    <a:pt x="1839836" y="494978"/>
                  </a:lnTo>
                  <a:lnTo>
                    <a:pt x="1844115" y="495027"/>
                  </a:lnTo>
                  <a:lnTo>
                    <a:pt x="1848393" y="518985"/>
                  </a:lnTo>
                  <a:lnTo>
                    <a:pt x="1852672" y="578953"/>
                  </a:lnTo>
                  <a:lnTo>
                    <a:pt x="1856951" y="579569"/>
                  </a:lnTo>
                  <a:lnTo>
                    <a:pt x="1861230" y="692584"/>
                  </a:lnTo>
                  <a:lnTo>
                    <a:pt x="1865509" y="680889"/>
                  </a:lnTo>
                  <a:lnTo>
                    <a:pt x="1869788" y="698837"/>
                  </a:lnTo>
                  <a:lnTo>
                    <a:pt x="1874067" y="716574"/>
                  </a:lnTo>
                  <a:lnTo>
                    <a:pt x="1878346" y="600009"/>
                  </a:lnTo>
                  <a:lnTo>
                    <a:pt x="1882625" y="678262"/>
                  </a:lnTo>
                  <a:lnTo>
                    <a:pt x="1886904" y="703532"/>
                  </a:lnTo>
                  <a:lnTo>
                    <a:pt x="1891183" y="627288"/>
                  </a:lnTo>
                  <a:lnTo>
                    <a:pt x="1895462" y="557393"/>
                  </a:lnTo>
                  <a:lnTo>
                    <a:pt x="1899740" y="653173"/>
                  </a:lnTo>
                  <a:lnTo>
                    <a:pt x="1904019" y="621018"/>
                  </a:lnTo>
                  <a:lnTo>
                    <a:pt x="1908298" y="716269"/>
                  </a:lnTo>
                  <a:lnTo>
                    <a:pt x="1912577" y="626389"/>
                  </a:lnTo>
                  <a:lnTo>
                    <a:pt x="1916856" y="595886"/>
                  </a:lnTo>
                  <a:lnTo>
                    <a:pt x="1921135" y="583808"/>
                  </a:lnTo>
                  <a:lnTo>
                    <a:pt x="1925414" y="532013"/>
                  </a:lnTo>
                  <a:lnTo>
                    <a:pt x="1929693" y="329495"/>
                  </a:lnTo>
                  <a:lnTo>
                    <a:pt x="1933972" y="336228"/>
                  </a:lnTo>
                  <a:lnTo>
                    <a:pt x="1938251" y="344662"/>
                  </a:lnTo>
                  <a:lnTo>
                    <a:pt x="1942530" y="317387"/>
                  </a:lnTo>
                  <a:lnTo>
                    <a:pt x="1946809" y="255660"/>
                  </a:lnTo>
                  <a:lnTo>
                    <a:pt x="1951088" y="279379"/>
                  </a:lnTo>
                  <a:lnTo>
                    <a:pt x="1955366" y="247091"/>
                  </a:lnTo>
                  <a:lnTo>
                    <a:pt x="1959645" y="225110"/>
                  </a:lnTo>
                  <a:lnTo>
                    <a:pt x="1963924" y="286134"/>
                  </a:lnTo>
                  <a:lnTo>
                    <a:pt x="1968203" y="340693"/>
                  </a:lnTo>
                  <a:lnTo>
                    <a:pt x="1972482" y="375952"/>
                  </a:lnTo>
                  <a:lnTo>
                    <a:pt x="1976761" y="382899"/>
                  </a:lnTo>
                  <a:lnTo>
                    <a:pt x="1981040" y="376615"/>
                  </a:lnTo>
                  <a:lnTo>
                    <a:pt x="1985319" y="384266"/>
                  </a:lnTo>
                  <a:lnTo>
                    <a:pt x="1989598" y="375368"/>
                  </a:lnTo>
                  <a:lnTo>
                    <a:pt x="1993877" y="330276"/>
                  </a:lnTo>
                  <a:lnTo>
                    <a:pt x="1998156" y="359582"/>
                  </a:lnTo>
                  <a:lnTo>
                    <a:pt x="2002435" y="399387"/>
                  </a:lnTo>
                  <a:lnTo>
                    <a:pt x="2006713" y="415112"/>
                  </a:lnTo>
                  <a:lnTo>
                    <a:pt x="2010992" y="417126"/>
                  </a:lnTo>
                  <a:lnTo>
                    <a:pt x="2015271" y="486302"/>
                  </a:lnTo>
                  <a:lnTo>
                    <a:pt x="2019550" y="597739"/>
                  </a:lnTo>
                  <a:lnTo>
                    <a:pt x="2023829" y="719646"/>
                  </a:lnTo>
                  <a:lnTo>
                    <a:pt x="2028108" y="760546"/>
                  </a:lnTo>
                  <a:lnTo>
                    <a:pt x="2032387" y="771398"/>
                  </a:lnTo>
                  <a:lnTo>
                    <a:pt x="2036666" y="672334"/>
                  </a:lnTo>
                  <a:lnTo>
                    <a:pt x="2040945" y="600134"/>
                  </a:lnTo>
                  <a:lnTo>
                    <a:pt x="2045224" y="591311"/>
                  </a:lnTo>
                  <a:lnTo>
                    <a:pt x="2049503" y="618365"/>
                  </a:lnTo>
                  <a:lnTo>
                    <a:pt x="2053782" y="572217"/>
                  </a:lnTo>
                  <a:lnTo>
                    <a:pt x="2058061" y="637630"/>
                  </a:lnTo>
                  <a:lnTo>
                    <a:pt x="2062339" y="645184"/>
                  </a:lnTo>
                  <a:lnTo>
                    <a:pt x="2066618" y="712338"/>
                  </a:lnTo>
                  <a:lnTo>
                    <a:pt x="2070897" y="730501"/>
                  </a:lnTo>
                  <a:lnTo>
                    <a:pt x="2075176" y="578239"/>
                  </a:lnTo>
                  <a:lnTo>
                    <a:pt x="2079455" y="376135"/>
                  </a:lnTo>
                  <a:lnTo>
                    <a:pt x="2083734" y="460381"/>
                  </a:lnTo>
                  <a:lnTo>
                    <a:pt x="2088013" y="421307"/>
                  </a:lnTo>
                  <a:lnTo>
                    <a:pt x="2092292" y="468757"/>
                  </a:lnTo>
                  <a:lnTo>
                    <a:pt x="2096571" y="545526"/>
                  </a:lnTo>
                  <a:lnTo>
                    <a:pt x="2100850" y="499668"/>
                  </a:lnTo>
                  <a:lnTo>
                    <a:pt x="2105129" y="499294"/>
                  </a:lnTo>
                  <a:lnTo>
                    <a:pt x="2109408" y="520493"/>
                  </a:lnTo>
                  <a:lnTo>
                    <a:pt x="2113686" y="602586"/>
                  </a:lnTo>
                  <a:lnTo>
                    <a:pt x="2117965" y="568226"/>
                  </a:lnTo>
                  <a:lnTo>
                    <a:pt x="2122244" y="511312"/>
                  </a:lnTo>
                  <a:lnTo>
                    <a:pt x="2126523" y="472906"/>
                  </a:lnTo>
                  <a:lnTo>
                    <a:pt x="2130802" y="426547"/>
                  </a:lnTo>
                  <a:lnTo>
                    <a:pt x="2135081" y="524780"/>
                  </a:lnTo>
                  <a:lnTo>
                    <a:pt x="2139360" y="515910"/>
                  </a:lnTo>
                  <a:lnTo>
                    <a:pt x="2143639" y="523380"/>
                  </a:lnTo>
                  <a:lnTo>
                    <a:pt x="2147918" y="611664"/>
                  </a:lnTo>
                  <a:lnTo>
                    <a:pt x="2152197" y="513992"/>
                  </a:lnTo>
                  <a:lnTo>
                    <a:pt x="2156476" y="644289"/>
                  </a:lnTo>
                  <a:lnTo>
                    <a:pt x="2160755" y="572186"/>
                  </a:lnTo>
                  <a:lnTo>
                    <a:pt x="2165034" y="676526"/>
                  </a:lnTo>
                  <a:lnTo>
                    <a:pt x="2169312" y="672301"/>
                  </a:lnTo>
                  <a:lnTo>
                    <a:pt x="2173591" y="721517"/>
                  </a:lnTo>
                  <a:lnTo>
                    <a:pt x="2177870" y="790690"/>
                  </a:lnTo>
                  <a:lnTo>
                    <a:pt x="2182149" y="823148"/>
                  </a:lnTo>
                  <a:lnTo>
                    <a:pt x="2186428" y="853162"/>
                  </a:lnTo>
                  <a:lnTo>
                    <a:pt x="2190707" y="1026651"/>
                  </a:lnTo>
                  <a:lnTo>
                    <a:pt x="2194986" y="1053925"/>
                  </a:lnTo>
                  <a:lnTo>
                    <a:pt x="2199265" y="1225658"/>
                  </a:lnTo>
                  <a:lnTo>
                    <a:pt x="2203544" y="1334460"/>
                  </a:lnTo>
                  <a:lnTo>
                    <a:pt x="2207823" y="1236115"/>
                  </a:lnTo>
                  <a:lnTo>
                    <a:pt x="2212102" y="1127826"/>
                  </a:lnTo>
                  <a:lnTo>
                    <a:pt x="2216381" y="1100084"/>
                  </a:lnTo>
                  <a:lnTo>
                    <a:pt x="2220659" y="973553"/>
                  </a:lnTo>
                  <a:lnTo>
                    <a:pt x="2224938" y="947170"/>
                  </a:lnTo>
                  <a:lnTo>
                    <a:pt x="2229217" y="1015769"/>
                  </a:lnTo>
                  <a:lnTo>
                    <a:pt x="2233496" y="1032042"/>
                  </a:lnTo>
                  <a:lnTo>
                    <a:pt x="2237775" y="1074088"/>
                  </a:lnTo>
                  <a:lnTo>
                    <a:pt x="2242054" y="1106745"/>
                  </a:lnTo>
                  <a:lnTo>
                    <a:pt x="2246333" y="1095666"/>
                  </a:lnTo>
                  <a:lnTo>
                    <a:pt x="2250612" y="994873"/>
                  </a:lnTo>
                  <a:lnTo>
                    <a:pt x="2254891" y="923793"/>
                  </a:lnTo>
                  <a:lnTo>
                    <a:pt x="2259170" y="857778"/>
                  </a:lnTo>
                  <a:lnTo>
                    <a:pt x="2263449" y="822818"/>
                  </a:lnTo>
                  <a:lnTo>
                    <a:pt x="2267728" y="797353"/>
                  </a:lnTo>
                  <a:lnTo>
                    <a:pt x="2272007" y="813738"/>
                  </a:lnTo>
                  <a:lnTo>
                    <a:pt x="2276285" y="964445"/>
                  </a:lnTo>
                  <a:lnTo>
                    <a:pt x="2280564" y="1108057"/>
                  </a:lnTo>
                  <a:lnTo>
                    <a:pt x="2284843" y="1095355"/>
                  </a:lnTo>
                  <a:lnTo>
                    <a:pt x="2289122" y="906142"/>
                  </a:lnTo>
                  <a:lnTo>
                    <a:pt x="2293401" y="774336"/>
                  </a:lnTo>
                  <a:lnTo>
                    <a:pt x="2297680" y="824188"/>
                  </a:lnTo>
                  <a:lnTo>
                    <a:pt x="2301959" y="826164"/>
                  </a:lnTo>
                  <a:lnTo>
                    <a:pt x="2306238" y="762534"/>
                  </a:lnTo>
                  <a:lnTo>
                    <a:pt x="2310517" y="670597"/>
                  </a:lnTo>
                  <a:lnTo>
                    <a:pt x="2314796" y="779420"/>
                  </a:lnTo>
                  <a:lnTo>
                    <a:pt x="2319075" y="754347"/>
                  </a:lnTo>
                  <a:lnTo>
                    <a:pt x="2323354" y="708301"/>
                  </a:lnTo>
                  <a:lnTo>
                    <a:pt x="2327632" y="644579"/>
                  </a:lnTo>
                  <a:lnTo>
                    <a:pt x="2331911" y="597088"/>
                  </a:lnTo>
                  <a:lnTo>
                    <a:pt x="2336190" y="497409"/>
                  </a:lnTo>
                  <a:lnTo>
                    <a:pt x="2340469" y="434137"/>
                  </a:lnTo>
                  <a:lnTo>
                    <a:pt x="2344748" y="389525"/>
                  </a:lnTo>
                  <a:lnTo>
                    <a:pt x="2349027" y="502409"/>
                  </a:lnTo>
                  <a:lnTo>
                    <a:pt x="2353306" y="396272"/>
                  </a:lnTo>
                  <a:lnTo>
                    <a:pt x="2357585" y="360184"/>
                  </a:lnTo>
                  <a:lnTo>
                    <a:pt x="2361864" y="323833"/>
                  </a:lnTo>
                  <a:lnTo>
                    <a:pt x="2366143" y="275574"/>
                  </a:lnTo>
                  <a:lnTo>
                    <a:pt x="2370422" y="403224"/>
                  </a:lnTo>
                  <a:lnTo>
                    <a:pt x="2374701" y="366903"/>
                  </a:lnTo>
                  <a:lnTo>
                    <a:pt x="2378980" y="418066"/>
                  </a:lnTo>
                  <a:lnTo>
                    <a:pt x="2383258" y="504177"/>
                  </a:lnTo>
                  <a:lnTo>
                    <a:pt x="2387537" y="607316"/>
                  </a:lnTo>
                  <a:lnTo>
                    <a:pt x="2391816" y="572416"/>
                  </a:lnTo>
                  <a:lnTo>
                    <a:pt x="2396095" y="623985"/>
                  </a:lnTo>
                  <a:lnTo>
                    <a:pt x="2400374" y="605232"/>
                  </a:lnTo>
                  <a:lnTo>
                    <a:pt x="2404653" y="543066"/>
                  </a:lnTo>
                  <a:lnTo>
                    <a:pt x="2408932" y="511275"/>
                  </a:lnTo>
                  <a:lnTo>
                    <a:pt x="2413211" y="603697"/>
                  </a:lnTo>
                  <a:lnTo>
                    <a:pt x="2417490" y="585657"/>
                  </a:lnTo>
                  <a:lnTo>
                    <a:pt x="2421769" y="562561"/>
                  </a:lnTo>
                  <a:lnTo>
                    <a:pt x="2426048" y="628704"/>
                  </a:lnTo>
                  <a:lnTo>
                    <a:pt x="2430327" y="695713"/>
                  </a:lnTo>
                  <a:lnTo>
                    <a:pt x="2434605" y="791624"/>
                  </a:lnTo>
                  <a:lnTo>
                    <a:pt x="2438884" y="829883"/>
                  </a:lnTo>
                  <a:lnTo>
                    <a:pt x="2443163" y="849636"/>
                  </a:lnTo>
                  <a:lnTo>
                    <a:pt x="2447442" y="770366"/>
                  </a:lnTo>
                  <a:lnTo>
                    <a:pt x="2451721" y="736255"/>
                  </a:lnTo>
                  <a:lnTo>
                    <a:pt x="2456000" y="731956"/>
                  </a:lnTo>
                  <a:lnTo>
                    <a:pt x="2460279" y="744551"/>
                  </a:lnTo>
                  <a:lnTo>
                    <a:pt x="2464558" y="861939"/>
                  </a:lnTo>
                  <a:lnTo>
                    <a:pt x="2468837" y="1032925"/>
                  </a:lnTo>
                  <a:lnTo>
                    <a:pt x="2473116" y="1135287"/>
                  </a:lnTo>
                  <a:lnTo>
                    <a:pt x="2477395" y="1250636"/>
                  </a:lnTo>
                  <a:lnTo>
                    <a:pt x="2481674" y="1338447"/>
                  </a:lnTo>
                  <a:lnTo>
                    <a:pt x="2485953" y="1305213"/>
                  </a:lnTo>
                  <a:lnTo>
                    <a:pt x="2490231" y="1230165"/>
                  </a:lnTo>
                  <a:lnTo>
                    <a:pt x="2494510" y="1193417"/>
                  </a:lnTo>
                  <a:lnTo>
                    <a:pt x="2498789" y="1329626"/>
                  </a:lnTo>
                  <a:lnTo>
                    <a:pt x="2503068" y="1359913"/>
                  </a:lnTo>
                  <a:lnTo>
                    <a:pt x="2507347" y="1305451"/>
                  </a:lnTo>
                  <a:lnTo>
                    <a:pt x="2511626" y="1101952"/>
                  </a:lnTo>
                  <a:lnTo>
                    <a:pt x="2515905" y="1089243"/>
                  </a:lnTo>
                  <a:lnTo>
                    <a:pt x="2520184" y="1128705"/>
                  </a:lnTo>
                  <a:lnTo>
                    <a:pt x="2524463" y="1115034"/>
                  </a:lnTo>
                  <a:lnTo>
                    <a:pt x="2528742" y="1086507"/>
                  </a:lnTo>
                  <a:lnTo>
                    <a:pt x="2533021" y="1019486"/>
                  </a:lnTo>
                  <a:lnTo>
                    <a:pt x="2537300" y="1129583"/>
                  </a:lnTo>
                  <a:lnTo>
                    <a:pt x="2541578" y="1195945"/>
                  </a:lnTo>
                  <a:lnTo>
                    <a:pt x="2545857" y="1028311"/>
                  </a:lnTo>
                  <a:lnTo>
                    <a:pt x="2550136" y="1088780"/>
                  </a:lnTo>
                  <a:lnTo>
                    <a:pt x="2554415" y="1052451"/>
                  </a:lnTo>
                  <a:lnTo>
                    <a:pt x="2558694" y="993972"/>
                  </a:lnTo>
                  <a:lnTo>
                    <a:pt x="2562973" y="1030328"/>
                  </a:lnTo>
                  <a:lnTo>
                    <a:pt x="2567252" y="831468"/>
                  </a:lnTo>
                  <a:lnTo>
                    <a:pt x="2571531" y="847061"/>
                  </a:lnTo>
                  <a:lnTo>
                    <a:pt x="2575810" y="825763"/>
                  </a:lnTo>
                  <a:lnTo>
                    <a:pt x="2580089" y="750834"/>
                  </a:lnTo>
                  <a:lnTo>
                    <a:pt x="2584368" y="732351"/>
                  </a:lnTo>
                  <a:lnTo>
                    <a:pt x="2588647" y="738930"/>
                  </a:lnTo>
                  <a:lnTo>
                    <a:pt x="2592925" y="749595"/>
                  </a:lnTo>
                  <a:lnTo>
                    <a:pt x="2597204" y="802141"/>
                  </a:lnTo>
                  <a:lnTo>
                    <a:pt x="2601483" y="841204"/>
                  </a:lnTo>
                  <a:lnTo>
                    <a:pt x="2605762" y="997089"/>
                  </a:lnTo>
                  <a:lnTo>
                    <a:pt x="2610041" y="990833"/>
                  </a:lnTo>
                  <a:lnTo>
                    <a:pt x="2614320" y="1006176"/>
                  </a:lnTo>
                  <a:lnTo>
                    <a:pt x="2618599" y="587707"/>
                  </a:lnTo>
                  <a:lnTo>
                    <a:pt x="2622878" y="543197"/>
                  </a:lnTo>
                  <a:lnTo>
                    <a:pt x="2627157" y="450291"/>
                  </a:lnTo>
                  <a:lnTo>
                    <a:pt x="2631436" y="347112"/>
                  </a:lnTo>
                  <a:lnTo>
                    <a:pt x="2635715" y="394185"/>
                  </a:lnTo>
                  <a:lnTo>
                    <a:pt x="2639994" y="371555"/>
                  </a:lnTo>
                  <a:lnTo>
                    <a:pt x="2644273" y="402642"/>
                  </a:lnTo>
                  <a:lnTo>
                    <a:pt x="2648551" y="413374"/>
                  </a:lnTo>
                  <a:lnTo>
                    <a:pt x="2652830" y="432378"/>
                  </a:lnTo>
                  <a:lnTo>
                    <a:pt x="2657109" y="465759"/>
                  </a:lnTo>
                  <a:lnTo>
                    <a:pt x="2661388" y="466455"/>
                  </a:lnTo>
                  <a:lnTo>
                    <a:pt x="2665667" y="460509"/>
                  </a:lnTo>
                  <a:lnTo>
                    <a:pt x="2669946" y="476003"/>
                  </a:lnTo>
                  <a:lnTo>
                    <a:pt x="2674225" y="491365"/>
                  </a:lnTo>
                  <a:lnTo>
                    <a:pt x="2678504" y="562315"/>
                  </a:lnTo>
                  <a:lnTo>
                    <a:pt x="2682783" y="443915"/>
                  </a:lnTo>
                  <a:lnTo>
                    <a:pt x="2687062" y="450299"/>
                  </a:lnTo>
                  <a:lnTo>
                    <a:pt x="2691341" y="412077"/>
                  </a:lnTo>
                  <a:lnTo>
                    <a:pt x="2695620" y="335814"/>
                  </a:lnTo>
                  <a:lnTo>
                    <a:pt x="2699898" y="305358"/>
                  </a:lnTo>
                  <a:lnTo>
                    <a:pt x="2704177" y="292402"/>
                  </a:lnTo>
                  <a:lnTo>
                    <a:pt x="2708456" y="346552"/>
                  </a:lnTo>
                  <a:lnTo>
                    <a:pt x="2712735" y="372618"/>
                  </a:lnTo>
                  <a:lnTo>
                    <a:pt x="2717014" y="449547"/>
                  </a:lnTo>
                  <a:lnTo>
                    <a:pt x="2721293" y="390397"/>
                  </a:lnTo>
                  <a:lnTo>
                    <a:pt x="2725572" y="362920"/>
                  </a:lnTo>
                  <a:lnTo>
                    <a:pt x="2729851" y="397598"/>
                  </a:lnTo>
                  <a:lnTo>
                    <a:pt x="2734130" y="340015"/>
                  </a:lnTo>
                  <a:lnTo>
                    <a:pt x="2738409" y="288020"/>
                  </a:lnTo>
                  <a:lnTo>
                    <a:pt x="2742688" y="245773"/>
                  </a:lnTo>
                  <a:lnTo>
                    <a:pt x="2746967" y="244731"/>
                  </a:lnTo>
                  <a:lnTo>
                    <a:pt x="2751246" y="265692"/>
                  </a:lnTo>
                  <a:lnTo>
                    <a:pt x="2755524" y="305245"/>
                  </a:lnTo>
                  <a:lnTo>
                    <a:pt x="2759803" y="232307"/>
                  </a:lnTo>
                  <a:lnTo>
                    <a:pt x="2764082" y="233260"/>
                  </a:lnTo>
                  <a:lnTo>
                    <a:pt x="2768361" y="213490"/>
                  </a:lnTo>
                  <a:lnTo>
                    <a:pt x="2772640" y="252816"/>
                  </a:lnTo>
                  <a:lnTo>
                    <a:pt x="2776919" y="222950"/>
                  </a:lnTo>
                  <a:lnTo>
                    <a:pt x="2781198" y="239134"/>
                  </a:lnTo>
                  <a:lnTo>
                    <a:pt x="2785477" y="168600"/>
                  </a:lnTo>
                  <a:lnTo>
                    <a:pt x="2789756" y="208193"/>
                  </a:lnTo>
                  <a:lnTo>
                    <a:pt x="2794035" y="305728"/>
                  </a:lnTo>
                  <a:lnTo>
                    <a:pt x="2798314" y="469320"/>
                  </a:lnTo>
                  <a:lnTo>
                    <a:pt x="2802593" y="581345"/>
                  </a:lnTo>
                  <a:lnTo>
                    <a:pt x="2806871" y="463912"/>
                  </a:lnTo>
                  <a:lnTo>
                    <a:pt x="2811150" y="454288"/>
                  </a:lnTo>
                  <a:lnTo>
                    <a:pt x="2815429" y="400389"/>
                  </a:lnTo>
                  <a:lnTo>
                    <a:pt x="2819708" y="341270"/>
                  </a:lnTo>
                  <a:lnTo>
                    <a:pt x="2823987" y="330441"/>
                  </a:lnTo>
                  <a:lnTo>
                    <a:pt x="2828266" y="308714"/>
                  </a:lnTo>
                  <a:lnTo>
                    <a:pt x="2832545" y="267841"/>
                  </a:lnTo>
                  <a:lnTo>
                    <a:pt x="2836824" y="311001"/>
                  </a:lnTo>
                  <a:lnTo>
                    <a:pt x="2841103" y="524193"/>
                  </a:lnTo>
                  <a:lnTo>
                    <a:pt x="2845382" y="423490"/>
                  </a:lnTo>
                  <a:lnTo>
                    <a:pt x="2849661" y="380156"/>
                  </a:lnTo>
                  <a:lnTo>
                    <a:pt x="2853940" y="366011"/>
                  </a:lnTo>
                  <a:lnTo>
                    <a:pt x="2858219" y="359013"/>
                  </a:lnTo>
                  <a:lnTo>
                    <a:pt x="2862497" y="305933"/>
                  </a:lnTo>
                  <a:lnTo>
                    <a:pt x="2866776" y="272584"/>
                  </a:lnTo>
                  <a:lnTo>
                    <a:pt x="2871055" y="296749"/>
                  </a:lnTo>
                  <a:lnTo>
                    <a:pt x="2875334" y="387215"/>
                  </a:lnTo>
                  <a:lnTo>
                    <a:pt x="2879613" y="346433"/>
                  </a:lnTo>
                  <a:lnTo>
                    <a:pt x="2883892" y="361059"/>
                  </a:lnTo>
                  <a:lnTo>
                    <a:pt x="2888171" y="209293"/>
                  </a:lnTo>
                  <a:lnTo>
                    <a:pt x="2892450" y="185453"/>
                  </a:lnTo>
                  <a:lnTo>
                    <a:pt x="2896729" y="185474"/>
                  </a:lnTo>
                  <a:lnTo>
                    <a:pt x="2901008" y="36337"/>
                  </a:lnTo>
                  <a:lnTo>
                    <a:pt x="2905287" y="0"/>
                  </a:lnTo>
                  <a:lnTo>
                    <a:pt x="2909566" y="134703"/>
                  </a:lnTo>
                  <a:lnTo>
                    <a:pt x="2913844" y="98723"/>
                  </a:lnTo>
                  <a:lnTo>
                    <a:pt x="2918123" y="97487"/>
                  </a:lnTo>
                  <a:lnTo>
                    <a:pt x="2922402" y="134263"/>
                  </a:lnTo>
                  <a:lnTo>
                    <a:pt x="2926681" y="170011"/>
                  </a:lnTo>
                  <a:lnTo>
                    <a:pt x="2930960" y="259855"/>
                  </a:lnTo>
                  <a:lnTo>
                    <a:pt x="2935239" y="214581"/>
                  </a:lnTo>
                  <a:lnTo>
                    <a:pt x="2939518" y="254193"/>
                  </a:lnTo>
                  <a:lnTo>
                    <a:pt x="2943797" y="287012"/>
                  </a:lnTo>
                  <a:lnTo>
                    <a:pt x="2948076" y="288252"/>
                  </a:lnTo>
                  <a:lnTo>
                    <a:pt x="2952355" y="316872"/>
                  </a:lnTo>
                  <a:lnTo>
                    <a:pt x="2956634" y="307957"/>
                  </a:lnTo>
                  <a:lnTo>
                    <a:pt x="2960913" y="279711"/>
                  </a:lnTo>
                  <a:lnTo>
                    <a:pt x="2965192" y="187892"/>
                  </a:lnTo>
                  <a:lnTo>
                    <a:pt x="2969470" y="211471"/>
                  </a:lnTo>
                  <a:lnTo>
                    <a:pt x="2973749" y="121405"/>
                  </a:lnTo>
                  <a:lnTo>
                    <a:pt x="2978028" y="164578"/>
                  </a:lnTo>
                  <a:lnTo>
                    <a:pt x="2982307" y="174612"/>
                  </a:lnTo>
                  <a:lnTo>
                    <a:pt x="2986586" y="227392"/>
                  </a:lnTo>
                  <a:lnTo>
                    <a:pt x="2990865" y="234412"/>
                  </a:lnTo>
                  <a:lnTo>
                    <a:pt x="2995144" y="186276"/>
                  </a:lnTo>
                  <a:lnTo>
                    <a:pt x="2999423" y="201257"/>
                  </a:lnTo>
                  <a:lnTo>
                    <a:pt x="3003702" y="185448"/>
                  </a:lnTo>
                  <a:lnTo>
                    <a:pt x="3007981" y="177918"/>
                  </a:lnTo>
                  <a:lnTo>
                    <a:pt x="3012260" y="170393"/>
                  </a:lnTo>
                  <a:lnTo>
                    <a:pt x="3016539" y="243098"/>
                  </a:lnTo>
                  <a:lnTo>
                    <a:pt x="3020817" y="203149"/>
                  </a:lnTo>
                  <a:lnTo>
                    <a:pt x="3025096" y="224400"/>
                  </a:lnTo>
                  <a:lnTo>
                    <a:pt x="3029375" y="295262"/>
                  </a:lnTo>
                  <a:lnTo>
                    <a:pt x="3033654" y="285700"/>
                  </a:lnTo>
                  <a:lnTo>
                    <a:pt x="3037933" y="312199"/>
                  </a:lnTo>
                  <a:lnTo>
                    <a:pt x="3042212" y="248954"/>
                  </a:lnTo>
                  <a:lnTo>
                    <a:pt x="3046491" y="246268"/>
                  </a:lnTo>
                  <a:lnTo>
                    <a:pt x="3050770" y="376718"/>
                  </a:lnTo>
                  <a:lnTo>
                    <a:pt x="3055049" y="234589"/>
                  </a:lnTo>
                  <a:lnTo>
                    <a:pt x="3059328" y="183816"/>
                  </a:lnTo>
                  <a:lnTo>
                    <a:pt x="3063607" y="145747"/>
                  </a:lnTo>
                  <a:lnTo>
                    <a:pt x="3067886" y="166928"/>
                  </a:lnTo>
                  <a:lnTo>
                    <a:pt x="3072165" y="267346"/>
                  </a:lnTo>
                  <a:lnTo>
                    <a:pt x="3076443" y="377284"/>
                  </a:lnTo>
                  <a:lnTo>
                    <a:pt x="3080722" y="504755"/>
                  </a:lnTo>
                  <a:lnTo>
                    <a:pt x="3085001" y="388838"/>
                  </a:lnTo>
                  <a:lnTo>
                    <a:pt x="3089280" y="255771"/>
                  </a:lnTo>
                  <a:lnTo>
                    <a:pt x="3093559" y="205450"/>
                  </a:lnTo>
                  <a:lnTo>
                    <a:pt x="3097838" y="110976"/>
                  </a:lnTo>
                  <a:lnTo>
                    <a:pt x="3102117" y="157240"/>
                  </a:lnTo>
                  <a:lnTo>
                    <a:pt x="3106396" y="137440"/>
                  </a:lnTo>
                  <a:lnTo>
                    <a:pt x="3110675" y="251293"/>
                  </a:lnTo>
                  <a:lnTo>
                    <a:pt x="3114954" y="295857"/>
                  </a:lnTo>
                  <a:lnTo>
                    <a:pt x="3119233" y="302614"/>
                  </a:lnTo>
                  <a:lnTo>
                    <a:pt x="3123512" y="312103"/>
                  </a:lnTo>
                  <a:lnTo>
                    <a:pt x="3127790" y="331346"/>
                  </a:lnTo>
                  <a:lnTo>
                    <a:pt x="3132069" y="350357"/>
                  </a:lnTo>
                  <a:lnTo>
                    <a:pt x="3136348" y="353248"/>
                  </a:lnTo>
                  <a:lnTo>
                    <a:pt x="3140627" y="249278"/>
                  </a:lnTo>
                  <a:lnTo>
                    <a:pt x="3144906" y="223205"/>
                  </a:lnTo>
                  <a:lnTo>
                    <a:pt x="3149185" y="238749"/>
                  </a:lnTo>
                  <a:lnTo>
                    <a:pt x="3153464" y="187787"/>
                  </a:lnTo>
                  <a:lnTo>
                    <a:pt x="3157743" y="186301"/>
                  </a:lnTo>
                  <a:lnTo>
                    <a:pt x="3162022" y="151450"/>
                  </a:lnTo>
                  <a:lnTo>
                    <a:pt x="3166301" y="193358"/>
                  </a:lnTo>
                  <a:lnTo>
                    <a:pt x="3170580" y="449102"/>
                  </a:lnTo>
                  <a:lnTo>
                    <a:pt x="3174859" y="520563"/>
                  </a:lnTo>
                  <a:lnTo>
                    <a:pt x="3179138" y="623037"/>
                  </a:lnTo>
                  <a:lnTo>
                    <a:pt x="3183416" y="597494"/>
                  </a:lnTo>
                  <a:lnTo>
                    <a:pt x="3187695" y="496114"/>
                  </a:lnTo>
                  <a:lnTo>
                    <a:pt x="3191974" y="477088"/>
                  </a:lnTo>
                  <a:lnTo>
                    <a:pt x="3196253" y="465956"/>
                  </a:lnTo>
                  <a:lnTo>
                    <a:pt x="3200532" y="442682"/>
                  </a:lnTo>
                  <a:lnTo>
                    <a:pt x="3204811" y="429933"/>
                  </a:lnTo>
                  <a:lnTo>
                    <a:pt x="3209090" y="486106"/>
                  </a:lnTo>
                  <a:lnTo>
                    <a:pt x="3213369" y="538408"/>
                  </a:lnTo>
                  <a:lnTo>
                    <a:pt x="3217648" y="600564"/>
                  </a:lnTo>
                  <a:lnTo>
                    <a:pt x="3221927" y="539057"/>
                  </a:lnTo>
                  <a:lnTo>
                    <a:pt x="3226206" y="498506"/>
                  </a:lnTo>
                  <a:lnTo>
                    <a:pt x="3230485" y="499552"/>
                  </a:lnTo>
                  <a:lnTo>
                    <a:pt x="3234763" y="646822"/>
                  </a:lnTo>
                  <a:lnTo>
                    <a:pt x="3239042" y="728978"/>
                  </a:lnTo>
                  <a:lnTo>
                    <a:pt x="3243321" y="870276"/>
                  </a:lnTo>
                  <a:lnTo>
                    <a:pt x="3247600" y="817366"/>
                  </a:lnTo>
                  <a:lnTo>
                    <a:pt x="3251879" y="700196"/>
                  </a:lnTo>
                  <a:lnTo>
                    <a:pt x="3256158" y="666905"/>
                  </a:lnTo>
                  <a:lnTo>
                    <a:pt x="3260437" y="640634"/>
                  </a:lnTo>
                  <a:lnTo>
                    <a:pt x="3264716" y="482730"/>
                  </a:lnTo>
                  <a:lnTo>
                    <a:pt x="3268995" y="451078"/>
                  </a:lnTo>
                  <a:lnTo>
                    <a:pt x="3273274" y="500870"/>
                  </a:lnTo>
                  <a:lnTo>
                    <a:pt x="3277553" y="651371"/>
                  </a:lnTo>
                  <a:lnTo>
                    <a:pt x="3281832" y="706608"/>
                  </a:lnTo>
                  <a:lnTo>
                    <a:pt x="3286111" y="902940"/>
                  </a:lnTo>
                  <a:lnTo>
                    <a:pt x="3290389" y="868424"/>
                  </a:lnTo>
                  <a:lnTo>
                    <a:pt x="3294668" y="797561"/>
                  </a:lnTo>
                  <a:lnTo>
                    <a:pt x="3298947" y="804444"/>
                  </a:lnTo>
                  <a:lnTo>
                    <a:pt x="3303226" y="798373"/>
                  </a:lnTo>
                  <a:lnTo>
                    <a:pt x="3307505" y="761534"/>
                  </a:lnTo>
                  <a:lnTo>
                    <a:pt x="3311784" y="715343"/>
                  </a:lnTo>
                  <a:lnTo>
                    <a:pt x="3316063" y="702588"/>
                  </a:lnTo>
                  <a:lnTo>
                    <a:pt x="3320342" y="629579"/>
                  </a:lnTo>
                  <a:lnTo>
                    <a:pt x="3324621" y="666284"/>
                  </a:lnTo>
                  <a:lnTo>
                    <a:pt x="3328900" y="556422"/>
                  </a:lnTo>
                  <a:lnTo>
                    <a:pt x="3333179" y="523381"/>
                  </a:lnTo>
                  <a:lnTo>
                    <a:pt x="3337458" y="464655"/>
                  </a:lnTo>
                  <a:lnTo>
                    <a:pt x="3341736" y="448345"/>
                  </a:lnTo>
                  <a:lnTo>
                    <a:pt x="3346015" y="361082"/>
                  </a:lnTo>
                  <a:lnTo>
                    <a:pt x="3350294" y="395336"/>
                  </a:lnTo>
                  <a:lnTo>
                    <a:pt x="3354573" y="493805"/>
                  </a:lnTo>
                  <a:lnTo>
                    <a:pt x="3358852" y="461388"/>
                  </a:lnTo>
                  <a:lnTo>
                    <a:pt x="3363131" y="516292"/>
                  </a:lnTo>
                  <a:lnTo>
                    <a:pt x="3367410" y="610870"/>
                  </a:lnTo>
                  <a:lnTo>
                    <a:pt x="3371689" y="607800"/>
                  </a:lnTo>
                  <a:lnTo>
                    <a:pt x="3375968" y="588513"/>
                  </a:lnTo>
                  <a:lnTo>
                    <a:pt x="3380247" y="387789"/>
                  </a:lnTo>
                  <a:lnTo>
                    <a:pt x="3384526" y="329258"/>
                  </a:lnTo>
                  <a:lnTo>
                    <a:pt x="3388805" y="276255"/>
                  </a:lnTo>
                  <a:lnTo>
                    <a:pt x="3393084" y="375808"/>
                  </a:lnTo>
                  <a:lnTo>
                    <a:pt x="3397362" y="470535"/>
                  </a:lnTo>
                  <a:lnTo>
                    <a:pt x="3401641" y="537232"/>
                  </a:lnTo>
                  <a:lnTo>
                    <a:pt x="3405920" y="532473"/>
                  </a:lnTo>
                  <a:lnTo>
                    <a:pt x="3410199" y="389503"/>
                  </a:lnTo>
                  <a:lnTo>
                    <a:pt x="3414478" y="347454"/>
                  </a:lnTo>
                  <a:lnTo>
                    <a:pt x="3418757" y="280940"/>
                  </a:lnTo>
                  <a:lnTo>
                    <a:pt x="3423036" y="309619"/>
                  </a:lnTo>
                  <a:lnTo>
                    <a:pt x="3427315" y="245619"/>
                  </a:lnTo>
                  <a:lnTo>
                    <a:pt x="3431594" y="243595"/>
                  </a:lnTo>
                  <a:lnTo>
                    <a:pt x="3435873" y="322132"/>
                  </a:lnTo>
                  <a:lnTo>
                    <a:pt x="3440152" y="299461"/>
                  </a:lnTo>
                  <a:lnTo>
                    <a:pt x="3444431" y="301730"/>
                  </a:lnTo>
                  <a:lnTo>
                    <a:pt x="3448709" y="209641"/>
                  </a:lnTo>
                  <a:lnTo>
                    <a:pt x="3452988" y="177390"/>
                  </a:lnTo>
                  <a:lnTo>
                    <a:pt x="3457267" y="170948"/>
                  </a:lnTo>
                  <a:lnTo>
                    <a:pt x="3461546" y="213747"/>
                  </a:lnTo>
                  <a:lnTo>
                    <a:pt x="3465825" y="190599"/>
                  </a:lnTo>
                  <a:lnTo>
                    <a:pt x="3470104" y="309444"/>
                  </a:lnTo>
                  <a:lnTo>
                    <a:pt x="3474383" y="272494"/>
                  </a:lnTo>
                  <a:lnTo>
                    <a:pt x="3478662" y="261141"/>
                  </a:lnTo>
                  <a:lnTo>
                    <a:pt x="3482941" y="268749"/>
                  </a:lnTo>
                  <a:lnTo>
                    <a:pt x="3487220" y="278153"/>
                  </a:lnTo>
                  <a:lnTo>
                    <a:pt x="3491499" y="211297"/>
                  </a:lnTo>
                  <a:lnTo>
                    <a:pt x="3495778" y="175146"/>
                  </a:lnTo>
                  <a:lnTo>
                    <a:pt x="3500057" y="67849"/>
                  </a:lnTo>
                  <a:lnTo>
                    <a:pt x="3504335" y="120002"/>
                  </a:lnTo>
                  <a:lnTo>
                    <a:pt x="3508614" y="123253"/>
                  </a:lnTo>
                  <a:lnTo>
                    <a:pt x="3512893" y="174699"/>
                  </a:lnTo>
                  <a:lnTo>
                    <a:pt x="3517172" y="129324"/>
                  </a:lnTo>
                  <a:lnTo>
                    <a:pt x="3521451" y="142964"/>
                  </a:lnTo>
                  <a:lnTo>
                    <a:pt x="3525730" y="254210"/>
                  </a:lnTo>
                  <a:lnTo>
                    <a:pt x="3530009" y="261648"/>
                  </a:lnTo>
                  <a:lnTo>
                    <a:pt x="3534288" y="301002"/>
                  </a:lnTo>
                  <a:lnTo>
                    <a:pt x="3538567" y="357943"/>
                  </a:lnTo>
                  <a:lnTo>
                    <a:pt x="3542846" y="319325"/>
                  </a:lnTo>
                  <a:lnTo>
                    <a:pt x="3547125" y="346283"/>
                  </a:lnTo>
                  <a:lnTo>
                    <a:pt x="3551404" y="395231"/>
                  </a:lnTo>
                  <a:lnTo>
                    <a:pt x="3555682" y="380537"/>
                  </a:lnTo>
                  <a:lnTo>
                    <a:pt x="3559961" y="408931"/>
                  </a:lnTo>
                  <a:lnTo>
                    <a:pt x="3564240" y="311129"/>
                  </a:lnTo>
                  <a:lnTo>
                    <a:pt x="3568519" y="229029"/>
                  </a:lnTo>
                  <a:lnTo>
                    <a:pt x="3572798" y="232661"/>
                  </a:lnTo>
                  <a:lnTo>
                    <a:pt x="3577077" y="232892"/>
                  </a:lnTo>
                  <a:lnTo>
                    <a:pt x="3581356" y="306652"/>
                  </a:lnTo>
                  <a:lnTo>
                    <a:pt x="3585635" y="303216"/>
                  </a:lnTo>
                  <a:lnTo>
                    <a:pt x="3589914" y="420879"/>
                  </a:lnTo>
                  <a:lnTo>
                    <a:pt x="3594193" y="377207"/>
                  </a:lnTo>
                  <a:lnTo>
                    <a:pt x="3598472" y="310164"/>
                  </a:lnTo>
                  <a:lnTo>
                    <a:pt x="3602751" y="256048"/>
                  </a:lnTo>
                  <a:lnTo>
                    <a:pt x="3607030" y="179764"/>
                  </a:lnTo>
                  <a:lnTo>
                    <a:pt x="3611308" y="193011"/>
                  </a:lnTo>
                  <a:lnTo>
                    <a:pt x="3615587" y="145475"/>
                  </a:lnTo>
                  <a:lnTo>
                    <a:pt x="3619866" y="217629"/>
                  </a:lnTo>
                  <a:lnTo>
                    <a:pt x="3624145" y="202379"/>
                  </a:lnTo>
                  <a:lnTo>
                    <a:pt x="3628424" y="267837"/>
                  </a:lnTo>
                  <a:lnTo>
                    <a:pt x="3632703" y="264405"/>
                  </a:lnTo>
                  <a:lnTo>
                    <a:pt x="3636982" y="190012"/>
                  </a:lnTo>
                  <a:lnTo>
                    <a:pt x="3641261" y="202651"/>
                  </a:lnTo>
                  <a:lnTo>
                    <a:pt x="3645540" y="126810"/>
                  </a:lnTo>
                  <a:lnTo>
                    <a:pt x="3649819" y="167559"/>
                  </a:lnTo>
                  <a:lnTo>
                    <a:pt x="3654098" y="165951"/>
                  </a:lnTo>
                  <a:lnTo>
                    <a:pt x="3658377" y="243459"/>
                  </a:lnTo>
                  <a:lnTo>
                    <a:pt x="3662655" y="231710"/>
                  </a:lnTo>
                  <a:lnTo>
                    <a:pt x="3666934" y="439752"/>
                  </a:lnTo>
                  <a:lnTo>
                    <a:pt x="3671213" y="357768"/>
                  </a:lnTo>
                  <a:lnTo>
                    <a:pt x="3675492" y="253169"/>
                  </a:lnTo>
                  <a:lnTo>
                    <a:pt x="3679771" y="297785"/>
                  </a:lnTo>
                  <a:lnTo>
                    <a:pt x="3684050" y="190522"/>
                  </a:lnTo>
                  <a:lnTo>
                    <a:pt x="3688329" y="244273"/>
                  </a:lnTo>
                  <a:lnTo>
                    <a:pt x="3692608" y="288783"/>
                  </a:lnTo>
                  <a:lnTo>
                    <a:pt x="3696887" y="319551"/>
                  </a:lnTo>
                  <a:lnTo>
                    <a:pt x="3701166" y="405953"/>
                  </a:lnTo>
                  <a:lnTo>
                    <a:pt x="3705445" y="430483"/>
                  </a:lnTo>
                  <a:lnTo>
                    <a:pt x="3709724" y="453439"/>
                  </a:lnTo>
                  <a:lnTo>
                    <a:pt x="3714003" y="456573"/>
                  </a:lnTo>
                  <a:lnTo>
                    <a:pt x="3718281" y="458503"/>
                  </a:lnTo>
                  <a:lnTo>
                    <a:pt x="3722560" y="459849"/>
                  </a:lnTo>
                  <a:lnTo>
                    <a:pt x="3726839" y="439822"/>
                  </a:lnTo>
                  <a:lnTo>
                    <a:pt x="3731118" y="368438"/>
                  </a:lnTo>
                  <a:lnTo>
                    <a:pt x="3735397" y="410823"/>
                  </a:lnTo>
                  <a:lnTo>
                    <a:pt x="3739676" y="401809"/>
                  </a:lnTo>
                  <a:lnTo>
                    <a:pt x="3743955" y="542064"/>
                  </a:lnTo>
                  <a:lnTo>
                    <a:pt x="3748234" y="562727"/>
                  </a:lnTo>
                  <a:lnTo>
                    <a:pt x="3752513" y="518994"/>
                  </a:lnTo>
                  <a:lnTo>
                    <a:pt x="3756792" y="544413"/>
                  </a:lnTo>
                  <a:lnTo>
                    <a:pt x="3761071" y="610009"/>
                  </a:lnTo>
                  <a:lnTo>
                    <a:pt x="3765350" y="793694"/>
                  </a:lnTo>
                  <a:lnTo>
                    <a:pt x="3769628" y="892744"/>
                  </a:lnTo>
                  <a:lnTo>
                    <a:pt x="3773907" y="903974"/>
                  </a:lnTo>
                  <a:lnTo>
                    <a:pt x="3778186" y="957538"/>
                  </a:lnTo>
                  <a:lnTo>
                    <a:pt x="3782465" y="1053564"/>
                  </a:lnTo>
                  <a:lnTo>
                    <a:pt x="3786744" y="1040993"/>
                  </a:lnTo>
                  <a:lnTo>
                    <a:pt x="3791023" y="1033190"/>
                  </a:lnTo>
                  <a:lnTo>
                    <a:pt x="3795302" y="977592"/>
                  </a:lnTo>
                  <a:lnTo>
                    <a:pt x="3799581" y="873028"/>
                  </a:lnTo>
                  <a:lnTo>
                    <a:pt x="3803860" y="962867"/>
                  </a:lnTo>
                  <a:lnTo>
                    <a:pt x="3808139" y="992735"/>
                  </a:lnTo>
                  <a:lnTo>
                    <a:pt x="3812418" y="1068014"/>
                  </a:lnTo>
                  <a:lnTo>
                    <a:pt x="3816697" y="941149"/>
                  </a:lnTo>
                  <a:lnTo>
                    <a:pt x="3820976" y="858987"/>
                  </a:lnTo>
                  <a:lnTo>
                    <a:pt x="3825254" y="868813"/>
                  </a:lnTo>
                  <a:lnTo>
                    <a:pt x="3829533" y="759922"/>
                  </a:lnTo>
                  <a:lnTo>
                    <a:pt x="3833812" y="720474"/>
                  </a:lnTo>
                  <a:lnTo>
                    <a:pt x="3838091" y="602275"/>
                  </a:lnTo>
                  <a:lnTo>
                    <a:pt x="3842370" y="589082"/>
                  </a:lnTo>
                  <a:lnTo>
                    <a:pt x="3846649" y="721850"/>
                  </a:lnTo>
                  <a:lnTo>
                    <a:pt x="3850928" y="766140"/>
                  </a:lnTo>
                  <a:lnTo>
                    <a:pt x="3855207" y="806008"/>
                  </a:lnTo>
                  <a:lnTo>
                    <a:pt x="3859486" y="808163"/>
                  </a:lnTo>
                  <a:lnTo>
                    <a:pt x="3863765" y="860658"/>
                  </a:lnTo>
                  <a:lnTo>
                    <a:pt x="3868044" y="863776"/>
                  </a:lnTo>
                  <a:lnTo>
                    <a:pt x="3872323" y="819836"/>
                  </a:lnTo>
                  <a:lnTo>
                    <a:pt x="3876601" y="844269"/>
                  </a:lnTo>
                  <a:lnTo>
                    <a:pt x="3880880" y="814555"/>
                  </a:lnTo>
                  <a:lnTo>
                    <a:pt x="3885159" y="724814"/>
                  </a:lnTo>
                  <a:lnTo>
                    <a:pt x="3889438" y="715429"/>
                  </a:lnTo>
                  <a:lnTo>
                    <a:pt x="3893717" y="617679"/>
                  </a:lnTo>
                  <a:lnTo>
                    <a:pt x="3897996" y="643387"/>
                  </a:lnTo>
                  <a:lnTo>
                    <a:pt x="3902275" y="678594"/>
                  </a:lnTo>
                  <a:lnTo>
                    <a:pt x="3906554" y="539337"/>
                  </a:lnTo>
                  <a:lnTo>
                    <a:pt x="3910833" y="680867"/>
                  </a:lnTo>
                  <a:lnTo>
                    <a:pt x="3915112" y="665762"/>
                  </a:lnTo>
                  <a:lnTo>
                    <a:pt x="3919391" y="698388"/>
                  </a:lnTo>
                  <a:lnTo>
                    <a:pt x="3923670" y="747422"/>
                  </a:lnTo>
                  <a:lnTo>
                    <a:pt x="3927949" y="757565"/>
                  </a:lnTo>
                  <a:lnTo>
                    <a:pt x="3932227" y="907993"/>
                  </a:lnTo>
                  <a:lnTo>
                    <a:pt x="3936506" y="923193"/>
                  </a:lnTo>
                  <a:lnTo>
                    <a:pt x="3940785" y="1022894"/>
                  </a:lnTo>
                  <a:lnTo>
                    <a:pt x="3945064" y="1087796"/>
                  </a:lnTo>
                  <a:lnTo>
                    <a:pt x="3949343" y="1069947"/>
                  </a:lnTo>
                  <a:lnTo>
                    <a:pt x="3953622" y="1167733"/>
                  </a:lnTo>
                  <a:lnTo>
                    <a:pt x="3957901" y="1140153"/>
                  </a:lnTo>
                  <a:lnTo>
                    <a:pt x="3962180" y="1094619"/>
                  </a:lnTo>
                  <a:lnTo>
                    <a:pt x="3966459" y="1074580"/>
                  </a:lnTo>
                  <a:lnTo>
                    <a:pt x="3970738" y="1062594"/>
                  </a:lnTo>
                  <a:lnTo>
                    <a:pt x="3975017" y="930749"/>
                  </a:lnTo>
                  <a:lnTo>
                    <a:pt x="3979296" y="951549"/>
                  </a:lnTo>
                  <a:lnTo>
                    <a:pt x="3983574" y="902917"/>
                  </a:lnTo>
                  <a:lnTo>
                    <a:pt x="3987853" y="954233"/>
                  </a:lnTo>
                  <a:lnTo>
                    <a:pt x="3992132" y="1068626"/>
                  </a:lnTo>
                  <a:lnTo>
                    <a:pt x="3996411" y="1063862"/>
                  </a:lnTo>
                  <a:lnTo>
                    <a:pt x="4000690" y="1188174"/>
                  </a:lnTo>
                  <a:lnTo>
                    <a:pt x="4004969" y="1240098"/>
                  </a:lnTo>
                  <a:lnTo>
                    <a:pt x="4009248" y="1409078"/>
                  </a:lnTo>
                  <a:lnTo>
                    <a:pt x="4013527" y="1653674"/>
                  </a:lnTo>
                  <a:lnTo>
                    <a:pt x="4017806" y="1669420"/>
                  </a:lnTo>
                  <a:lnTo>
                    <a:pt x="4022085" y="1638117"/>
                  </a:lnTo>
                  <a:lnTo>
                    <a:pt x="4026364" y="1531150"/>
                  </a:lnTo>
                  <a:lnTo>
                    <a:pt x="4030643" y="1457637"/>
                  </a:lnTo>
                  <a:lnTo>
                    <a:pt x="4034922" y="1299879"/>
                  </a:lnTo>
                  <a:lnTo>
                    <a:pt x="4039200" y="1117007"/>
                  </a:lnTo>
                  <a:lnTo>
                    <a:pt x="4043479" y="1063644"/>
                  </a:lnTo>
                  <a:lnTo>
                    <a:pt x="4047758" y="1159526"/>
                  </a:lnTo>
                  <a:lnTo>
                    <a:pt x="4052037" y="1166204"/>
                  </a:lnTo>
                  <a:lnTo>
                    <a:pt x="4056316" y="1242311"/>
                  </a:lnTo>
                  <a:lnTo>
                    <a:pt x="4060595" y="1354874"/>
                  </a:lnTo>
                  <a:lnTo>
                    <a:pt x="4064874" y="1326250"/>
                  </a:lnTo>
                  <a:lnTo>
                    <a:pt x="4069153" y="1334561"/>
                  </a:lnTo>
                  <a:lnTo>
                    <a:pt x="4073432" y="1225745"/>
                  </a:lnTo>
                  <a:lnTo>
                    <a:pt x="4077711" y="1085021"/>
                  </a:lnTo>
                  <a:lnTo>
                    <a:pt x="4081990" y="948383"/>
                  </a:lnTo>
                  <a:lnTo>
                    <a:pt x="4086269" y="878272"/>
                  </a:lnTo>
                  <a:lnTo>
                    <a:pt x="4090547" y="838964"/>
                  </a:lnTo>
                  <a:lnTo>
                    <a:pt x="4094826" y="982063"/>
                  </a:lnTo>
                  <a:lnTo>
                    <a:pt x="4099105" y="1047585"/>
                  </a:lnTo>
                  <a:lnTo>
                    <a:pt x="4103384" y="1126214"/>
                  </a:lnTo>
                  <a:lnTo>
                    <a:pt x="4107663" y="1181556"/>
                  </a:lnTo>
                  <a:lnTo>
                    <a:pt x="4111942" y="1179100"/>
                  </a:lnTo>
                  <a:lnTo>
                    <a:pt x="4116221" y="1216376"/>
                  </a:lnTo>
                  <a:lnTo>
                    <a:pt x="4120500" y="1150704"/>
                  </a:lnTo>
                  <a:lnTo>
                    <a:pt x="4124779" y="1193721"/>
                  </a:lnTo>
                  <a:lnTo>
                    <a:pt x="4129058" y="894548"/>
                  </a:lnTo>
                  <a:lnTo>
                    <a:pt x="4133337" y="863296"/>
                  </a:lnTo>
                  <a:lnTo>
                    <a:pt x="4137616" y="745180"/>
                  </a:lnTo>
                  <a:lnTo>
                    <a:pt x="4141895" y="739252"/>
                  </a:lnTo>
                  <a:lnTo>
                    <a:pt x="4146173" y="616676"/>
                  </a:lnTo>
                  <a:lnTo>
                    <a:pt x="4150452" y="609740"/>
                  </a:lnTo>
                  <a:lnTo>
                    <a:pt x="4154731" y="639467"/>
                  </a:lnTo>
                  <a:lnTo>
                    <a:pt x="4159010" y="681045"/>
                  </a:lnTo>
                  <a:lnTo>
                    <a:pt x="4163289" y="579065"/>
                  </a:lnTo>
                  <a:lnTo>
                    <a:pt x="4167568" y="583905"/>
                  </a:lnTo>
                  <a:lnTo>
                    <a:pt x="4171847" y="693793"/>
                  </a:lnTo>
                  <a:lnTo>
                    <a:pt x="4176126" y="689062"/>
                  </a:lnTo>
                  <a:lnTo>
                    <a:pt x="4180405" y="647707"/>
                  </a:lnTo>
                  <a:lnTo>
                    <a:pt x="4184684" y="889190"/>
                  </a:lnTo>
                  <a:lnTo>
                    <a:pt x="4188963" y="762403"/>
                  </a:lnTo>
                  <a:lnTo>
                    <a:pt x="4193242" y="775857"/>
                  </a:lnTo>
                  <a:lnTo>
                    <a:pt x="4197520" y="765345"/>
                  </a:lnTo>
                  <a:lnTo>
                    <a:pt x="4201799" y="946611"/>
                  </a:lnTo>
                  <a:lnTo>
                    <a:pt x="4206078" y="983192"/>
                  </a:lnTo>
                  <a:lnTo>
                    <a:pt x="4210357" y="1003708"/>
                  </a:lnTo>
                  <a:lnTo>
                    <a:pt x="4214636" y="1046585"/>
                  </a:lnTo>
                  <a:lnTo>
                    <a:pt x="4218915" y="1016317"/>
                  </a:lnTo>
                  <a:lnTo>
                    <a:pt x="4223194" y="1147667"/>
                  </a:lnTo>
                  <a:lnTo>
                    <a:pt x="4227473" y="1128925"/>
                  </a:lnTo>
                  <a:lnTo>
                    <a:pt x="4231752" y="1217763"/>
                  </a:lnTo>
                  <a:lnTo>
                    <a:pt x="4236031" y="1321946"/>
                  </a:lnTo>
                  <a:lnTo>
                    <a:pt x="4240310" y="1388577"/>
                  </a:lnTo>
                  <a:lnTo>
                    <a:pt x="4244589" y="1509359"/>
                  </a:lnTo>
                  <a:lnTo>
                    <a:pt x="4248868" y="1551374"/>
                  </a:lnTo>
                  <a:lnTo>
                    <a:pt x="4253146" y="1557374"/>
                  </a:lnTo>
                  <a:lnTo>
                    <a:pt x="4257425" y="1611753"/>
                  </a:lnTo>
                  <a:lnTo>
                    <a:pt x="4261704" y="1783440"/>
                  </a:lnTo>
                  <a:lnTo>
                    <a:pt x="4265983" y="1698023"/>
                  </a:lnTo>
                  <a:lnTo>
                    <a:pt x="4270262" y="1622580"/>
                  </a:lnTo>
                  <a:lnTo>
                    <a:pt x="4274541" y="1769530"/>
                  </a:lnTo>
                  <a:lnTo>
                    <a:pt x="4278820" y="1768645"/>
                  </a:lnTo>
                  <a:lnTo>
                    <a:pt x="4283099" y="1844847"/>
                  </a:lnTo>
                  <a:lnTo>
                    <a:pt x="4287378" y="1929313"/>
                  </a:lnTo>
                  <a:lnTo>
                    <a:pt x="4291657" y="1884948"/>
                  </a:lnTo>
                  <a:lnTo>
                    <a:pt x="4295936" y="1844581"/>
                  </a:lnTo>
                  <a:lnTo>
                    <a:pt x="4300215" y="1702595"/>
                  </a:lnTo>
                  <a:lnTo>
                    <a:pt x="4304493" y="1692994"/>
                  </a:lnTo>
                  <a:lnTo>
                    <a:pt x="4308772" y="1677084"/>
                  </a:lnTo>
                  <a:lnTo>
                    <a:pt x="4313051" y="1562301"/>
                  </a:lnTo>
                  <a:lnTo>
                    <a:pt x="4317330" y="1634374"/>
                  </a:lnTo>
                  <a:lnTo>
                    <a:pt x="4321609" y="1707273"/>
                  </a:lnTo>
                  <a:lnTo>
                    <a:pt x="4325888" y="1665006"/>
                  </a:lnTo>
                  <a:lnTo>
                    <a:pt x="4330167" y="1650829"/>
                  </a:lnTo>
                  <a:lnTo>
                    <a:pt x="4334446" y="1582128"/>
                  </a:lnTo>
                  <a:lnTo>
                    <a:pt x="4338725" y="1573311"/>
                  </a:lnTo>
                  <a:lnTo>
                    <a:pt x="4343004" y="1608778"/>
                  </a:lnTo>
                  <a:lnTo>
                    <a:pt x="4347283" y="1626696"/>
                  </a:lnTo>
                  <a:lnTo>
                    <a:pt x="4351562" y="1724635"/>
                  </a:lnTo>
                  <a:lnTo>
                    <a:pt x="4355841" y="1740423"/>
                  </a:lnTo>
                  <a:lnTo>
                    <a:pt x="4360119" y="1824409"/>
                  </a:lnTo>
                  <a:lnTo>
                    <a:pt x="4364398" y="1769472"/>
                  </a:lnTo>
                  <a:lnTo>
                    <a:pt x="4368677" y="1819432"/>
                  </a:lnTo>
                  <a:lnTo>
                    <a:pt x="4372956" y="1782776"/>
                  </a:lnTo>
                  <a:lnTo>
                    <a:pt x="4377235" y="1784007"/>
                  </a:lnTo>
                  <a:lnTo>
                    <a:pt x="4381514" y="1859265"/>
                  </a:lnTo>
                  <a:lnTo>
                    <a:pt x="4385793" y="1823023"/>
                  </a:lnTo>
                  <a:lnTo>
                    <a:pt x="4390072" y="1799784"/>
                  </a:lnTo>
                  <a:lnTo>
                    <a:pt x="4394351" y="1836898"/>
                  </a:lnTo>
                  <a:lnTo>
                    <a:pt x="4398630" y="1847076"/>
                  </a:lnTo>
                  <a:lnTo>
                    <a:pt x="4402909" y="1851066"/>
                  </a:lnTo>
                  <a:lnTo>
                    <a:pt x="4407188" y="1941515"/>
                  </a:lnTo>
                  <a:lnTo>
                    <a:pt x="4411466" y="2023558"/>
                  </a:lnTo>
                  <a:lnTo>
                    <a:pt x="4415745" y="1922696"/>
                  </a:lnTo>
                  <a:lnTo>
                    <a:pt x="4420024" y="2116104"/>
                  </a:lnTo>
                  <a:lnTo>
                    <a:pt x="4424303" y="2018610"/>
                  </a:lnTo>
                  <a:lnTo>
                    <a:pt x="4428582" y="2075422"/>
                  </a:lnTo>
                  <a:lnTo>
                    <a:pt x="4432861" y="1986450"/>
                  </a:lnTo>
                  <a:lnTo>
                    <a:pt x="4437140" y="1956640"/>
                  </a:lnTo>
                  <a:lnTo>
                    <a:pt x="4441419" y="1926402"/>
                  </a:lnTo>
                  <a:lnTo>
                    <a:pt x="4445698" y="1902774"/>
                  </a:lnTo>
                  <a:lnTo>
                    <a:pt x="4449977" y="1901621"/>
                  </a:lnTo>
                  <a:lnTo>
                    <a:pt x="4454256" y="1880023"/>
                  </a:lnTo>
                  <a:lnTo>
                    <a:pt x="4458535" y="1825709"/>
                  </a:lnTo>
                  <a:lnTo>
                    <a:pt x="4462814" y="1858541"/>
                  </a:lnTo>
                  <a:lnTo>
                    <a:pt x="4467092" y="1936840"/>
                  </a:lnTo>
                  <a:lnTo>
                    <a:pt x="4471371" y="1901736"/>
                  </a:lnTo>
                  <a:lnTo>
                    <a:pt x="4475650" y="1824018"/>
                  </a:lnTo>
                  <a:lnTo>
                    <a:pt x="4479929" y="1916882"/>
                  </a:lnTo>
                  <a:lnTo>
                    <a:pt x="4484208" y="1869688"/>
                  </a:lnTo>
                  <a:lnTo>
                    <a:pt x="4488487" y="1785113"/>
                  </a:lnTo>
                  <a:lnTo>
                    <a:pt x="4492766" y="1707183"/>
                  </a:lnTo>
                  <a:lnTo>
                    <a:pt x="4497045" y="1742183"/>
                  </a:lnTo>
                  <a:lnTo>
                    <a:pt x="4501324" y="1699414"/>
                  </a:lnTo>
                  <a:lnTo>
                    <a:pt x="4505603" y="1692821"/>
                  </a:lnTo>
                  <a:lnTo>
                    <a:pt x="4509882" y="1628059"/>
                  </a:lnTo>
                  <a:lnTo>
                    <a:pt x="4514161" y="1591866"/>
                  </a:lnTo>
                  <a:lnTo>
                    <a:pt x="4518439" y="1678670"/>
                  </a:lnTo>
                  <a:lnTo>
                    <a:pt x="4522718" y="1671795"/>
                  </a:lnTo>
                  <a:lnTo>
                    <a:pt x="4526997" y="1682702"/>
                  </a:lnTo>
                  <a:lnTo>
                    <a:pt x="4531276" y="1628770"/>
                  </a:lnTo>
                  <a:lnTo>
                    <a:pt x="4535555" y="1547282"/>
                  </a:lnTo>
                  <a:lnTo>
                    <a:pt x="4539834" y="1634875"/>
                  </a:lnTo>
                  <a:lnTo>
                    <a:pt x="4544113" y="1681450"/>
                  </a:lnTo>
                  <a:lnTo>
                    <a:pt x="4548392" y="1608264"/>
                  </a:lnTo>
                  <a:lnTo>
                    <a:pt x="4552671" y="1706795"/>
                  </a:lnTo>
                  <a:lnTo>
                    <a:pt x="4556950" y="1685515"/>
                  </a:lnTo>
                  <a:lnTo>
                    <a:pt x="4561229" y="1610272"/>
                  </a:lnTo>
                  <a:lnTo>
                    <a:pt x="4565508" y="1657324"/>
                  </a:lnTo>
                  <a:lnTo>
                    <a:pt x="4569787" y="1745475"/>
                  </a:lnTo>
                  <a:lnTo>
                    <a:pt x="4574065" y="1750029"/>
                  </a:lnTo>
                  <a:lnTo>
                    <a:pt x="4578344" y="1811886"/>
                  </a:lnTo>
                  <a:lnTo>
                    <a:pt x="4582623" y="1855215"/>
                  </a:lnTo>
                  <a:lnTo>
                    <a:pt x="4586902" y="1826131"/>
                  </a:lnTo>
                  <a:lnTo>
                    <a:pt x="4591181" y="1896950"/>
                  </a:lnTo>
                  <a:lnTo>
                    <a:pt x="4595460" y="1837285"/>
                  </a:lnTo>
                  <a:lnTo>
                    <a:pt x="4599739" y="1906413"/>
                  </a:lnTo>
                  <a:lnTo>
                    <a:pt x="4604018" y="1893654"/>
                  </a:lnTo>
                  <a:lnTo>
                    <a:pt x="4608297" y="1914028"/>
                  </a:lnTo>
                  <a:lnTo>
                    <a:pt x="4612576" y="1857816"/>
                  </a:lnTo>
                  <a:lnTo>
                    <a:pt x="4616855" y="1866707"/>
                  </a:lnTo>
                  <a:lnTo>
                    <a:pt x="4621134" y="1928324"/>
                  </a:lnTo>
                  <a:lnTo>
                    <a:pt x="4625412" y="1924508"/>
                  </a:lnTo>
                  <a:lnTo>
                    <a:pt x="4629691" y="1942460"/>
                  </a:lnTo>
                  <a:lnTo>
                    <a:pt x="4633970" y="1940074"/>
                  </a:lnTo>
                  <a:lnTo>
                    <a:pt x="4638249" y="1889424"/>
                  </a:lnTo>
                  <a:lnTo>
                    <a:pt x="4642528" y="1834899"/>
                  </a:lnTo>
                  <a:lnTo>
                    <a:pt x="4646807" y="1862478"/>
                  </a:lnTo>
                  <a:lnTo>
                    <a:pt x="4651086" y="1824902"/>
                  </a:lnTo>
                  <a:lnTo>
                    <a:pt x="4655365" y="1868982"/>
                  </a:lnTo>
                  <a:lnTo>
                    <a:pt x="4659644" y="1868182"/>
                  </a:lnTo>
                  <a:lnTo>
                    <a:pt x="4663923" y="1881069"/>
                  </a:lnTo>
                  <a:lnTo>
                    <a:pt x="4668202" y="1945592"/>
                  </a:lnTo>
                  <a:lnTo>
                    <a:pt x="4672481" y="1981714"/>
                  </a:lnTo>
                  <a:lnTo>
                    <a:pt x="4676760" y="2022949"/>
                  </a:lnTo>
                  <a:lnTo>
                    <a:pt x="4681038" y="1955547"/>
                  </a:lnTo>
                  <a:lnTo>
                    <a:pt x="4685317" y="2015832"/>
                  </a:lnTo>
                  <a:lnTo>
                    <a:pt x="4689596" y="2019482"/>
                  </a:lnTo>
                  <a:lnTo>
                    <a:pt x="4693875" y="2044443"/>
                  </a:lnTo>
                  <a:lnTo>
                    <a:pt x="4698154" y="2076855"/>
                  </a:lnTo>
                  <a:lnTo>
                    <a:pt x="4702433" y="2041995"/>
                  </a:lnTo>
                  <a:lnTo>
                    <a:pt x="4706712" y="2036705"/>
                  </a:lnTo>
                  <a:lnTo>
                    <a:pt x="4710991" y="2050915"/>
                  </a:lnTo>
                  <a:lnTo>
                    <a:pt x="4715270" y="2019146"/>
                  </a:lnTo>
                  <a:lnTo>
                    <a:pt x="4719549" y="2009005"/>
                  </a:lnTo>
                  <a:lnTo>
                    <a:pt x="4723828" y="2058351"/>
                  </a:lnTo>
                  <a:lnTo>
                    <a:pt x="4728107" y="2029511"/>
                  </a:lnTo>
                  <a:lnTo>
                    <a:pt x="4732385" y="1976963"/>
                  </a:lnTo>
                  <a:lnTo>
                    <a:pt x="4736664" y="1982653"/>
                  </a:lnTo>
                  <a:lnTo>
                    <a:pt x="4740943" y="1842164"/>
                  </a:lnTo>
                  <a:lnTo>
                    <a:pt x="4745222" y="1840064"/>
                  </a:lnTo>
                  <a:lnTo>
                    <a:pt x="4749501" y="1743348"/>
                  </a:lnTo>
                  <a:lnTo>
                    <a:pt x="4753780" y="1657780"/>
                  </a:lnTo>
                  <a:lnTo>
                    <a:pt x="4758059" y="1676015"/>
                  </a:lnTo>
                  <a:lnTo>
                    <a:pt x="4762338" y="1653442"/>
                  </a:lnTo>
                  <a:lnTo>
                    <a:pt x="4766617" y="1766021"/>
                  </a:lnTo>
                  <a:lnTo>
                    <a:pt x="4770896" y="1755330"/>
                  </a:lnTo>
                  <a:lnTo>
                    <a:pt x="4775175" y="1566583"/>
                  </a:lnTo>
                  <a:lnTo>
                    <a:pt x="4779454" y="1620309"/>
                  </a:lnTo>
                  <a:lnTo>
                    <a:pt x="4783733" y="1484585"/>
                  </a:lnTo>
                  <a:lnTo>
                    <a:pt x="4788011" y="1477224"/>
                  </a:lnTo>
                  <a:lnTo>
                    <a:pt x="4792290" y="1411574"/>
                  </a:lnTo>
                  <a:lnTo>
                    <a:pt x="4796569" y="1456647"/>
                  </a:lnTo>
                  <a:lnTo>
                    <a:pt x="4800848" y="1467061"/>
                  </a:lnTo>
                  <a:lnTo>
                    <a:pt x="4805127" y="1358694"/>
                  </a:lnTo>
                  <a:lnTo>
                    <a:pt x="4809406" y="1232309"/>
                  </a:lnTo>
                  <a:lnTo>
                    <a:pt x="4813685" y="1205728"/>
                  </a:lnTo>
                  <a:lnTo>
                    <a:pt x="4817964" y="1077504"/>
                  </a:lnTo>
                  <a:lnTo>
                    <a:pt x="4822243" y="1155498"/>
                  </a:lnTo>
                  <a:lnTo>
                    <a:pt x="4826522" y="1075319"/>
                  </a:lnTo>
                  <a:lnTo>
                    <a:pt x="4830801" y="1231730"/>
                  </a:lnTo>
                  <a:lnTo>
                    <a:pt x="4835080" y="1238825"/>
                  </a:lnTo>
                  <a:lnTo>
                    <a:pt x="4839358" y="1137810"/>
                  </a:lnTo>
                  <a:lnTo>
                    <a:pt x="4843637" y="1203833"/>
                  </a:lnTo>
                  <a:lnTo>
                    <a:pt x="4847916" y="1066246"/>
                  </a:lnTo>
                  <a:lnTo>
                    <a:pt x="4852195" y="1133107"/>
                  </a:lnTo>
                  <a:lnTo>
                    <a:pt x="4856474" y="1078438"/>
                  </a:lnTo>
                  <a:lnTo>
                    <a:pt x="4860753" y="1104019"/>
                  </a:lnTo>
                  <a:lnTo>
                    <a:pt x="4865032" y="1160607"/>
                  </a:lnTo>
                  <a:lnTo>
                    <a:pt x="4869311" y="1059061"/>
                  </a:lnTo>
                  <a:lnTo>
                    <a:pt x="4873590" y="1066093"/>
                  </a:lnTo>
                  <a:lnTo>
                    <a:pt x="4877869" y="1024447"/>
                  </a:lnTo>
                  <a:lnTo>
                    <a:pt x="4882148" y="1024406"/>
                  </a:lnTo>
                  <a:lnTo>
                    <a:pt x="4886427" y="1058265"/>
                  </a:lnTo>
                  <a:lnTo>
                    <a:pt x="4890706" y="1035643"/>
                  </a:lnTo>
                  <a:lnTo>
                    <a:pt x="4894984" y="806538"/>
                  </a:lnTo>
                  <a:lnTo>
                    <a:pt x="4899263" y="710069"/>
                  </a:lnTo>
                  <a:lnTo>
                    <a:pt x="4903542" y="844326"/>
                  </a:lnTo>
                  <a:lnTo>
                    <a:pt x="4907821" y="811425"/>
                  </a:lnTo>
                  <a:lnTo>
                    <a:pt x="4912100" y="848813"/>
                  </a:lnTo>
                  <a:lnTo>
                    <a:pt x="4916379" y="879913"/>
                  </a:lnTo>
                  <a:lnTo>
                    <a:pt x="4920658" y="828844"/>
                  </a:lnTo>
                  <a:lnTo>
                    <a:pt x="4924937" y="870792"/>
                  </a:lnTo>
                  <a:lnTo>
                    <a:pt x="4929216" y="889262"/>
                  </a:lnTo>
                  <a:lnTo>
                    <a:pt x="4933495" y="917257"/>
                  </a:lnTo>
                  <a:lnTo>
                    <a:pt x="4937774" y="969427"/>
                  </a:lnTo>
                  <a:lnTo>
                    <a:pt x="4942053" y="968623"/>
                  </a:lnTo>
                  <a:lnTo>
                    <a:pt x="4946331" y="1107919"/>
                  </a:lnTo>
                  <a:lnTo>
                    <a:pt x="4950610" y="1094587"/>
                  </a:lnTo>
                  <a:lnTo>
                    <a:pt x="4954889" y="1013911"/>
                  </a:lnTo>
                  <a:lnTo>
                    <a:pt x="4959168" y="918287"/>
                  </a:lnTo>
                  <a:lnTo>
                    <a:pt x="4963447" y="841572"/>
                  </a:lnTo>
                  <a:lnTo>
                    <a:pt x="4967726" y="906478"/>
                  </a:lnTo>
                  <a:lnTo>
                    <a:pt x="4972005" y="1009627"/>
                  </a:lnTo>
                  <a:lnTo>
                    <a:pt x="4976284" y="1114062"/>
                  </a:lnTo>
                  <a:lnTo>
                    <a:pt x="4980563" y="1093503"/>
                  </a:lnTo>
                  <a:lnTo>
                    <a:pt x="4984842" y="1064319"/>
                  </a:lnTo>
                  <a:lnTo>
                    <a:pt x="4989121" y="1296095"/>
                  </a:lnTo>
                  <a:lnTo>
                    <a:pt x="4993400" y="1212007"/>
                  </a:lnTo>
                  <a:lnTo>
                    <a:pt x="4997679" y="1178403"/>
                  </a:lnTo>
                  <a:lnTo>
                    <a:pt x="5001957" y="1151612"/>
                  </a:lnTo>
                  <a:lnTo>
                    <a:pt x="5006236" y="1190400"/>
                  </a:lnTo>
                  <a:lnTo>
                    <a:pt x="5010515" y="1177666"/>
                  </a:lnTo>
                  <a:lnTo>
                    <a:pt x="5014794" y="1187029"/>
                  </a:lnTo>
                  <a:lnTo>
                    <a:pt x="5019073" y="1179615"/>
                  </a:lnTo>
                  <a:lnTo>
                    <a:pt x="5023352" y="1101654"/>
                  </a:lnTo>
                  <a:lnTo>
                    <a:pt x="5027631" y="1116017"/>
                  </a:lnTo>
                  <a:lnTo>
                    <a:pt x="5031910" y="1027788"/>
                  </a:lnTo>
                  <a:lnTo>
                    <a:pt x="5036189" y="875740"/>
                  </a:lnTo>
                  <a:lnTo>
                    <a:pt x="5040468" y="878713"/>
                  </a:lnTo>
                  <a:lnTo>
                    <a:pt x="5044747" y="946355"/>
                  </a:lnTo>
                  <a:lnTo>
                    <a:pt x="5049026" y="1007912"/>
                  </a:lnTo>
                  <a:lnTo>
                    <a:pt x="5053304" y="971548"/>
                  </a:lnTo>
                  <a:lnTo>
                    <a:pt x="5057583" y="1030482"/>
                  </a:lnTo>
                  <a:lnTo>
                    <a:pt x="5061862" y="1109917"/>
                  </a:lnTo>
                  <a:lnTo>
                    <a:pt x="5066141" y="1094387"/>
                  </a:lnTo>
                  <a:lnTo>
                    <a:pt x="5070420" y="1075757"/>
                  </a:lnTo>
                  <a:lnTo>
                    <a:pt x="5074699" y="1039149"/>
                  </a:lnTo>
                  <a:lnTo>
                    <a:pt x="5078978" y="1040138"/>
                  </a:lnTo>
                  <a:lnTo>
                    <a:pt x="5083257" y="1026086"/>
                  </a:lnTo>
                  <a:lnTo>
                    <a:pt x="5087536" y="990558"/>
                  </a:lnTo>
                  <a:lnTo>
                    <a:pt x="5091815" y="1019820"/>
                  </a:lnTo>
                  <a:lnTo>
                    <a:pt x="5096094" y="902605"/>
                  </a:lnTo>
                  <a:lnTo>
                    <a:pt x="5100373" y="940049"/>
                  </a:lnTo>
                  <a:lnTo>
                    <a:pt x="5104652" y="898139"/>
                  </a:lnTo>
                  <a:lnTo>
                    <a:pt x="5108930" y="847564"/>
                  </a:lnTo>
                  <a:lnTo>
                    <a:pt x="5113209" y="946763"/>
                  </a:lnTo>
                  <a:lnTo>
                    <a:pt x="5117488" y="949587"/>
                  </a:lnTo>
                  <a:lnTo>
                    <a:pt x="5121767" y="974057"/>
                  </a:lnTo>
                  <a:lnTo>
                    <a:pt x="5126046" y="1077523"/>
                  </a:lnTo>
                  <a:lnTo>
                    <a:pt x="5130325" y="1099704"/>
                  </a:lnTo>
                  <a:lnTo>
                    <a:pt x="5134604" y="1215374"/>
                  </a:lnTo>
                  <a:lnTo>
                    <a:pt x="5138883" y="1265676"/>
                  </a:lnTo>
                  <a:lnTo>
                    <a:pt x="5143162" y="1320225"/>
                  </a:lnTo>
                  <a:lnTo>
                    <a:pt x="5147441" y="1364548"/>
                  </a:lnTo>
                  <a:lnTo>
                    <a:pt x="5151720" y="1348183"/>
                  </a:lnTo>
                  <a:lnTo>
                    <a:pt x="5155999" y="1497635"/>
                  </a:lnTo>
                  <a:lnTo>
                    <a:pt x="5160277" y="1752088"/>
                  </a:lnTo>
                  <a:lnTo>
                    <a:pt x="5164556" y="1750993"/>
                  </a:lnTo>
                  <a:lnTo>
                    <a:pt x="5168835" y="1862481"/>
                  </a:lnTo>
                  <a:lnTo>
                    <a:pt x="5173114" y="2007860"/>
                  </a:lnTo>
                  <a:lnTo>
                    <a:pt x="5177393" y="1901134"/>
                  </a:lnTo>
                  <a:lnTo>
                    <a:pt x="5181672" y="1770542"/>
                  </a:lnTo>
                  <a:lnTo>
                    <a:pt x="5185951" y="1731806"/>
                  </a:lnTo>
                  <a:lnTo>
                    <a:pt x="5190230" y="1669116"/>
                  </a:lnTo>
                  <a:lnTo>
                    <a:pt x="5194509" y="1680933"/>
                  </a:lnTo>
                  <a:lnTo>
                    <a:pt x="5198788" y="1621982"/>
                  </a:lnTo>
                  <a:lnTo>
                    <a:pt x="5203067" y="1670738"/>
                  </a:lnTo>
                  <a:lnTo>
                    <a:pt x="5207346" y="1711084"/>
                  </a:lnTo>
                  <a:lnTo>
                    <a:pt x="5211625" y="1717692"/>
                  </a:lnTo>
                  <a:lnTo>
                    <a:pt x="5215903" y="1760267"/>
                  </a:lnTo>
                  <a:lnTo>
                    <a:pt x="5220182" y="1772296"/>
                  </a:lnTo>
                  <a:lnTo>
                    <a:pt x="5224461" y="1906973"/>
                  </a:lnTo>
                  <a:lnTo>
                    <a:pt x="5228740" y="1900088"/>
                  </a:lnTo>
                  <a:lnTo>
                    <a:pt x="5233019" y="1955000"/>
                  </a:lnTo>
                  <a:lnTo>
                    <a:pt x="5237298" y="1955411"/>
                  </a:lnTo>
                  <a:lnTo>
                    <a:pt x="5241577" y="1965875"/>
                  </a:lnTo>
                  <a:lnTo>
                    <a:pt x="5245856" y="2051307"/>
                  </a:lnTo>
                  <a:lnTo>
                    <a:pt x="5250135" y="2047178"/>
                  </a:lnTo>
                  <a:lnTo>
                    <a:pt x="5254414" y="2169595"/>
                  </a:lnTo>
                  <a:lnTo>
                    <a:pt x="5258693" y="2193504"/>
                  </a:lnTo>
                  <a:lnTo>
                    <a:pt x="5262972" y="2211579"/>
                  </a:lnTo>
                  <a:lnTo>
                    <a:pt x="5267250" y="2223511"/>
                  </a:lnTo>
                  <a:lnTo>
                    <a:pt x="5271529" y="2108689"/>
                  </a:lnTo>
                  <a:lnTo>
                    <a:pt x="5275808" y="2046628"/>
                  </a:lnTo>
                  <a:lnTo>
                    <a:pt x="5280087" y="2024019"/>
                  </a:lnTo>
                  <a:lnTo>
                    <a:pt x="5284366" y="1984923"/>
                  </a:lnTo>
                  <a:lnTo>
                    <a:pt x="5288645" y="1935482"/>
                  </a:lnTo>
                  <a:lnTo>
                    <a:pt x="5292924" y="1906213"/>
                  </a:lnTo>
                  <a:lnTo>
                    <a:pt x="5297203" y="1982644"/>
                  </a:lnTo>
                  <a:lnTo>
                    <a:pt x="5301482" y="2099216"/>
                  </a:lnTo>
                  <a:lnTo>
                    <a:pt x="5305761" y="2185376"/>
                  </a:lnTo>
                  <a:lnTo>
                    <a:pt x="5310040" y="2207681"/>
                  </a:lnTo>
                  <a:lnTo>
                    <a:pt x="5314319" y="2252141"/>
                  </a:lnTo>
                  <a:lnTo>
                    <a:pt x="5318598" y="2341769"/>
                  </a:lnTo>
                  <a:lnTo>
                    <a:pt x="5322876" y="2341969"/>
                  </a:lnTo>
                  <a:lnTo>
                    <a:pt x="5327155" y="2274832"/>
                  </a:lnTo>
                  <a:lnTo>
                    <a:pt x="5331434" y="2332601"/>
                  </a:lnTo>
                  <a:lnTo>
                    <a:pt x="5335713" y="2341665"/>
                  </a:lnTo>
                  <a:lnTo>
                    <a:pt x="5339992" y="2324448"/>
                  </a:lnTo>
                  <a:lnTo>
                    <a:pt x="5344271" y="2335262"/>
                  </a:lnTo>
                  <a:lnTo>
                    <a:pt x="5348550" y="2289756"/>
                  </a:lnTo>
                  <a:lnTo>
                    <a:pt x="5352829" y="2382786"/>
                  </a:lnTo>
                  <a:lnTo>
                    <a:pt x="5357108" y="2315079"/>
                  </a:lnTo>
                  <a:lnTo>
                    <a:pt x="5361387" y="2321663"/>
                  </a:lnTo>
                  <a:lnTo>
                    <a:pt x="5365666" y="2206377"/>
                  </a:lnTo>
                  <a:lnTo>
                    <a:pt x="5369945" y="2288206"/>
                  </a:lnTo>
                  <a:lnTo>
                    <a:pt x="5374223" y="2395309"/>
                  </a:lnTo>
                  <a:lnTo>
                    <a:pt x="5378502" y="2379497"/>
                  </a:lnTo>
                  <a:lnTo>
                    <a:pt x="5382781" y="2426122"/>
                  </a:lnTo>
                  <a:lnTo>
                    <a:pt x="5387060" y="2450046"/>
                  </a:lnTo>
                  <a:lnTo>
                    <a:pt x="5391339" y="2458777"/>
                  </a:lnTo>
                  <a:lnTo>
                    <a:pt x="5395618" y="2474303"/>
                  </a:lnTo>
                  <a:lnTo>
                    <a:pt x="5399897" y="2487519"/>
                  </a:lnTo>
                  <a:lnTo>
                    <a:pt x="5404176" y="2451150"/>
                  </a:lnTo>
                  <a:lnTo>
                    <a:pt x="5408455" y="2388951"/>
                  </a:lnTo>
                  <a:lnTo>
                    <a:pt x="5412734" y="2332964"/>
                  </a:lnTo>
                  <a:lnTo>
                    <a:pt x="5417013" y="2234871"/>
                  </a:lnTo>
                  <a:lnTo>
                    <a:pt x="5421292" y="2357550"/>
                  </a:lnTo>
                  <a:lnTo>
                    <a:pt x="5425571" y="2337563"/>
                  </a:lnTo>
                  <a:lnTo>
                    <a:pt x="5429849" y="2221482"/>
                  </a:lnTo>
                  <a:lnTo>
                    <a:pt x="5434128" y="2249776"/>
                  </a:lnTo>
                  <a:lnTo>
                    <a:pt x="5438407" y="2325454"/>
                  </a:lnTo>
                  <a:lnTo>
                    <a:pt x="5442686" y="2402892"/>
                  </a:lnTo>
                  <a:lnTo>
                    <a:pt x="5446965" y="2422641"/>
                  </a:lnTo>
                  <a:lnTo>
                    <a:pt x="5451244" y="2416192"/>
                  </a:lnTo>
                  <a:lnTo>
                    <a:pt x="5455523" y="2343752"/>
                  </a:lnTo>
                  <a:lnTo>
                    <a:pt x="5459802" y="2202629"/>
                  </a:lnTo>
                  <a:lnTo>
                    <a:pt x="5464081" y="2260804"/>
                  </a:lnTo>
                  <a:lnTo>
                    <a:pt x="5468360" y="2261541"/>
                  </a:lnTo>
                  <a:lnTo>
                    <a:pt x="5472639" y="2304534"/>
                  </a:lnTo>
                  <a:lnTo>
                    <a:pt x="5476918" y="2406094"/>
                  </a:lnTo>
                  <a:lnTo>
                    <a:pt x="5481196" y="2391314"/>
                  </a:lnTo>
                  <a:lnTo>
                    <a:pt x="5485475" y="2431280"/>
                  </a:lnTo>
                  <a:lnTo>
                    <a:pt x="5489754" y="2390292"/>
                  </a:lnTo>
                  <a:lnTo>
                    <a:pt x="5494033" y="2432971"/>
                  </a:lnTo>
                  <a:lnTo>
                    <a:pt x="5498312" y="2446571"/>
                  </a:lnTo>
                  <a:lnTo>
                    <a:pt x="5502591" y="2436576"/>
                  </a:lnTo>
                  <a:lnTo>
                    <a:pt x="5506870" y="2477648"/>
                  </a:lnTo>
                  <a:lnTo>
                    <a:pt x="5511149" y="2506385"/>
                  </a:lnTo>
                  <a:lnTo>
                    <a:pt x="5515428" y="2514412"/>
                  </a:lnTo>
                  <a:lnTo>
                    <a:pt x="5519707" y="2535196"/>
                  </a:lnTo>
                  <a:lnTo>
                    <a:pt x="5523986" y="2550940"/>
                  </a:lnTo>
                  <a:lnTo>
                    <a:pt x="5528265" y="2512336"/>
                  </a:lnTo>
                  <a:lnTo>
                    <a:pt x="5532544" y="2530106"/>
                  </a:lnTo>
                  <a:lnTo>
                    <a:pt x="5536822" y="2526080"/>
                  </a:lnTo>
                  <a:lnTo>
                    <a:pt x="5541101" y="2523472"/>
                  </a:lnTo>
                  <a:lnTo>
                    <a:pt x="5545380" y="2469030"/>
                  </a:lnTo>
                  <a:lnTo>
                    <a:pt x="5549659" y="2484433"/>
                  </a:lnTo>
                  <a:lnTo>
                    <a:pt x="5553938" y="2467219"/>
                  </a:lnTo>
                  <a:lnTo>
                    <a:pt x="5558217" y="2452278"/>
                  </a:lnTo>
                  <a:lnTo>
                    <a:pt x="5562496" y="2439310"/>
                  </a:lnTo>
                  <a:lnTo>
                    <a:pt x="5566775" y="2461597"/>
                  </a:lnTo>
                  <a:lnTo>
                    <a:pt x="5571054" y="2501457"/>
                  </a:lnTo>
                  <a:lnTo>
                    <a:pt x="5575333" y="2447955"/>
                  </a:lnTo>
                  <a:lnTo>
                    <a:pt x="5579612" y="2444390"/>
                  </a:lnTo>
                  <a:lnTo>
                    <a:pt x="5583891" y="2417540"/>
                  </a:lnTo>
                  <a:lnTo>
                    <a:pt x="5588169" y="2454920"/>
                  </a:lnTo>
                  <a:lnTo>
                    <a:pt x="5592448" y="2519655"/>
                  </a:lnTo>
                  <a:lnTo>
                    <a:pt x="5596727" y="2539906"/>
                  </a:lnTo>
                  <a:lnTo>
                    <a:pt x="5601006" y="2523511"/>
                  </a:lnTo>
                  <a:lnTo>
                    <a:pt x="5605285" y="2540380"/>
                  </a:lnTo>
                  <a:lnTo>
                    <a:pt x="5609564" y="2534710"/>
                  </a:lnTo>
                  <a:lnTo>
                    <a:pt x="5613843" y="2571062"/>
                  </a:lnTo>
                  <a:lnTo>
                    <a:pt x="5618122" y="2588150"/>
                  </a:lnTo>
                  <a:lnTo>
                    <a:pt x="5622401" y="2597592"/>
                  </a:lnTo>
                  <a:lnTo>
                    <a:pt x="5626680" y="2651972"/>
                  </a:lnTo>
                  <a:lnTo>
                    <a:pt x="5630959" y="2676143"/>
                  </a:lnTo>
                  <a:lnTo>
                    <a:pt x="5635238" y="2674395"/>
                  </a:lnTo>
                  <a:lnTo>
                    <a:pt x="5639517" y="2657113"/>
                  </a:lnTo>
                  <a:lnTo>
                    <a:pt x="5643795" y="2663033"/>
                  </a:lnTo>
                  <a:lnTo>
                    <a:pt x="5648074" y="2661331"/>
                  </a:lnTo>
                  <a:lnTo>
                    <a:pt x="5652353" y="2658469"/>
                  </a:lnTo>
                  <a:lnTo>
                    <a:pt x="5656632" y="2704586"/>
                  </a:lnTo>
                  <a:lnTo>
                    <a:pt x="5660911" y="2689539"/>
                  </a:lnTo>
                  <a:lnTo>
                    <a:pt x="5665190" y="2675103"/>
                  </a:lnTo>
                  <a:lnTo>
                    <a:pt x="5669469" y="2690916"/>
                  </a:lnTo>
                  <a:lnTo>
                    <a:pt x="5673748" y="2686209"/>
                  </a:lnTo>
                  <a:lnTo>
                    <a:pt x="5678027" y="2674205"/>
                  </a:lnTo>
                  <a:lnTo>
                    <a:pt x="5682306" y="2688692"/>
                  </a:lnTo>
                  <a:lnTo>
                    <a:pt x="5686585" y="2646684"/>
                  </a:lnTo>
                  <a:lnTo>
                    <a:pt x="5690864" y="2646457"/>
                  </a:lnTo>
                  <a:lnTo>
                    <a:pt x="5695142" y="2582180"/>
                  </a:lnTo>
                  <a:lnTo>
                    <a:pt x="5699421" y="2440327"/>
                  </a:lnTo>
                  <a:lnTo>
                    <a:pt x="5703700" y="2494589"/>
                  </a:lnTo>
                  <a:lnTo>
                    <a:pt x="5707979" y="2482957"/>
                  </a:lnTo>
                  <a:lnTo>
                    <a:pt x="5712258" y="2514563"/>
                  </a:lnTo>
                  <a:lnTo>
                    <a:pt x="5716537" y="2547097"/>
                  </a:lnTo>
                  <a:lnTo>
                    <a:pt x="5720816" y="2530082"/>
                  </a:lnTo>
                  <a:lnTo>
                    <a:pt x="5725095" y="2613927"/>
                  </a:lnTo>
                  <a:lnTo>
                    <a:pt x="5729374" y="2610882"/>
                  </a:lnTo>
                  <a:lnTo>
                    <a:pt x="5733653" y="2597975"/>
                  </a:lnTo>
                  <a:lnTo>
                    <a:pt x="5737932" y="2639384"/>
                  </a:lnTo>
                  <a:lnTo>
                    <a:pt x="5742211" y="2641365"/>
                  </a:lnTo>
                  <a:lnTo>
                    <a:pt x="5746489" y="2579962"/>
                  </a:lnTo>
                  <a:lnTo>
                    <a:pt x="5750768" y="2561662"/>
                  </a:lnTo>
                  <a:lnTo>
                    <a:pt x="5755047" y="2506035"/>
                  </a:lnTo>
                  <a:lnTo>
                    <a:pt x="5759326" y="2522733"/>
                  </a:lnTo>
                  <a:lnTo>
                    <a:pt x="5763605" y="2580028"/>
                  </a:lnTo>
                  <a:lnTo>
                    <a:pt x="5767884" y="2600372"/>
                  </a:lnTo>
                  <a:lnTo>
                    <a:pt x="5772163" y="2684465"/>
                  </a:lnTo>
                  <a:lnTo>
                    <a:pt x="5776442" y="2640991"/>
                  </a:lnTo>
                  <a:lnTo>
                    <a:pt x="5780721" y="2679196"/>
                  </a:lnTo>
                  <a:lnTo>
                    <a:pt x="5785000" y="2653000"/>
                  </a:lnTo>
                  <a:lnTo>
                    <a:pt x="5789279" y="2601459"/>
                  </a:lnTo>
                  <a:lnTo>
                    <a:pt x="5793558" y="2518495"/>
                  </a:lnTo>
                  <a:lnTo>
                    <a:pt x="5797837" y="2456200"/>
                  </a:lnTo>
                  <a:lnTo>
                    <a:pt x="5802115" y="2481830"/>
                  </a:lnTo>
                  <a:lnTo>
                    <a:pt x="5806394" y="2543745"/>
                  </a:lnTo>
                  <a:lnTo>
                    <a:pt x="5810673" y="2627369"/>
                  </a:lnTo>
                  <a:lnTo>
                    <a:pt x="5814952" y="2623832"/>
                  </a:lnTo>
                  <a:lnTo>
                    <a:pt x="5819231" y="2618983"/>
                  </a:lnTo>
                  <a:lnTo>
                    <a:pt x="5823510" y="2649707"/>
                  </a:lnTo>
                  <a:lnTo>
                    <a:pt x="5827789" y="2674923"/>
                  </a:lnTo>
                  <a:lnTo>
                    <a:pt x="5832068" y="2702356"/>
                  </a:lnTo>
                  <a:lnTo>
                    <a:pt x="5836347" y="2688054"/>
                  </a:lnTo>
                  <a:lnTo>
                    <a:pt x="5840626" y="2668229"/>
                  </a:lnTo>
                  <a:lnTo>
                    <a:pt x="5844905" y="2685966"/>
                  </a:lnTo>
                  <a:lnTo>
                    <a:pt x="5849184" y="2667460"/>
                  </a:lnTo>
                  <a:lnTo>
                    <a:pt x="5853462" y="2695123"/>
                  </a:lnTo>
                  <a:lnTo>
                    <a:pt x="5857741" y="2696883"/>
                  </a:lnTo>
                  <a:lnTo>
                    <a:pt x="5862020" y="2680970"/>
                  </a:lnTo>
                  <a:lnTo>
                    <a:pt x="5866299" y="2722788"/>
                  </a:lnTo>
                  <a:lnTo>
                    <a:pt x="5870578" y="2705601"/>
                  </a:lnTo>
                  <a:lnTo>
                    <a:pt x="5874857" y="2641941"/>
                  </a:lnTo>
                  <a:lnTo>
                    <a:pt x="5879136" y="2682013"/>
                  </a:lnTo>
                  <a:lnTo>
                    <a:pt x="5883415" y="2701403"/>
                  </a:lnTo>
                  <a:lnTo>
                    <a:pt x="5887694" y="2722428"/>
                  </a:lnTo>
                  <a:lnTo>
                    <a:pt x="5891973" y="2710799"/>
                  </a:lnTo>
                  <a:lnTo>
                    <a:pt x="5896252" y="2687371"/>
                  </a:lnTo>
                  <a:lnTo>
                    <a:pt x="5900531" y="2712453"/>
                  </a:lnTo>
                  <a:lnTo>
                    <a:pt x="5904810" y="2732605"/>
                  </a:lnTo>
                  <a:lnTo>
                    <a:pt x="5909088" y="2728616"/>
                  </a:lnTo>
                  <a:lnTo>
                    <a:pt x="5913367" y="2705260"/>
                  </a:lnTo>
                  <a:lnTo>
                    <a:pt x="5917646" y="2726958"/>
                  </a:lnTo>
                  <a:lnTo>
                    <a:pt x="5921925" y="2713466"/>
                  </a:lnTo>
                  <a:lnTo>
                    <a:pt x="5926204" y="2692323"/>
                  </a:lnTo>
                  <a:lnTo>
                    <a:pt x="5930483" y="2693793"/>
                  </a:lnTo>
                  <a:lnTo>
                    <a:pt x="5934762" y="2701711"/>
                  </a:lnTo>
                  <a:lnTo>
                    <a:pt x="5939041" y="2625517"/>
                  </a:lnTo>
                  <a:lnTo>
                    <a:pt x="5943320" y="2567946"/>
                  </a:lnTo>
                  <a:lnTo>
                    <a:pt x="5947599" y="2472798"/>
                  </a:lnTo>
                  <a:lnTo>
                    <a:pt x="5951878" y="2498432"/>
                  </a:lnTo>
                  <a:lnTo>
                    <a:pt x="5956157" y="2535458"/>
                  </a:lnTo>
                  <a:lnTo>
                    <a:pt x="5960435" y="2452062"/>
                  </a:lnTo>
                  <a:lnTo>
                    <a:pt x="5964714" y="2445535"/>
                  </a:lnTo>
                  <a:lnTo>
                    <a:pt x="5968993" y="2510794"/>
                  </a:lnTo>
                  <a:lnTo>
                    <a:pt x="5973272" y="2642560"/>
                  </a:lnTo>
                  <a:lnTo>
                    <a:pt x="5977551" y="2696830"/>
                  </a:lnTo>
                  <a:lnTo>
                    <a:pt x="5981830" y="2698899"/>
                  </a:lnTo>
                  <a:lnTo>
                    <a:pt x="5986109" y="2741104"/>
                  </a:lnTo>
                  <a:lnTo>
                    <a:pt x="5990388" y="2768095"/>
                  </a:lnTo>
                  <a:lnTo>
                    <a:pt x="5994667" y="2774187"/>
                  </a:lnTo>
                  <a:lnTo>
                    <a:pt x="5998946" y="2793320"/>
                  </a:lnTo>
                  <a:lnTo>
                    <a:pt x="6003225" y="2795087"/>
                  </a:lnTo>
                  <a:lnTo>
                    <a:pt x="6007504" y="2806127"/>
                  </a:lnTo>
                  <a:lnTo>
                    <a:pt x="6011783" y="2818485"/>
                  </a:lnTo>
                  <a:lnTo>
                    <a:pt x="6016061" y="2825070"/>
                  </a:lnTo>
                  <a:lnTo>
                    <a:pt x="6020340" y="2825345"/>
                  </a:lnTo>
                  <a:lnTo>
                    <a:pt x="6024619" y="2827866"/>
                  </a:lnTo>
                  <a:lnTo>
                    <a:pt x="6028898" y="2827392"/>
                  </a:lnTo>
                  <a:lnTo>
                    <a:pt x="6033177" y="2829757"/>
                  </a:lnTo>
                  <a:lnTo>
                    <a:pt x="6037456" y="2826142"/>
                  </a:lnTo>
                  <a:lnTo>
                    <a:pt x="6041735" y="2821770"/>
                  </a:lnTo>
                  <a:lnTo>
                    <a:pt x="6046014" y="2792261"/>
                  </a:lnTo>
                  <a:lnTo>
                    <a:pt x="6050293" y="2800447"/>
                  </a:lnTo>
                  <a:lnTo>
                    <a:pt x="6054572" y="2797447"/>
                  </a:lnTo>
                  <a:lnTo>
                    <a:pt x="6058851" y="2772568"/>
                  </a:lnTo>
                  <a:lnTo>
                    <a:pt x="6063130" y="2788829"/>
                  </a:lnTo>
                  <a:lnTo>
                    <a:pt x="6067408" y="2759894"/>
                  </a:lnTo>
                  <a:lnTo>
                    <a:pt x="6071687" y="2759274"/>
                  </a:lnTo>
                  <a:lnTo>
                    <a:pt x="6075966" y="2713443"/>
                  </a:lnTo>
                  <a:lnTo>
                    <a:pt x="6080245" y="2625238"/>
                  </a:lnTo>
                  <a:lnTo>
                    <a:pt x="6084524" y="2583296"/>
                  </a:lnTo>
                  <a:lnTo>
                    <a:pt x="6088803" y="2634318"/>
                  </a:lnTo>
                  <a:lnTo>
                    <a:pt x="6093082" y="2690741"/>
                  </a:lnTo>
                  <a:lnTo>
                    <a:pt x="6097361" y="2694281"/>
                  </a:lnTo>
                  <a:lnTo>
                    <a:pt x="6101640" y="2658931"/>
                  </a:lnTo>
                  <a:lnTo>
                    <a:pt x="6105919" y="2723907"/>
                  </a:lnTo>
                  <a:lnTo>
                    <a:pt x="6110198" y="2688775"/>
                  </a:lnTo>
                  <a:lnTo>
                    <a:pt x="6114477" y="2686246"/>
                  </a:lnTo>
                  <a:lnTo>
                    <a:pt x="6118756" y="2677930"/>
                  </a:lnTo>
                  <a:lnTo>
                    <a:pt x="6123034" y="2698526"/>
                  </a:lnTo>
                  <a:lnTo>
                    <a:pt x="6127313" y="2742131"/>
                  </a:lnTo>
                  <a:lnTo>
                    <a:pt x="6131592" y="2694628"/>
                  </a:lnTo>
                  <a:lnTo>
                    <a:pt x="6135871" y="2680931"/>
                  </a:lnTo>
                  <a:lnTo>
                    <a:pt x="6140150" y="2659108"/>
                  </a:lnTo>
                  <a:lnTo>
                    <a:pt x="6144429" y="2612516"/>
                  </a:lnTo>
                  <a:lnTo>
                    <a:pt x="6148708" y="2545403"/>
                  </a:lnTo>
                  <a:lnTo>
                    <a:pt x="6152987" y="2544147"/>
                  </a:lnTo>
                  <a:lnTo>
                    <a:pt x="6157266" y="2537471"/>
                  </a:lnTo>
                  <a:lnTo>
                    <a:pt x="6161545" y="2610803"/>
                  </a:lnTo>
                  <a:lnTo>
                    <a:pt x="6165824" y="2613843"/>
                  </a:lnTo>
                  <a:lnTo>
                    <a:pt x="6170103" y="2554693"/>
                  </a:lnTo>
                  <a:lnTo>
                    <a:pt x="6174381" y="2565593"/>
                  </a:lnTo>
                  <a:lnTo>
                    <a:pt x="6178660" y="2529095"/>
                  </a:lnTo>
                  <a:lnTo>
                    <a:pt x="6182939" y="2537272"/>
                  </a:lnTo>
                  <a:lnTo>
                    <a:pt x="6187218" y="2516459"/>
                  </a:lnTo>
                  <a:lnTo>
                    <a:pt x="6191497" y="2386122"/>
                  </a:lnTo>
                  <a:lnTo>
                    <a:pt x="6195776" y="2370447"/>
                  </a:lnTo>
                  <a:lnTo>
                    <a:pt x="6200055" y="2396226"/>
                  </a:lnTo>
                  <a:lnTo>
                    <a:pt x="6204334" y="2427830"/>
                  </a:lnTo>
                  <a:lnTo>
                    <a:pt x="6208613" y="2433984"/>
                  </a:lnTo>
                  <a:lnTo>
                    <a:pt x="6212892" y="2406762"/>
                  </a:lnTo>
                  <a:lnTo>
                    <a:pt x="6217171" y="2432551"/>
                  </a:lnTo>
                  <a:lnTo>
                    <a:pt x="6221450" y="2387001"/>
                  </a:lnTo>
                  <a:lnTo>
                    <a:pt x="6225729" y="2421960"/>
                  </a:lnTo>
                  <a:lnTo>
                    <a:pt x="6230007" y="2508200"/>
                  </a:lnTo>
                  <a:lnTo>
                    <a:pt x="6234286" y="2405388"/>
                  </a:lnTo>
                  <a:lnTo>
                    <a:pt x="6238565" y="2501965"/>
                  </a:lnTo>
                  <a:lnTo>
                    <a:pt x="6242844" y="2577388"/>
                  </a:lnTo>
                  <a:lnTo>
                    <a:pt x="6247123" y="2651626"/>
                  </a:lnTo>
                  <a:lnTo>
                    <a:pt x="6251402" y="2687701"/>
                  </a:lnTo>
                  <a:lnTo>
                    <a:pt x="6255681" y="2574717"/>
                  </a:lnTo>
                  <a:lnTo>
                    <a:pt x="6259960" y="2596946"/>
                  </a:lnTo>
                  <a:lnTo>
                    <a:pt x="6264239" y="2586952"/>
                  </a:lnTo>
                  <a:lnTo>
                    <a:pt x="6268518" y="2669337"/>
                  </a:lnTo>
                  <a:lnTo>
                    <a:pt x="6272797" y="2691948"/>
                  </a:lnTo>
                  <a:lnTo>
                    <a:pt x="6277076" y="2622724"/>
                  </a:lnTo>
                  <a:lnTo>
                    <a:pt x="6281354" y="2689616"/>
                  </a:lnTo>
                  <a:lnTo>
                    <a:pt x="6285633" y="2726580"/>
                  </a:lnTo>
                  <a:lnTo>
                    <a:pt x="6289912" y="2731898"/>
                  </a:lnTo>
                  <a:lnTo>
                    <a:pt x="6294191" y="2731375"/>
                  </a:lnTo>
                  <a:lnTo>
                    <a:pt x="6298470" y="2746996"/>
                  </a:lnTo>
                  <a:lnTo>
                    <a:pt x="6302749" y="2755696"/>
                  </a:lnTo>
                  <a:lnTo>
                    <a:pt x="6307028" y="2740542"/>
                  </a:lnTo>
                  <a:lnTo>
                    <a:pt x="6311307" y="2731200"/>
                  </a:lnTo>
                  <a:lnTo>
                    <a:pt x="6315586" y="2723276"/>
                  </a:lnTo>
                  <a:lnTo>
                    <a:pt x="6319865" y="2669766"/>
                  </a:lnTo>
                  <a:lnTo>
                    <a:pt x="6324144" y="2657244"/>
                  </a:lnTo>
                  <a:lnTo>
                    <a:pt x="6328423" y="2678286"/>
                  </a:lnTo>
                  <a:lnTo>
                    <a:pt x="6332702" y="2672180"/>
                  </a:lnTo>
                  <a:lnTo>
                    <a:pt x="6336980" y="2668077"/>
                  </a:lnTo>
                  <a:lnTo>
                    <a:pt x="6341259" y="2601391"/>
                  </a:lnTo>
                  <a:lnTo>
                    <a:pt x="6345538" y="2553628"/>
                  </a:lnTo>
                  <a:lnTo>
                    <a:pt x="6349817" y="2569621"/>
                  </a:lnTo>
                  <a:lnTo>
                    <a:pt x="6354096" y="2504440"/>
                  </a:lnTo>
                  <a:lnTo>
                    <a:pt x="6358375" y="2519675"/>
                  </a:lnTo>
                  <a:lnTo>
                    <a:pt x="6362654" y="2589662"/>
                  </a:lnTo>
                  <a:lnTo>
                    <a:pt x="6366933" y="2606845"/>
                  </a:lnTo>
                  <a:lnTo>
                    <a:pt x="6371212" y="2629067"/>
                  </a:lnTo>
                  <a:lnTo>
                    <a:pt x="6375491" y="2629684"/>
                  </a:lnTo>
                  <a:lnTo>
                    <a:pt x="6379770" y="2607711"/>
                  </a:lnTo>
                  <a:lnTo>
                    <a:pt x="6384049" y="2623457"/>
                  </a:lnTo>
                  <a:lnTo>
                    <a:pt x="6388327" y="2656336"/>
                  </a:lnTo>
                  <a:lnTo>
                    <a:pt x="6392606" y="2647381"/>
                  </a:lnTo>
                  <a:lnTo>
                    <a:pt x="6396885" y="2679254"/>
                  </a:lnTo>
                  <a:lnTo>
                    <a:pt x="6401164" y="2615529"/>
                  </a:lnTo>
                  <a:lnTo>
                    <a:pt x="6405443" y="2709874"/>
                  </a:lnTo>
                  <a:lnTo>
                    <a:pt x="6409722" y="2776348"/>
                  </a:lnTo>
                  <a:lnTo>
                    <a:pt x="6414001" y="2762351"/>
                  </a:lnTo>
                  <a:lnTo>
                    <a:pt x="6418280" y="2769484"/>
                  </a:lnTo>
                  <a:lnTo>
                    <a:pt x="6422559" y="2733718"/>
                  </a:lnTo>
                  <a:lnTo>
                    <a:pt x="6426838" y="2721594"/>
                  </a:lnTo>
                  <a:lnTo>
                    <a:pt x="6431117" y="2741008"/>
                  </a:lnTo>
                  <a:lnTo>
                    <a:pt x="6435396" y="2771072"/>
                  </a:lnTo>
                  <a:lnTo>
                    <a:pt x="6439675" y="2765371"/>
                  </a:lnTo>
                  <a:lnTo>
                    <a:pt x="6443953" y="2749242"/>
                  </a:lnTo>
                  <a:lnTo>
                    <a:pt x="6448232" y="2738851"/>
                  </a:lnTo>
                  <a:lnTo>
                    <a:pt x="6452511" y="2774169"/>
                  </a:lnTo>
                  <a:lnTo>
                    <a:pt x="6456790" y="2782539"/>
                  </a:lnTo>
                  <a:lnTo>
                    <a:pt x="6461069" y="2773406"/>
                  </a:lnTo>
                  <a:lnTo>
                    <a:pt x="6465348" y="2792814"/>
                  </a:lnTo>
                  <a:lnTo>
                    <a:pt x="6469627" y="2792708"/>
                  </a:lnTo>
                  <a:lnTo>
                    <a:pt x="6473906" y="2801404"/>
                  </a:lnTo>
                  <a:lnTo>
                    <a:pt x="6478185" y="2804079"/>
                  </a:lnTo>
                  <a:lnTo>
                    <a:pt x="6482464" y="2807780"/>
                  </a:lnTo>
                  <a:lnTo>
                    <a:pt x="6486743" y="2817446"/>
                  </a:lnTo>
                  <a:lnTo>
                    <a:pt x="6491022" y="2819889"/>
                  </a:lnTo>
                  <a:lnTo>
                    <a:pt x="6495300" y="2824327"/>
                  </a:lnTo>
                  <a:lnTo>
                    <a:pt x="6499579" y="2810721"/>
                  </a:lnTo>
                  <a:lnTo>
                    <a:pt x="6503858" y="2822487"/>
                  </a:lnTo>
                  <a:lnTo>
                    <a:pt x="6508137" y="2811799"/>
                  </a:lnTo>
                  <a:lnTo>
                    <a:pt x="6512416" y="2747540"/>
                  </a:lnTo>
                  <a:lnTo>
                    <a:pt x="6516695" y="2760474"/>
                  </a:lnTo>
                  <a:lnTo>
                    <a:pt x="6520974" y="2733557"/>
                  </a:lnTo>
                  <a:lnTo>
                    <a:pt x="6525253" y="2740920"/>
                  </a:lnTo>
                  <a:lnTo>
                    <a:pt x="6529532" y="2713030"/>
                  </a:lnTo>
                  <a:lnTo>
                    <a:pt x="6533811" y="2645655"/>
                  </a:lnTo>
                  <a:lnTo>
                    <a:pt x="6538090" y="2688755"/>
                  </a:lnTo>
                  <a:lnTo>
                    <a:pt x="6542369" y="2710093"/>
                  </a:lnTo>
                  <a:lnTo>
                    <a:pt x="6546648" y="2715999"/>
                  </a:lnTo>
                  <a:lnTo>
                    <a:pt x="6550926" y="2740122"/>
                  </a:lnTo>
                  <a:lnTo>
                    <a:pt x="6555205" y="2696742"/>
                  </a:lnTo>
                  <a:lnTo>
                    <a:pt x="6559484" y="2717318"/>
                  </a:lnTo>
                  <a:lnTo>
                    <a:pt x="6563763" y="2739269"/>
                  </a:lnTo>
                  <a:lnTo>
                    <a:pt x="6568042" y="2742977"/>
                  </a:lnTo>
                  <a:lnTo>
                    <a:pt x="6572321" y="2744857"/>
                  </a:lnTo>
                  <a:lnTo>
                    <a:pt x="6576600" y="2762538"/>
                  </a:lnTo>
                  <a:lnTo>
                    <a:pt x="6580879" y="2776820"/>
                  </a:lnTo>
                  <a:lnTo>
                    <a:pt x="6585158" y="2755807"/>
                  </a:lnTo>
                  <a:lnTo>
                    <a:pt x="6589437" y="2768762"/>
                  </a:lnTo>
                  <a:lnTo>
                    <a:pt x="6593716" y="2742899"/>
                  </a:lnTo>
                  <a:lnTo>
                    <a:pt x="6597995" y="2764930"/>
                  </a:lnTo>
                  <a:lnTo>
                    <a:pt x="6602273" y="2797164"/>
                  </a:lnTo>
                  <a:lnTo>
                    <a:pt x="6606552" y="2787600"/>
                  </a:lnTo>
                  <a:lnTo>
                    <a:pt x="6610831" y="2779284"/>
                  </a:lnTo>
                  <a:lnTo>
                    <a:pt x="6615110" y="2755354"/>
                  </a:lnTo>
                  <a:lnTo>
                    <a:pt x="6619389" y="2730315"/>
                  </a:lnTo>
                  <a:lnTo>
                    <a:pt x="6623668" y="2689330"/>
                  </a:lnTo>
                  <a:lnTo>
                    <a:pt x="6627947" y="2598529"/>
                  </a:lnTo>
                  <a:lnTo>
                    <a:pt x="6632226" y="2593240"/>
                  </a:lnTo>
                  <a:lnTo>
                    <a:pt x="6636505" y="2634012"/>
                  </a:lnTo>
                  <a:lnTo>
                    <a:pt x="6640784" y="2631567"/>
                  </a:lnTo>
                  <a:lnTo>
                    <a:pt x="6645063" y="2604297"/>
                  </a:lnTo>
                  <a:lnTo>
                    <a:pt x="6649342" y="2579012"/>
                  </a:lnTo>
                  <a:lnTo>
                    <a:pt x="6653621" y="2559386"/>
                  </a:lnTo>
                  <a:lnTo>
                    <a:pt x="6657899" y="2584485"/>
                  </a:lnTo>
                  <a:lnTo>
                    <a:pt x="6662178" y="2617432"/>
                  </a:lnTo>
                  <a:lnTo>
                    <a:pt x="6666457" y="2668375"/>
                  </a:lnTo>
                  <a:lnTo>
                    <a:pt x="6670736" y="2688216"/>
                  </a:lnTo>
                  <a:lnTo>
                    <a:pt x="6675015" y="2720596"/>
                  </a:lnTo>
                  <a:lnTo>
                    <a:pt x="6679294" y="2736150"/>
                  </a:lnTo>
                  <a:lnTo>
                    <a:pt x="6683573" y="2704638"/>
                  </a:lnTo>
                  <a:lnTo>
                    <a:pt x="6687852" y="2753186"/>
                  </a:lnTo>
                  <a:lnTo>
                    <a:pt x="6692131" y="2761291"/>
                  </a:lnTo>
                  <a:lnTo>
                    <a:pt x="6696410" y="2749210"/>
                  </a:lnTo>
                  <a:lnTo>
                    <a:pt x="6700689" y="2767056"/>
                  </a:lnTo>
                  <a:lnTo>
                    <a:pt x="6704968" y="2759752"/>
                  </a:lnTo>
                  <a:lnTo>
                    <a:pt x="6709246" y="2785744"/>
                  </a:lnTo>
                  <a:lnTo>
                    <a:pt x="6713525" y="2754431"/>
                  </a:lnTo>
                  <a:lnTo>
                    <a:pt x="6717804" y="2681117"/>
                  </a:lnTo>
                  <a:lnTo>
                    <a:pt x="6722083" y="2685220"/>
                  </a:lnTo>
                  <a:lnTo>
                    <a:pt x="6726362" y="2739141"/>
                  </a:lnTo>
                  <a:lnTo>
                    <a:pt x="6730641" y="2792020"/>
                  </a:lnTo>
                  <a:lnTo>
                    <a:pt x="6734920" y="2819105"/>
                  </a:lnTo>
                  <a:lnTo>
                    <a:pt x="6739199" y="2789870"/>
                  </a:lnTo>
                  <a:lnTo>
                    <a:pt x="6743478" y="2842135"/>
                  </a:lnTo>
                  <a:lnTo>
                    <a:pt x="6747757" y="2798791"/>
                  </a:lnTo>
                  <a:lnTo>
                    <a:pt x="6752036" y="2808611"/>
                  </a:lnTo>
                  <a:lnTo>
                    <a:pt x="6756315" y="2774451"/>
                  </a:lnTo>
                  <a:lnTo>
                    <a:pt x="6760594" y="2778213"/>
                  </a:lnTo>
                  <a:lnTo>
                    <a:pt x="6764872" y="2805832"/>
                  </a:lnTo>
                  <a:lnTo>
                    <a:pt x="6769151" y="2796054"/>
                  </a:lnTo>
                  <a:lnTo>
                    <a:pt x="6773430" y="2816511"/>
                  </a:lnTo>
                  <a:lnTo>
                    <a:pt x="6777709" y="2794902"/>
                  </a:lnTo>
                  <a:lnTo>
                    <a:pt x="6781988" y="2801566"/>
                  </a:lnTo>
                  <a:lnTo>
                    <a:pt x="6786267" y="2797362"/>
                  </a:lnTo>
                  <a:lnTo>
                    <a:pt x="6790546" y="2810004"/>
                  </a:lnTo>
                  <a:lnTo>
                    <a:pt x="6794825" y="2841214"/>
                  </a:lnTo>
                  <a:lnTo>
                    <a:pt x="6799104" y="2840892"/>
                  </a:lnTo>
                  <a:lnTo>
                    <a:pt x="6803383" y="2853448"/>
                  </a:lnTo>
                  <a:lnTo>
                    <a:pt x="6807662" y="2859489"/>
                  </a:lnTo>
                  <a:lnTo>
                    <a:pt x="6811941" y="2846780"/>
                  </a:lnTo>
                  <a:lnTo>
                    <a:pt x="6816219" y="2850851"/>
                  </a:lnTo>
                  <a:lnTo>
                    <a:pt x="6820498" y="2852033"/>
                  </a:lnTo>
                  <a:lnTo>
                    <a:pt x="6824777" y="2851232"/>
                  </a:lnTo>
                  <a:lnTo>
                    <a:pt x="6829056" y="2862803"/>
                  </a:lnTo>
                  <a:lnTo>
                    <a:pt x="6833335" y="2839878"/>
                  </a:lnTo>
                  <a:lnTo>
                    <a:pt x="6837614" y="2843765"/>
                  </a:lnTo>
                  <a:lnTo>
                    <a:pt x="6841893" y="2829892"/>
                  </a:lnTo>
                  <a:lnTo>
                    <a:pt x="6846172" y="2810867"/>
                  </a:lnTo>
                  <a:lnTo>
                    <a:pt x="6850451" y="2791526"/>
                  </a:lnTo>
                  <a:lnTo>
                    <a:pt x="6854730" y="2764322"/>
                  </a:lnTo>
                  <a:lnTo>
                    <a:pt x="6859009" y="2755768"/>
                  </a:lnTo>
                  <a:lnTo>
                    <a:pt x="6863288" y="2752406"/>
                  </a:lnTo>
                  <a:lnTo>
                    <a:pt x="6867567" y="2721374"/>
                  </a:lnTo>
                  <a:lnTo>
                    <a:pt x="6871845" y="2731790"/>
                  </a:lnTo>
                  <a:lnTo>
                    <a:pt x="6876124" y="2697289"/>
                  </a:lnTo>
                  <a:lnTo>
                    <a:pt x="6880403" y="2711539"/>
                  </a:lnTo>
                  <a:lnTo>
                    <a:pt x="6884682" y="2713548"/>
                  </a:lnTo>
                  <a:lnTo>
                    <a:pt x="6888961" y="2686965"/>
                  </a:lnTo>
                  <a:lnTo>
                    <a:pt x="6893240" y="2726066"/>
                  </a:lnTo>
                  <a:lnTo>
                    <a:pt x="6897519" y="2730352"/>
                  </a:lnTo>
                  <a:lnTo>
                    <a:pt x="6901798" y="2778695"/>
                  </a:lnTo>
                  <a:lnTo>
                    <a:pt x="6906077" y="2785018"/>
                  </a:lnTo>
                  <a:lnTo>
                    <a:pt x="6910356" y="2778818"/>
                  </a:lnTo>
                  <a:lnTo>
                    <a:pt x="6914635" y="2797152"/>
                  </a:lnTo>
                  <a:lnTo>
                    <a:pt x="6918914" y="2773290"/>
                  </a:lnTo>
                  <a:lnTo>
                    <a:pt x="6923192" y="2749450"/>
                  </a:lnTo>
                  <a:lnTo>
                    <a:pt x="6927471" y="2742796"/>
                  </a:lnTo>
                  <a:lnTo>
                    <a:pt x="6931750" y="2754301"/>
                  </a:lnTo>
                  <a:lnTo>
                    <a:pt x="6936029" y="2742785"/>
                  </a:lnTo>
                  <a:lnTo>
                    <a:pt x="6940308" y="2681433"/>
                  </a:lnTo>
                  <a:lnTo>
                    <a:pt x="6944587" y="2587677"/>
                  </a:lnTo>
                  <a:lnTo>
                    <a:pt x="6948866" y="2582932"/>
                  </a:lnTo>
                  <a:lnTo>
                    <a:pt x="6953145" y="2662743"/>
                  </a:lnTo>
                  <a:lnTo>
                    <a:pt x="6957424" y="2670138"/>
                  </a:lnTo>
                  <a:lnTo>
                    <a:pt x="6961703" y="2696317"/>
                  </a:lnTo>
                  <a:lnTo>
                    <a:pt x="6965982" y="2683385"/>
                  </a:lnTo>
                  <a:lnTo>
                    <a:pt x="6970261" y="2714756"/>
                  </a:lnTo>
                  <a:lnTo>
                    <a:pt x="6974540" y="2759248"/>
                  </a:lnTo>
                  <a:lnTo>
                    <a:pt x="6978818" y="2752848"/>
                  </a:lnTo>
                  <a:lnTo>
                    <a:pt x="6983097" y="2714162"/>
                  </a:lnTo>
                  <a:lnTo>
                    <a:pt x="6987376" y="2662150"/>
                  </a:lnTo>
                  <a:lnTo>
                    <a:pt x="6991655" y="2646921"/>
                  </a:lnTo>
                  <a:lnTo>
                    <a:pt x="6995934" y="2636706"/>
                  </a:lnTo>
                  <a:lnTo>
                    <a:pt x="7000213" y="2655986"/>
                  </a:lnTo>
                  <a:lnTo>
                    <a:pt x="7004492" y="2661605"/>
                  </a:lnTo>
                  <a:lnTo>
                    <a:pt x="7008771" y="2681030"/>
                  </a:lnTo>
                  <a:lnTo>
                    <a:pt x="7013050" y="2739737"/>
                  </a:lnTo>
                  <a:lnTo>
                    <a:pt x="7017329" y="2704387"/>
                  </a:lnTo>
                  <a:lnTo>
                    <a:pt x="7021608" y="2623454"/>
                  </a:lnTo>
                  <a:lnTo>
                    <a:pt x="7025887" y="2657316"/>
                  </a:lnTo>
                  <a:lnTo>
                    <a:pt x="7030165" y="2654045"/>
                  </a:lnTo>
                  <a:lnTo>
                    <a:pt x="7034444" y="2727667"/>
                  </a:lnTo>
                  <a:lnTo>
                    <a:pt x="7038723" y="2711905"/>
                  </a:lnTo>
                  <a:lnTo>
                    <a:pt x="7043002" y="2733479"/>
                  </a:lnTo>
                  <a:lnTo>
                    <a:pt x="7047281" y="2782611"/>
                  </a:lnTo>
                  <a:lnTo>
                    <a:pt x="7051560" y="2772196"/>
                  </a:lnTo>
                  <a:lnTo>
                    <a:pt x="7055839" y="2797122"/>
                  </a:lnTo>
                  <a:lnTo>
                    <a:pt x="7060118" y="2769485"/>
                  </a:lnTo>
                  <a:lnTo>
                    <a:pt x="7064397" y="2749693"/>
                  </a:lnTo>
                  <a:lnTo>
                    <a:pt x="7068676" y="2721013"/>
                  </a:lnTo>
                  <a:lnTo>
                    <a:pt x="7072955" y="2723792"/>
                  </a:lnTo>
                  <a:lnTo>
                    <a:pt x="7077234" y="2757413"/>
                  </a:lnTo>
                  <a:lnTo>
                    <a:pt x="7081513" y="2751541"/>
                  </a:lnTo>
                  <a:lnTo>
                    <a:pt x="7085791" y="2773013"/>
                  </a:lnTo>
                  <a:lnTo>
                    <a:pt x="7090070" y="2748914"/>
                  </a:lnTo>
                  <a:lnTo>
                    <a:pt x="7094349" y="2752328"/>
                  </a:lnTo>
                  <a:lnTo>
                    <a:pt x="7098628" y="2766842"/>
                  </a:lnTo>
                  <a:lnTo>
                    <a:pt x="7102907" y="2787424"/>
                  </a:lnTo>
                  <a:lnTo>
                    <a:pt x="7107186" y="2781197"/>
                  </a:lnTo>
                  <a:lnTo>
                    <a:pt x="7111465" y="2794675"/>
                  </a:lnTo>
                  <a:lnTo>
                    <a:pt x="7115744" y="2832189"/>
                  </a:lnTo>
                  <a:lnTo>
                    <a:pt x="7120023" y="2829942"/>
                  </a:lnTo>
                  <a:lnTo>
                    <a:pt x="7124302" y="2833361"/>
                  </a:lnTo>
                  <a:lnTo>
                    <a:pt x="7128581" y="2842046"/>
                  </a:lnTo>
                  <a:lnTo>
                    <a:pt x="7132860" y="2814714"/>
                  </a:lnTo>
                  <a:lnTo>
                    <a:pt x="7137138" y="2839222"/>
                  </a:lnTo>
                  <a:lnTo>
                    <a:pt x="7141417" y="2800489"/>
                  </a:lnTo>
                  <a:lnTo>
                    <a:pt x="7145696" y="2802591"/>
                  </a:lnTo>
                  <a:lnTo>
                    <a:pt x="7149975" y="2745555"/>
                  </a:lnTo>
                  <a:lnTo>
                    <a:pt x="7154254" y="2738632"/>
                  </a:lnTo>
                  <a:lnTo>
                    <a:pt x="7158533" y="2774957"/>
                  </a:lnTo>
                  <a:lnTo>
                    <a:pt x="7162812" y="2776747"/>
                  </a:lnTo>
                  <a:lnTo>
                    <a:pt x="7167091" y="2809879"/>
                  </a:lnTo>
                  <a:lnTo>
                    <a:pt x="7171370" y="2813216"/>
                  </a:lnTo>
                  <a:lnTo>
                    <a:pt x="7175649" y="2797046"/>
                  </a:lnTo>
                  <a:lnTo>
                    <a:pt x="7179928" y="2824215"/>
                  </a:lnTo>
                  <a:lnTo>
                    <a:pt x="7184207" y="2841404"/>
                  </a:lnTo>
                  <a:lnTo>
                    <a:pt x="7188486" y="2823981"/>
                  </a:lnTo>
                  <a:lnTo>
                    <a:pt x="7192764" y="2841307"/>
                  </a:lnTo>
                  <a:lnTo>
                    <a:pt x="7197043" y="2833240"/>
                  </a:lnTo>
                  <a:lnTo>
                    <a:pt x="7201322" y="2836342"/>
                  </a:lnTo>
                  <a:lnTo>
                    <a:pt x="7205601" y="2829899"/>
                  </a:lnTo>
                  <a:lnTo>
                    <a:pt x="7209880" y="2802852"/>
                  </a:lnTo>
                  <a:lnTo>
                    <a:pt x="7214159" y="2820814"/>
                  </a:lnTo>
                  <a:lnTo>
                    <a:pt x="7218438" y="2798412"/>
                  </a:lnTo>
                  <a:lnTo>
                    <a:pt x="7222717" y="2819399"/>
                  </a:lnTo>
                  <a:lnTo>
                    <a:pt x="7226996" y="2767177"/>
                  </a:lnTo>
                  <a:lnTo>
                    <a:pt x="7231275" y="2764922"/>
                  </a:lnTo>
                  <a:lnTo>
                    <a:pt x="7235554" y="2766649"/>
                  </a:lnTo>
                  <a:lnTo>
                    <a:pt x="7239833" y="2783042"/>
                  </a:lnTo>
                  <a:lnTo>
                    <a:pt x="7244111" y="2805454"/>
                  </a:lnTo>
                  <a:lnTo>
                    <a:pt x="7248390" y="2758111"/>
                  </a:lnTo>
                  <a:lnTo>
                    <a:pt x="7252669" y="2805391"/>
                  </a:lnTo>
                  <a:lnTo>
                    <a:pt x="7256948" y="2770911"/>
                  </a:lnTo>
                  <a:lnTo>
                    <a:pt x="7261227" y="2748540"/>
                  </a:lnTo>
                  <a:lnTo>
                    <a:pt x="7265506" y="2735079"/>
                  </a:lnTo>
                  <a:lnTo>
                    <a:pt x="7269785" y="2733171"/>
                  </a:lnTo>
                  <a:lnTo>
                    <a:pt x="7274064" y="2784289"/>
                  </a:lnTo>
                  <a:lnTo>
                    <a:pt x="7278343" y="2767179"/>
                  </a:lnTo>
                  <a:lnTo>
                    <a:pt x="7282622" y="2773042"/>
                  </a:lnTo>
                  <a:lnTo>
                    <a:pt x="7286901" y="2708275"/>
                  </a:lnTo>
                  <a:lnTo>
                    <a:pt x="7291180" y="2676716"/>
                  </a:lnTo>
                  <a:lnTo>
                    <a:pt x="7295459" y="2643257"/>
                  </a:lnTo>
                  <a:lnTo>
                    <a:pt x="7299737" y="2638306"/>
                  </a:lnTo>
                  <a:lnTo>
                    <a:pt x="7304016" y="2702952"/>
                  </a:lnTo>
                  <a:lnTo>
                    <a:pt x="7308295" y="2695385"/>
                  </a:lnTo>
                  <a:lnTo>
                    <a:pt x="7312574" y="2753885"/>
                  </a:lnTo>
                  <a:lnTo>
                    <a:pt x="7316853" y="2735476"/>
                  </a:lnTo>
                  <a:lnTo>
                    <a:pt x="7321132" y="2726166"/>
                  </a:lnTo>
                  <a:lnTo>
                    <a:pt x="7325411" y="2697313"/>
                  </a:lnTo>
                  <a:lnTo>
                    <a:pt x="7329690" y="2737885"/>
                  </a:lnTo>
                  <a:lnTo>
                    <a:pt x="7333969" y="2785777"/>
                  </a:lnTo>
                  <a:lnTo>
                    <a:pt x="7338248" y="2775533"/>
                  </a:lnTo>
                  <a:lnTo>
                    <a:pt x="7342527" y="2802023"/>
                  </a:lnTo>
                  <a:lnTo>
                    <a:pt x="7346806" y="2759624"/>
                  </a:lnTo>
                  <a:lnTo>
                    <a:pt x="7351084" y="2708805"/>
                  </a:lnTo>
                  <a:lnTo>
                    <a:pt x="7355363" y="2679507"/>
                  </a:lnTo>
                  <a:lnTo>
                    <a:pt x="7359642" y="2624923"/>
                  </a:lnTo>
                  <a:lnTo>
                    <a:pt x="7363921" y="2653712"/>
                  </a:lnTo>
                  <a:lnTo>
                    <a:pt x="7368200" y="2698601"/>
                  </a:lnTo>
                  <a:lnTo>
                    <a:pt x="7372479" y="2742823"/>
                  </a:lnTo>
                  <a:lnTo>
                    <a:pt x="7376758" y="2724294"/>
                  </a:lnTo>
                  <a:lnTo>
                    <a:pt x="7381037" y="2678331"/>
                  </a:lnTo>
                  <a:lnTo>
                    <a:pt x="7385316" y="2627221"/>
                  </a:lnTo>
                  <a:lnTo>
                    <a:pt x="7389595" y="2632728"/>
                  </a:lnTo>
                  <a:lnTo>
                    <a:pt x="7393874" y="2665516"/>
                  </a:lnTo>
                  <a:lnTo>
                    <a:pt x="7398153" y="2682109"/>
                  </a:lnTo>
                  <a:lnTo>
                    <a:pt x="7402432" y="2669398"/>
                  </a:lnTo>
                  <a:lnTo>
                    <a:pt x="7406710" y="2712054"/>
                  </a:lnTo>
                  <a:lnTo>
                    <a:pt x="7410989" y="2734960"/>
                  </a:lnTo>
                  <a:lnTo>
                    <a:pt x="7415268" y="2727672"/>
                  </a:lnTo>
                  <a:lnTo>
                    <a:pt x="7419547" y="2746237"/>
                  </a:lnTo>
                  <a:lnTo>
                    <a:pt x="7423826" y="2766570"/>
                  </a:lnTo>
                  <a:lnTo>
                    <a:pt x="7428105" y="2789750"/>
                  </a:lnTo>
                  <a:lnTo>
                    <a:pt x="7432384" y="2803953"/>
                  </a:lnTo>
                  <a:lnTo>
                    <a:pt x="7436663" y="2799922"/>
                  </a:lnTo>
                  <a:lnTo>
                    <a:pt x="7440942" y="2793361"/>
                  </a:lnTo>
                  <a:lnTo>
                    <a:pt x="7445221" y="2751449"/>
                  </a:lnTo>
                  <a:lnTo>
                    <a:pt x="7449500" y="2719611"/>
                  </a:lnTo>
                  <a:lnTo>
                    <a:pt x="7453779" y="2712923"/>
                  </a:lnTo>
                  <a:lnTo>
                    <a:pt x="7458057" y="2774407"/>
                  </a:lnTo>
                  <a:lnTo>
                    <a:pt x="7462336" y="2800154"/>
                  </a:lnTo>
                  <a:lnTo>
                    <a:pt x="7466615" y="2758039"/>
                  </a:lnTo>
                  <a:lnTo>
                    <a:pt x="7470894" y="2758198"/>
                  </a:lnTo>
                  <a:lnTo>
                    <a:pt x="7475173" y="2779774"/>
                  </a:lnTo>
                  <a:lnTo>
                    <a:pt x="7479452" y="2728388"/>
                  </a:lnTo>
                  <a:lnTo>
                    <a:pt x="7483731" y="2700225"/>
                  </a:lnTo>
                  <a:lnTo>
                    <a:pt x="7488010" y="2753557"/>
                  </a:lnTo>
                  <a:lnTo>
                    <a:pt x="7492289" y="2777417"/>
                  </a:lnTo>
                  <a:lnTo>
                    <a:pt x="7496568" y="2781986"/>
                  </a:lnTo>
                  <a:lnTo>
                    <a:pt x="7500847" y="2746670"/>
                  </a:lnTo>
                  <a:lnTo>
                    <a:pt x="7505126" y="2717869"/>
                  </a:lnTo>
                  <a:lnTo>
                    <a:pt x="7509405" y="2665609"/>
                  </a:lnTo>
                  <a:lnTo>
                    <a:pt x="7513683" y="2710469"/>
                  </a:lnTo>
                  <a:lnTo>
                    <a:pt x="7517962" y="2709128"/>
                  </a:lnTo>
                  <a:lnTo>
                    <a:pt x="7522241" y="2734428"/>
                  </a:lnTo>
                  <a:lnTo>
                    <a:pt x="7526520" y="2726435"/>
                  </a:lnTo>
                  <a:lnTo>
                    <a:pt x="7530799" y="2743442"/>
                  </a:lnTo>
                  <a:lnTo>
                    <a:pt x="7535078" y="2770452"/>
                  </a:lnTo>
                  <a:lnTo>
                    <a:pt x="7539357" y="2765211"/>
                  </a:lnTo>
                  <a:lnTo>
                    <a:pt x="7543636" y="2768272"/>
                  </a:lnTo>
                  <a:lnTo>
                    <a:pt x="7547915" y="2752703"/>
                  </a:lnTo>
                  <a:lnTo>
                    <a:pt x="7552194" y="2813946"/>
                  </a:lnTo>
                  <a:lnTo>
                    <a:pt x="7556473" y="2842066"/>
                  </a:lnTo>
                  <a:lnTo>
                    <a:pt x="7560752" y="2814772"/>
                  </a:lnTo>
                  <a:lnTo>
                    <a:pt x="7565030" y="2803965"/>
                  </a:lnTo>
                  <a:lnTo>
                    <a:pt x="7569309" y="2812221"/>
                  </a:lnTo>
                  <a:lnTo>
                    <a:pt x="7573588" y="2818435"/>
                  </a:lnTo>
                  <a:lnTo>
                    <a:pt x="7577867" y="2845023"/>
                  </a:lnTo>
                  <a:lnTo>
                    <a:pt x="7577867" y="28450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444934" y="3483775"/>
              <a:ext cx="8553560" cy="2895674"/>
            </a:xfrm>
            <a:custGeom>
              <a:avLst/>
              <a:pathLst>
                <a:path w="8553560" h="2895674">
                  <a:moveTo>
                    <a:pt x="0" y="2867252"/>
                  </a:moveTo>
                  <a:lnTo>
                    <a:pt x="4278" y="2883776"/>
                  </a:lnTo>
                  <a:lnTo>
                    <a:pt x="8557" y="2895674"/>
                  </a:lnTo>
                  <a:lnTo>
                    <a:pt x="12836" y="2895674"/>
                  </a:lnTo>
                  <a:lnTo>
                    <a:pt x="17115" y="2892639"/>
                  </a:lnTo>
                  <a:lnTo>
                    <a:pt x="21394" y="2895674"/>
                  </a:lnTo>
                  <a:lnTo>
                    <a:pt x="25673" y="2895674"/>
                  </a:lnTo>
                  <a:lnTo>
                    <a:pt x="29952" y="2895674"/>
                  </a:lnTo>
                  <a:lnTo>
                    <a:pt x="34231" y="2895674"/>
                  </a:lnTo>
                  <a:lnTo>
                    <a:pt x="38510" y="2895674"/>
                  </a:lnTo>
                  <a:lnTo>
                    <a:pt x="42789" y="2895674"/>
                  </a:lnTo>
                  <a:lnTo>
                    <a:pt x="47068" y="2895674"/>
                  </a:lnTo>
                  <a:lnTo>
                    <a:pt x="51347" y="2895674"/>
                  </a:lnTo>
                  <a:lnTo>
                    <a:pt x="55625" y="2895674"/>
                  </a:lnTo>
                  <a:lnTo>
                    <a:pt x="59904" y="2887326"/>
                  </a:lnTo>
                  <a:lnTo>
                    <a:pt x="64183" y="2886230"/>
                  </a:lnTo>
                  <a:lnTo>
                    <a:pt x="68462" y="2884771"/>
                  </a:lnTo>
                  <a:lnTo>
                    <a:pt x="72741" y="2894045"/>
                  </a:lnTo>
                  <a:lnTo>
                    <a:pt x="77020" y="2895674"/>
                  </a:lnTo>
                  <a:lnTo>
                    <a:pt x="81299" y="2867127"/>
                  </a:lnTo>
                  <a:lnTo>
                    <a:pt x="85578" y="2887567"/>
                  </a:lnTo>
                  <a:lnTo>
                    <a:pt x="89857" y="2884031"/>
                  </a:lnTo>
                  <a:lnTo>
                    <a:pt x="94136" y="2858708"/>
                  </a:lnTo>
                  <a:lnTo>
                    <a:pt x="98415" y="2827239"/>
                  </a:lnTo>
                  <a:lnTo>
                    <a:pt x="102694" y="2799018"/>
                  </a:lnTo>
                  <a:lnTo>
                    <a:pt x="106972" y="2826020"/>
                  </a:lnTo>
                  <a:lnTo>
                    <a:pt x="111251" y="2836788"/>
                  </a:lnTo>
                  <a:lnTo>
                    <a:pt x="115530" y="2827510"/>
                  </a:lnTo>
                  <a:lnTo>
                    <a:pt x="119809" y="2834034"/>
                  </a:lnTo>
                  <a:lnTo>
                    <a:pt x="124088" y="2834448"/>
                  </a:lnTo>
                  <a:lnTo>
                    <a:pt x="128367" y="2833421"/>
                  </a:lnTo>
                  <a:lnTo>
                    <a:pt x="132646" y="2787801"/>
                  </a:lnTo>
                  <a:lnTo>
                    <a:pt x="136925" y="2762288"/>
                  </a:lnTo>
                  <a:lnTo>
                    <a:pt x="141204" y="2784610"/>
                  </a:lnTo>
                  <a:lnTo>
                    <a:pt x="145483" y="2794466"/>
                  </a:lnTo>
                  <a:lnTo>
                    <a:pt x="149762" y="2811727"/>
                  </a:lnTo>
                  <a:lnTo>
                    <a:pt x="154041" y="2797912"/>
                  </a:lnTo>
                  <a:lnTo>
                    <a:pt x="158320" y="2836532"/>
                  </a:lnTo>
                  <a:lnTo>
                    <a:pt x="162598" y="2847541"/>
                  </a:lnTo>
                  <a:lnTo>
                    <a:pt x="166877" y="2862859"/>
                  </a:lnTo>
                  <a:lnTo>
                    <a:pt x="171156" y="2879273"/>
                  </a:lnTo>
                  <a:lnTo>
                    <a:pt x="175435" y="2887849"/>
                  </a:lnTo>
                  <a:lnTo>
                    <a:pt x="179714" y="2891599"/>
                  </a:lnTo>
                  <a:lnTo>
                    <a:pt x="183993" y="2873823"/>
                  </a:lnTo>
                  <a:lnTo>
                    <a:pt x="188272" y="2895674"/>
                  </a:lnTo>
                  <a:lnTo>
                    <a:pt x="192551" y="2895674"/>
                  </a:lnTo>
                  <a:lnTo>
                    <a:pt x="196830" y="2895674"/>
                  </a:lnTo>
                  <a:lnTo>
                    <a:pt x="201109" y="2879724"/>
                  </a:lnTo>
                  <a:lnTo>
                    <a:pt x="205388" y="2872990"/>
                  </a:lnTo>
                  <a:lnTo>
                    <a:pt x="209667" y="2865602"/>
                  </a:lnTo>
                  <a:lnTo>
                    <a:pt x="213945" y="2853711"/>
                  </a:lnTo>
                  <a:lnTo>
                    <a:pt x="218224" y="2826597"/>
                  </a:lnTo>
                  <a:lnTo>
                    <a:pt x="222503" y="2821022"/>
                  </a:lnTo>
                  <a:lnTo>
                    <a:pt x="226782" y="2839373"/>
                  </a:lnTo>
                  <a:lnTo>
                    <a:pt x="231061" y="2856141"/>
                  </a:lnTo>
                  <a:lnTo>
                    <a:pt x="235340" y="2878239"/>
                  </a:lnTo>
                  <a:lnTo>
                    <a:pt x="239619" y="2871604"/>
                  </a:lnTo>
                  <a:lnTo>
                    <a:pt x="243898" y="2846264"/>
                  </a:lnTo>
                  <a:lnTo>
                    <a:pt x="248177" y="2895674"/>
                  </a:lnTo>
                  <a:lnTo>
                    <a:pt x="252456" y="2885071"/>
                  </a:lnTo>
                  <a:lnTo>
                    <a:pt x="256735" y="2861544"/>
                  </a:lnTo>
                  <a:lnTo>
                    <a:pt x="261014" y="2861618"/>
                  </a:lnTo>
                  <a:lnTo>
                    <a:pt x="265293" y="2839861"/>
                  </a:lnTo>
                  <a:lnTo>
                    <a:pt x="269571" y="2853335"/>
                  </a:lnTo>
                  <a:lnTo>
                    <a:pt x="273850" y="2858656"/>
                  </a:lnTo>
                  <a:lnTo>
                    <a:pt x="278129" y="2835837"/>
                  </a:lnTo>
                  <a:lnTo>
                    <a:pt x="282408" y="2845296"/>
                  </a:lnTo>
                  <a:lnTo>
                    <a:pt x="286687" y="2812189"/>
                  </a:lnTo>
                  <a:lnTo>
                    <a:pt x="290966" y="2775124"/>
                  </a:lnTo>
                  <a:lnTo>
                    <a:pt x="295245" y="2711212"/>
                  </a:lnTo>
                  <a:lnTo>
                    <a:pt x="299524" y="2723459"/>
                  </a:lnTo>
                  <a:lnTo>
                    <a:pt x="303803" y="2778085"/>
                  </a:lnTo>
                  <a:lnTo>
                    <a:pt x="308082" y="2766958"/>
                  </a:lnTo>
                  <a:lnTo>
                    <a:pt x="312361" y="2763522"/>
                  </a:lnTo>
                  <a:lnTo>
                    <a:pt x="316640" y="2784943"/>
                  </a:lnTo>
                  <a:lnTo>
                    <a:pt x="320918" y="2829865"/>
                  </a:lnTo>
                  <a:lnTo>
                    <a:pt x="325197" y="2847213"/>
                  </a:lnTo>
                  <a:lnTo>
                    <a:pt x="329476" y="2817745"/>
                  </a:lnTo>
                  <a:lnTo>
                    <a:pt x="333755" y="2849840"/>
                  </a:lnTo>
                  <a:lnTo>
                    <a:pt x="338034" y="2851551"/>
                  </a:lnTo>
                  <a:lnTo>
                    <a:pt x="342313" y="2895611"/>
                  </a:lnTo>
                  <a:lnTo>
                    <a:pt x="346592" y="2880755"/>
                  </a:lnTo>
                  <a:lnTo>
                    <a:pt x="350871" y="2895674"/>
                  </a:lnTo>
                  <a:lnTo>
                    <a:pt x="355150" y="2895674"/>
                  </a:lnTo>
                  <a:lnTo>
                    <a:pt x="359429" y="2895674"/>
                  </a:lnTo>
                  <a:lnTo>
                    <a:pt x="363708" y="2895674"/>
                  </a:lnTo>
                  <a:lnTo>
                    <a:pt x="367987" y="2895674"/>
                  </a:lnTo>
                  <a:lnTo>
                    <a:pt x="372266" y="2893582"/>
                  </a:lnTo>
                  <a:lnTo>
                    <a:pt x="376544" y="2872558"/>
                  </a:lnTo>
                  <a:lnTo>
                    <a:pt x="380823" y="2848935"/>
                  </a:lnTo>
                  <a:lnTo>
                    <a:pt x="385102" y="2846189"/>
                  </a:lnTo>
                  <a:lnTo>
                    <a:pt x="389381" y="2867742"/>
                  </a:lnTo>
                  <a:lnTo>
                    <a:pt x="393660" y="2884351"/>
                  </a:lnTo>
                  <a:lnTo>
                    <a:pt x="397939" y="2852191"/>
                  </a:lnTo>
                  <a:lnTo>
                    <a:pt x="402218" y="2851256"/>
                  </a:lnTo>
                  <a:lnTo>
                    <a:pt x="406497" y="2876894"/>
                  </a:lnTo>
                  <a:lnTo>
                    <a:pt x="410776" y="2895674"/>
                  </a:lnTo>
                  <a:lnTo>
                    <a:pt x="415055" y="2883128"/>
                  </a:lnTo>
                  <a:lnTo>
                    <a:pt x="419334" y="2852556"/>
                  </a:lnTo>
                  <a:lnTo>
                    <a:pt x="423613" y="2883998"/>
                  </a:lnTo>
                  <a:lnTo>
                    <a:pt x="427891" y="2895674"/>
                  </a:lnTo>
                  <a:lnTo>
                    <a:pt x="432170" y="2895674"/>
                  </a:lnTo>
                  <a:lnTo>
                    <a:pt x="436449" y="2895674"/>
                  </a:lnTo>
                  <a:lnTo>
                    <a:pt x="440728" y="2885040"/>
                  </a:lnTo>
                  <a:lnTo>
                    <a:pt x="445007" y="2895674"/>
                  </a:lnTo>
                  <a:lnTo>
                    <a:pt x="449286" y="2877139"/>
                  </a:lnTo>
                  <a:lnTo>
                    <a:pt x="453565" y="2850302"/>
                  </a:lnTo>
                  <a:lnTo>
                    <a:pt x="457844" y="2840069"/>
                  </a:lnTo>
                  <a:lnTo>
                    <a:pt x="462123" y="2888166"/>
                  </a:lnTo>
                  <a:lnTo>
                    <a:pt x="466402" y="2881413"/>
                  </a:lnTo>
                  <a:lnTo>
                    <a:pt x="470681" y="2832016"/>
                  </a:lnTo>
                  <a:lnTo>
                    <a:pt x="474960" y="2814247"/>
                  </a:lnTo>
                  <a:lnTo>
                    <a:pt x="479239" y="2808820"/>
                  </a:lnTo>
                  <a:lnTo>
                    <a:pt x="483517" y="2895674"/>
                  </a:lnTo>
                  <a:lnTo>
                    <a:pt x="487796" y="2895674"/>
                  </a:lnTo>
                  <a:lnTo>
                    <a:pt x="492075" y="2862362"/>
                  </a:lnTo>
                  <a:lnTo>
                    <a:pt x="496354" y="2868829"/>
                  </a:lnTo>
                  <a:lnTo>
                    <a:pt x="500633" y="2867886"/>
                  </a:lnTo>
                  <a:lnTo>
                    <a:pt x="504912" y="2880992"/>
                  </a:lnTo>
                  <a:lnTo>
                    <a:pt x="509191" y="2860714"/>
                  </a:lnTo>
                  <a:lnTo>
                    <a:pt x="513470" y="2833856"/>
                  </a:lnTo>
                  <a:lnTo>
                    <a:pt x="517749" y="2857525"/>
                  </a:lnTo>
                  <a:lnTo>
                    <a:pt x="522028" y="2876285"/>
                  </a:lnTo>
                  <a:lnTo>
                    <a:pt x="526307" y="2894567"/>
                  </a:lnTo>
                  <a:lnTo>
                    <a:pt x="530586" y="2895674"/>
                  </a:lnTo>
                  <a:lnTo>
                    <a:pt x="534864" y="2894857"/>
                  </a:lnTo>
                  <a:lnTo>
                    <a:pt x="539143" y="2852071"/>
                  </a:lnTo>
                  <a:lnTo>
                    <a:pt x="543422" y="2874181"/>
                  </a:lnTo>
                  <a:lnTo>
                    <a:pt x="547701" y="2841628"/>
                  </a:lnTo>
                  <a:lnTo>
                    <a:pt x="551980" y="2797519"/>
                  </a:lnTo>
                  <a:lnTo>
                    <a:pt x="556259" y="2788285"/>
                  </a:lnTo>
                  <a:lnTo>
                    <a:pt x="560538" y="2776321"/>
                  </a:lnTo>
                  <a:lnTo>
                    <a:pt x="564817" y="2807943"/>
                  </a:lnTo>
                  <a:lnTo>
                    <a:pt x="569096" y="2791864"/>
                  </a:lnTo>
                  <a:lnTo>
                    <a:pt x="573375" y="2805405"/>
                  </a:lnTo>
                  <a:lnTo>
                    <a:pt x="577654" y="2795162"/>
                  </a:lnTo>
                  <a:lnTo>
                    <a:pt x="581933" y="2809310"/>
                  </a:lnTo>
                  <a:lnTo>
                    <a:pt x="586212" y="2835929"/>
                  </a:lnTo>
                  <a:lnTo>
                    <a:pt x="590490" y="2873319"/>
                  </a:lnTo>
                  <a:lnTo>
                    <a:pt x="594769" y="2883615"/>
                  </a:lnTo>
                  <a:lnTo>
                    <a:pt x="599048" y="2861538"/>
                  </a:lnTo>
                  <a:lnTo>
                    <a:pt x="603327" y="2885095"/>
                  </a:lnTo>
                  <a:lnTo>
                    <a:pt x="607606" y="2884877"/>
                  </a:lnTo>
                  <a:lnTo>
                    <a:pt x="611885" y="2895674"/>
                  </a:lnTo>
                  <a:lnTo>
                    <a:pt x="616164" y="2895674"/>
                  </a:lnTo>
                  <a:lnTo>
                    <a:pt x="620443" y="2895674"/>
                  </a:lnTo>
                  <a:lnTo>
                    <a:pt x="624722" y="2895674"/>
                  </a:lnTo>
                  <a:lnTo>
                    <a:pt x="629001" y="2895674"/>
                  </a:lnTo>
                  <a:lnTo>
                    <a:pt x="633280" y="2873811"/>
                  </a:lnTo>
                  <a:lnTo>
                    <a:pt x="637559" y="2870391"/>
                  </a:lnTo>
                  <a:lnTo>
                    <a:pt x="641837" y="2826622"/>
                  </a:lnTo>
                  <a:lnTo>
                    <a:pt x="646116" y="2838929"/>
                  </a:lnTo>
                  <a:lnTo>
                    <a:pt x="650395" y="2883254"/>
                  </a:lnTo>
                  <a:lnTo>
                    <a:pt x="654674" y="2824797"/>
                  </a:lnTo>
                  <a:lnTo>
                    <a:pt x="658953" y="2840976"/>
                  </a:lnTo>
                  <a:lnTo>
                    <a:pt x="663232" y="2817979"/>
                  </a:lnTo>
                  <a:lnTo>
                    <a:pt x="667511" y="2822089"/>
                  </a:lnTo>
                  <a:lnTo>
                    <a:pt x="671790" y="2792235"/>
                  </a:lnTo>
                  <a:lnTo>
                    <a:pt x="676069" y="2804945"/>
                  </a:lnTo>
                  <a:lnTo>
                    <a:pt x="680348" y="2827016"/>
                  </a:lnTo>
                  <a:lnTo>
                    <a:pt x="684627" y="2820602"/>
                  </a:lnTo>
                  <a:lnTo>
                    <a:pt x="688906" y="2836194"/>
                  </a:lnTo>
                  <a:lnTo>
                    <a:pt x="693185" y="2798099"/>
                  </a:lnTo>
                  <a:lnTo>
                    <a:pt x="697463" y="2824812"/>
                  </a:lnTo>
                  <a:lnTo>
                    <a:pt x="701742" y="2836482"/>
                  </a:lnTo>
                  <a:lnTo>
                    <a:pt x="706021" y="2850471"/>
                  </a:lnTo>
                  <a:lnTo>
                    <a:pt x="710300" y="2873128"/>
                  </a:lnTo>
                  <a:lnTo>
                    <a:pt x="714579" y="2842766"/>
                  </a:lnTo>
                  <a:lnTo>
                    <a:pt x="718858" y="2863748"/>
                  </a:lnTo>
                  <a:lnTo>
                    <a:pt x="723137" y="2872163"/>
                  </a:lnTo>
                  <a:lnTo>
                    <a:pt x="727416" y="2886214"/>
                  </a:lnTo>
                  <a:lnTo>
                    <a:pt x="731695" y="2856405"/>
                  </a:lnTo>
                  <a:lnTo>
                    <a:pt x="735974" y="2825222"/>
                  </a:lnTo>
                  <a:lnTo>
                    <a:pt x="740253" y="2815943"/>
                  </a:lnTo>
                  <a:lnTo>
                    <a:pt x="744532" y="2798779"/>
                  </a:lnTo>
                  <a:lnTo>
                    <a:pt x="748810" y="2810176"/>
                  </a:lnTo>
                  <a:lnTo>
                    <a:pt x="753089" y="2804902"/>
                  </a:lnTo>
                  <a:lnTo>
                    <a:pt x="757368" y="2782713"/>
                  </a:lnTo>
                  <a:lnTo>
                    <a:pt x="761647" y="2767862"/>
                  </a:lnTo>
                  <a:lnTo>
                    <a:pt x="765926" y="2716653"/>
                  </a:lnTo>
                  <a:lnTo>
                    <a:pt x="770205" y="2685382"/>
                  </a:lnTo>
                  <a:lnTo>
                    <a:pt x="774484" y="2671273"/>
                  </a:lnTo>
                  <a:lnTo>
                    <a:pt x="778763" y="2633845"/>
                  </a:lnTo>
                  <a:lnTo>
                    <a:pt x="783042" y="2695127"/>
                  </a:lnTo>
                  <a:lnTo>
                    <a:pt x="787321" y="2711170"/>
                  </a:lnTo>
                  <a:lnTo>
                    <a:pt x="791600" y="2730785"/>
                  </a:lnTo>
                  <a:lnTo>
                    <a:pt x="795879" y="2794036"/>
                  </a:lnTo>
                  <a:lnTo>
                    <a:pt x="800158" y="2806363"/>
                  </a:lnTo>
                  <a:lnTo>
                    <a:pt x="804436" y="2830927"/>
                  </a:lnTo>
                  <a:lnTo>
                    <a:pt x="808715" y="2813317"/>
                  </a:lnTo>
                  <a:lnTo>
                    <a:pt x="812994" y="2787391"/>
                  </a:lnTo>
                  <a:lnTo>
                    <a:pt x="817273" y="2792828"/>
                  </a:lnTo>
                  <a:lnTo>
                    <a:pt x="821552" y="2794816"/>
                  </a:lnTo>
                  <a:lnTo>
                    <a:pt x="825831" y="2775717"/>
                  </a:lnTo>
                  <a:lnTo>
                    <a:pt x="830110" y="2804454"/>
                  </a:lnTo>
                  <a:lnTo>
                    <a:pt x="834389" y="2820598"/>
                  </a:lnTo>
                  <a:lnTo>
                    <a:pt x="838668" y="2825031"/>
                  </a:lnTo>
                  <a:lnTo>
                    <a:pt x="842947" y="2874338"/>
                  </a:lnTo>
                  <a:lnTo>
                    <a:pt x="847226" y="2840947"/>
                  </a:lnTo>
                  <a:lnTo>
                    <a:pt x="851505" y="2867941"/>
                  </a:lnTo>
                  <a:lnTo>
                    <a:pt x="855783" y="2871503"/>
                  </a:lnTo>
                  <a:lnTo>
                    <a:pt x="860062" y="2821870"/>
                  </a:lnTo>
                  <a:lnTo>
                    <a:pt x="864341" y="2860288"/>
                  </a:lnTo>
                  <a:lnTo>
                    <a:pt x="868620" y="2852728"/>
                  </a:lnTo>
                  <a:lnTo>
                    <a:pt x="872899" y="2840385"/>
                  </a:lnTo>
                  <a:lnTo>
                    <a:pt x="877178" y="2885397"/>
                  </a:lnTo>
                  <a:lnTo>
                    <a:pt x="881457" y="2885487"/>
                  </a:lnTo>
                  <a:lnTo>
                    <a:pt x="885736" y="2895674"/>
                  </a:lnTo>
                  <a:lnTo>
                    <a:pt x="890015" y="2895674"/>
                  </a:lnTo>
                  <a:lnTo>
                    <a:pt x="894294" y="2895674"/>
                  </a:lnTo>
                  <a:lnTo>
                    <a:pt x="898573" y="2895674"/>
                  </a:lnTo>
                  <a:lnTo>
                    <a:pt x="902852" y="2893242"/>
                  </a:lnTo>
                  <a:lnTo>
                    <a:pt x="907131" y="2880368"/>
                  </a:lnTo>
                  <a:lnTo>
                    <a:pt x="911409" y="2847221"/>
                  </a:lnTo>
                  <a:lnTo>
                    <a:pt x="915688" y="2876450"/>
                  </a:lnTo>
                  <a:lnTo>
                    <a:pt x="919967" y="2861133"/>
                  </a:lnTo>
                  <a:lnTo>
                    <a:pt x="924246" y="2862050"/>
                  </a:lnTo>
                  <a:lnTo>
                    <a:pt x="928525" y="2877609"/>
                  </a:lnTo>
                  <a:lnTo>
                    <a:pt x="932804" y="2895674"/>
                  </a:lnTo>
                  <a:lnTo>
                    <a:pt x="937083" y="2877747"/>
                  </a:lnTo>
                  <a:lnTo>
                    <a:pt x="941362" y="2887168"/>
                  </a:lnTo>
                  <a:lnTo>
                    <a:pt x="945641" y="2867007"/>
                  </a:lnTo>
                  <a:lnTo>
                    <a:pt x="949920" y="2880736"/>
                  </a:lnTo>
                  <a:lnTo>
                    <a:pt x="954199" y="2892156"/>
                  </a:lnTo>
                  <a:lnTo>
                    <a:pt x="958478" y="2895674"/>
                  </a:lnTo>
                  <a:lnTo>
                    <a:pt x="962756" y="2895674"/>
                  </a:lnTo>
                  <a:lnTo>
                    <a:pt x="967035" y="2895674"/>
                  </a:lnTo>
                  <a:lnTo>
                    <a:pt x="971314" y="2895674"/>
                  </a:lnTo>
                  <a:lnTo>
                    <a:pt x="975593" y="2895674"/>
                  </a:lnTo>
                  <a:lnTo>
                    <a:pt x="979872" y="2885412"/>
                  </a:lnTo>
                  <a:lnTo>
                    <a:pt x="984151" y="2841731"/>
                  </a:lnTo>
                  <a:lnTo>
                    <a:pt x="988430" y="2819264"/>
                  </a:lnTo>
                  <a:lnTo>
                    <a:pt x="992709" y="2783220"/>
                  </a:lnTo>
                  <a:lnTo>
                    <a:pt x="996988" y="2824455"/>
                  </a:lnTo>
                  <a:lnTo>
                    <a:pt x="1001267" y="2829183"/>
                  </a:lnTo>
                  <a:lnTo>
                    <a:pt x="1005546" y="2832933"/>
                  </a:lnTo>
                  <a:lnTo>
                    <a:pt x="1009825" y="2867212"/>
                  </a:lnTo>
                  <a:lnTo>
                    <a:pt x="1014104" y="2865491"/>
                  </a:lnTo>
                  <a:lnTo>
                    <a:pt x="1018382" y="2869396"/>
                  </a:lnTo>
                  <a:lnTo>
                    <a:pt x="1022661" y="2846814"/>
                  </a:lnTo>
                  <a:lnTo>
                    <a:pt x="1026940" y="2847934"/>
                  </a:lnTo>
                  <a:lnTo>
                    <a:pt x="1031219" y="2850721"/>
                  </a:lnTo>
                  <a:lnTo>
                    <a:pt x="1035498" y="2843284"/>
                  </a:lnTo>
                  <a:lnTo>
                    <a:pt x="1039777" y="2848767"/>
                  </a:lnTo>
                  <a:lnTo>
                    <a:pt x="1044056" y="2830766"/>
                  </a:lnTo>
                  <a:lnTo>
                    <a:pt x="1048335" y="2861347"/>
                  </a:lnTo>
                  <a:lnTo>
                    <a:pt x="1052614" y="2858398"/>
                  </a:lnTo>
                  <a:lnTo>
                    <a:pt x="1056893" y="2837329"/>
                  </a:lnTo>
                  <a:lnTo>
                    <a:pt x="1061172" y="2841054"/>
                  </a:lnTo>
                  <a:lnTo>
                    <a:pt x="1065451" y="2822487"/>
                  </a:lnTo>
                  <a:lnTo>
                    <a:pt x="1069729" y="2871976"/>
                  </a:lnTo>
                  <a:lnTo>
                    <a:pt x="1074008" y="2867261"/>
                  </a:lnTo>
                  <a:lnTo>
                    <a:pt x="1078287" y="2837611"/>
                  </a:lnTo>
                  <a:lnTo>
                    <a:pt x="1082566" y="2841081"/>
                  </a:lnTo>
                  <a:lnTo>
                    <a:pt x="1086845" y="2818722"/>
                  </a:lnTo>
                  <a:lnTo>
                    <a:pt x="1091124" y="2846502"/>
                  </a:lnTo>
                  <a:lnTo>
                    <a:pt x="1095403" y="2840511"/>
                  </a:lnTo>
                  <a:lnTo>
                    <a:pt x="1099682" y="2769405"/>
                  </a:lnTo>
                  <a:lnTo>
                    <a:pt x="1103961" y="2772405"/>
                  </a:lnTo>
                  <a:lnTo>
                    <a:pt x="1108240" y="2816565"/>
                  </a:lnTo>
                  <a:lnTo>
                    <a:pt x="1112519" y="2781254"/>
                  </a:lnTo>
                  <a:lnTo>
                    <a:pt x="1116798" y="2747201"/>
                  </a:lnTo>
                  <a:lnTo>
                    <a:pt x="1121077" y="2760951"/>
                  </a:lnTo>
                  <a:lnTo>
                    <a:pt x="1125355" y="2776243"/>
                  </a:lnTo>
                  <a:lnTo>
                    <a:pt x="1129634" y="2797680"/>
                  </a:lnTo>
                  <a:lnTo>
                    <a:pt x="1133913" y="2788368"/>
                  </a:lnTo>
                  <a:lnTo>
                    <a:pt x="1138192" y="2807430"/>
                  </a:lnTo>
                  <a:lnTo>
                    <a:pt x="1142471" y="2818339"/>
                  </a:lnTo>
                  <a:lnTo>
                    <a:pt x="1146750" y="2776541"/>
                  </a:lnTo>
                  <a:lnTo>
                    <a:pt x="1151029" y="2795306"/>
                  </a:lnTo>
                  <a:lnTo>
                    <a:pt x="1155308" y="2766319"/>
                  </a:lnTo>
                  <a:lnTo>
                    <a:pt x="1159587" y="2754581"/>
                  </a:lnTo>
                  <a:lnTo>
                    <a:pt x="1163866" y="2692873"/>
                  </a:lnTo>
                  <a:lnTo>
                    <a:pt x="1168145" y="2625563"/>
                  </a:lnTo>
                  <a:lnTo>
                    <a:pt x="1172424" y="2666895"/>
                  </a:lnTo>
                  <a:lnTo>
                    <a:pt x="1176702" y="2738722"/>
                  </a:lnTo>
                  <a:lnTo>
                    <a:pt x="1180981" y="2758984"/>
                  </a:lnTo>
                  <a:lnTo>
                    <a:pt x="1185260" y="2734278"/>
                  </a:lnTo>
                  <a:lnTo>
                    <a:pt x="1189539" y="2682781"/>
                  </a:lnTo>
                  <a:lnTo>
                    <a:pt x="1193818" y="2757148"/>
                  </a:lnTo>
                  <a:lnTo>
                    <a:pt x="1198097" y="2736721"/>
                  </a:lnTo>
                  <a:lnTo>
                    <a:pt x="1202376" y="2656955"/>
                  </a:lnTo>
                  <a:lnTo>
                    <a:pt x="1206655" y="2669168"/>
                  </a:lnTo>
                  <a:lnTo>
                    <a:pt x="1210934" y="2755707"/>
                  </a:lnTo>
                  <a:lnTo>
                    <a:pt x="1215213" y="2842648"/>
                  </a:lnTo>
                  <a:lnTo>
                    <a:pt x="1219492" y="2798199"/>
                  </a:lnTo>
                  <a:lnTo>
                    <a:pt x="1223771" y="2800468"/>
                  </a:lnTo>
                  <a:lnTo>
                    <a:pt x="1228050" y="2810164"/>
                  </a:lnTo>
                  <a:lnTo>
                    <a:pt x="1232328" y="2823213"/>
                  </a:lnTo>
                  <a:lnTo>
                    <a:pt x="1236607" y="2867558"/>
                  </a:lnTo>
                  <a:lnTo>
                    <a:pt x="1240886" y="2822481"/>
                  </a:lnTo>
                  <a:lnTo>
                    <a:pt x="1245165" y="2786800"/>
                  </a:lnTo>
                  <a:lnTo>
                    <a:pt x="1249444" y="2827084"/>
                  </a:lnTo>
                  <a:lnTo>
                    <a:pt x="1253723" y="2829086"/>
                  </a:lnTo>
                  <a:lnTo>
                    <a:pt x="1258002" y="2825938"/>
                  </a:lnTo>
                  <a:lnTo>
                    <a:pt x="1262281" y="2835520"/>
                  </a:lnTo>
                  <a:lnTo>
                    <a:pt x="1266560" y="2832667"/>
                  </a:lnTo>
                  <a:lnTo>
                    <a:pt x="1270839" y="2865665"/>
                  </a:lnTo>
                  <a:lnTo>
                    <a:pt x="1275118" y="2847382"/>
                  </a:lnTo>
                  <a:lnTo>
                    <a:pt x="1279397" y="2840745"/>
                  </a:lnTo>
                  <a:lnTo>
                    <a:pt x="1283675" y="2822624"/>
                  </a:lnTo>
                  <a:lnTo>
                    <a:pt x="1287954" y="2806218"/>
                  </a:lnTo>
                  <a:lnTo>
                    <a:pt x="1292233" y="2803752"/>
                  </a:lnTo>
                  <a:lnTo>
                    <a:pt x="1296512" y="2787210"/>
                  </a:lnTo>
                  <a:lnTo>
                    <a:pt x="1300791" y="2790844"/>
                  </a:lnTo>
                  <a:lnTo>
                    <a:pt x="1305070" y="2753632"/>
                  </a:lnTo>
                  <a:lnTo>
                    <a:pt x="1309349" y="2780878"/>
                  </a:lnTo>
                  <a:lnTo>
                    <a:pt x="1313628" y="2772539"/>
                  </a:lnTo>
                  <a:lnTo>
                    <a:pt x="1317907" y="2796782"/>
                  </a:lnTo>
                  <a:lnTo>
                    <a:pt x="1322186" y="2789330"/>
                  </a:lnTo>
                  <a:lnTo>
                    <a:pt x="1326465" y="2779862"/>
                  </a:lnTo>
                  <a:lnTo>
                    <a:pt x="1330744" y="2827196"/>
                  </a:lnTo>
                  <a:lnTo>
                    <a:pt x="1335023" y="2814605"/>
                  </a:lnTo>
                  <a:lnTo>
                    <a:pt x="1339301" y="2823155"/>
                  </a:lnTo>
                  <a:lnTo>
                    <a:pt x="1343580" y="2795646"/>
                  </a:lnTo>
                  <a:lnTo>
                    <a:pt x="1347859" y="2779155"/>
                  </a:lnTo>
                  <a:lnTo>
                    <a:pt x="1352138" y="2769921"/>
                  </a:lnTo>
                  <a:lnTo>
                    <a:pt x="1356417" y="2726687"/>
                  </a:lnTo>
                  <a:lnTo>
                    <a:pt x="1360696" y="2636420"/>
                  </a:lnTo>
                  <a:lnTo>
                    <a:pt x="1364975" y="2664069"/>
                  </a:lnTo>
                  <a:lnTo>
                    <a:pt x="1369254" y="2732635"/>
                  </a:lnTo>
                  <a:lnTo>
                    <a:pt x="1373533" y="2760168"/>
                  </a:lnTo>
                  <a:lnTo>
                    <a:pt x="1377812" y="2754480"/>
                  </a:lnTo>
                  <a:lnTo>
                    <a:pt x="1382091" y="2762151"/>
                  </a:lnTo>
                  <a:lnTo>
                    <a:pt x="1386370" y="2779865"/>
                  </a:lnTo>
                  <a:lnTo>
                    <a:pt x="1390648" y="2811730"/>
                  </a:lnTo>
                  <a:lnTo>
                    <a:pt x="1394927" y="2806397"/>
                  </a:lnTo>
                  <a:lnTo>
                    <a:pt x="1399206" y="2812969"/>
                  </a:lnTo>
                  <a:lnTo>
                    <a:pt x="1403485" y="2824879"/>
                  </a:lnTo>
                  <a:lnTo>
                    <a:pt x="1407764" y="2856058"/>
                  </a:lnTo>
                  <a:lnTo>
                    <a:pt x="1412043" y="2870649"/>
                  </a:lnTo>
                  <a:lnTo>
                    <a:pt x="1416322" y="2878758"/>
                  </a:lnTo>
                  <a:lnTo>
                    <a:pt x="1420601" y="2865146"/>
                  </a:lnTo>
                  <a:lnTo>
                    <a:pt x="1424880" y="2860127"/>
                  </a:lnTo>
                  <a:lnTo>
                    <a:pt x="1429159" y="2836239"/>
                  </a:lnTo>
                  <a:lnTo>
                    <a:pt x="1433438" y="2795708"/>
                  </a:lnTo>
                  <a:lnTo>
                    <a:pt x="1437717" y="2801642"/>
                  </a:lnTo>
                  <a:lnTo>
                    <a:pt x="1441996" y="2799092"/>
                  </a:lnTo>
                  <a:lnTo>
                    <a:pt x="1446274" y="2812819"/>
                  </a:lnTo>
                  <a:lnTo>
                    <a:pt x="1450553" y="2823122"/>
                  </a:lnTo>
                  <a:lnTo>
                    <a:pt x="1454832" y="2780657"/>
                  </a:lnTo>
                  <a:lnTo>
                    <a:pt x="1459111" y="2760140"/>
                  </a:lnTo>
                  <a:lnTo>
                    <a:pt x="1463390" y="2796348"/>
                  </a:lnTo>
                  <a:lnTo>
                    <a:pt x="1467669" y="2749083"/>
                  </a:lnTo>
                  <a:lnTo>
                    <a:pt x="1471948" y="2704452"/>
                  </a:lnTo>
                  <a:lnTo>
                    <a:pt x="1476227" y="2677152"/>
                  </a:lnTo>
                  <a:lnTo>
                    <a:pt x="1480506" y="2693931"/>
                  </a:lnTo>
                  <a:lnTo>
                    <a:pt x="1484785" y="2727519"/>
                  </a:lnTo>
                  <a:lnTo>
                    <a:pt x="1489064" y="2674152"/>
                  </a:lnTo>
                  <a:lnTo>
                    <a:pt x="1493343" y="2565861"/>
                  </a:lnTo>
                  <a:lnTo>
                    <a:pt x="1497621" y="2539539"/>
                  </a:lnTo>
                  <a:lnTo>
                    <a:pt x="1501900" y="2514268"/>
                  </a:lnTo>
                  <a:lnTo>
                    <a:pt x="1506179" y="2549454"/>
                  </a:lnTo>
                  <a:lnTo>
                    <a:pt x="1510458" y="2637080"/>
                  </a:lnTo>
                  <a:lnTo>
                    <a:pt x="1514737" y="2660810"/>
                  </a:lnTo>
                  <a:lnTo>
                    <a:pt x="1519016" y="2642071"/>
                  </a:lnTo>
                  <a:lnTo>
                    <a:pt x="1523295" y="2638989"/>
                  </a:lnTo>
                  <a:lnTo>
                    <a:pt x="1527574" y="2690415"/>
                  </a:lnTo>
                  <a:lnTo>
                    <a:pt x="1531853" y="2765958"/>
                  </a:lnTo>
                  <a:lnTo>
                    <a:pt x="1536132" y="2777633"/>
                  </a:lnTo>
                  <a:lnTo>
                    <a:pt x="1540411" y="2758428"/>
                  </a:lnTo>
                  <a:lnTo>
                    <a:pt x="1544690" y="2735274"/>
                  </a:lnTo>
                  <a:lnTo>
                    <a:pt x="1548969" y="2752206"/>
                  </a:lnTo>
                  <a:lnTo>
                    <a:pt x="1553247" y="2753471"/>
                  </a:lnTo>
                  <a:lnTo>
                    <a:pt x="1557526" y="2740302"/>
                  </a:lnTo>
                  <a:lnTo>
                    <a:pt x="1561805" y="2721737"/>
                  </a:lnTo>
                  <a:lnTo>
                    <a:pt x="1566084" y="2707539"/>
                  </a:lnTo>
                  <a:lnTo>
                    <a:pt x="1570363" y="2719792"/>
                  </a:lnTo>
                  <a:lnTo>
                    <a:pt x="1574642" y="2726831"/>
                  </a:lnTo>
                  <a:lnTo>
                    <a:pt x="1578921" y="2705857"/>
                  </a:lnTo>
                  <a:lnTo>
                    <a:pt x="1583200" y="2704001"/>
                  </a:lnTo>
                  <a:lnTo>
                    <a:pt x="1587479" y="2671897"/>
                  </a:lnTo>
                  <a:lnTo>
                    <a:pt x="1591758" y="2691402"/>
                  </a:lnTo>
                  <a:lnTo>
                    <a:pt x="1596037" y="2698823"/>
                  </a:lnTo>
                  <a:lnTo>
                    <a:pt x="1600316" y="2698782"/>
                  </a:lnTo>
                  <a:lnTo>
                    <a:pt x="1604594" y="2709783"/>
                  </a:lnTo>
                  <a:lnTo>
                    <a:pt x="1608873" y="2681751"/>
                  </a:lnTo>
                  <a:lnTo>
                    <a:pt x="1613152" y="2684775"/>
                  </a:lnTo>
                  <a:lnTo>
                    <a:pt x="1617431" y="2623299"/>
                  </a:lnTo>
                  <a:lnTo>
                    <a:pt x="1621710" y="2610093"/>
                  </a:lnTo>
                  <a:lnTo>
                    <a:pt x="1625989" y="2591467"/>
                  </a:lnTo>
                  <a:lnTo>
                    <a:pt x="1630268" y="2504830"/>
                  </a:lnTo>
                  <a:lnTo>
                    <a:pt x="1634547" y="2473595"/>
                  </a:lnTo>
                  <a:lnTo>
                    <a:pt x="1638826" y="2387867"/>
                  </a:lnTo>
                  <a:lnTo>
                    <a:pt x="1643105" y="2405836"/>
                  </a:lnTo>
                  <a:lnTo>
                    <a:pt x="1647384" y="2442676"/>
                  </a:lnTo>
                  <a:lnTo>
                    <a:pt x="1651663" y="2484878"/>
                  </a:lnTo>
                  <a:lnTo>
                    <a:pt x="1655942" y="2560104"/>
                  </a:lnTo>
                  <a:lnTo>
                    <a:pt x="1660220" y="2602219"/>
                  </a:lnTo>
                  <a:lnTo>
                    <a:pt x="1664499" y="2625231"/>
                  </a:lnTo>
                  <a:lnTo>
                    <a:pt x="1668778" y="2633998"/>
                  </a:lnTo>
                  <a:lnTo>
                    <a:pt x="1673057" y="2666063"/>
                  </a:lnTo>
                  <a:lnTo>
                    <a:pt x="1677336" y="2703991"/>
                  </a:lnTo>
                  <a:lnTo>
                    <a:pt x="1681615" y="2705121"/>
                  </a:lnTo>
                  <a:lnTo>
                    <a:pt x="1685894" y="2690450"/>
                  </a:lnTo>
                  <a:lnTo>
                    <a:pt x="1690173" y="2674254"/>
                  </a:lnTo>
                  <a:lnTo>
                    <a:pt x="1694452" y="2645101"/>
                  </a:lnTo>
                  <a:lnTo>
                    <a:pt x="1698731" y="2631432"/>
                  </a:lnTo>
                  <a:lnTo>
                    <a:pt x="1703010" y="2635131"/>
                  </a:lnTo>
                  <a:lnTo>
                    <a:pt x="1707289" y="2678130"/>
                  </a:lnTo>
                  <a:lnTo>
                    <a:pt x="1711567" y="2650327"/>
                  </a:lnTo>
                  <a:lnTo>
                    <a:pt x="1715846" y="2544138"/>
                  </a:lnTo>
                  <a:lnTo>
                    <a:pt x="1720125" y="2511564"/>
                  </a:lnTo>
                  <a:lnTo>
                    <a:pt x="1724404" y="2477233"/>
                  </a:lnTo>
                  <a:lnTo>
                    <a:pt x="1728683" y="2537845"/>
                  </a:lnTo>
                  <a:lnTo>
                    <a:pt x="1732962" y="2588803"/>
                  </a:lnTo>
                  <a:lnTo>
                    <a:pt x="1737241" y="2557708"/>
                  </a:lnTo>
                  <a:lnTo>
                    <a:pt x="1741520" y="2601715"/>
                  </a:lnTo>
                  <a:lnTo>
                    <a:pt x="1745799" y="2612339"/>
                  </a:lnTo>
                  <a:lnTo>
                    <a:pt x="1750078" y="2603202"/>
                  </a:lnTo>
                  <a:lnTo>
                    <a:pt x="1754357" y="2604295"/>
                  </a:lnTo>
                  <a:lnTo>
                    <a:pt x="1758636" y="2547459"/>
                  </a:lnTo>
                  <a:lnTo>
                    <a:pt x="1762915" y="2478528"/>
                  </a:lnTo>
                  <a:lnTo>
                    <a:pt x="1767193" y="2519985"/>
                  </a:lnTo>
                  <a:lnTo>
                    <a:pt x="1771472" y="2578269"/>
                  </a:lnTo>
                  <a:lnTo>
                    <a:pt x="1775751" y="2633149"/>
                  </a:lnTo>
                  <a:lnTo>
                    <a:pt x="1780030" y="2679418"/>
                  </a:lnTo>
                  <a:lnTo>
                    <a:pt x="1784309" y="2643307"/>
                  </a:lnTo>
                  <a:lnTo>
                    <a:pt x="1788588" y="2656313"/>
                  </a:lnTo>
                  <a:lnTo>
                    <a:pt x="1792867" y="2662230"/>
                  </a:lnTo>
                  <a:lnTo>
                    <a:pt x="1797146" y="2631550"/>
                  </a:lnTo>
                  <a:lnTo>
                    <a:pt x="1801425" y="2659711"/>
                  </a:lnTo>
                  <a:lnTo>
                    <a:pt x="1805704" y="2611533"/>
                  </a:lnTo>
                  <a:lnTo>
                    <a:pt x="1809983" y="2638368"/>
                  </a:lnTo>
                  <a:lnTo>
                    <a:pt x="1814262" y="2694287"/>
                  </a:lnTo>
                  <a:lnTo>
                    <a:pt x="1818540" y="2697452"/>
                  </a:lnTo>
                  <a:lnTo>
                    <a:pt x="1822819" y="2683945"/>
                  </a:lnTo>
                  <a:lnTo>
                    <a:pt x="1827098" y="2689852"/>
                  </a:lnTo>
                  <a:lnTo>
                    <a:pt x="1831377" y="2643257"/>
                  </a:lnTo>
                  <a:lnTo>
                    <a:pt x="1835656" y="2642018"/>
                  </a:lnTo>
                  <a:lnTo>
                    <a:pt x="1839935" y="2669106"/>
                  </a:lnTo>
                  <a:lnTo>
                    <a:pt x="1844214" y="2603223"/>
                  </a:lnTo>
                  <a:lnTo>
                    <a:pt x="1848493" y="2560489"/>
                  </a:lnTo>
                  <a:lnTo>
                    <a:pt x="1852772" y="2568392"/>
                  </a:lnTo>
                  <a:lnTo>
                    <a:pt x="1857051" y="2558830"/>
                  </a:lnTo>
                  <a:lnTo>
                    <a:pt x="1861330" y="2570312"/>
                  </a:lnTo>
                  <a:lnTo>
                    <a:pt x="1865609" y="2417525"/>
                  </a:lnTo>
                  <a:lnTo>
                    <a:pt x="1869888" y="2440558"/>
                  </a:lnTo>
                  <a:lnTo>
                    <a:pt x="1874166" y="2551944"/>
                  </a:lnTo>
                  <a:lnTo>
                    <a:pt x="1878445" y="2585476"/>
                  </a:lnTo>
                  <a:lnTo>
                    <a:pt x="1882724" y="2596682"/>
                  </a:lnTo>
                  <a:lnTo>
                    <a:pt x="1887003" y="2492333"/>
                  </a:lnTo>
                  <a:lnTo>
                    <a:pt x="1891282" y="2629783"/>
                  </a:lnTo>
                  <a:lnTo>
                    <a:pt x="1895561" y="2645759"/>
                  </a:lnTo>
                  <a:lnTo>
                    <a:pt x="1899840" y="2589455"/>
                  </a:lnTo>
                  <a:lnTo>
                    <a:pt x="1904119" y="2550323"/>
                  </a:lnTo>
                  <a:lnTo>
                    <a:pt x="1908398" y="2546281"/>
                  </a:lnTo>
                  <a:lnTo>
                    <a:pt x="1912677" y="2643239"/>
                  </a:lnTo>
                  <a:lnTo>
                    <a:pt x="1916956" y="2563762"/>
                  </a:lnTo>
                  <a:lnTo>
                    <a:pt x="1921235" y="2519480"/>
                  </a:lnTo>
                  <a:lnTo>
                    <a:pt x="1925513" y="2603692"/>
                  </a:lnTo>
                  <a:lnTo>
                    <a:pt x="1929792" y="2663240"/>
                  </a:lnTo>
                  <a:lnTo>
                    <a:pt x="1934071" y="2746626"/>
                  </a:lnTo>
                  <a:lnTo>
                    <a:pt x="1938350" y="2698329"/>
                  </a:lnTo>
                  <a:lnTo>
                    <a:pt x="1942629" y="2733676"/>
                  </a:lnTo>
                  <a:lnTo>
                    <a:pt x="1946908" y="2775158"/>
                  </a:lnTo>
                  <a:lnTo>
                    <a:pt x="1951187" y="2771919"/>
                  </a:lnTo>
                  <a:lnTo>
                    <a:pt x="1955466" y="2792943"/>
                  </a:lnTo>
                  <a:lnTo>
                    <a:pt x="1959745" y="2764841"/>
                  </a:lnTo>
                  <a:lnTo>
                    <a:pt x="1964024" y="2765801"/>
                  </a:lnTo>
                  <a:lnTo>
                    <a:pt x="1968303" y="2791594"/>
                  </a:lnTo>
                  <a:lnTo>
                    <a:pt x="1972582" y="2791084"/>
                  </a:lnTo>
                  <a:lnTo>
                    <a:pt x="1976861" y="2781462"/>
                  </a:lnTo>
                  <a:lnTo>
                    <a:pt x="1981139" y="2770148"/>
                  </a:lnTo>
                  <a:lnTo>
                    <a:pt x="1985418" y="2766089"/>
                  </a:lnTo>
                  <a:lnTo>
                    <a:pt x="1989697" y="2708026"/>
                  </a:lnTo>
                  <a:lnTo>
                    <a:pt x="1993976" y="2702339"/>
                  </a:lnTo>
                  <a:lnTo>
                    <a:pt x="1998255" y="2707326"/>
                  </a:lnTo>
                  <a:lnTo>
                    <a:pt x="2002534" y="2736042"/>
                  </a:lnTo>
                  <a:lnTo>
                    <a:pt x="2006813" y="2745778"/>
                  </a:lnTo>
                  <a:lnTo>
                    <a:pt x="2011092" y="2745041"/>
                  </a:lnTo>
                  <a:lnTo>
                    <a:pt x="2015371" y="2731326"/>
                  </a:lnTo>
                  <a:lnTo>
                    <a:pt x="2019650" y="2737860"/>
                  </a:lnTo>
                  <a:lnTo>
                    <a:pt x="2023929" y="2715302"/>
                  </a:lnTo>
                  <a:lnTo>
                    <a:pt x="2028208" y="2720198"/>
                  </a:lnTo>
                  <a:lnTo>
                    <a:pt x="2032486" y="2738424"/>
                  </a:lnTo>
                  <a:lnTo>
                    <a:pt x="2036765" y="2731280"/>
                  </a:lnTo>
                  <a:lnTo>
                    <a:pt x="2041044" y="2751014"/>
                  </a:lnTo>
                  <a:lnTo>
                    <a:pt x="2045323" y="2759874"/>
                  </a:lnTo>
                  <a:lnTo>
                    <a:pt x="2049602" y="2758545"/>
                  </a:lnTo>
                  <a:lnTo>
                    <a:pt x="2053881" y="2757533"/>
                  </a:lnTo>
                  <a:lnTo>
                    <a:pt x="2058160" y="2733463"/>
                  </a:lnTo>
                  <a:lnTo>
                    <a:pt x="2062439" y="2738598"/>
                  </a:lnTo>
                  <a:lnTo>
                    <a:pt x="2066718" y="2717979"/>
                  </a:lnTo>
                  <a:lnTo>
                    <a:pt x="2070997" y="2712099"/>
                  </a:lnTo>
                  <a:lnTo>
                    <a:pt x="2075276" y="2708884"/>
                  </a:lnTo>
                  <a:lnTo>
                    <a:pt x="2079555" y="2730801"/>
                  </a:lnTo>
                  <a:lnTo>
                    <a:pt x="2083834" y="2757907"/>
                  </a:lnTo>
                  <a:lnTo>
                    <a:pt x="2088112" y="2712624"/>
                  </a:lnTo>
                  <a:lnTo>
                    <a:pt x="2092391" y="2726835"/>
                  </a:lnTo>
                  <a:lnTo>
                    <a:pt x="2096670" y="2698315"/>
                  </a:lnTo>
                  <a:lnTo>
                    <a:pt x="2100949" y="2631893"/>
                  </a:lnTo>
                  <a:lnTo>
                    <a:pt x="2105228" y="2676028"/>
                  </a:lnTo>
                  <a:lnTo>
                    <a:pt x="2109507" y="2627651"/>
                  </a:lnTo>
                  <a:lnTo>
                    <a:pt x="2113786" y="2619011"/>
                  </a:lnTo>
                  <a:lnTo>
                    <a:pt x="2118065" y="2625769"/>
                  </a:lnTo>
                  <a:lnTo>
                    <a:pt x="2122344" y="2637251"/>
                  </a:lnTo>
                  <a:lnTo>
                    <a:pt x="2126623" y="2633469"/>
                  </a:lnTo>
                  <a:lnTo>
                    <a:pt x="2130902" y="2607082"/>
                  </a:lnTo>
                  <a:lnTo>
                    <a:pt x="2135181" y="2608729"/>
                  </a:lnTo>
                  <a:lnTo>
                    <a:pt x="2139459" y="2638973"/>
                  </a:lnTo>
                  <a:lnTo>
                    <a:pt x="2143738" y="2637967"/>
                  </a:lnTo>
                  <a:lnTo>
                    <a:pt x="2148017" y="2663183"/>
                  </a:lnTo>
                  <a:lnTo>
                    <a:pt x="2152296" y="2675341"/>
                  </a:lnTo>
                  <a:lnTo>
                    <a:pt x="2156575" y="2662490"/>
                  </a:lnTo>
                  <a:lnTo>
                    <a:pt x="2160854" y="2635627"/>
                  </a:lnTo>
                  <a:lnTo>
                    <a:pt x="2165133" y="2627130"/>
                  </a:lnTo>
                  <a:lnTo>
                    <a:pt x="2169412" y="2622358"/>
                  </a:lnTo>
                  <a:lnTo>
                    <a:pt x="2173691" y="2622130"/>
                  </a:lnTo>
                  <a:lnTo>
                    <a:pt x="2177970" y="2641495"/>
                  </a:lnTo>
                  <a:lnTo>
                    <a:pt x="2182249" y="2641282"/>
                  </a:lnTo>
                  <a:lnTo>
                    <a:pt x="2186528" y="2650134"/>
                  </a:lnTo>
                  <a:lnTo>
                    <a:pt x="2190807" y="2640314"/>
                  </a:lnTo>
                  <a:lnTo>
                    <a:pt x="2195085" y="2596185"/>
                  </a:lnTo>
                  <a:lnTo>
                    <a:pt x="2199364" y="2543509"/>
                  </a:lnTo>
                  <a:lnTo>
                    <a:pt x="2203643" y="2529487"/>
                  </a:lnTo>
                  <a:lnTo>
                    <a:pt x="2207922" y="2488380"/>
                  </a:lnTo>
                  <a:lnTo>
                    <a:pt x="2212201" y="2493607"/>
                  </a:lnTo>
                  <a:lnTo>
                    <a:pt x="2216480" y="2549466"/>
                  </a:lnTo>
                  <a:lnTo>
                    <a:pt x="2220759" y="2529315"/>
                  </a:lnTo>
                  <a:lnTo>
                    <a:pt x="2225038" y="2578010"/>
                  </a:lnTo>
                  <a:lnTo>
                    <a:pt x="2229317" y="2633267"/>
                  </a:lnTo>
                  <a:lnTo>
                    <a:pt x="2233596" y="2588730"/>
                  </a:lnTo>
                  <a:lnTo>
                    <a:pt x="2237875" y="2610587"/>
                  </a:lnTo>
                  <a:lnTo>
                    <a:pt x="2242154" y="2560530"/>
                  </a:lnTo>
                  <a:lnTo>
                    <a:pt x="2246432" y="2592600"/>
                  </a:lnTo>
                  <a:lnTo>
                    <a:pt x="2250711" y="2537464"/>
                  </a:lnTo>
                  <a:lnTo>
                    <a:pt x="2254990" y="2423692"/>
                  </a:lnTo>
                  <a:lnTo>
                    <a:pt x="2259269" y="2455235"/>
                  </a:lnTo>
                  <a:lnTo>
                    <a:pt x="2263548" y="2494535"/>
                  </a:lnTo>
                  <a:lnTo>
                    <a:pt x="2267827" y="2475148"/>
                  </a:lnTo>
                  <a:lnTo>
                    <a:pt x="2272106" y="2502777"/>
                  </a:lnTo>
                  <a:lnTo>
                    <a:pt x="2276385" y="2474167"/>
                  </a:lnTo>
                  <a:lnTo>
                    <a:pt x="2280664" y="2433247"/>
                  </a:lnTo>
                  <a:lnTo>
                    <a:pt x="2284943" y="2433921"/>
                  </a:lnTo>
                  <a:lnTo>
                    <a:pt x="2289222" y="2428638"/>
                  </a:lnTo>
                  <a:lnTo>
                    <a:pt x="2293501" y="2442700"/>
                  </a:lnTo>
                  <a:lnTo>
                    <a:pt x="2297780" y="2462792"/>
                  </a:lnTo>
                  <a:lnTo>
                    <a:pt x="2302058" y="2496026"/>
                  </a:lnTo>
                  <a:lnTo>
                    <a:pt x="2306337" y="2487649"/>
                  </a:lnTo>
                  <a:lnTo>
                    <a:pt x="2310616" y="2491957"/>
                  </a:lnTo>
                  <a:lnTo>
                    <a:pt x="2314895" y="2509603"/>
                  </a:lnTo>
                  <a:lnTo>
                    <a:pt x="2319174" y="2510113"/>
                  </a:lnTo>
                  <a:lnTo>
                    <a:pt x="2323453" y="2522038"/>
                  </a:lnTo>
                  <a:lnTo>
                    <a:pt x="2327732" y="2506537"/>
                  </a:lnTo>
                  <a:lnTo>
                    <a:pt x="2332011" y="2515456"/>
                  </a:lnTo>
                  <a:lnTo>
                    <a:pt x="2336290" y="2477487"/>
                  </a:lnTo>
                  <a:lnTo>
                    <a:pt x="2340569" y="2459468"/>
                  </a:lnTo>
                  <a:lnTo>
                    <a:pt x="2344848" y="2427880"/>
                  </a:lnTo>
                  <a:lnTo>
                    <a:pt x="2349127" y="2421263"/>
                  </a:lnTo>
                  <a:lnTo>
                    <a:pt x="2353405" y="2316751"/>
                  </a:lnTo>
                  <a:lnTo>
                    <a:pt x="2357684" y="2342941"/>
                  </a:lnTo>
                  <a:lnTo>
                    <a:pt x="2361963" y="2323619"/>
                  </a:lnTo>
                  <a:lnTo>
                    <a:pt x="2366242" y="2340891"/>
                  </a:lnTo>
                  <a:lnTo>
                    <a:pt x="2370521" y="2303875"/>
                  </a:lnTo>
                  <a:lnTo>
                    <a:pt x="2374800" y="2309814"/>
                  </a:lnTo>
                  <a:lnTo>
                    <a:pt x="2379079" y="2305534"/>
                  </a:lnTo>
                  <a:lnTo>
                    <a:pt x="2383358" y="2094122"/>
                  </a:lnTo>
                  <a:lnTo>
                    <a:pt x="2387637" y="2102659"/>
                  </a:lnTo>
                  <a:lnTo>
                    <a:pt x="2391916" y="1948912"/>
                  </a:lnTo>
                  <a:lnTo>
                    <a:pt x="2396195" y="1929038"/>
                  </a:lnTo>
                  <a:lnTo>
                    <a:pt x="2400474" y="1968831"/>
                  </a:lnTo>
                  <a:lnTo>
                    <a:pt x="2404753" y="1925389"/>
                  </a:lnTo>
                  <a:lnTo>
                    <a:pt x="2409031" y="1992798"/>
                  </a:lnTo>
                  <a:lnTo>
                    <a:pt x="2413310" y="1928888"/>
                  </a:lnTo>
                  <a:lnTo>
                    <a:pt x="2417589" y="2036651"/>
                  </a:lnTo>
                  <a:lnTo>
                    <a:pt x="2421868" y="2063074"/>
                  </a:lnTo>
                  <a:lnTo>
                    <a:pt x="2426147" y="1992356"/>
                  </a:lnTo>
                  <a:lnTo>
                    <a:pt x="2430426" y="2053795"/>
                  </a:lnTo>
                  <a:lnTo>
                    <a:pt x="2434705" y="2084884"/>
                  </a:lnTo>
                  <a:lnTo>
                    <a:pt x="2438984" y="2085012"/>
                  </a:lnTo>
                  <a:lnTo>
                    <a:pt x="2443263" y="2080521"/>
                  </a:lnTo>
                  <a:lnTo>
                    <a:pt x="2447542" y="2101121"/>
                  </a:lnTo>
                  <a:lnTo>
                    <a:pt x="2451821" y="2118981"/>
                  </a:lnTo>
                  <a:lnTo>
                    <a:pt x="2456100" y="2116581"/>
                  </a:lnTo>
                  <a:lnTo>
                    <a:pt x="2460378" y="2133655"/>
                  </a:lnTo>
                  <a:lnTo>
                    <a:pt x="2464657" y="2129926"/>
                  </a:lnTo>
                  <a:lnTo>
                    <a:pt x="2468936" y="2055291"/>
                  </a:lnTo>
                  <a:lnTo>
                    <a:pt x="2473215" y="1980652"/>
                  </a:lnTo>
                  <a:lnTo>
                    <a:pt x="2477494" y="1810188"/>
                  </a:lnTo>
                  <a:lnTo>
                    <a:pt x="2481773" y="1761182"/>
                  </a:lnTo>
                  <a:lnTo>
                    <a:pt x="2486052" y="1662513"/>
                  </a:lnTo>
                  <a:lnTo>
                    <a:pt x="2490331" y="1614044"/>
                  </a:lnTo>
                  <a:lnTo>
                    <a:pt x="2494610" y="1630933"/>
                  </a:lnTo>
                  <a:lnTo>
                    <a:pt x="2498889" y="1697045"/>
                  </a:lnTo>
                  <a:lnTo>
                    <a:pt x="2503168" y="1836516"/>
                  </a:lnTo>
                  <a:lnTo>
                    <a:pt x="2507447" y="1861479"/>
                  </a:lnTo>
                  <a:lnTo>
                    <a:pt x="2511726" y="1862072"/>
                  </a:lnTo>
                  <a:lnTo>
                    <a:pt x="2516004" y="1859935"/>
                  </a:lnTo>
                  <a:lnTo>
                    <a:pt x="2520283" y="1741274"/>
                  </a:lnTo>
                  <a:lnTo>
                    <a:pt x="2524562" y="1814409"/>
                  </a:lnTo>
                  <a:lnTo>
                    <a:pt x="2528841" y="1731880"/>
                  </a:lnTo>
                  <a:lnTo>
                    <a:pt x="2533120" y="1724376"/>
                  </a:lnTo>
                  <a:lnTo>
                    <a:pt x="2537399" y="1580400"/>
                  </a:lnTo>
                  <a:lnTo>
                    <a:pt x="2541678" y="1607896"/>
                  </a:lnTo>
                  <a:lnTo>
                    <a:pt x="2545957" y="1547494"/>
                  </a:lnTo>
                  <a:lnTo>
                    <a:pt x="2550236" y="1542123"/>
                  </a:lnTo>
                  <a:lnTo>
                    <a:pt x="2554515" y="1586868"/>
                  </a:lnTo>
                  <a:lnTo>
                    <a:pt x="2558794" y="1559802"/>
                  </a:lnTo>
                  <a:lnTo>
                    <a:pt x="2563073" y="1590343"/>
                  </a:lnTo>
                  <a:lnTo>
                    <a:pt x="2567351" y="1588031"/>
                  </a:lnTo>
                  <a:lnTo>
                    <a:pt x="2571630" y="1540116"/>
                  </a:lnTo>
                  <a:lnTo>
                    <a:pt x="2575909" y="1585205"/>
                  </a:lnTo>
                  <a:lnTo>
                    <a:pt x="2580188" y="1501226"/>
                  </a:lnTo>
                  <a:lnTo>
                    <a:pt x="2584467" y="1425984"/>
                  </a:lnTo>
                  <a:lnTo>
                    <a:pt x="2588746" y="1350902"/>
                  </a:lnTo>
                  <a:lnTo>
                    <a:pt x="2593025" y="1329548"/>
                  </a:lnTo>
                  <a:lnTo>
                    <a:pt x="2597304" y="1301975"/>
                  </a:lnTo>
                  <a:lnTo>
                    <a:pt x="2601583" y="1242175"/>
                  </a:lnTo>
                  <a:lnTo>
                    <a:pt x="2605862" y="1172191"/>
                  </a:lnTo>
                  <a:lnTo>
                    <a:pt x="2610141" y="1159398"/>
                  </a:lnTo>
                  <a:lnTo>
                    <a:pt x="2614420" y="1049798"/>
                  </a:lnTo>
                  <a:lnTo>
                    <a:pt x="2618699" y="993305"/>
                  </a:lnTo>
                  <a:lnTo>
                    <a:pt x="2622977" y="932893"/>
                  </a:lnTo>
                  <a:lnTo>
                    <a:pt x="2627256" y="884201"/>
                  </a:lnTo>
                  <a:lnTo>
                    <a:pt x="2631535" y="1020440"/>
                  </a:lnTo>
                  <a:lnTo>
                    <a:pt x="2635814" y="906420"/>
                  </a:lnTo>
                  <a:lnTo>
                    <a:pt x="2640093" y="973975"/>
                  </a:lnTo>
                  <a:lnTo>
                    <a:pt x="2644372" y="973089"/>
                  </a:lnTo>
                  <a:lnTo>
                    <a:pt x="2648651" y="965361"/>
                  </a:lnTo>
                  <a:lnTo>
                    <a:pt x="2652930" y="1033787"/>
                  </a:lnTo>
                  <a:lnTo>
                    <a:pt x="2657209" y="1000506"/>
                  </a:lnTo>
                  <a:lnTo>
                    <a:pt x="2661488" y="1024739"/>
                  </a:lnTo>
                  <a:lnTo>
                    <a:pt x="2665767" y="969417"/>
                  </a:lnTo>
                  <a:lnTo>
                    <a:pt x="2670046" y="911865"/>
                  </a:lnTo>
                  <a:lnTo>
                    <a:pt x="2674324" y="932178"/>
                  </a:lnTo>
                  <a:lnTo>
                    <a:pt x="2678603" y="915293"/>
                  </a:lnTo>
                  <a:lnTo>
                    <a:pt x="2682882" y="869597"/>
                  </a:lnTo>
                  <a:lnTo>
                    <a:pt x="2687161" y="817133"/>
                  </a:lnTo>
                  <a:lnTo>
                    <a:pt x="2691440" y="715807"/>
                  </a:lnTo>
                  <a:lnTo>
                    <a:pt x="2695719" y="753358"/>
                  </a:lnTo>
                  <a:lnTo>
                    <a:pt x="2699998" y="715182"/>
                  </a:lnTo>
                  <a:lnTo>
                    <a:pt x="2704277" y="774319"/>
                  </a:lnTo>
                  <a:lnTo>
                    <a:pt x="2708556" y="774153"/>
                  </a:lnTo>
                  <a:lnTo>
                    <a:pt x="2712835" y="769565"/>
                  </a:lnTo>
                  <a:lnTo>
                    <a:pt x="2717114" y="698586"/>
                  </a:lnTo>
                  <a:lnTo>
                    <a:pt x="2721393" y="696180"/>
                  </a:lnTo>
                  <a:lnTo>
                    <a:pt x="2725672" y="830865"/>
                  </a:lnTo>
                  <a:lnTo>
                    <a:pt x="2729950" y="918888"/>
                  </a:lnTo>
                  <a:lnTo>
                    <a:pt x="2734229" y="930770"/>
                  </a:lnTo>
                  <a:lnTo>
                    <a:pt x="2738508" y="940513"/>
                  </a:lnTo>
                  <a:lnTo>
                    <a:pt x="2742787" y="918405"/>
                  </a:lnTo>
                  <a:lnTo>
                    <a:pt x="2747066" y="940046"/>
                  </a:lnTo>
                  <a:lnTo>
                    <a:pt x="2751345" y="851170"/>
                  </a:lnTo>
                  <a:lnTo>
                    <a:pt x="2755624" y="745012"/>
                  </a:lnTo>
                  <a:lnTo>
                    <a:pt x="2759903" y="693722"/>
                  </a:lnTo>
                  <a:lnTo>
                    <a:pt x="2764182" y="573861"/>
                  </a:lnTo>
                  <a:lnTo>
                    <a:pt x="2768461" y="584921"/>
                  </a:lnTo>
                  <a:lnTo>
                    <a:pt x="2772740" y="529453"/>
                  </a:lnTo>
                  <a:lnTo>
                    <a:pt x="2777019" y="539271"/>
                  </a:lnTo>
                  <a:lnTo>
                    <a:pt x="2781297" y="572895"/>
                  </a:lnTo>
                  <a:lnTo>
                    <a:pt x="2785576" y="556130"/>
                  </a:lnTo>
                  <a:lnTo>
                    <a:pt x="2789855" y="604486"/>
                  </a:lnTo>
                  <a:lnTo>
                    <a:pt x="2794134" y="529379"/>
                  </a:lnTo>
                  <a:lnTo>
                    <a:pt x="2798413" y="516844"/>
                  </a:lnTo>
                  <a:lnTo>
                    <a:pt x="2802692" y="471638"/>
                  </a:lnTo>
                  <a:lnTo>
                    <a:pt x="2806971" y="478584"/>
                  </a:lnTo>
                  <a:lnTo>
                    <a:pt x="2811250" y="543079"/>
                  </a:lnTo>
                  <a:lnTo>
                    <a:pt x="2815529" y="494978"/>
                  </a:lnTo>
                  <a:lnTo>
                    <a:pt x="2819808" y="495027"/>
                  </a:lnTo>
                  <a:lnTo>
                    <a:pt x="2824087" y="518985"/>
                  </a:lnTo>
                  <a:lnTo>
                    <a:pt x="2828366" y="578953"/>
                  </a:lnTo>
                  <a:lnTo>
                    <a:pt x="2832645" y="579569"/>
                  </a:lnTo>
                  <a:lnTo>
                    <a:pt x="2836923" y="692584"/>
                  </a:lnTo>
                  <a:lnTo>
                    <a:pt x="2841202" y="680889"/>
                  </a:lnTo>
                  <a:lnTo>
                    <a:pt x="2845481" y="698837"/>
                  </a:lnTo>
                  <a:lnTo>
                    <a:pt x="2849760" y="716574"/>
                  </a:lnTo>
                  <a:lnTo>
                    <a:pt x="2854039" y="600009"/>
                  </a:lnTo>
                  <a:lnTo>
                    <a:pt x="2858318" y="678262"/>
                  </a:lnTo>
                  <a:lnTo>
                    <a:pt x="2862597" y="703532"/>
                  </a:lnTo>
                  <a:lnTo>
                    <a:pt x="2866876" y="627288"/>
                  </a:lnTo>
                  <a:lnTo>
                    <a:pt x="2871155" y="557393"/>
                  </a:lnTo>
                  <a:lnTo>
                    <a:pt x="2875434" y="653173"/>
                  </a:lnTo>
                  <a:lnTo>
                    <a:pt x="2879713" y="621018"/>
                  </a:lnTo>
                  <a:lnTo>
                    <a:pt x="2883992" y="716269"/>
                  </a:lnTo>
                  <a:lnTo>
                    <a:pt x="2888270" y="626389"/>
                  </a:lnTo>
                  <a:lnTo>
                    <a:pt x="2892549" y="595886"/>
                  </a:lnTo>
                  <a:lnTo>
                    <a:pt x="2896828" y="583808"/>
                  </a:lnTo>
                  <a:lnTo>
                    <a:pt x="2901107" y="532013"/>
                  </a:lnTo>
                  <a:lnTo>
                    <a:pt x="2905386" y="329495"/>
                  </a:lnTo>
                  <a:lnTo>
                    <a:pt x="2909665" y="336228"/>
                  </a:lnTo>
                  <a:lnTo>
                    <a:pt x="2913944" y="344662"/>
                  </a:lnTo>
                  <a:lnTo>
                    <a:pt x="2918223" y="317387"/>
                  </a:lnTo>
                  <a:lnTo>
                    <a:pt x="2922502" y="255660"/>
                  </a:lnTo>
                  <a:lnTo>
                    <a:pt x="2926781" y="279379"/>
                  </a:lnTo>
                  <a:lnTo>
                    <a:pt x="2931060" y="247091"/>
                  </a:lnTo>
                  <a:lnTo>
                    <a:pt x="2935339" y="225110"/>
                  </a:lnTo>
                  <a:lnTo>
                    <a:pt x="2939618" y="286134"/>
                  </a:lnTo>
                  <a:lnTo>
                    <a:pt x="2943896" y="340693"/>
                  </a:lnTo>
                  <a:lnTo>
                    <a:pt x="2948175" y="375952"/>
                  </a:lnTo>
                  <a:lnTo>
                    <a:pt x="2952454" y="382899"/>
                  </a:lnTo>
                  <a:lnTo>
                    <a:pt x="2956733" y="376615"/>
                  </a:lnTo>
                  <a:lnTo>
                    <a:pt x="2961012" y="384266"/>
                  </a:lnTo>
                  <a:lnTo>
                    <a:pt x="2965291" y="375368"/>
                  </a:lnTo>
                  <a:lnTo>
                    <a:pt x="2969570" y="330276"/>
                  </a:lnTo>
                  <a:lnTo>
                    <a:pt x="2973849" y="359582"/>
                  </a:lnTo>
                  <a:lnTo>
                    <a:pt x="2978128" y="399387"/>
                  </a:lnTo>
                  <a:lnTo>
                    <a:pt x="2982407" y="415112"/>
                  </a:lnTo>
                  <a:lnTo>
                    <a:pt x="2986686" y="417126"/>
                  </a:lnTo>
                  <a:lnTo>
                    <a:pt x="2990965" y="486302"/>
                  </a:lnTo>
                  <a:lnTo>
                    <a:pt x="2995243" y="597739"/>
                  </a:lnTo>
                  <a:lnTo>
                    <a:pt x="2999522" y="719646"/>
                  </a:lnTo>
                  <a:lnTo>
                    <a:pt x="3003801" y="760546"/>
                  </a:lnTo>
                  <a:lnTo>
                    <a:pt x="3008080" y="771398"/>
                  </a:lnTo>
                  <a:lnTo>
                    <a:pt x="3012359" y="672334"/>
                  </a:lnTo>
                  <a:lnTo>
                    <a:pt x="3016638" y="600134"/>
                  </a:lnTo>
                  <a:lnTo>
                    <a:pt x="3020917" y="591311"/>
                  </a:lnTo>
                  <a:lnTo>
                    <a:pt x="3025196" y="618365"/>
                  </a:lnTo>
                  <a:lnTo>
                    <a:pt x="3029475" y="572217"/>
                  </a:lnTo>
                  <a:lnTo>
                    <a:pt x="3033754" y="637630"/>
                  </a:lnTo>
                  <a:lnTo>
                    <a:pt x="3038033" y="645184"/>
                  </a:lnTo>
                  <a:lnTo>
                    <a:pt x="3042312" y="712338"/>
                  </a:lnTo>
                  <a:lnTo>
                    <a:pt x="3046591" y="730501"/>
                  </a:lnTo>
                  <a:lnTo>
                    <a:pt x="3050869" y="578239"/>
                  </a:lnTo>
                  <a:lnTo>
                    <a:pt x="3055148" y="376135"/>
                  </a:lnTo>
                  <a:lnTo>
                    <a:pt x="3059427" y="460381"/>
                  </a:lnTo>
                  <a:lnTo>
                    <a:pt x="3063706" y="421307"/>
                  </a:lnTo>
                  <a:lnTo>
                    <a:pt x="3067985" y="468757"/>
                  </a:lnTo>
                  <a:lnTo>
                    <a:pt x="3072264" y="545526"/>
                  </a:lnTo>
                  <a:lnTo>
                    <a:pt x="3076543" y="499668"/>
                  </a:lnTo>
                  <a:lnTo>
                    <a:pt x="3080822" y="499294"/>
                  </a:lnTo>
                  <a:lnTo>
                    <a:pt x="3085101" y="520493"/>
                  </a:lnTo>
                  <a:lnTo>
                    <a:pt x="3089380" y="602586"/>
                  </a:lnTo>
                  <a:lnTo>
                    <a:pt x="3093659" y="568226"/>
                  </a:lnTo>
                  <a:lnTo>
                    <a:pt x="3097938" y="511312"/>
                  </a:lnTo>
                  <a:lnTo>
                    <a:pt x="3102216" y="472906"/>
                  </a:lnTo>
                  <a:lnTo>
                    <a:pt x="3106495" y="426547"/>
                  </a:lnTo>
                  <a:lnTo>
                    <a:pt x="3110774" y="524780"/>
                  </a:lnTo>
                  <a:lnTo>
                    <a:pt x="3115053" y="515910"/>
                  </a:lnTo>
                  <a:lnTo>
                    <a:pt x="3119332" y="523380"/>
                  </a:lnTo>
                  <a:lnTo>
                    <a:pt x="3123611" y="611664"/>
                  </a:lnTo>
                  <a:lnTo>
                    <a:pt x="3127890" y="513992"/>
                  </a:lnTo>
                  <a:lnTo>
                    <a:pt x="3132169" y="644289"/>
                  </a:lnTo>
                  <a:lnTo>
                    <a:pt x="3136448" y="572186"/>
                  </a:lnTo>
                  <a:lnTo>
                    <a:pt x="3140727" y="676526"/>
                  </a:lnTo>
                  <a:lnTo>
                    <a:pt x="3145006" y="672301"/>
                  </a:lnTo>
                  <a:lnTo>
                    <a:pt x="3149285" y="721517"/>
                  </a:lnTo>
                  <a:lnTo>
                    <a:pt x="3153563" y="790690"/>
                  </a:lnTo>
                  <a:lnTo>
                    <a:pt x="3157842" y="823148"/>
                  </a:lnTo>
                  <a:lnTo>
                    <a:pt x="3162121" y="853162"/>
                  </a:lnTo>
                  <a:lnTo>
                    <a:pt x="3166400" y="1026651"/>
                  </a:lnTo>
                  <a:lnTo>
                    <a:pt x="3170679" y="1053925"/>
                  </a:lnTo>
                  <a:lnTo>
                    <a:pt x="3174958" y="1225658"/>
                  </a:lnTo>
                  <a:lnTo>
                    <a:pt x="3179237" y="1334460"/>
                  </a:lnTo>
                  <a:lnTo>
                    <a:pt x="3183516" y="1236115"/>
                  </a:lnTo>
                  <a:lnTo>
                    <a:pt x="3187795" y="1127826"/>
                  </a:lnTo>
                  <a:lnTo>
                    <a:pt x="3192074" y="1100084"/>
                  </a:lnTo>
                  <a:lnTo>
                    <a:pt x="3196353" y="973553"/>
                  </a:lnTo>
                  <a:lnTo>
                    <a:pt x="3200632" y="947170"/>
                  </a:lnTo>
                  <a:lnTo>
                    <a:pt x="3204911" y="1015769"/>
                  </a:lnTo>
                  <a:lnTo>
                    <a:pt x="3209189" y="1032042"/>
                  </a:lnTo>
                  <a:lnTo>
                    <a:pt x="3213468" y="1074088"/>
                  </a:lnTo>
                  <a:lnTo>
                    <a:pt x="3217747" y="1106745"/>
                  </a:lnTo>
                  <a:lnTo>
                    <a:pt x="3222026" y="1095666"/>
                  </a:lnTo>
                  <a:lnTo>
                    <a:pt x="3226305" y="994873"/>
                  </a:lnTo>
                  <a:lnTo>
                    <a:pt x="3230584" y="923793"/>
                  </a:lnTo>
                  <a:lnTo>
                    <a:pt x="3234863" y="857778"/>
                  </a:lnTo>
                  <a:lnTo>
                    <a:pt x="3239142" y="822818"/>
                  </a:lnTo>
                  <a:lnTo>
                    <a:pt x="3243421" y="797353"/>
                  </a:lnTo>
                  <a:lnTo>
                    <a:pt x="3247700" y="813738"/>
                  </a:lnTo>
                  <a:lnTo>
                    <a:pt x="3251979" y="964445"/>
                  </a:lnTo>
                  <a:lnTo>
                    <a:pt x="3256258" y="1108057"/>
                  </a:lnTo>
                  <a:lnTo>
                    <a:pt x="3260536" y="1095355"/>
                  </a:lnTo>
                  <a:lnTo>
                    <a:pt x="3264815" y="906142"/>
                  </a:lnTo>
                  <a:lnTo>
                    <a:pt x="3269094" y="774336"/>
                  </a:lnTo>
                  <a:lnTo>
                    <a:pt x="3273373" y="824188"/>
                  </a:lnTo>
                  <a:lnTo>
                    <a:pt x="3277652" y="826164"/>
                  </a:lnTo>
                  <a:lnTo>
                    <a:pt x="3281931" y="762534"/>
                  </a:lnTo>
                  <a:lnTo>
                    <a:pt x="3286210" y="670597"/>
                  </a:lnTo>
                  <a:lnTo>
                    <a:pt x="3290489" y="779420"/>
                  </a:lnTo>
                  <a:lnTo>
                    <a:pt x="3294768" y="754347"/>
                  </a:lnTo>
                  <a:lnTo>
                    <a:pt x="3299047" y="708301"/>
                  </a:lnTo>
                  <a:lnTo>
                    <a:pt x="3303326" y="644579"/>
                  </a:lnTo>
                  <a:lnTo>
                    <a:pt x="3307605" y="597088"/>
                  </a:lnTo>
                  <a:lnTo>
                    <a:pt x="3311884" y="497409"/>
                  </a:lnTo>
                  <a:lnTo>
                    <a:pt x="3316162" y="434137"/>
                  </a:lnTo>
                  <a:lnTo>
                    <a:pt x="3320441" y="389525"/>
                  </a:lnTo>
                  <a:lnTo>
                    <a:pt x="3324720" y="502409"/>
                  </a:lnTo>
                  <a:lnTo>
                    <a:pt x="3328999" y="396272"/>
                  </a:lnTo>
                  <a:lnTo>
                    <a:pt x="3333278" y="360184"/>
                  </a:lnTo>
                  <a:lnTo>
                    <a:pt x="3337557" y="323833"/>
                  </a:lnTo>
                  <a:lnTo>
                    <a:pt x="3341836" y="275574"/>
                  </a:lnTo>
                  <a:lnTo>
                    <a:pt x="3346115" y="403224"/>
                  </a:lnTo>
                  <a:lnTo>
                    <a:pt x="3350394" y="366903"/>
                  </a:lnTo>
                  <a:lnTo>
                    <a:pt x="3354673" y="418066"/>
                  </a:lnTo>
                  <a:lnTo>
                    <a:pt x="3358952" y="504177"/>
                  </a:lnTo>
                  <a:lnTo>
                    <a:pt x="3363231" y="607316"/>
                  </a:lnTo>
                  <a:lnTo>
                    <a:pt x="3367509" y="572416"/>
                  </a:lnTo>
                  <a:lnTo>
                    <a:pt x="3371788" y="623985"/>
                  </a:lnTo>
                  <a:lnTo>
                    <a:pt x="3376067" y="605232"/>
                  </a:lnTo>
                  <a:lnTo>
                    <a:pt x="3380346" y="543066"/>
                  </a:lnTo>
                  <a:lnTo>
                    <a:pt x="3384625" y="511275"/>
                  </a:lnTo>
                  <a:lnTo>
                    <a:pt x="3388904" y="603697"/>
                  </a:lnTo>
                  <a:lnTo>
                    <a:pt x="3393183" y="585657"/>
                  </a:lnTo>
                  <a:lnTo>
                    <a:pt x="3397462" y="562561"/>
                  </a:lnTo>
                  <a:lnTo>
                    <a:pt x="3401741" y="628704"/>
                  </a:lnTo>
                  <a:lnTo>
                    <a:pt x="3406020" y="695713"/>
                  </a:lnTo>
                  <a:lnTo>
                    <a:pt x="3410299" y="791624"/>
                  </a:lnTo>
                  <a:lnTo>
                    <a:pt x="3414578" y="829883"/>
                  </a:lnTo>
                  <a:lnTo>
                    <a:pt x="3418857" y="849636"/>
                  </a:lnTo>
                  <a:lnTo>
                    <a:pt x="3423135" y="770366"/>
                  </a:lnTo>
                  <a:lnTo>
                    <a:pt x="3427414" y="736255"/>
                  </a:lnTo>
                  <a:lnTo>
                    <a:pt x="3431693" y="731956"/>
                  </a:lnTo>
                  <a:lnTo>
                    <a:pt x="3435972" y="744551"/>
                  </a:lnTo>
                  <a:lnTo>
                    <a:pt x="3440251" y="861939"/>
                  </a:lnTo>
                  <a:lnTo>
                    <a:pt x="3444530" y="1032925"/>
                  </a:lnTo>
                  <a:lnTo>
                    <a:pt x="3448809" y="1135287"/>
                  </a:lnTo>
                  <a:lnTo>
                    <a:pt x="3453088" y="1250636"/>
                  </a:lnTo>
                  <a:lnTo>
                    <a:pt x="3457367" y="1338447"/>
                  </a:lnTo>
                  <a:lnTo>
                    <a:pt x="3461646" y="1305213"/>
                  </a:lnTo>
                  <a:lnTo>
                    <a:pt x="3465925" y="1230165"/>
                  </a:lnTo>
                  <a:lnTo>
                    <a:pt x="3470204" y="1193417"/>
                  </a:lnTo>
                  <a:lnTo>
                    <a:pt x="3474482" y="1329626"/>
                  </a:lnTo>
                  <a:lnTo>
                    <a:pt x="3478761" y="1359913"/>
                  </a:lnTo>
                  <a:lnTo>
                    <a:pt x="3483040" y="1305451"/>
                  </a:lnTo>
                  <a:lnTo>
                    <a:pt x="3487319" y="1101952"/>
                  </a:lnTo>
                  <a:lnTo>
                    <a:pt x="3491598" y="1089243"/>
                  </a:lnTo>
                  <a:lnTo>
                    <a:pt x="3495877" y="1128705"/>
                  </a:lnTo>
                  <a:lnTo>
                    <a:pt x="3500156" y="1115034"/>
                  </a:lnTo>
                  <a:lnTo>
                    <a:pt x="3504435" y="1086507"/>
                  </a:lnTo>
                  <a:lnTo>
                    <a:pt x="3508714" y="1019486"/>
                  </a:lnTo>
                  <a:lnTo>
                    <a:pt x="3512993" y="1129583"/>
                  </a:lnTo>
                  <a:lnTo>
                    <a:pt x="3517272" y="1195945"/>
                  </a:lnTo>
                  <a:lnTo>
                    <a:pt x="3521551" y="1028311"/>
                  </a:lnTo>
                  <a:lnTo>
                    <a:pt x="3525830" y="1088780"/>
                  </a:lnTo>
                  <a:lnTo>
                    <a:pt x="3530108" y="1052451"/>
                  </a:lnTo>
                  <a:lnTo>
                    <a:pt x="3534387" y="993972"/>
                  </a:lnTo>
                  <a:lnTo>
                    <a:pt x="3538666" y="1030328"/>
                  </a:lnTo>
                  <a:lnTo>
                    <a:pt x="3542945" y="831468"/>
                  </a:lnTo>
                  <a:lnTo>
                    <a:pt x="3547224" y="847061"/>
                  </a:lnTo>
                  <a:lnTo>
                    <a:pt x="3551503" y="825763"/>
                  </a:lnTo>
                  <a:lnTo>
                    <a:pt x="3555782" y="750834"/>
                  </a:lnTo>
                  <a:lnTo>
                    <a:pt x="3560061" y="732351"/>
                  </a:lnTo>
                  <a:lnTo>
                    <a:pt x="3564340" y="738930"/>
                  </a:lnTo>
                  <a:lnTo>
                    <a:pt x="3568619" y="749595"/>
                  </a:lnTo>
                  <a:lnTo>
                    <a:pt x="3572898" y="802141"/>
                  </a:lnTo>
                  <a:lnTo>
                    <a:pt x="3577177" y="841204"/>
                  </a:lnTo>
                  <a:lnTo>
                    <a:pt x="3581455" y="997089"/>
                  </a:lnTo>
                  <a:lnTo>
                    <a:pt x="3585734" y="990833"/>
                  </a:lnTo>
                  <a:lnTo>
                    <a:pt x="3590013" y="1006176"/>
                  </a:lnTo>
                  <a:lnTo>
                    <a:pt x="3594292" y="587707"/>
                  </a:lnTo>
                  <a:lnTo>
                    <a:pt x="3598571" y="543197"/>
                  </a:lnTo>
                  <a:lnTo>
                    <a:pt x="3602850" y="450291"/>
                  </a:lnTo>
                  <a:lnTo>
                    <a:pt x="3607129" y="347112"/>
                  </a:lnTo>
                  <a:lnTo>
                    <a:pt x="3611408" y="394185"/>
                  </a:lnTo>
                  <a:lnTo>
                    <a:pt x="3615687" y="371555"/>
                  </a:lnTo>
                  <a:lnTo>
                    <a:pt x="3619966" y="402642"/>
                  </a:lnTo>
                  <a:lnTo>
                    <a:pt x="3624245" y="413374"/>
                  </a:lnTo>
                  <a:lnTo>
                    <a:pt x="3628524" y="432378"/>
                  </a:lnTo>
                  <a:lnTo>
                    <a:pt x="3632803" y="465759"/>
                  </a:lnTo>
                  <a:lnTo>
                    <a:pt x="3637081" y="466455"/>
                  </a:lnTo>
                  <a:lnTo>
                    <a:pt x="3641360" y="460509"/>
                  </a:lnTo>
                  <a:lnTo>
                    <a:pt x="3645639" y="476003"/>
                  </a:lnTo>
                  <a:lnTo>
                    <a:pt x="3649918" y="491365"/>
                  </a:lnTo>
                  <a:lnTo>
                    <a:pt x="3654197" y="562315"/>
                  </a:lnTo>
                  <a:lnTo>
                    <a:pt x="3658476" y="443915"/>
                  </a:lnTo>
                  <a:lnTo>
                    <a:pt x="3662755" y="450299"/>
                  </a:lnTo>
                  <a:lnTo>
                    <a:pt x="3667034" y="412077"/>
                  </a:lnTo>
                  <a:lnTo>
                    <a:pt x="3671313" y="335814"/>
                  </a:lnTo>
                  <a:lnTo>
                    <a:pt x="3675592" y="305358"/>
                  </a:lnTo>
                  <a:lnTo>
                    <a:pt x="3679871" y="292402"/>
                  </a:lnTo>
                  <a:lnTo>
                    <a:pt x="3684150" y="346552"/>
                  </a:lnTo>
                  <a:lnTo>
                    <a:pt x="3688428" y="372618"/>
                  </a:lnTo>
                  <a:lnTo>
                    <a:pt x="3692707" y="449547"/>
                  </a:lnTo>
                  <a:lnTo>
                    <a:pt x="3696986" y="390397"/>
                  </a:lnTo>
                  <a:lnTo>
                    <a:pt x="3701265" y="362920"/>
                  </a:lnTo>
                  <a:lnTo>
                    <a:pt x="3705544" y="397598"/>
                  </a:lnTo>
                  <a:lnTo>
                    <a:pt x="3709823" y="340015"/>
                  </a:lnTo>
                  <a:lnTo>
                    <a:pt x="3714102" y="288020"/>
                  </a:lnTo>
                  <a:lnTo>
                    <a:pt x="3718381" y="245773"/>
                  </a:lnTo>
                  <a:lnTo>
                    <a:pt x="3722660" y="244731"/>
                  </a:lnTo>
                  <a:lnTo>
                    <a:pt x="3726939" y="265692"/>
                  </a:lnTo>
                  <a:lnTo>
                    <a:pt x="3731218" y="305245"/>
                  </a:lnTo>
                  <a:lnTo>
                    <a:pt x="3735497" y="232307"/>
                  </a:lnTo>
                  <a:lnTo>
                    <a:pt x="3739776" y="233260"/>
                  </a:lnTo>
                  <a:lnTo>
                    <a:pt x="3744054" y="213490"/>
                  </a:lnTo>
                  <a:lnTo>
                    <a:pt x="3748333" y="252816"/>
                  </a:lnTo>
                  <a:lnTo>
                    <a:pt x="3752612" y="222950"/>
                  </a:lnTo>
                  <a:lnTo>
                    <a:pt x="3756891" y="239134"/>
                  </a:lnTo>
                  <a:lnTo>
                    <a:pt x="3761170" y="168600"/>
                  </a:lnTo>
                  <a:lnTo>
                    <a:pt x="3765449" y="208193"/>
                  </a:lnTo>
                  <a:lnTo>
                    <a:pt x="3769728" y="305728"/>
                  </a:lnTo>
                  <a:lnTo>
                    <a:pt x="3774007" y="469320"/>
                  </a:lnTo>
                  <a:lnTo>
                    <a:pt x="3778286" y="581345"/>
                  </a:lnTo>
                  <a:lnTo>
                    <a:pt x="3782565" y="463912"/>
                  </a:lnTo>
                  <a:lnTo>
                    <a:pt x="3786844" y="454288"/>
                  </a:lnTo>
                  <a:lnTo>
                    <a:pt x="3791123" y="400389"/>
                  </a:lnTo>
                  <a:lnTo>
                    <a:pt x="3795401" y="341270"/>
                  </a:lnTo>
                  <a:lnTo>
                    <a:pt x="3799680" y="330441"/>
                  </a:lnTo>
                  <a:lnTo>
                    <a:pt x="3803959" y="308714"/>
                  </a:lnTo>
                  <a:lnTo>
                    <a:pt x="3808238" y="267841"/>
                  </a:lnTo>
                  <a:lnTo>
                    <a:pt x="3812517" y="311001"/>
                  </a:lnTo>
                  <a:lnTo>
                    <a:pt x="3816796" y="524193"/>
                  </a:lnTo>
                  <a:lnTo>
                    <a:pt x="3821075" y="423490"/>
                  </a:lnTo>
                  <a:lnTo>
                    <a:pt x="3825354" y="380156"/>
                  </a:lnTo>
                  <a:lnTo>
                    <a:pt x="3829633" y="366011"/>
                  </a:lnTo>
                  <a:lnTo>
                    <a:pt x="3833912" y="359013"/>
                  </a:lnTo>
                  <a:lnTo>
                    <a:pt x="3838191" y="305933"/>
                  </a:lnTo>
                  <a:lnTo>
                    <a:pt x="3842470" y="272584"/>
                  </a:lnTo>
                  <a:lnTo>
                    <a:pt x="3846749" y="296749"/>
                  </a:lnTo>
                  <a:lnTo>
                    <a:pt x="3851027" y="387215"/>
                  </a:lnTo>
                  <a:lnTo>
                    <a:pt x="3855306" y="346433"/>
                  </a:lnTo>
                  <a:lnTo>
                    <a:pt x="3859585" y="361059"/>
                  </a:lnTo>
                  <a:lnTo>
                    <a:pt x="3863864" y="209293"/>
                  </a:lnTo>
                  <a:lnTo>
                    <a:pt x="3868143" y="185453"/>
                  </a:lnTo>
                  <a:lnTo>
                    <a:pt x="3872422" y="185474"/>
                  </a:lnTo>
                  <a:lnTo>
                    <a:pt x="3876701" y="36337"/>
                  </a:lnTo>
                  <a:lnTo>
                    <a:pt x="3880980" y="0"/>
                  </a:lnTo>
                  <a:lnTo>
                    <a:pt x="3885259" y="134703"/>
                  </a:lnTo>
                  <a:lnTo>
                    <a:pt x="3889538" y="98723"/>
                  </a:lnTo>
                  <a:lnTo>
                    <a:pt x="3893817" y="97487"/>
                  </a:lnTo>
                  <a:lnTo>
                    <a:pt x="3898096" y="134263"/>
                  </a:lnTo>
                  <a:lnTo>
                    <a:pt x="3902374" y="170011"/>
                  </a:lnTo>
                  <a:lnTo>
                    <a:pt x="3906653" y="259855"/>
                  </a:lnTo>
                  <a:lnTo>
                    <a:pt x="3910932" y="214581"/>
                  </a:lnTo>
                  <a:lnTo>
                    <a:pt x="3915211" y="254193"/>
                  </a:lnTo>
                  <a:lnTo>
                    <a:pt x="3919490" y="287012"/>
                  </a:lnTo>
                  <a:lnTo>
                    <a:pt x="3923769" y="288252"/>
                  </a:lnTo>
                  <a:lnTo>
                    <a:pt x="3928048" y="316872"/>
                  </a:lnTo>
                  <a:lnTo>
                    <a:pt x="3932327" y="307957"/>
                  </a:lnTo>
                  <a:lnTo>
                    <a:pt x="3936606" y="279711"/>
                  </a:lnTo>
                  <a:lnTo>
                    <a:pt x="3940885" y="187892"/>
                  </a:lnTo>
                  <a:lnTo>
                    <a:pt x="3945164" y="211471"/>
                  </a:lnTo>
                  <a:lnTo>
                    <a:pt x="3949443" y="121405"/>
                  </a:lnTo>
                  <a:lnTo>
                    <a:pt x="3953722" y="164578"/>
                  </a:lnTo>
                  <a:lnTo>
                    <a:pt x="3958000" y="174612"/>
                  </a:lnTo>
                  <a:lnTo>
                    <a:pt x="3962279" y="227392"/>
                  </a:lnTo>
                  <a:lnTo>
                    <a:pt x="3966558" y="234412"/>
                  </a:lnTo>
                  <a:lnTo>
                    <a:pt x="3970837" y="186276"/>
                  </a:lnTo>
                  <a:lnTo>
                    <a:pt x="3975116" y="201257"/>
                  </a:lnTo>
                  <a:lnTo>
                    <a:pt x="3979395" y="185448"/>
                  </a:lnTo>
                  <a:lnTo>
                    <a:pt x="3983674" y="177918"/>
                  </a:lnTo>
                  <a:lnTo>
                    <a:pt x="3987953" y="170393"/>
                  </a:lnTo>
                  <a:lnTo>
                    <a:pt x="3992232" y="243098"/>
                  </a:lnTo>
                  <a:lnTo>
                    <a:pt x="3996511" y="203149"/>
                  </a:lnTo>
                  <a:lnTo>
                    <a:pt x="4000790" y="224400"/>
                  </a:lnTo>
                  <a:lnTo>
                    <a:pt x="4005069" y="295262"/>
                  </a:lnTo>
                  <a:lnTo>
                    <a:pt x="4009347" y="285700"/>
                  </a:lnTo>
                  <a:lnTo>
                    <a:pt x="4013626" y="312199"/>
                  </a:lnTo>
                  <a:lnTo>
                    <a:pt x="4017905" y="248954"/>
                  </a:lnTo>
                  <a:lnTo>
                    <a:pt x="4022184" y="246268"/>
                  </a:lnTo>
                  <a:lnTo>
                    <a:pt x="4026463" y="376718"/>
                  </a:lnTo>
                  <a:lnTo>
                    <a:pt x="4030742" y="234589"/>
                  </a:lnTo>
                  <a:lnTo>
                    <a:pt x="4035021" y="183816"/>
                  </a:lnTo>
                  <a:lnTo>
                    <a:pt x="4039300" y="145747"/>
                  </a:lnTo>
                  <a:lnTo>
                    <a:pt x="4043579" y="166928"/>
                  </a:lnTo>
                  <a:lnTo>
                    <a:pt x="4047858" y="267346"/>
                  </a:lnTo>
                  <a:lnTo>
                    <a:pt x="4052137" y="377284"/>
                  </a:lnTo>
                  <a:lnTo>
                    <a:pt x="4056416" y="504755"/>
                  </a:lnTo>
                  <a:lnTo>
                    <a:pt x="4060695" y="388838"/>
                  </a:lnTo>
                  <a:lnTo>
                    <a:pt x="4064973" y="255771"/>
                  </a:lnTo>
                  <a:lnTo>
                    <a:pt x="4069252" y="205450"/>
                  </a:lnTo>
                  <a:lnTo>
                    <a:pt x="4073531" y="110976"/>
                  </a:lnTo>
                  <a:lnTo>
                    <a:pt x="4077810" y="157240"/>
                  </a:lnTo>
                  <a:lnTo>
                    <a:pt x="4082089" y="137440"/>
                  </a:lnTo>
                  <a:lnTo>
                    <a:pt x="4086368" y="251293"/>
                  </a:lnTo>
                  <a:lnTo>
                    <a:pt x="4090647" y="295857"/>
                  </a:lnTo>
                  <a:lnTo>
                    <a:pt x="4094926" y="302614"/>
                  </a:lnTo>
                  <a:lnTo>
                    <a:pt x="4099205" y="312103"/>
                  </a:lnTo>
                  <a:lnTo>
                    <a:pt x="4103484" y="331346"/>
                  </a:lnTo>
                  <a:lnTo>
                    <a:pt x="4107763" y="350357"/>
                  </a:lnTo>
                  <a:lnTo>
                    <a:pt x="4112042" y="353248"/>
                  </a:lnTo>
                  <a:lnTo>
                    <a:pt x="4116320" y="249278"/>
                  </a:lnTo>
                  <a:lnTo>
                    <a:pt x="4120599" y="223205"/>
                  </a:lnTo>
                  <a:lnTo>
                    <a:pt x="4124878" y="238749"/>
                  </a:lnTo>
                  <a:lnTo>
                    <a:pt x="4129157" y="187787"/>
                  </a:lnTo>
                  <a:lnTo>
                    <a:pt x="4133436" y="186301"/>
                  </a:lnTo>
                  <a:lnTo>
                    <a:pt x="4137715" y="151450"/>
                  </a:lnTo>
                  <a:lnTo>
                    <a:pt x="4141994" y="193358"/>
                  </a:lnTo>
                  <a:lnTo>
                    <a:pt x="4146273" y="449102"/>
                  </a:lnTo>
                  <a:lnTo>
                    <a:pt x="4150552" y="520563"/>
                  </a:lnTo>
                  <a:lnTo>
                    <a:pt x="4154831" y="623037"/>
                  </a:lnTo>
                  <a:lnTo>
                    <a:pt x="4159110" y="597494"/>
                  </a:lnTo>
                  <a:lnTo>
                    <a:pt x="4163389" y="496114"/>
                  </a:lnTo>
                  <a:lnTo>
                    <a:pt x="4167668" y="477088"/>
                  </a:lnTo>
                  <a:lnTo>
                    <a:pt x="4171946" y="465956"/>
                  </a:lnTo>
                  <a:lnTo>
                    <a:pt x="4176225" y="442682"/>
                  </a:lnTo>
                  <a:lnTo>
                    <a:pt x="4180504" y="429933"/>
                  </a:lnTo>
                  <a:lnTo>
                    <a:pt x="4184783" y="486106"/>
                  </a:lnTo>
                  <a:lnTo>
                    <a:pt x="4189062" y="538408"/>
                  </a:lnTo>
                  <a:lnTo>
                    <a:pt x="4193341" y="600564"/>
                  </a:lnTo>
                  <a:lnTo>
                    <a:pt x="4197620" y="539057"/>
                  </a:lnTo>
                  <a:lnTo>
                    <a:pt x="4201899" y="498506"/>
                  </a:lnTo>
                  <a:lnTo>
                    <a:pt x="4206178" y="499552"/>
                  </a:lnTo>
                  <a:lnTo>
                    <a:pt x="4210457" y="646822"/>
                  </a:lnTo>
                  <a:lnTo>
                    <a:pt x="4214736" y="728978"/>
                  </a:lnTo>
                  <a:lnTo>
                    <a:pt x="4219015" y="870276"/>
                  </a:lnTo>
                  <a:lnTo>
                    <a:pt x="4223293" y="817366"/>
                  </a:lnTo>
                  <a:lnTo>
                    <a:pt x="4227572" y="700196"/>
                  </a:lnTo>
                  <a:lnTo>
                    <a:pt x="4231851" y="666905"/>
                  </a:lnTo>
                  <a:lnTo>
                    <a:pt x="4236130" y="640634"/>
                  </a:lnTo>
                  <a:lnTo>
                    <a:pt x="4240409" y="482730"/>
                  </a:lnTo>
                  <a:lnTo>
                    <a:pt x="4244688" y="451078"/>
                  </a:lnTo>
                  <a:lnTo>
                    <a:pt x="4248967" y="500870"/>
                  </a:lnTo>
                  <a:lnTo>
                    <a:pt x="4253246" y="651371"/>
                  </a:lnTo>
                  <a:lnTo>
                    <a:pt x="4257525" y="706608"/>
                  </a:lnTo>
                  <a:lnTo>
                    <a:pt x="4261804" y="902940"/>
                  </a:lnTo>
                  <a:lnTo>
                    <a:pt x="4266083" y="868424"/>
                  </a:lnTo>
                  <a:lnTo>
                    <a:pt x="4270362" y="797561"/>
                  </a:lnTo>
                  <a:lnTo>
                    <a:pt x="4274641" y="804444"/>
                  </a:lnTo>
                  <a:lnTo>
                    <a:pt x="4278919" y="798373"/>
                  </a:lnTo>
                  <a:lnTo>
                    <a:pt x="4283198" y="761534"/>
                  </a:lnTo>
                  <a:lnTo>
                    <a:pt x="4287477" y="715343"/>
                  </a:lnTo>
                  <a:lnTo>
                    <a:pt x="4291756" y="702588"/>
                  </a:lnTo>
                  <a:lnTo>
                    <a:pt x="4296035" y="629579"/>
                  </a:lnTo>
                  <a:lnTo>
                    <a:pt x="4300314" y="666284"/>
                  </a:lnTo>
                  <a:lnTo>
                    <a:pt x="4304593" y="556422"/>
                  </a:lnTo>
                  <a:lnTo>
                    <a:pt x="4308872" y="523381"/>
                  </a:lnTo>
                  <a:lnTo>
                    <a:pt x="4313151" y="464655"/>
                  </a:lnTo>
                  <a:lnTo>
                    <a:pt x="4317430" y="448345"/>
                  </a:lnTo>
                  <a:lnTo>
                    <a:pt x="4321709" y="361082"/>
                  </a:lnTo>
                  <a:lnTo>
                    <a:pt x="4325988" y="395336"/>
                  </a:lnTo>
                  <a:lnTo>
                    <a:pt x="4330266" y="493805"/>
                  </a:lnTo>
                  <a:lnTo>
                    <a:pt x="4334545" y="461388"/>
                  </a:lnTo>
                  <a:lnTo>
                    <a:pt x="4338824" y="516292"/>
                  </a:lnTo>
                  <a:lnTo>
                    <a:pt x="4343103" y="610870"/>
                  </a:lnTo>
                  <a:lnTo>
                    <a:pt x="4347382" y="607800"/>
                  </a:lnTo>
                  <a:lnTo>
                    <a:pt x="4351661" y="588513"/>
                  </a:lnTo>
                  <a:lnTo>
                    <a:pt x="4355940" y="387789"/>
                  </a:lnTo>
                  <a:lnTo>
                    <a:pt x="4360219" y="329258"/>
                  </a:lnTo>
                  <a:lnTo>
                    <a:pt x="4364498" y="276255"/>
                  </a:lnTo>
                  <a:lnTo>
                    <a:pt x="4368777" y="375808"/>
                  </a:lnTo>
                  <a:lnTo>
                    <a:pt x="4373056" y="470535"/>
                  </a:lnTo>
                  <a:lnTo>
                    <a:pt x="4377335" y="537232"/>
                  </a:lnTo>
                  <a:lnTo>
                    <a:pt x="4381614" y="532473"/>
                  </a:lnTo>
                  <a:lnTo>
                    <a:pt x="4385892" y="389503"/>
                  </a:lnTo>
                  <a:lnTo>
                    <a:pt x="4390171" y="347454"/>
                  </a:lnTo>
                  <a:lnTo>
                    <a:pt x="4394450" y="280940"/>
                  </a:lnTo>
                  <a:lnTo>
                    <a:pt x="4398729" y="309619"/>
                  </a:lnTo>
                  <a:lnTo>
                    <a:pt x="4403008" y="245619"/>
                  </a:lnTo>
                  <a:lnTo>
                    <a:pt x="4407287" y="243595"/>
                  </a:lnTo>
                  <a:lnTo>
                    <a:pt x="4411566" y="322132"/>
                  </a:lnTo>
                  <a:lnTo>
                    <a:pt x="4415845" y="299461"/>
                  </a:lnTo>
                  <a:lnTo>
                    <a:pt x="4420124" y="301730"/>
                  </a:lnTo>
                  <a:lnTo>
                    <a:pt x="4424403" y="209641"/>
                  </a:lnTo>
                  <a:lnTo>
                    <a:pt x="4428682" y="177390"/>
                  </a:lnTo>
                  <a:lnTo>
                    <a:pt x="4432961" y="170948"/>
                  </a:lnTo>
                  <a:lnTo>
                    <a:pt x="4437239" y="213747"/>
                  </a:lnTo>
                  <a:lnTo>
                    <a:pt x="4441518" y="190599"/>
                  </a:lnTo>
                  <a:lnTo>
                    <a:pt x="4445797" y="309444"/>
                  </a:lnTo>
                  <a:lnTo>
                    <a:pt x="4450076" y="272494"/>
                  </a:lnTo>
                  <a:lnTo>
                    <a:pt x="4454355" y="261141"/>
                  </a:lnTo>
                  <a:lnTo>
                    <a:pt x="4458634" y="268749"/>
                  </a:lnTo>
                  <a:lnTo>
                    <a:pt x="4462913" y="278153"/>
                  </a:lnTo>
                  <a:lnTo>
                    <a:pt x="4467192" y="211297"/>
                  </a:lnTo>
                  <a:lnTo>
                    <a:pt x="4471471" y="175146"/>
                  </a:lnTo>
                  <a:lnTo>
                    <a:pt x="4475750" y="67849"/>
                  </a:lnTo>
                  <a:lnTo>
                    <a:pt x="4480029" y="120002"/>
                  </a:lnTo>
                  <a:lnTo>
                    <a:pt x="4484308" y="123253"/>
                  </a:lnTo>
                  <a:lnTo>
                    <a:pt x="4488587" y="174699"/>
                  </a:lnTo>
                  <a:lnTo>
                    <a:pt x="4492865" y="129324"/>
                  </a:lnTo>
                  <a:lnTo>
                    <a:pt x="4497144" y="142964"/>
                  </a:lnTo>
                  <a:lnTo>
                    <a:pt x="4501423" y="254210"/>
                  </a:lnTo>
                  <a:lnTo>
                    <a:pt x="4505702" y="261648"/>
                  </a:lnTo>
                  <a:lnTo>
                    <a:pt x="4509981" y="301002"/>
                  </a:lnTo>
                  <a:lnTo>
                    <a:pt x="4514260" y="357943"/>
                  </a:lnTo>
                  <a:lnTo>
                    <a:pt x="4518539" y="319325"/>
                  </a:lnTo>
                  <a:lnTo>
                    <a:pt x="4522818" y="346283"/>
                  </a:lnTo>
                  <a:lnTo>
                    <a:pt x="4527097" y="395231"/>
                  </a:lnTo>
                  <a:lnTo>
                    <a:pt x="4531376" y="380537"/>
                  </a:lnTo>
                  <a:lnTo>
                    <a:pt x="4535655" y="408931"/>
                  </a:lnTo>
                  <a:lnTo>
                    <a:pt x="4539934" y="311129"/>
                  </a:lnTo>
                  <a:lnTo>
                    <a:pt x="4544212" y="229029"/>
                  </a:lnTo>
                  <a:lnTo>
                    <a:pt x="4548491" y="232661"/>
                  </a:lnTo>
                  <a:lnTo>
                    <a:pt x="4552770" y="232892"/>
                  </a:lnTo>
                  <a:lnTo>
                    <a:pt x="4557049" y="306652"/>
                  </a:lnTo>
                  <a:lnTo>
                    <a:pt x="4561328" y="303216"/>
                  </a:lnTo>
                  <a:lnTo>
                    <a:pt x="4565607" y="420879"/>
                  </a:lnTo>
                  <a:lnTo>
                    <a:pt x="4569886" y="377207"/>
                  </a:lnTo>
                  <a:lnTo>
                    <a:pt x="4574165" y="310164"/>
                  </a:lnTo>
                  <a:lnTo>
                    <a:pt x="4578444" y="256048"/>
                  </a:lnTo>
                  <a:lnTo>
                    <a:pt x="4582723" y="179764"/>
                  </a:lnTo>
                  <a:lnTo>
                    <a:pt x="4587002" y="193011"/>
                  </a:lnTo>
                  <a:lnTo>
                    <a:pt x="4591281" y="145475"/>
                  </a:lnTo>
                  <a:lnTo>
                    <a:pt x="4595560" y="217629"/>
                  </a:lnTo>
                  <a:lnTo>
                    <a:pt x="4599838" y="202379"/>
                  </a:lnTo>
                  <a:lnTo>
                    <a:pt x="4604117" y="267837"/>
                  </a:lnTo>
                  <a:lnTo>
                    <a:pt x="4608396" y="264405"/>
                  </a:lnTo>
                  <a:lnTo>
                    <a:pt x="4612675" y="190012"/>
                  </a:lnTo>
                  <a:lnTo>
                    <a:pt x="4616954" y="202651"/>
                  </a:lnTo>
                  <a:lnTo>
                    <a:pt x="4621233" y="126810"/>
                  </a:lnTo>
                  <a:lnTo>
                    <a:pt x="4625512" y="167559"/>
                  </a:lnTo>
                  <a:lnTo>
                    <a:pt x="4629791" y="165951"/>
                  </a:lnTo>
                  <a:lnTo>
                    <a:pt x="4634070" y="243459"/>
                  </a:lnTo>
                  <a:lnTo>
                    <a:pt x="4638349" y="231710"/>
                  </a:lnTo>
                  <a:lnTo>
                    <a:pt x="4642628" y="439752"/>
                  </a:lnTo>
                  <a:lnTo>
                    <a:pt x="4646907" y="357768"/>
                  </a:lnTo>
                  <a:lnTo>
                    <a:pt x="4651185" y="253169"/>
                  </a:lnTo>
                  <a:lnTo>
                    <a:pt x="4655464" y="297785"/>
                  </a:lnTo>
                  <a:lnTo>
                    <a:pt x="4659743" y="190522"/>
                  </a:lnTo>
                  <a:lnTo>
                    <a:pt x="4664022" y="244273"/>
                  </a:lnTo>
                  <a:lnTo>
                    <a:pt x="4668301" y="288783"/>
                  </a:lnTo>
                  <a:lnTo>
                    <a:pt x="4672580" y="319551"/>
                  </a:lnTo>
                  <a:lnTo>
                    <a:pt x="4676859" y="405953"/>
                  </a:lnTo>
                  <a:lnTo>
                    <a:pt x="4681138" y="430483"/>
                  </a:lnTo>
                  <a:lnTo>
                    <a:pt x="4685417" y="453439"/>
                  </a:lnTo>
                  <a:lnTo>
                    <a:pt x="4689696" y="456573"/>
                  </a:lnTo>
                  <a:lnTo>
                    <a:pt x="4693975" y="458503"/>
                  </a:lnTo>
                  <a:lnTo>
                    <a:pt x="4698254" y="459849"/>
                  </a:lnTo>
                  <a:lnTo>
                    <a:pt x="4702533" y="439822"/>
                  </a:lnTo>
                  <a:lnTo>
                    <a:pt x="4706811" y="368438"/>
                  </a:lnTo>
                  <a:lnTo>
                    <a:pt x="4711090" y="410823"/>
                  </a:lnTo>
                  <a:lnTo>
                    <a:pt x="4715369" y="401809"/>
                  </a:lnTo>
                  <a:lnTo>
                    <a:pt x="4719648" y="542064"/>
                  </a:lnTo>
                  <a:lnTo>
                    <a:pt x="4723927" y="562727"/>
                  </a:lnTo>
                  <a:lnTo>
                    <a:pt x="4728206" y="518994"/>
                  </a:lnTo>
                  <a:lnTo>
                    <a:pt x="4732485" y="544413"/>
                  </a:lnTo>
                  <a:lnTo>
                    <a:pt x="4736764" y="610009"/>
                  </a:lnTo>
                  <a:lnTo>
                    <a:pt x="4741043" y="793694"/>
                  </a:lnTo>
                  <a:lnTo>
                    <a:pt x="4745322" y="892744"/>
                  </a:lnTo>
                  <a:lnTo>
                    <a:pt x="4749601" y="903974"/>
                  </a:lnTo>
                  <a:lnTo>
                    <a:pt x="4753880" y="957538"/>
                  </a:lnTo>
                  <a:lnTo>
                    <a:pt x="4758158" y="1053564"/>
                  </a:lnTo>
                  <a:lnTo>
                    <a:pt x="4762437" y="1040993"/>
                  </a:lnTo>
                  <a:lnTo>
                    <a:pt x="4766716" y="1033190"/>
                  </a:lnTo>
                  <a:lnTo>
                    <a:pt x="4770995" y="977592"/>
                  </a:lnTo>
                  <a:lnTo>
                    <a:pt x="4775274" y="873028"/>
                  </a:lnTo>
                  <a:lnTo>
                    <a:pt x="4779553" y="962867"/>
                  </a:lnTo>
                  <a:lnTo>
                    <a:pt x="4783832" y="992735"/>
                  </a:lnTo>
                  <a:lnTo>
                    <a:pt x="4788111" y="1068014"/>
                  </a:lnTo>
                  <a:lnTo>
                    <a:pt x="4792390" y="941149"/>
                  </a:lnTo>
                  <a:lnTo>
                    <a:pt x="4796669" y="858987"/>
                  </a:lnTo>
                  <a:lnTo>
                    <a:pt x="4800948" y="868813"/>
                  </a:lnTo>
                  <a:lnTo>
                    <a:pt x="4805227" y="759922"/>
                  </a:lnTo>
                  <a:lnTo>
                    <a:pt x="4809506" y="720474"/>
                  </a:lnTo>
                  <a:lnTo>
                    <a:pt x="4813784" y="602275"/>
                  </a:lnTo>
                  <a:lnTo>
                    <a:pt x="4818063" y="589082"/>
                  </a:lnTo>
                  <a:lnTo>
                    <a:pt x="4822342" y="721850"/>
                  </a:lnTo>
                  <a:lnTo>
                    <a:pt x="4826621" y="766140"/>
                  </a:lnTo>
                  <a:lnTo>
                    <a:pt x="4830900" y="806008"/>
                  </a:lnTo>
                  <a:lnTo>
                    <a:pt x="4835179" y="808163"/>
                  </a:lnTo>
                  <a:lnTo>
                    <a:pt x="4839458" y="860658"/>
                  </a:lnTo>
                  <a:lnTo>
                    <a:pt x="4843737" y="863776"/>
                  </a:lnTo>
                  <a:lnTo>
                    <a:pt x="4848016" y="819836"/>
                  </a:lnTo>
                  <a:lnTo>
                    <a:pt x="4852295" y="844269"/>
                  </a:lnTo>
                  <a:lnTo>
                    <a:pt x="4856574" y="814555"/>
                  </a:lnTo>
                  <a:lnTo>
                    <a:pt x="4860853" y="724814"/>
                  </a:lnTo>
                  <a:lnTo>
                    <a:pt x="4865131" y="715429"/>
                  </a:lnTo>
                  <a:lnTo>
                    <a:pt x="4869410" y="617679"/>
                  </a:lnTo>
                  <a:lnTo>
                    <a:pt x="4873689" y="643387"/>
                  </a:lnTo>
                  <a:lnTo>
                    <a:pt x="4877968" y="678594"/>
                  </a:lnTo>
                  <a:lnTo>
                    <a:pt x="4882247" y="539337"/>
                  </a:lnTo>
                  <a:lnTo>
                    <a:pt x="4886526" y="680867"/>
                  </a:lnTo>
                  <a:lnTo>
                    <a:pt x="4890805" y="665762"/>
                  </a:lnTo>
                  <a:lnTo>
                    <a:pt x="4895084" y="698388"/>
                  </a:lnTo>
                  <a:lnTo>
                    <a:pt x="4899363" y="747422"/>
                  </a:lnTo>
                  <a:lnTo>
                    <a:pt x="4903642" y="757565"/>
                  </a:lnTo>
                  <a:lnTo>
                    <a:pt x="4907921" y="907993"/>
                  </a:lnTo>
                  <a:lnTo>
                    <a:pt x="4912200" y="923193"/>
                  </a:lnTo>
                  <a:lnTo>
                    <a:pt x="4916479" y="1022894"/>
                  </a:lnTo>
                  <a:lnTo>
                    <a:pt x="4920757" y="1087796"/>
                  </a:lnTo>
                  <a:lnTo>
                    <a:pt x="4925036" y="1069947"/>
                  </a:lnTo>
                  <a:lnTo>
                    <a:pt x="4929315" y="1167733"/>
                  </a:lnTo>
                  <a:lnTo>
                    <a:pt x="4933594" y="1140153"/>
                  </a:lnTo>
                  <a:lnTo>
                    <a:pt x="4937873" y="1094619"/>
                  </a:lnTo>
                  <a:lnTo>
                    <a:pt x="4942152" y="1074580"/>
                  </a:lnTo>
                  <a:lnTo>
                    <a:pt x="4946431" y="1062594"/>
                  </a:lnTo>
                  <a:lnTo>
                    <a:pt x="4950710" y="930749"/>
                  </a:lnTo>
                  <a:lnTo>
                    <a:pt x="4954989" y="951549"/>
                  </a:lnTo>
                  <a:lnTo>
                    <a:pt x="4959268" y="902917"/>
                  </a:lnTo>
                  <a:lnTo>
                    <a:pt x="4963547" y="954233"/>
                  </a:lnTo>
                  <a:lnTo>
                    <a:pt x="4967826" y="1068626"/>
                  </a:lnTo>
                  <a:lnTo>
                    <a:pt x="4972104" y="1063862"/>
                  </a:lnTo>
                  <a:lnTo>
                    <a:pt x="4976383" y="1188174"/>
                  </a:lnTo>
                  <a:lnTo>
                    <a:pt x="4980662" y="1240098"/>
                  </a:lnTo>
                  <a:lnTo>
                    <a:pt x="4984941" y="1409078"/>
                  </a:lnTo>
                  <a:lnTo>
                    <a:pt x="4989220" y="1653674"/>
                  </a:lnTo>
                  <a:lnTo>
                    <a:pt x="4993499" y="1669420"/>
                  </a:lnTo>
                  <a:lnTo>
                    <a:pt x="4997778" y="1638117"/>
                  </a:lnTo>
                  <a:lnTo>
                    <a:pt x="5002057" y="1531150"/>
                  </a:lnTo>
                  <a:lnTo>
                    <a:pt x="5006336" y="1457637"/>
                  </a:lnTo>
                  <a:lnTo>
                    <a:pt x="5010615" y="1299879"/>
                  </a:lnTo>
                  <a:lnTo>
                    <a:pt x="5014894" y="1117007"/>
                  </a:lnTo>
                  <a:lnTo>
                    <a:pt x="5019173" y="1063644"/>
                  </a:lnTo>
                  <a:lnTo>
                    <a:pt x="5023452" y="1159526"/>
                  </a:lnTo>
                  <a:lnTo>
                    <a:pt x="5027730" y="1166204"/>
                  </a:lnTo>
                  <a:lnTo>
                    <a:pt x="5032009" y="1242311"/>
                  </a:lnTo>
                  <a:lnTo>
                    <a:pt x="5036288" y="1354874"/>
                  </a:lnTo>
                  <a:lnTo>
                    <a:pt x="5040567" y="1326250"/>
                  </a:lnTo>
                  <a:lnTo>
                    <a:pt x="5044846" y="1334561"/>
                  </a:lnTo>
                  <a:lnTo>
                    <a:pt x="5049125" y="1225745"/>
                  </a:lnTo>
                  <a:lnTo>
                    <a:pt x="5053404" y="1085021"/>
                  </a:lnTo>
                  <a:lnTo>
                    <a:pt x="5057683" y="948383"/>
                  </a:lnTo>
                  <a:lnTo>
                    <a:pt x="5061962" y="878272"/>
                  </a:lnTo>
                  <a:lnTo>
                    <a:pt x="5066241" y="838964"/>
                  </a:lnTo>
                  <a:lnTo>
                    <a:pt x="5070520" y="982063"/>
                  </a:lnTo>
                  <a:lnTo>
                    <a:pt x="5074799" y="1047585"/>
                  </a:lnTo>
                  <a:lnTo>
                    <a:pt x="5079077" y="1126214"/>
                  </a:lnTo>
                  <a:lnTo>
                    <a:pt x="5083356" y="1181556"/>
                  </a:lnTo>
                  <a:lnTo>
                    <a:pt x="5087635" y="1179100"/>
                  </a:lnTo>
                  <a:lnTo>
                    <a:pt x="5091914" y="1216376"/>
                  </a:lnTo>
                  <a:lnTo>
                    <a:pt x="5096193" y="1150704"/>
                  </a:lnTo>
                  <a:lnTo>
                    <a:pt x="5100472" y="1193721"/>
                  </a:lnTo>
                  <a:lnTo>
                    <a:pt x="5104751" y="894548"/>
                  </a:lnTo>
                  <a:lnTo>
                    <a:pt x="5109030" y="863296"/>
                  </a:lnTo>
                  <a:lnTo>
                    <a:pt x="5113309" y="745180"/>
                  </a:lnTo>
                  <a:lnTo>
                    <a:pt x="5117588" y="739252"/>
                  </a:lnTo>
                  <a:lnTo>
                    <a:pt x="5121867" y="616676"/>
                  </a:lnTo>
                  <a:lnTo>
                    <a:pt x="5126146" y="609740"/>
                  </a:lnTo>
                  <a:lnTo>
                    <a:pt x="5130425" y="639467"/>
                  </a:lnTo>
                  <a:lnTo>
                    <a:pt x="5134703" y="681045"/>
                  </a:lnTo>
                  <a:lnTo>
                    <a:pt x="5138982" y="579065"/>
                  </a:lnTo>
                  <a:lnTo>
                    <a:pt x="5143261" y="583905"/>
                  </a:lnTo>
                  <a:lnTo>
                    <a:pt x="5147540" y="693793"/>
                  </a:lnTo>
                  <a:lnTo>
                    <a:pt x="5151819" y="689062"/>
                  </a:lnTo>
                  <a:lnTo>
                    <a:pt x="5156098" y="647707"/>
                  </a:lnTo>
                  <a:lnTo>
                    <a:pt x="5160377" y="889190"/>
                  </a:lnTo>
                  <a:lnTo>
                    <a:pt x="5164656" y="762403"/>
                  </a:lnTo>
                  <a:lnTo>
                    <a:pt x="5168935" y="775857"/>
                  </a:lnTo>
                  <a:lnTo>
                    <a:pt x="5173214" y="765345"/>
                  </a:lnTo>
                  <a:lnTo>
                    <a:pt x="5177493" y="946611"/>
                  </a:lnTo>
                  <a:lnTo>
                    <a:pt x="5181772" y="983192"/>
                  </a:lnTo>
                  <a:lnTo>
                    <a:pt x="5186050" y="1003708"/>
                  </a:lnTo>
                  <a:lnTo>
                    <a:pt x="5190329" y="1046585"/>
                  </a:lnTo>
                  <a:lnTo>
                    <a:pt x="5194608" y="1016317"/>
                  </a:lnTo>
                  <a:lnTo>
                    <a:pt x="5198887" y="1147667"/>
                  </a:lnTo>
                  <a:lnTo>
                    <a:pt x="5203166" y="1128925"/>
                  </a:lnTo>
                  <a:lnTo>
                    <a:pt x="5207445" y="1217763"/>
                  </a:lnTo>
                  <a:lnTo>
                    <a:pt x="5211724" y="1321946"/>
                  </a:lnTo>
                  <a:lnTo>
                    <a:pt x="5216003" y="1388577"/>
                  </a:lnTo>
                  <a:lnTo>
                    <a:pt x="5220282" y="1509359"/>
                  </a:lnTo>
                  <a:lnTo>
                    <a:pt x="5224561" y="1551374"/>
                  </a:lnTo>
                  <a:lnTo>
                    <a:pt x="5228840" y="1557374"/>
                  </a:lnTo>
                  <a:lnTo>
                    <a:pt x="5233119" y="1611753"/>
                  </a:lnTo>
                  <a:lnTo>
                    <a:pt x="5237398" y="1783440"/>
                  </a:lnTo>
                  <a:lnTo>
                    <a:pt x="5241676" y="1698023"/>
                  </a:lnTo>
                  <a:lnTo>
                    <a:pt x="5245955" y="1622580"/>
                  </a:lnTo>
                  <a:lnTo>
                    <a:pt x="5250234" y="1769530"/>
                  </a:lnTo>
                  <a:lnTo>
                    <a:pt x="5254513" y="1768645"/>
                  </a:lnTo>
                  <a:lnTo>
                    <a:pt x="5258792" y="1844847"/>
                  </a:lnTo>
                  <a:lnTo>
                    <a:pt x="5263071" y="1929313"/>
                  </a:lnTo>
                  <a:lnTo>
                    <a:pt x="5267350" y="1884948"/>
                  </a:lnTo>
                  <a:lnTo>
                    <a:pt x="5271629" y="1844581"/>
                  </a:lnTo>
                  <a:lnTo>
                    <a:pt x="5275908" y="1702595"/>
                  </a:lnTo>
                  <a:lnTo>
                    <a:pt x="5280187" y="1692994"/>
                  </a:lnTo>
                  <a:lnTo>
                    <a:pt x="5284466" y="1677084"/>
                  </a:lnTo>
                  <a:lnTo>
                    <a:pt x="5288745" y="1562301"/>
                  </a:lnTo>
                  <a:lnTo>
                    <a:pt x="5293023" y="1634374"/>
                  </a:lnTo>
                  <a:lnTo>
                    <a:pt x="5297302" y="1707273"/>
                  </a:lnTo>
                  <a:lnTo>
                    <a:pt x="5301581" y="1665006"/>
                  </a:lnTo>
                  <a:lnTo>
                    <a:pt x="5305860" y="1650829"/>
                  </a:lnTo>
                  <a:lnTo>
                    <a:pt x="5310139" y="1582128"/>
                  </a:lnTo>
                  <a:lnTo>
                    <a:pt x="5314418" y="1573311"/>
                  </a:lnTo>
                  <a:lnTo>
                    <a:pt x="5318697" y="1608778"/>
                  </a:lnTo>
                  <a:lnTo>
                    <a:pt x="5322976" y="1626696"/>
                  </a:lnTo>
                  <a:lnTo>
                    <a:pt x="5327255" y="1724635"/>
                  </a:lnTo>
                  <a:lnTo>
                    <a:pt x="5331534" y="1740423"/>
                  </a:lnTo>
                  <a:lnTo>
                    <a:pt x="5335813" y="1824409"/>
                  </a:lnTo>
                  <a:lnTo>
                    <a:pt x="5340092" y="1769472"/>
                  </a:lnTo>
                  <a:lnTo>
                    <a:pt x="5344371" y="1819432"/>
                  </a:lnTo>
                  <a:lnTo>
                    <a:pt x="5348649" y="1782776"/>
                  </a:lnTo>
                  <a:lnTo>
                    <a:pt x="5352928" y="1784007"/>
                  </a:lnTo>
                  <a:lnTo>
                    <a:pt x="5357207" y="1859265"/>
                  </a:lnTo>
                  <a:lnTo>
                    <a:pt x="5361486" y="1823023"/>
                  </a:lnTo>
                  <a:lnTo>
                    <a:pt x="5365765" y="1799784"/>
                  </a:lnTo>
                  <a:lnTo>
                    <a:pt x="5370044" y="1836898"/>
                  </a:lnTo>
                  <a:lnTo>
                    <a:pt x="5374323" y="1847076"/>
                  </a:lnTo>
                  <a:lnTo>
                    <a:pt x="5378602" y="1851066"/>
                  </a:lnTo>
                  <a:lnTo>
                    <a:pt x="5382881" y="1941515"/>
                  </a:lnTo>
                  <a:lnTo>
                    <a:pt x="5387160" y="2023558"/>
                  </a:lnTo>
                  <a:lnTo>
                    <a:pt x="5391439" y="1922696"/>
                  </a:lnTo>
                  <a:lnTo>
                    <a:pt x="5395718" y="2116104"/>
                  </a:lnTo>
                  <a:lnTo>
                    <a:pt x="5399996" y="2018610"/>
                  </a:lnTo>
                  <a:lnTo>
                    <a:pt x="5404275" y="2075422"/>
                  </a:lnTo>
                  <a:lnTo>
                    <a:pt x="5408554" y="1986450"/>
                  </a:lnTo>
                  <a:lnTo>
                    <a:pt x="5412833" y="1956640"/>
                  </a:lnTo>
                  <a:lnTo>
                    <a:pt x="5417112" y="1926402"/>
                  </a:lnTo>
                  <a:lnTo>
                    <a:pt x="5421391" y="1902774"/>
                  </a:lnTo>
                  <a:lnTo>
                    <a:pt x="5425670" y="1901621"/>
                  </a:lnTo>
                  <a:lnTo>
                    <a:pt x="5429949" y="1880023"/>
                  </a:lnTo>
                  <a:lnTo>
                    <a:pt x="5434228" y="1825709"/>
                  </a:lnTo>
                  <a:lnTo>
                    <a:pt x="5438507" y="1858541"/>
                  </a:lnTo>
                  <a:lnTo>
                    <a:pt x="5442786" y="1936840"/>
                  </a:lnTo>
                  <a:lnTo>
                    <a:pt x="5447065" y="1901736"/>
                  </a:lnTo>
                  <a:lnTo>
                    <a:pt x="5451344" y="1824018"/>
                  </a:lnTo>
                  <a:lnTo>
                    <a:pt x="5455622" y="1916882"/>
                  </a:lnTo>
                  <a:lnTo>
                    <a:pt x="5459901" y="1869688"/>
                  </a:lnTo>
                  <a:lnTo>
                    <a:pt x="5464180" y="1785113"/>
                  </a:lnTo>
                  <a:lnTo>
                    <a:pt x="5468459" y="1707183"/>
                  </a:lnTo>
                  <a:lnTo>
                    <a:pt x="5472738" y="1742183"/>
                  </a:lnTo>
                  <a:lnTo>
                    <a:pt x="5477017" y="1699414"/>
                  </a:lnTo>
                  <a:lnTo>
                    <a:pt x="5481296" y="1692821"/>
                  </a:lnTo>
                  <a:lnTo>
                    <a:pt x="5485575" y="1628059"/>
                  </a:lnTo>
                  <a:lnTo>
                    <a:pt x="5489854" y="1591866"/>
                  </a:lnTo>
                  <a:lnTo>
                    <a:pt x="5494133" y="1678670"/>
                  </a:lnTo>
                  <a:lnTo>
                    <a:pt x="5498412" y="1671795"/>
                  </a:lnTo>
                  <a:lnTo>
                    <a:pt x="5502691" y="1682702"/>
                  </a:lnTo>
                  <a:lnTo>
                    <a:pt x="5506969" y="1628770"/>
                  </a:lnTo>
                  <a:lnTo>
                    <a:pt x="5511248" y="1547282"/>
                  </a:lnTo>
                  <a:lnTo>
                    <a:pt x="5515527" y="1634875"/>
                  </a:lnTo>
                  <a:lnTo>
                    <a:pt x="5519806" y="1681450"/>
                  </a:lnTo>
                  <a:lnTo>
                    <a:pt x="5524085" y="1608264"/>
                  </a:lnTo>
                  <a:lnTo>
                    <a:pt x="5528364" y="1706795"/>
                  </a:lnTo>
                  <a:lnTo>
                    <a:pt x="5532643" y="1685515"/>
                  </a:lnTo>
                  <a:lnTo>
                    <a:pt x="5536922" y="1610272"/>
                  </a:lnTo>
                  <a:lnTo>
                    <a:pt x="5541201" y="1657324"/>
                  </a:lnTo>
                  <a:lnTo>
                    <a:pt x="5545480" y="1745475"/>
                  </a:lnTo>
                  <a:lnTo>
                    <a:pt x="5549759" y="1750029"/>
                  </a:lnTo>
                  <a:lnTo>
                    <a:pt x="5554038" y="1811886"/>
                  </a:lnTo>
                  <a:lnTo>
                    <a:pt x="5558317" y="1855215"/>
                  </a:lnTo>
                  <a:lnTo>
                    <a:pt x="5562595" y="1826131"/>
                  </a:lnTo>
                  <a:lnTo>
                    <a:pt x="5566874" y="1896950"/>
                  </a:lnTo>
                  <a:lnTo>
                    <a:pt x="5571153" y="1837285"/>
                  </a:lnTo>
                  <a:lnTo>
                    <a:pt x="5575432" y="1906413"/>
                  </a:lnTo>
                  <a:lnTo>
                    <a:pt x="5579711" y="1893654"/>
                  </a:lnTo>
                  <a:lnTo>
                    <a:pt x="5583990" y="1914028"/>
                  </a:lnTo>
                  <a:lnTo>
                    <a:pt x="5588269" y="1857816"/>
                  </a:lnTo>
                  <a:lnTo>
                    <a:pt x="5592548" y="1866707"/>
                  </a:lnTo>
                  <a:lnTo>
                    <a:pt x="5596827" y="1928324"/>
                  </a:lnTo>
                  <a:lnTo>
                    <a:pt x="5601106" y="1924508"/>
                  </a:lnTo>
                  <a:lnTo>
                    <a:pt x="5605385" y="1942460"/>
                  </a:lnTo>
                  <a:lnTo>
                    <a:pt x="5609664" y="1940074"/>
                  </a:lnTo>
                  <a:lnTo>
                    <a:pt x="5613942" y="1889424"/>
                  </a:lnTo>
                  <a:lnTo>
                    <a:pt x="5618221" y="1834899"/>
                  </a:lnTo>
                  <a:lnTo>
                    <a:pt x="5622500" y="1862478"/>
                  </a:lnTo>
                  <a:lnTo>
                    <a:pt x="5626779" y="1824902"/>
                  </a:lnTo>
                  <a:lnTo>
                    <a:pt x="5631058" y="1868982"/>
                  </a:lnTo>
                  <a:lnTo>
                    <a:pt x="5635337" y="1868182"/>
                  </a:lnTo>
                  <a:lnTo>
                    <a:pt x="5639616" y="1881069"/>
                  </a:lnTo>
                  <a:lnTo>
                    <a:pt x="5643895" y="1945592"/>
                  </a:lnTo>
                  <a:lnTo>
                    <a:pt x="5648174" y="1981714"/>
                  </a:lnTo>
                  <a:lnTo>
                    <a:pt x="5652453" y="2022949"/>
                  </a:lnTo>
                  <a:lnTo>
                    <a:pt x="5656732" y="1955547"/>
                  </a:lnTo>
                  <a:lnTo>
                    <a:pt x="5661011" y="2015832"/>
                  </a:lnTo>
                  <a:lnTo>
                    <a:pt x="5665290" y="2019482"/>
                  </a:lnTo>
                  <a:lnTo>
                    <a:pt x="5669568" y="2044443"/>
                  </a:lnTo>
                  <a:lnTo>
                    <a:pt x="5673847" y="2076855"/>
                  </a:lnTo>
                  <a:lnTo>
                    <a:pt x="5678126" y="2041995"/>
                  </a:lnTo>
                  <a:lnTo>
                    <a:pt x="5682405" y="2036705"/>
                  </a:lnTo>
                  <a:lnTo>
                    <a:pt x="5686684" y="2050915"/>
                  </a:lnTo>
                  <a:lnTo>
                    <a:pt x="5690963" y="2019146"/>
                  </a:lnTo>
                  <a:lnTo>
                    <a:pt x="5695242" y="2009005"/>
                  </a:lnTo>
                  <a:lnTo>
                    <a:pt x="5699521" y="2058351"/>
                  </a:lnTo>
                  <a:lnTo>
                    <a:pt x="5703800" y="2029511"/>
                  </a:lnTo>
                  <a:lnTo>
                    <a:pt x="5708079" y="1976963"/>
                  </a:lnTo>
                  <a:lnTo>
                    <a:pt x="5712358" y="1982653"/>
                  </a:lnTo>
                  <a:lnTo>
                    <a:pt x="5716637" y="1842164"/>
                  </a:lnTo>
                  <a:lnTo>
                    <a:pt x="5720915" y="1840064"/>
                  </a:lnTo>
                  <a:lnTo>
                    <a:pt x="5725194" y="1743348"/>
                  </a:lnTo>
                  <a:lnTo>
                    <a:pt x="5729473" y="1657780"/>
                  </a:lnTo>
                  <a:lnTo>
                    <a:pt x="5733752" y="1676015"/>
                  </a:lnTo>
                  <a:lnTo>
                    <a:pt x="5738031" y="1653442"/>
                  </a:lnTo>
                  <a:lnTo>
                    <a:pt x="5742310" y="1766021"/>
                  </a:lnTo>
                  <a:lnTo>
                    <a:pt x="5746589" y="1755330"/>
                  </a:lnTo>
                  <a:lnTo>
                    <a:pt x="5750868" y="1566583"/>
                  </a:lnTo>
                  <a:lnTo>
                    <a:pt x="5755147" y="1620309"/>
                  </a:lnTo>
                  <a:lnTo>
                    <a:pt x="5759426" y="1484585"/>
                  </a:lnTo>
                  <a:lnTo>
                    <a:pt x="5763705" y="1477224"/>
                  </a:lnTo>
                  <a:lnTo>
                    <a:pt x="5767984" y="1411574"/>
                  </a:lnTo>
                  <a:lnTo>
                    <a:pt x="5772263" y="1456647"/>
                  </a:lnTo>
                  <a:lnTo>
                    <a:pt x="5776541" y="1467061"/>
                  </a:lnTo>
                  <a:lnTo>
                    <a:pt x="5780820" y="1358694"/>
                  </a:lnTo>
                  <a:lnTo>
                    <a:pt x="5785099" y="1232309"/>
                  </a:lnTo>
                  <a:lnTo>
                    <a:pt x="5789378" y="1205728"/>
                  </a:lnTo>
                  <a:lnTo>
                    <a:pt x="5793657" y="1077504"/>
                  </a:lnTo>
                  <a:lnTo>
                    <a:pt x="5797936" y="1155498"/>
                  </a:lnTo>
                  <a:lnTo>
                    <a:pt x="5802215" y="1075319"/>
                  </a:lnTo>
                  <a:lnTo>
                    <a:pt x="5806494" y="1231730"/>
                  </a:lnTo>
                  <a:lnTo>
                    <a:pt x="5810773" y="1238825"/>
                  </a:lnTo>
                  <a:lnTo>
                    <a:pt x="5815052" y="1137810"/>
                  </a:lnTo>
                  <a:lnTo>
                    <a:pt x="5819331" y="1203833"/>
                  </a:lnTo>
                  <a:lnTo>
                    <a:pt x="5823610" y="1066246"/>
                  </a:lnTo>
                  <a:lnTo>
                    <a:pt x="5827888" y="1133107"/>
                  </a:lnTo>
                  <a:lnTo>
                    <a:pt x="5832167" y="1078438"/>
                  </a:lnTo>
                  <a:lnTo>
                    <a:pt x="5836446" y="1104019"/>
                  </a:lnTo>
                  <a:lnTo>
                    <a:pt x="5840725" y="1160607"/>
                  </a:lnTo>
                  <a:lnTo>
                    <a:pt x="5845004" y="1059061"/>
                  </a:lnTo>
                  <a:lnTo>
                    <a:pt x="5849283" y="1066093"/>
                  </a:lnTo>
                  <a:lnTo>
                    <a:pt x="5853562" y="1024447"/>
                  </a:lnTo>
                  <a:lnTo>
                    <a:pt x="5857841" y="1024406"/>
                  </a:lnTo>
                  <a:lnTo>
                    <a:pt x="5862120" y="1058265"/>
                  </a:lnTo>
                  <a:lnTo>
                    <a:pt x="5866399" y="1035643"/>
                  </a:lnTo>
                  <a:lnTo>
                    <a:pt x="5870678" y="806538"/>
                  </a:lnTo>
                  <a:lnTo>
                    <a:pt x="5874957" y="710069"/>
                  </a:lnTo>
                  <a:lnTo>
                    <a:pt x="5879236" y="844326"/>
                  </a:lnTo>
                  <a:lnTo>
                    <a:pt x="5883514" y="811425"/>
                  </a:lnTo>
                  <a:lnTo>
                    <a:pt x="5887793" y="848813"/>
                  </a:lnTo>
                  <a:lnTo>
                    <a:pt x="5892072" y="879913"/>
                  </a:lnTo>
                  <a:lnTo>
                    <a:pt x="5896351" y="828844"/>
                  </a:lnTo>
                  <a:lnTo>
                    <a:pt x="5900630" y="870792"/>
                  </a:lnTo>
                  <a:lnTo>
                    <a:pt x="5904909" y="889262"/>
                  </a:lnTo>
                  <a:lnTo>
                    <a:pt x="5909188" y="917257"/>
                  </a:lnTo>
                  <a:lnTo>
                    <a:pt x="5913467" y="969427"/>
                  </a:lnTo>
                  <a:lnTo>
                    <a:pt x="5917746" y="968623"/>
                  </a:lnTo>
                  <a:lnTo>
                    <a:pt x="5922025" y="1107919"/>
                  </a:lnTo>
                  <a:lnTo>
                    <a:pt x="5926304" y="1094587"/>
                  </a:lnTo>
                  <a:lnTo>
                    <a:pt x="5930583" y="1013911"/>
                  </a:lnTo>
                  <a:lnTo>
                    <a:pt x="5934861" y="918287"/>
                  </a:lnTo>
                  <a:lnTo>
                    <a:pt x="5939140" y="841572"/>
                  </a:lnTo>
                  <a:lnTo>
                    <a:pt x="5943419" y="906478"/>
                  </a:lnTo>
                  <a:lnTo>
                    <a:pt x="5947698" y="1009627"/>
                  </a:lnTo>
                  <a:lnTo>
                    <a:pt x="5951977" y="1114062"/>
                  </a:lnTo>
                  <a:lnTo>
                    <a:pt x="5956256" y="1093503"/>
                  </a:lnTo>
                  <a:lnTo>
                    <a:pt x="5960535" y="1064319"/>
                  </a:lnTo>
                  <a:lnTo>
                    <a:pt x="5964814" y="1296095"/>
                  </a:lnTo>
                  <a:lnTo>
                    <a:pt x="5969093" y="1212007"/>
                  </a:lnTo>
                  <a:lnTo>
                    <a:pt x="5973372" y="1178403"/>
                  </a:lnTo>
                  <a:lnTo>
                    <a:pt x="5977651" y="1151612"/>
                  </a:lnTo>
                  <a:lnTo>
                    <a:pt x="5981930" y="1190400"/>
                  </a:lnTo>
                  <a:lnTo>
                    <a:pt x="5986209" y="1177666"/>
                  </a:lnTo>
                  <a:lnTo>
                    <a:pt x="5990487" y="1187029"/>
                  </a:lnTo>
                  <a:lnTo>
                    <a:pt x="5994766" y="1179615"/>
                  </a:lnTo>
                  <a:lnTo>
                    <a:pt x="5999045" y="1101654"/>
                  </a:lnTo>
                  <a:lnTo>
                    <a:pt x="6003324" y="1116017"/>
                  </a:lnTo>
                  <a:lnTo>
                    <a:pt x="6007603" y="1027788"/>
                  </a:lnTo>
                  <a:lnTo>
                    <a:pt x="6011882" y="875740"/>
                  </a:lnTo>
                  <a:lnTo>
                    <a:pt x="6016161" y="878713"/>
                  </a:lnTo>
                  <a:lnTo>
                    <a:pt x="6020440" y="946355"/>
                  </a:lnTo>
                  <a:lnTo>
                    <a:pt x="6024719" y="1007912"/>
                  </a:lnTo>
                  <a:lnTo>
                    <a:pt x="6028998" y="971548"/>
                  </a:lnTo>
                  <a:lnTo>
                    <a:pt x="6033277" y="1030482"/>
                  </a:lnTo>
                  <a:lnTo>
                    <a:pt x="6037556" y="1109917"/>
                  </a:lnTo>
                  <a:lnTo>
                    <a:pt x="6041834" y="1094387"/>
                  </a:lnTo>
                  <a:lnTo>
                    <a:pt x="6046113" y="1075757"/>
                  </a:lnTo>
                  <a:lnTo>
                    <a:pt x="6050392" y="1039149"/>
                  </a:lnTo>
                  <a:lnTo>
                    <a:pt x="6054671" y="1040138"/>
                  </a:lnTo>
                  <a:lnTo>
                    <a:pt x="6058950" y="1026086"/>
                  </a:lnTo>
                  <a:lnTo>
                    <a:pt x="6063229" y="990558"/>
                  </a:lnTo>
                  <a:lnTo>
                    <a:pt x="6067508" y="1019820"/>
                  </a:lnTo>
                  <a:lnTo>
                    <a:pt x="6071787" y="902605"/>
                  </a:lnTo>
                  <a:lnTo>
                    <a:pt x="6076066" y="940049"/>
                  </a:lnTo>
                  <a:lnTo>
                    <a:pt x="6080345" y="898139"/>
                  </a:lnTo>
                  <a:lnTo>
                    <a:pt x="6084624" y="847564"/>
                  </a:lnTo>
                  <a:lnTo>
                    <a:pt x="6088903" y="946763"/>
                  </a:lnTo>
                  <a:lnTo>
                    <a:pt x="6093182" y="949587"/>
                  </a:lnTo>
                  <a:lnTo>
                    <a:pt x="6097460" y="974057"/>
                  </a:lnTo>
                  <a:lnTo>
                    <a:pt x="6101739" y="1077523"/>
                  </a:lnTo>
                  <a:lnTo>
                    <a:pt x="6106018" y="1099704"/>
                  </a:lnTo>
                  <a:lnTo>
                    <a:pt x="6110297" y="1215374"/>
                  </a:lnTo>
                  <a:lnTo>
                    <a:pt x="6114576" y="1265676"/>
                  </a:lnTo>
                  <a:lnTo>
                    <a:pt x="6118855" y="1320225"/>
                  </a:lnTo>
                  <a:lnTo>
                    <a:pt x="6123134" y="1364548"/>
                  </a:lnTo>
                  <a:lnTo>
                    <a:pt x="6127413" y="1348183"/>
                  </a:lnTo>
                  <a:lnTo>
                    <a:pt x="6131692" y="1497635"/>
                  </a:lnTo>
                  <a:lnTo>
                    <a:pt x="6135971" y="1752088"/>
                  </a:lnTo>
                  <a:lnTo>
                    <a:pt x="6140250" y="1750993"/>
                  </a:lnTo>
                  <a:lnTo>
                    <a:pt x="6144529" y="1862481"/>
                  </a:lnTo>
                  <a:lnTo>
                    <a:pt x="6148807" y="2007860"/>
                  </a:lnTo>
                  <a:lnTo>
                    <a:pt x="6153086" y="1901134"/>
                  </a:lnTo>
                  <a:lnTo>
                    <a:pt x="6157365" y="1770542"/>
                  </a:lnTo>
                  <a:lnTo>
                    <a:pt x="6161644" y="1731806"/>
                  </a:lnTo>
                  <a:lnTo>
                    <a:pt x="6165923" y="1669116"/>
                  </a:lnTo>
                  <a:lnTo>
                    <a:pt x="6170202" y="1680933"/>
                  </a:lnTo>
                  <a:lnTo>
                    <a:pt x="6174481" y="1621982"/>
                  </a:lnTo>
                  <a:lnTo>
                    <a:pt x="6178760" y="1670738"/>
                  </a:lnTo>
                  <a:lnTo>
                    <a:pt x="6183039" y="1711084"/>
                  </a:lnTo>
                  <a:lnTo>
                    <a:pt x="6187318" y="1717692"/>
                  </a:lnTo>
                  <a:lnTo>
                    <a:pt x="6191597" y="1760267"/>
                  </a:lnTo>
                  <a:lnTo>
                    <a:pt x="6195876" y="1772296"/>
                  </a:lnTo>
                  <a:lnTo>
                    <a:pt x="6200155" y="1906973"/>
                  </a:lnTo>
                  <a:lnTo>
                    <a:pt x="6204433" y="1900088"/>
                  </a:lnTo>
                  <a:lnTo>
                    <a:pt x="6208712" y="1955000"/>
                  </a:lnTo>
                  <a:lnTo>
                    <a:pt x="6212991" y="1955411"/>
                  </a:lnTo>
                  <a:lnTo>
                    <a:pt x="6217270" y="1965875"/>
                  </a:lnTo>
                  <a:lnTo>
                    <a:pt x="6221549" y="2051307"/>
                  </a:lnTo>
                  <a:lnTo>
                    <a:pt x="6225828" y="2047178"/>
                  </a:lnTo>
                  <a:lnTo>
                    <a:pt x="6230107" y="2169595"/>
                  </a:lnTo>
                  <a:lnTo>
                    <a:pt x="6234386" y="2193504"/>
                  </a:lnTo>
                  <a:lnTo>
                    <a:pt x="6238665" y="2211579"/>
                  </a:lnTo>
                  <a:lnTo>
                    <a:pt x="6242944" y="2223511"/>
                  </a:lnTo>
                  <a:lnTo>
                    <a:pt x="6247223" y="2108689"/>
                  </a:lnTo>
                  <a:lnTo>
                    <a:pt x="6251502" y="2046628"/>
                  </a:lnTo>
                  <a:lnTo>
                    <a:pt x="6255780" y="2024019"/>
                  </a:lnTo>
                  <a:lnTo>
                    <a:pt x="6260059" y="1984923"/>
                  </a:lnTo>
                  <a:lnTo>
                    <a:pt x="6264338" y="1935482"/>
                  </a:lnTo>
                  <a:lnTo>
                    <a:pt x="6268617" y="1906213"/>
                  </a:lnTo>
                  <a:lnTo>
                    <a:pt x="6272896" y="1982644"/>
                  </a:lnTo>
                  <a:lnTo>
                    <a:pt x="6277175" y="2099216"/>
                  </a:lnTo>
                  <a:lnTo>
                    <a:pt x="6281454" y="2185376"/>
                  </a:lnTo>
                  <a:lnTo>
                    <a:pt x="6285733" y="2207681"/>
                  </a:lnTo>
                  <a:lnTo>
                    <a:pt x="6290012" y="2252141"/>
                  </a:lnTo>
                  <a:lnTo>
                    <a:pt x="6294291" y="2341769"/>
                  </a:lnTo>
                  <a:lnTo>
                    <a:pt x="6298570" y="2341969"/>
                  </a:lnTo>
                  <a:lnTo>
                    <a:pt x="6302849" y="2274832"/>
                  </a:lnTo>
                  <a:lnTo>
                    <a:pt x="6307127" y="2332601"/>
                  </a:lnTo>
                  <a:lnTo>
                    <a:pt x="6311406" y="2341665"/>
                  </a:lnTo>
                  <a:lnTo>
                    <a:pt x="6315685" y="2324448"/>
                  </a:lnTo>
                  <a:lnTo>
                    <a:pt x="6319964" y="2335262"/>
                  </a:lnTo>
                  <a:lnTo>
                    <a:pt x="6324243" y="2289756"/>
                  </a:lnTo>
                  <a:lnTo>
                    <a:pt x="6328522" y="2382786"/>
                  </a:lnTo>
                  <a:lnTo>
                    <a:pt x="6332801" y="2315079"/>
                  </a:lnTo>
                  <a:lnTo>
                    <a:pt x="6337080" y="2321663"/>
                  </a:lnTo>
                  <a:lnTo>
                    <a:pt x="6341359" y="2206377"/>
                  </a:lnTo>
                  <a:lnTo>
                    <a:pt x="6345638" y="2288206"/>
                  </a:lnTo>
                  <a:lnTo>
                    <a:pt x="6349917" y="2395309"/>
                  </a:lnTo>
                  <a:lnTo>
                    <a:pt x="6354196" y="2379497"/>
                  </a:lnTo>
                  <a:lnTo>
                    <a:pt x="6358475" y="2426122"/>
                  </a:lnTo>
                  <a:lnTo>
                    <a:pt x="6362753" y="2450046"/>
                  </a:lnTo>
                  <a:lnTo>
                    <a:pt x="6367032" y="2458777"/>
                  </a:lnTo>
                  <a:lnTo>
                    <a:pt x="6371311" y="2474303"/>
                  </a:lnTo>
                  <a:lnTo>
                    <a:pt x="6375590" y="2487519"/>
                  </a:lnTo>
                  <a:lnTo>
                    <a:pt x="6379869" y="2451150"/>
                  </a:lnTo>
                  <a:lnTo>
                    <a:pt x="6384148" y="2388951"/>
                  </a:lnTo>
                  <a:lnTo>
                    <a:pt x="6388427" y="2332964"/>
                  </a:lnTo>
                  <a:lnTo>
                    <a:pt x="6392706" y="2234871"/>
                  </a:lnTo>
                  <a:lnTo>
                    <a:pt x="6396985" y="2357550"/>
                  </a:lnTo>
                  <a:lnTo>
                    <a:pt x="6401264" y="2337563"/>
                  </a:lnTo>
                  <a:lnTo>
                    <a:pt x="6405543" y="2221482"/>
                  </a:lnTo>
                  <a:lnTo>
                    <a:pt x="6409822" y="2249776"/>
                  </a:lnTo>
                  <a:lnTo>
                    <a:pt x="6414100" y="2325454"/>
                  </a:lnTo>
                  <a:lnTo>
                    <a:pt x="6418379" y="2402892"/>
                  </a:lnTo>
                  <a:lnTo>
                    <a:pt x="6422658" y="2422641"/>
                  </a:lnTo>
                  <a:lnTo>
                    <a:pt x="6426937" y="2416192"/>
                  </a:lnTo>
                  <a:lnTo>
                    <a:pt x="6431216" y="2343752"/>
                  </a:lnTo>
                  <a:lnTo>
                    <a:pt x="6435495" y="2202629"/>
                  </a:lnTo>
                  <a:lnTo>
                    <a:pt x="6439774" y="2260804"/>
                  </a:lnTo>
                  <a:lnTo>
                    <a:pt x="6444053" y="2261541"/>
                  </a:lnTo>
                  <a:lnTo>
                    <a:pt x="6448332" y="2304534"/>
                  </a:lnTo>
                  <a:lnTo>
                    <a:pt x="6452611" y="2406094"/>
                  </a:lnTo>
                  <a:lnTo>
                    <a:pt x="6456890" y="2391314"/>
                  </a:lnTo>
                  <a:lnTo>
                    <a:pt x="6461169" y="2431280"/>
                  </a:lnTo>
                  <a:lnTo>
                    <a:pt x="6465448" y="2390292"/>
                  </a:lnTo>
                  <a:lnTo>
                    <a:pt x="6469726" y="2432971"/>
                  </a:lnTo>
                  <a:lnTo>
                    <a:pt x="6474005" y="2446571"/>
                  </a:lnTo>
                  <a:lnTo>
                    <a:pt x="6478284" y="2436576"/>
                  </a:lnTo>
                  <a:lnTo>
                    <a:pt x="6482563" y="2477648"/>
                  </a:lnTo>
                  <a:lnTo>
                    <a:pt x="6486842" y="2506385"/>
                  </a:lnTo>
                  <a:lnTo>
                    <a:pt x="6491121" y="2514412"/>
                  </a:lnTo>
                  <a:lnTo>
                    <a:pt x="6495400" y="2535196"/>
                  </a:lnTo>
                  <a:lnTo>
                    <a:pt x="6499679" y="2550940"/>
                  </a:lnTo>
                  <a:lnTo>
                    <a:pt x="6503958" y="2512336"/>
                  </a:lnTo>
                  <a:lnTo>
                    <a:pt x="6508237" y="2530106"/>
                  </a:lnTo>
                  <a:lnTo>
                    <a:pt x="6512516" y="2526080"/>
                  </a:lnTo>
                  <a:lnTo>
                    <a:pt x="6516795" y="2523472"/>
                  </a:lnTo>
                  <a:lnTo>
                    <a:pt x="6521073" y="2469030"/>
                  </a:lnTo>
                  <a:lnTo>
                    <a:pt x="6525352" y="2484433"/>
                  </a:lnTo>
                  <a:lnTo>
                    <a:pt x="6529631" y="2467219"/>
                  </a:lnTo>
                  <a:lnTo>
                    <a:pt x="6533910" y="2452278"/>
                  </a:lnTo>
                  <a:lnTo>
                    <a:pt x="6538189" y="2439310"/>
                  </a:lnTo>
                  <a:lnTo>
                    <a:pt x="6542468" y="2461597"/>
                  </a:lnTo>
                  <a:lnTo>
                    <a:pt x="6546747" y="2501457"/>
                  </a:lnTo>
                  <a:lnTo>
                    <a:pt x="6551026" y="2447955"/>
                  </a:lnTo>
                  <a:lnTo>
                    <a:pt x="6555305" y="2444390"/>
                  </a:lnTo>
                  <a:lnTo>
                    <a:pt x="6559584" y="2417540"/>
                  </a:lnTo>
                  <a:lnTo>
                    <a:pt x="6563863" y="2454920"/>
                  </a:lnTo>
                  <a:lnTo>
                    <a:pt x="6568142" y="2519655"/>
                  </a:lnTo>
                  <a:lnTo>
                    <a:pt x="6572421" y="2539906"/>
                  </a:lnTo>
                  <a:lnTo>
                    <a:pt x="6576699" y="2523511"/>
                  </a:lnTo>
                  <a:lnTo>
                    <a:pt x="6580978" y="2540380"/>
                  </a:lnTo>
                  <a:lnTo>
                    <a:pt x="6585257" y="2534710"/>
                  </a:lnTo>
                  <a:lnTo>
                    <a:pt x="6589536" y="2571062"/>
                  </a:lnTo>
                  <a:lnTo>
                    <a:pt x="6593815" y="2588150"/>
                  </a:lnTo>
                  <a:lnTo>
                    <a:pt x="6598094" y="2597592"/>
                  </a:lnTo>
                  <a:lnTo>
                    <a:pt x="6602373" y="2651972"/>
                  </a:lnTo>
                  <a:lnTo>
                    <a:pt x="6606652" y="2676143"/>
                  </a:lnTo>
                  <a:lnTo>
                    <a:pt x="6610931" y="2674395"/>
                  </a:lnTo>
                  <a:lnTo>
                    <a:pt x="6615210" y="2657113"/>
                  </a:lnTo>
                  <a:lnTo>
                    <a:pt x="6619489" y="2663033"/>
                  </a:lnTo>
                  <a:lnTo>
                    <a:pt x="6623768" y="2661331"/>
                  </a:lnTo>
                  <a:lnTo>
                    <a:pt x="6628046" y="2658469"/>
                  </a:lnTo>
                  <a:lnTo>
                    <a:pt x="6632325" y="2704586"/>
                  </a:lnTo>
                  <a:lnTo>
                    <a:pt x="6636604" y="2689539"/>
                  </a:lnTo>
                  <a:lnTo>
                    <a:pt x="6640883" y="2675103"/>
                  </a:lnTo>
                  <a:lnTo>
                    <a:pt x="6645162" y="2690916"/>
                  </a:lnTo>
                  <a:lnTo>
                    <a:pt x="6649441" y="2686209"/>
                  </a:lnTo>
                  <a:lnTo>
                    <a:pt x="6653720" y="2674205"/>
                  </a:lnTo>
                  <a:lnTo>
                    <a:pt x="6657999" y="2688692"/>
                  </a:lnTo>
                  <a:lnTo>
                    <a:pt x="6662278" y="2646684"/>
                  </a:lnTo>
                  <a:lnTo>
                    <a:pt x="6666557" y="2646457"/>
                  </a:lnTo>
                  <a:lnTo>
                    <a:pt x="6670836" y="2582180"/>
                  </a:lnTo>
                  <a:lnTo>
                    <a:pt x="6675115" y="2440327"/>
                  </a:lnTo>
                  <a:lnTo>
                    <a:pt x="6679394" y="2494589"/>
                  </a:lnTo>
                  <a:lnTo>
                    <a:pt x="6683672" y="2482957"/>
                  </a:lnTo>
                  <a:lnTo>
                    <a:pt x="6687951" y="2514563"/>
                  </a:lnTo>
                  <a:lnTo>
                    <a:pt x="6692230" y="2547097"/>
                  </a:lnTo>
                  <a:lnTo>
                    <a:pt x="6696509" y="2530082"/>
                  </a:lnTo>
                  <a:lnTo>
                    <a:pt x="6700788" y="2613927"/>
                  </a:lnTo>
                  <a:lnTo>
                    <a:pt x="6705067" y="2610882"/>
                  </a:lnTo>
                  <a:lnTo>
                    <a:pt x="6709346" y="2597975"/>
                  </a:lnTo>
                  <a:lnTo>
                    <a:pt x="6713625" y="2639384"/>
                  </a:lnTo>
                  <a:lnTo>
                    <a:pt x="6717904" y="2641365"/>
                  </a:lnTo>
                  <a:lnTo>
                    <a:pt x="6722183" y="2579962"/>
                  </a:lnTo>
                  <a:lnTo>
                    <a:pt x="6726462" y="2561662"/>
                  </a:lnTo>
                  <a:lnTo>
                    <a:pt x="6730741" y="2506035"/>
                  </a:lnTo>
                  <a:lnTo>
                    <a:pt x="6735019" y="2522733"/>
                  </a:lnTo>
                  <a:lnTo>
                    <a:pt x="6739298" y="2580028"/>
                  </a:lnTo>
                  <a:lnTo>
                    <a:pt x="6743577" y="2600372"/>
                  </a:lnTo>
                  <a:lnTo>
                    <a:pt x="6747856" y="2684465"/>
                  </a:lnTo>
                  <a:lnTo>
                    <a:pt x="6752135" y="2640991"/>
                  </a:lnTo>
                  <a:lnTo>
                    <a:pt x="6756414" y="2679196"/>
                  </a:lnTo>
                  <a:lnTo>
                    <a:pt x="6760693" y="2653000"/>
                  </a:lnTo>
                  <a:lnTo>
                    <a:pt x="6764972" y="2601459"/>
                  </a:lnTo>
                  <a:lnTo>
                    <a:pt x="6769251" y="2518495"/>
                  </a:lnTo>
                  <a:lnTo>
                    <a:pt x="6773530" y="2456200"/>
                  </a:lnTo>
                  <a:lnTo>
                    <a:pt x="6777809" y="2481830"/>
                  </a:lnTo>
                  <a:lnTo>
                    <a:pt x="6782088" y="2543745"/>
                  </a:lnTo>
                  <a:lnTo>
                    <a:pt x="6786367" y="2627369"/>
                  </a:lnTo>
                  <a:lnTo>
                    <a:pt x="6790645" y="2623832"/>
                  </a:lnTo>
                  <a:lnTo>
                    <a:pt x="6794924" y="2618983"/>
                  </a:lnTo>
                  <a:lnTo>
                    <a:pt x="6799203" y="2649707"/>
                  </a:lnTo>
                  <a:lnTo>
                    <a:pt x="6803482" y="2674923"/>
                  </a:lnTo>
                  <a:lnTo>
                    <a:pt x="6807761" y="2702356"/>
                  </a:lnTo>
                  <a:lnTo>
                    <a:pt x="6812040" y="2688054"/>
                  </a:lnTo>
                  <a:lnTo>
                    <a:pt x="6816319" y="2668229"/>
                  </a:lnTo>
                  <a:lnTo>
                    <a:pt x="6820598" y="2685966"/>
                  </a:lnTo>
                  <a:lnTo>
                    <a:pt x="6824877" y="2667460"/>
                  </a:lnTo>
                  <a:lnTo>
                    <a:pt x="6829156" y="2695123"/>
                  </a:lnTo>
                  <a:lnTo>
                    <a:pt x="6833435" y="2696883"/>
                  </a:lnTo>
                  <a:lnTo>
                    <a:pt x="6837714" y="2680970"/>
                  </a:lnTo>
                  <a:lnTo>
                    <a:pt x="6841992" y="2722788"/>
                  </a:lnTo>
                  <a:lnTo>
                    <a:pt x="6846271" y="2705601"/>
                  </a:lnTo>
                  <a:lnTo>
                    <a:pt x="6850550" y="2641941"/>
                  </a:lnTo>
                  <a:lnTo>
                    <a:pt x="6854829" y="2682013"/>
                  </a:lnTo>
                  <a:lnTo>
                    <a:pt x="6859108" y="2701403"/>
                  </a:lnTo>
                  <a:lnTo>
                    <a:pt x="6863387" y="2722428"/>
                  </a:lnTo>
                  <a:lnTo>
                    <a:pt x="6867666" y="2710799"/>
                  </a:lnTo>
                  <a:lnTo>
                    <a:pt x="6871945" y="2687371"/>
                  </a:lnTo>
                  <a:lnTo>
                    <a:pt x="6876224" y="2712453"/>
                  </a:lnTo>
                  <a:lnTo>
                    <a:pt x="6880503" y="2732605"/>
                  </a:lnTo>
                  <a:lnTo>
                    <a:pt x="6884782" y="2728616"/>
                  </a:lnTo>
                  <a:lnTo>
                    <a:pt x="6889061" y="2705260"/>
                  </a:lnTo>
                  <a:lnTo>
                    <a:pt x="6893340" y="2726958"/>
                  </a:lnTo>
                  <a:lnTo>
                    <a:pt x="6897618" y="2713466"/>
                  </a:lnTo>
                  <a:lnTo>
                    <a:pt x="6901897" y="2692323"/>
                  </a:lnTo>
                  <a:lnTo>
                    <a:pt x="6906176" y="2693793"/>
                  </a:lnTo>
                  <a:lnTo>
                    <a:pt x="6910455" y="2701711"/>
                  </a:lnTo>
                  <a:lnTo>
                    <a:pt x="6914734" y="2625517"/>
                  </a:lnTo>
                  <a:lnTo>
                    <a:pt x="6919013" y="2567946"/>
                  </a:lnTo>
                  <a:lnTo>
                    <a:pt x="6923292" y="2472798"/>
                  </a:lnTo>
                  <a:lnTo>
                    <a:pt x="6927571" y="2498432"/>
                  </a:lnTo>
                  <a:lnTo>
                    <a:pt x="6931850" y="2535458"/>
                  </a:lnTo>
                  <a:lnTo>
                    <a:pt x="6936129" y="2452062"/>
                  </a:lnTo>
                  <a:lnTo>
                    <a:pt x="6940408" y="2445535"/>
                  </a:lnTo>
                  <a:lnTo>
                    <a:pt x="6944687" y="2510794"/>
                  </a:lnTo>
                  <a:lnTo>
                    <a:pt x="6948965" y="2642560"/>
                  </a:lnTo>
                  <a:lnTo>
                    <a:pt x="6953244" y="2696830"/>
                  </a:lnTo>
                  <a:lnTo>
                    <a:pt x="6957523" y="2698899"/>
                  </a:lnTo>
                  <a:lnTo>
                    <a:pt x="6961802" y="2741104"/>
                  </a:lnTo>
                  <a:lnTo>
                    <a:pt x="6966081" y="2768095"/>
                  </a:lnTo>
                  <a:lnTo>
                    <a:pt x="6970360" y="2774187"/>
                  </a:lnTo>
                  <a:lnTo>
                    <a:pt x="6974639" y="2793320"/>
                  </a:lnTo>
                  <a:lnTo>
                    <a:pt x="6978918" y="2795087"/>
                  </a:lnTo>
                  <a:lnTo>
                    <a:pt x="6983197" y="2806127"/>
                  </a:lnTo>
                  <a:lnTo>
                    <a:pt x="6987476" y="2818485"/>
                  </a:lnTo>
                  <a:lnTo>
                    <a:pt x="6991755" y="2825070"/>
                  </a:lnTo>
                  <a:lnTo>
                    <a:pt x="6996034" y="2825345"/>
                  </a:lnTo>
                  <a:lnTo>
                    <a:pt x="7000313" y="2827866"/>
                  </a:lnTo>
                  <a:lnTo>
                    <a:pt x="7004591" y="2827392"/>
                  </a:lnTo>
                  <a:lnTo>
                    <a:pt x="7008870" y="2829757"/>
                  </a:lnTo>
                  <a:lnTo>
                    <a:pt x="7013149" y="2826142"/>
                  </a:lnTo>
                  <a:lnTo>
                    <a:pt x="7017428" y="2821770"/>
                  </a:lnTo>
                  <a:lnTo>
                    <a:pt x="7021707" y="2792261"/>
                  </a:lnTo>
                  <a:lnTo>
                    <a:pt x="7025986" y="2800447"/>
                  </a:lnTo>
                  <a:lnTo>
                    <a:pt x="7030265" y="2797447"/>
                  </a:lnTo>
                  <a:lnTo>
                    <a:pt x="7034544" y="2772568"/>
                  </a:lnTo>
                  <a:lnTo>
                    <a:pt x="7038823" y="2788829"/>
                  </a:lnTo>
                  <a:lnTo>
                    <a:pt x="7043102" y="2759894"/>
                  </a:lnTo>
                  <a:lnTo>
                    <a:pt x="7047381" y="2759274"/>
                  </a:lnTo>
                  <a:lnTo>
                    <a:pt x="7051660" y="2713443"/>
                  </a:lnTo>
                  <a:lnTo>
                    <a:pt x="7055938" y="2625238"/>
                  </a:lnTo>
                  <a:lnTo>
                    <a:pt x="7060217" y="2583296"/>
                  </a:lnTo>
                  <a:lnTo>
                    <a:pt x="7064496" y="2634318"/>
                  </a:lnTo>
                  <a:lnTo>
                    <a:pt x="7068775" y="2690741"/>
                  </a:lnTo>
                  <a:lnTo>
                    <a:pt x="7073054" y="2694281"/>
                  </a:lnTo>
                  <a:lnTo>
                    <a:pt x="7077333" y="2658931"/>
                  </a:lnTo>
                  <a:lnTo>
                    <a:pt x="7081612" y="2723907"/>
                  </a:lnTo>
                  <a:lnTo>
                    <a:pt x="7085891" y="2688775"/>
                  </a:lnTo>
                  <a:lnTo>
                    <a:pt x="7090170" y="2686246"/>
                  </a:lnTo>
                  <a:lnTo>
                    <a:pt x="7094449" y="2677930"/>
                  </a:lnTo>
                  <a:lnTo>
                    <a:pt x="7098728" y="2698526"/>
                  </a:lnTo>
                  <a:lnTo>
                    <a:pt x="7103007" y="2742131"/>
                  </a:lnTo>
                  <a:lnTo>
                    <a:pt x="7107286" y="2694628"/>
                  </a:lnTo>
                  <a:lnTo>
                    <a:pt x="7111564" y="2680931"/>
                  </a:lnTo>
                  <a:lnTo>
                    <a:pt x="7115843" y="2659108"/>
                  </a:lnTo>
                  <a:lnTo>
                    <a:pt x="7120122" y="2612516"/>
                  </a:lnTo>
                  <a:lnTo>
                    <a:pt x="7124401" y="2545403"/>
                  </a:lnTo>
                  <a:lnTo>
                    <a:pt x="7128680" y="2544147"/>
                  </a:lnTo>
                  <a:lnTo>
                    <a:pt x="7132959" y="2537471"/>
                  </a:lnTo>
                  <a:lnTo>
                    <a:pt x="7137238" y="2610803"/>
                  </a:lnTo>
                  <a:lnTo>
                    <a:pt x="7141517" y="2613843"/>
                  </a:lnTo>
                  <a:lnTo>
                    <a:pt x="7145796" y="2554693"/>
                  </a:lnTo>
                  <a:lnTo>
                    <a:pt x="7150075" y="2565593"/>
                  </a:lnTo>
                  <a:lnTo>
                    <a:pt x="7154354" y="2529095"/>
                  </a:lnTo>
                  <a:lnTo>
                    <a:pt x="7158633" y="2537272"/>
                  </a:lnTo>
                  <a:lnTo>
                    <a:pt x="7162911" y="2516459"/>
                  </a:lnTo>
                  <a:lnTo>
                    <a:pt x="7167190" y="2386122"/>
                  </a:lnTo>
                  <a:lnTo>
                    <a:pt x="7171469" y="2370447"/>
                  </a:lnTo>
                  <a:lnTo>
                    <a:pt x="7175748" y="2396226"/>
                  </a:lnTo>
                  <a:lnTo>
                    <a:pt x="7180027" y="2427830"/>
                  </a:lnTo>
                  <a:lnTo>
                    <a:pt x="7184306" y="2433984"/>
                  </a:lnTo>
                  <a:lnTo>
                    <a:pt x="7188585" y="2406762"/>
                  </a:lnTo>
                  <a:lnTo>
                    <a:pt x="7192864" y="2432551"/>
                  </a:lnTo>
                  <a:lnTo>
                    <a:pt x="7197143" y="2387001"/>
                  </a:lnTo>
                  <a:lnTo>
                    <a:pt x="7201422" y="2421960"/>
                  </a:lnTo>
                  <a:lnTo>
                    <a:pt x="7205701" y="2508200"/>
                  </a:lnTo>
                  <a:lnTo>
                    <a:pt x="7209980" y="2405388"/>
                  </a:lnTo>
                  <a:lnTo>
                    <a:pt x="7214259" y="2501965"/>
                  </a:lnTo>
                  <a:lnTo>
                    <a:pt x="7218537" y="2577388"/>
                  </a:lnTo>
                  <a:lnTo>
                    <a:pt x="7222816" y="2651626"/>
                  </a:lnTo>
                  <a:lnTo>
                    <a:pt x="7227095" y="2687701"/>
                  </a:lnTo>
                  <a:lnTo>
                    <a:pt x="7231374" y="2574717"/>
                  </a:lnTo>
                  <a:lnTo>
                    <a:pt x="7235653" y="2596946"/>
                  </a:lnTo>
                  <a:lnTo>
                    <a:pt x="7239932" y="2586952"/>
                  </a:lnTo>
                  <a:lnTo>
                    <a:pt x="7244211" y="2669337"/>
                  </a:lnTo>
                  <a:lnTo>
                    <a:pt x="7248490" y="2691948"/>
                  </a:lnTo>
                  <a:lnTo>
                    <a:pt x="7252769" y="2622724"/>
                  </a:lnTo>
                  <a:lnTo>
                    <a:pt x="7257048" y="2689616"/>
                  </a:lnTo>
                  <a:lnTo>
                    <a:pt x="7261327" y="2726580"/>
                  </a:lnTo>
                  <a:lnTo>
                    <a:pt x="7265606" y="2731898"/>
                  </a:lnTo>
                  <a:lnTo>
                    <a:pt x="7269884" y="2731375"/>
                  </a:lnTo>
                  <a:lnTo>
                    <a:pt x="7274163" y="2746996"/>
                  </a:lnTo>
                  <a:lnTo>
                    <a:pt x="7278442" y="2755696"/>
                  </a:lnTo>
                  <a:lnTo>
                    <a:pt x="7282721" y="2740542"/>
                  </a:lnTo>
                  <a:lnTo>
                    <a:pt x="7287000" y="2731200"/>
                  </a:lnTo>
                  <a:lnTo>
                    <a:pt x="7291279" y="2723276"/>
                  </a:lnTo>
                  <a:lnTo>
                    <a:pt x="7295558" y="2669766"/>
                  </a:lnTo>
                  <a:lnTo>
                    <a:pt x="7299837" y="2657244"/>
                  </a:lnTo>
                  <a:lnTo>
                    <a:pt x="7304116" y="2678286"/>
                  </a:lnTo>
                  <a:lnTo>
                    <a:pt x="7308395" y="2672180"/>
                  </a:lnTo>
                  <a:lnTo>
                    <a:pt x="7312674" y="2668077"/>
                  </a:lnTo>
                  <a:lnTo>
                    <a:pt x="7316953" y="2601391"/>
                  </a:lnTo>
                  <a:lnTo>
                    <a:pt x="7321232" y="2553628"/>
                  </a:lnTo>
                  <a:lnTo>
                    <a:pt x="7325510" y="2569621"/>
                  </a:lnTo>
                  <a:lnTo>
                    <a:pt x="7329789" y="2504440"/>
                  </a:lnTo>
                  <a:lnTo>
                    <a:pt x="7334068" y="2519675"/>
                  </a:lnTo>
                  <a:lnTo>
                    <a:pt x="7338347" y="2589662"/>
                  </a:lnTo>
                  <a:lnTo>
                    <a:pt x="7342626" y="2606845"/>
                  </a:lnTo>
                  <a:lnTo>
                    <a:pt x="7346905" y="2629067"/>
                  </a:lnTo>
                  <a:lnTo>
                    <a:pt x="7351184" y="2629684"/>
                  </a:lnTo>
                  <a:lnTo>
                    <a:pt x="7355463" y="2607711"/>
                  </a:lnTo>
                  <a:lnTo>
                    <a:pt x="7359742" y="2623457"/>
                  </a:lnTo>
                  <a:lnTo>
                    <a:pt x="7364021" y="2656336"/>
                  </a:lnTo>
                  <a:lnTo>
                    <a:pt x="7368300" y="2647381"/>
                  </a:lnTo>
                  <a:lnTo>
                    <a:pt x="7372579" y="2679254"/>
                  </a:lnTo>
                  <a:lnTo>
                    <a:pt x="7376857" y="2615529"/>
                  </a:lnTo>
                  <a:lnTo>
                    <a:pt x="7381136" y="2709874"/>
                  </a:lnTo>
                  <a:lnTo>
                    <a:pt x="7385415" y="2776348"/>
                  </a:lnTo>
                  <a:lnTo>
                    <a:pt x="7389694" y="2762351"/>
                  </a:lnTo>
                  <a:lnTo>
                    <a:pt x="7393973" y="2769484"/>
                  </a:lnTo>
                  <a:lnTo>
                    <a:pt x="7398252" y="2733718"/>
                  </a:lnTo>
                  <a:lnTo>
                    <a:pt x="7402531" y="2721594"/>
                  </a:lnTo>
                  <a:lnTo>
                    <a:pt x="7406810" y="2741008"/>
                  </a:lnTo>
                  <a:lnTo>
                    <a:pt x="7411089" y="2771072"/>
                  </a:lnTo>
                  <a:lnTo>
                    <a:pt x="7415368" y="2765371"/>
                  </a:lnTo>
                  <a:lnTo>
                    <a:pt x="7419647" y="2749242"/>
                  </a:lnTo>
                  <a:lnTo>
                    <a:pt x="7423926" y="2738851"/>
                  </a:lnTo>
                  <a:lnTo>
                    <a:pt x="7428205" y="2774169"/>
                  </a:lnTo>
                  <a:lnTo>
                    <a:pt x="7432483" y="2782539"/>
                  </a:lnTo>
                  <a:lnTo>
                    <a:pt x="7436762" y="2773406"/>
                  </a:lnTo>
                  <a:lnTo>
                    <a:pt x="7441041" y="2792814"/>
                  </a:lnTo>
                  <a:lnTo>
                    <a:pt x="7445320" y="2792708"/>
                  </a:lnTo>
                  <a:lnTo>
                    <a:pt x="7449599" y="2801404"/>
                  </a:lnTo>
                  <a:lnTo>
                    <a:pt x="7453878" y="2804079"/>
                  </a:lnTo>
                  <a:lnTo>
                    <a:pt x="7458157" y="2807780"/>
                  </a:lnTo>
                  <a:lnTo>
                    <a:pt x="7462436" y="2817446"/>
                  </a:lnTo>
                  <a:lnTo>
                    <a:pt x="7466715" y="2819889"/>
                  </a:lnTo>
                  <a:lnTo>
                    <a:pt x="7470994" y="2824327"/>
                  </a:lnTo>
                  <a:lnTo>
                    <a:pt x="7475273" y="2810721"/>
                  </a:lnTo>
                  <a:lnTo>
                    <a:pt x="7479552" y="2822487"/>
                  </a:lnTo>
                  <a:lnTo>
                    <a:pt x="7483830" y="2811799"/>
                  </a:lnTo>
                  <a:lnTo>
                    <a:pt x="7488109" y="2747540"/>
                  </a:lnTo>
                  <a:lnTo>
                    <a:pt x="7492388" y="2760474"/>
                  </a:lnTo>
                  <a:lnTo>
                    <a:pt x="7496667" y="2733557"/>
                  </a:lnTo>
                  <a:lnTo>
                    <a:pt x="7500946" y="2740920"/>
                  </a:lnTo>
                  <a:lnTo>
                    <a:pt x="7505225" y="2713030"/>
                  </a:lnTo>
                  <a:lnTo>
                    <a:pt x="7509504" y="2645655"/>
                  </a:lnTo>
                  <a:lnTo>
                    <a:pt x="7513783" y="2688755"/>
                  </a:lnTo>
                  <a:lnTo>
                    <a:pt x="7518062" y="2710093"/>
                  </a:lnTo>
                  <a:lnTo>
                    <a:pt x="7522341" y="2715999"/>
                  </a:lnTo>
                  <a:lnTo>
                    <a:pt x="7526620" y="2740122"/>
                  </a:lnTo>
                  <a:lnTo>
                    <a:pt x="7530899" y="2696742"/>
                  </a:lnTo>
                  <a:lnTo>
                    <a:pt x="7535178" y="2717318"/>
                  </a:lnTo>
                  <a:lnTo>
                    <a:pt x="7539456" y="2739269"/>
                  </a:lnTo>
                  <a:lnTo>
                    <a:pt x="7543735" y="2742977"/>
                  </a:lnTo>
                  <a:lnTo>
                    <a:pt x="7548014" y="2744857"/>
                  </a:lnTo>
                  <a:lnTo>
                    <a:pt x="7552293" y="2762538"/>
                  </a:lnTo>
                  <a:lnTo>
                    <a:pt x="7556572" y="2776820"/>
                  </a:lnTo>
                  <a:lnTo>
                    <a:pt x="7560851" y="2755807"/>
                  </a:lnTo>
                  <a:lnTo>
                    <a:pt x="7565130" y="2768762"/>
                  </a:lnTo>
                  <a:lnTo>
                    <a:pt x="7569409" y="2742899"/>
                  </a:lnTo>
                  <a:lnTo>
                    <a:pt x="7573688" y="2764930"/>
                  </a:lnTo>
                  <a:lnTo>
                    <a:pt x="7577967" y="2797164"/>
                  </a:lnTo>
                  <a:lnTo>
                    <a:pt x="7582246" y="2787600"/>
                  </a:lnTo>
                  <a:lnTo>
                    <a:pt x="7586525" y="2779284"/>
                  </a:lnTo>
                  <a:lnTo>
                    <a:pt x="7590803" y="2755354"/>
                  </a:lnTo>
                  <a:lnTo>
                    <a:pt x="7595082" y="2730315"/>
                  </a:lnTo>
                  <a:lnTo>
                    <a:pt x="7599361" y="2689330"/>
                  </a:lnTo>
                  <a:lnTo>
                    <a:pt x="7603640" y="2598529"/>
                  </a:lnTo>
                  <a:lnTo>
                    <a:pt x="7607919" y="2593240"/>
                  </a:lnTo>
                  <a:lnTo>
                    <a:pt x="7612198" y="2634012"/>
                  </a:lnTo>
                  <a:lnTo>
                    <a:pt x="7616477" y="2631567"/>
                  </a:lnTo>
                  <a:lnTo>
                    <a:pt x="7620756" y="2604297"/>
                  </a:lnTo>
                  <a:lnTo>
                    <a:pt x="7625035" y="2579012"/>
                  </a:lnTo>
                  <a:lnTo>
                    <a:pt x="7629314" y="2559386"/>
                  </a:lnTo>
                  <a:lnTo>
                    <a:pt x="7633593" y="2584485"/>
                  </a:lnTo>
                  <a:lnTo>
                    <a:pt x="7637872" y="2617432"/>
                  </a:lnTo>
                  <a:lnTo>
                    <a:pt x="7642151" y="2668375"/>
                  </a:lnTo>
                  <a:lnTo>
                    <a:pt x="7646429" y="2688216"/>
                  </a:lnTo>
                  <a:lnTo>
                    <a:pt x="7650708" y="2720596"/>
                  </a:lnTo>
                  <a:lnTo>
                    <a:pt x="7654987" y="2736150"/>
                  </a:lnTo>
                  <a:lnTo>
                    <a:pt x="7659266" y="2704638"/>
                  </a:lnTo>
                  <a:lnTo>
                    <a:pt x="7663545" y="2753186"/>
                  </a:lnTo>
                  <a:lnTo>
                    <a:pt x="7667824" y="2761291"/>
                  </a:lnTo>
                  <a:lnTo>
                    <a:pt x="7672103" y="2749210"/>
                  </a:lnTo>
                  <a:lnTo>
                    <a:pt x="7676382" y="2767056"/>
                  </a:lnTo>
                  <a:lnTo>
                    <a:pt x="7680661" y="2759752"/>
                  </a:lnTo>
                  <a:lnTo>
                    <a:pt x="7684940" y="2785744"/>
                  </a:lnTo>
                  <a:lnTo>
                    <a:pt x="7689219" y="2754431"/>
                  </a:lnTo>
                  <a:lnTo>
                    <a:pt x="7693498" y="2681117"/>
                  </a:lnTo>
                  <a:lnTo>
                    <a:pt x="7697776" y="2685220"/>
                  </a:lnTo>
                  <a:lnTo>
                    <a:pt x="7702055" y="2739141"/>
                  </a:lnTo>
                  <a:lnTo>
                    <a:pt x="7706334" y="2792020"/>
                  </a:lnTo>
                  <a:lnTo>
                    <a:pt x="7710613" y="2819105"/>
                  </a:lnTo>
                  <a:lnTo>
                    <a:pt x="7714892" y="2789870"/>
                  </a:lnTo>
                  <a:lnTo>
                    <a:pt x="7719171" y="2842135"/>
                  </a:lnTo>
                  <a:lnTo>
                    <a:pt x="7723450" y="2798791"/>
                  </a:lnTo>
                  <a:lnTo>
                    <a:pt x="7727729" y="2808611"/>
                  </a:lnTo>
                  <a:lnTo>
                    <a:pt x="7732008" y="2774451"/>
                  </a:lnTo>
                  <a:lnTo>
                    <a:pt x="7736287" y="2778213"/>
                  </a:lnTo>
                  <a:lnTo>
                    <a:pt x="7740566" y="2805832"/>
                  </a:lnTo>
                  <a:lnTo>
                    <a:pt x="7744845" y="2796054"/>
                  </a:lnTo>
                  <a:lnTo>
                    <a:pt x="7749124" y="2816511"/>
                  </a:lnTo>
                  <a:lnTo>
                    <a:pt x="7753402" y="2794902"/>
                  </a:lnTo>
                  <a:lnTo>
                    <a:pt x="7757681" y="2801566"/>
                  </a:lnTo>
                  <a:lnTo>
                    <a:pt x="7761960" y="2797362"/>
                  </a:lnTo>
                  <a:lnTo>
                    <a:pt x="7766239" y="2810004"/>
                  </a:lnTo>
                  <a:lnTo>
                    <a:pt x="7770518" y="2841214"/>
                  </a:lnTo>
                  <a:lnTo>
                    <a:pt x="7774797" y="2840892"/>
                  </a:lnTo>
                  <a:lnTo>
                    <a:pt x="7779076" y="2853448"/>
                  </a:lnTo>
                  <a:lnTo>
                    <a:pt x="7783355" y="2859489"/>
                  </a:lnTo>
                  <a:lnTo>
                    <a:pt x="7787634" y="2846780"/>
                  </a:lnTo>
                  <a:lnTo>
                    <a:pt x="7791913" y="2850851"/>
                  </a:lnTo>
                  <a:lnTo>
                    <a:pt x="7796192" y="2852033"/>
                  </a:lnTo>
                  <a:lnTo>
                    <a:pt x="7800471" y="2851232"/>
                  </a:lnTo>
                  <a:lnTo>
                    <a:pt x="7804749" y="2862803"/>
                  </a:lnTo>
                  <a:lnTo>
                    <a:pt x="7809028" y="2839878"/>
                  </a:lnTo>
                  <a:lnTo>
                    <a:pt x="7813307" y="2843765"/>
                  </a:lnTo>
                  <a:lnTo>
                    <a:pt x="7817586" y="2829892"/>
                  </a:lnTo>
                  <a:lnTo>
                    <a:pt x="7821865" y="2810867"/>
                  </a:lnTo>
                  <a:lnTo>
                    <a:pt x="7826144" y="2791526"/>
                  </a:lnTo>
                  <a:lnTo>
                    <a:pt x="7830423" y="2764322"/>
                  </a:lnTo>
                  <a:lnTo>
                    <a:pt x="7834702" y="2755768"/>
                  </a:lnTo>
                  <a:lnTo>
                    <a:pt x="7838981" y="2752406"/>
                  </a:lnTo>
                  <a:lnTo>
                    <a:pt x="7843260" y="2721374"/>
                  </a:lnTo>
                  <a:lnTo>
                    <a:pt x="7847539" y="2731790"/>
                  </a:lnTo>
                  <a:lnTo>
                    <a:pt x="7851818" y="2697289"/>
                  </a:lnTo>
                  <a:lnTo>
                    <a:pt x="7856097" y="2711539"/>
                  </a:lnTo>
                  <a:lnTo>
                    <a:pt x="7860375" y="2713548"/>
                  </a:lnTo>
                  <a:lnTo>
                    <a:pt x="7864654" y="2686965"/>
                  </a:lnTo>
                  <a:lnTo>
                    <a:pt x="7868933" y="2726066"/>
                  </a:lnTo>
                  <a:lnTo>
                    <a:pt x="7873212" y="2730352"/>
                  </a:lnTo>
                  <a:lnTo>
                    <a:pt x="7877491" y="2778695"/>
                  </a:lnTo>
                  <a:lnTo>
                    <a:pt x="7881770" y="2785018"/>
                  </a:lnTo>
                  <a:lnTo>
                    <a:pt x="7886049" y="2778818"/>
                  </a:lnTo>
                  <a:lnTo>
                    <a:pt x="7890328" y="2797152"/>
                  </a:lnTo>
                  <a:lnTo>
                    <a:pt x="7894607" y="2773290"/>
                  </a:lnTo>
                  <a:lnTo>
                    <a:pt x="7898886" y="2749450"/>
                  </a:lnTo>
                  <a:lnTo>
                    <a:pt x="7903165" y="2742796"/>
                  </a:lnTo>
                  <a:lnTo>
                    <a:pt x="7907444" y="2754301"/>
                  </a:lnTo>
                  <a:lnTo>
                    <a:pt x="7911722" y="2742785"/>
                  </a:lnTo>
                  <a:lnTo>
                    <a:pt x="7916001" y="2681433"/>
                  </a:lnTo>
                  <a:lnTo>
                    <a:pt x="7920280" y="2587677"/>
                  </a:lnTo>
                  <a:lnTo>
                    <a:pt x="7924559" y="2582932"/>
                  </a:lnTo>
                  <a:lnTo>
                    <a:pt x="7928838" y="2662743"/>
                  </a:lnTo>
                  <a:lnTo>
                    <a:pt x="7933117" y="2670138"/>
                  </a:lnTo>
                  <a:lnTo>
                    <a:pt x="7937396" y="2696317"/>
                  </a:lnTo>
                  <a:lnTo>
                    <a:pt x="7941675" y="2683385"/>
                  </a:lnTo>
                  <a:lnTo>
                    <a:pt x="7945954" y="2714756"/>
                  </a:lnTo>
                  <a:lnTo>
                    <a:pt x="7950233" y="2759248"/>
                  </a:lnTo>
                  <a:lnTo>
                    <a:pt x="7954512" y="2752848"/>
                  </a:lnTo>
                  <a:lnTo>
                    <a:pt x="7958791" y="2714162"/>
                  </a:lnTo>
                  <a:lnTo>
                    <a:pt x="7963070" y="2662150"/>
                  </a:lnTo>
                  <a:lnTo>
                    <a:pt x="7967348" y="2646921"/>
                  </a:lnTo>
                  <a:lnTo>
                    <a:pt x="7971627" y="2636706"/>
                  </a:lnTo>
                  <a:lnTo>
                    <a:pt x="7975906" y="2655986"/>
                  </a:lnTo>
                  <a:lnTo>
                    <a:pt x="7980185" y="2661605"/>
                  </a:lnTo>
                  <a:lnTo>
                    <a:pt x="7984464" y="2681030"/>
                  </a:lnTo>
                  <a:lnTo>
                    <a:pt x="7988743" y="2739737"/>
                  </a:lnTo>
                  <a:lnTo>
                    <a:pt x="7993022" y="2704387"/>
                  </a:lnTo>
                  <a:lnTo>
                    <a:pt x="7997301" y="2623454"/>
                  </a:lnTo>
                  <a:lnTo>
                    <a:pt x="8001580" y="2657316"/>
                  </a:lnTo>
                  <a:lnTo>
                    <a:pt x="8005859" y="2654045"/>
                  </a:lnTo>
                  <a:lnTo>
                    <a:pt x="8010138" y="2727667"/>
                  </a:lnTo>
                  <a:lnTo>
                    <a:pt x="8014417" y="2711905"/>
                  </a:lnTo>
                  <a:lnTo>
                    <a:pt x="8018695" y="2733479"/>
                  </a:lnTo>
                  <a:lnTo>
                    <a:pt x="8022974" y="2782611"/>
                  </a:lnTo>
                  <a:lnTo>
                    <a:pt x="8027253" y="2772196"/>
                  </a:lnTo>
                  <a:lnTo>
                    <a:pt x="8031532" y="2797122"/>
                  </a:lnTo>
                  <a:lnTo>
                    <a:pt x="8035811" y="2769485"/>
                  </a:lnTo>
                  <a:lnTo>
                    <a:pt x="8040090" y="2749693"/>
                  </a:lnTo>
                  <a:lnTo>
                    <a:pt x="8044369" y="2721013"/>
                  </a:lnTo>
                  <a:lnTo>
                    <a:pt x="8048648" y="2723792"/>
                  </a:lnTo>
                  <a:lnTo>
                    <a:pt x="8052927" y="2757413"/>
                  </a:lnTo>
                  <a:lnTo>
                    <a:pt x="8057206" y="2751541"/>
                  </a:lnTo>
                  <a:lnTo>
                    <a:pt x="8061485" y="2773013"/>
                  </a:lnTo>
                  <a:lnTo>
                    <a:pt x="8065764" y="2748914"/>
                  </a:lnTo>
                  <a:lnTo>
                    <a:pt x="8070043" y="2752328"/>
                  </a:lnTo>
                  <a:lnTo>
                    <a:pt x="8074321" y="2766842"/>
                  </a:lnTo>
                  <a:lnTo>
                    <a:pt x="8078600" y="2787424"/>
                  </a:lnTo>
                  <a:lnTo>
                    <a:pt x="8082879" y="2781197"/>
                  </a:lnTo>
                  <a:lnTo>
                    <a:pt x="8087158" y="2794675"/>
                  </a:lnTo>
                  <a:lnTo>
                    <a:pt x="8091437" y="2832189"/>
                  </a:lnTo>
                  <a:lnTo>
                    <a:pt x="8095716" y="2829942"/>
                  </a:lnTo>
                  <a:lnTo>
                    <a:pt x="8099995" y="2833361"/>
                  </a:lnTo>
                  <a:lnTo>
                    <a:pt x="8104274" y="2842046"/>
                  </a:lnTo>
                  <a:lnTo>
                    <a:pt x="8108553" y="2814714"/>
                  </a:lnTo>
                  <a:lnTo>
                    <a:pt x="8112832" y="2839222"/>
                  </a:lnTo>
                  <a:lnTo>
                    <a:pt x="8117111" y="2800489"/>
                  </a:lnTo>
                  <a:lnTo>
                    <a:pt x="8121390" y="2802591"/>
                  </a:lnTo>
                  <a:lnTo>
                    <a:pt x="8125668" y="2745555"/>
                  </a:lnTo>
                  <a:lnTo>
                    <a:pt x="8129947" y="2738632"/>
                  </a:lnTo>
                  <a:lnTo>
                    <a:pt x="8134226" y="2774957"/>
                  </a:lnTo>
                  <a:lnTo>
                    <a:pt x="8138505" y="2776747"/>
                  </a:lnTo>
                  <a:lnTo>
                    <a:pt x="8142784" y="2809879"/>
                  </a:lnTo>
                  <a:lnTo>
                    <a:pt x="8147063" y="2813216"/>
                  </a:lnTo>
                  <a:lnTo>
                    <a:pt x="8151342" y="2797046"/>
                  </a:lnTo>
                  <a:lnTo>
                    <a:pt x="8155621" y="2824215"/>
                  </a:lnTo>
                  <a:lnTo>
                    <a:pt x="8159900" y="2841404"/>
                  </a:lnTo>
                  <a:lnTo>
                    <a:pt x="8164179" y="2823981"/>
                  </a:lnTo>
                  <a:lnTo>
                    <a:pt x="8168458" y="2841307"/>
                  </a:lnTo>
                  <a:lnTo>
                    <a:pt x="8172737" y="2833240"/>
                  </a:lnTo>
                  <a:lnTo>
                    <a:pt x="8177016" y="2836342"/>
                  </a:lnTo>
                  <a:lnTo>
                    <a:pt x="8181294" y="2829899"/>
                  </a:lnTo>
                  <a:lnTo>
                    <a:pt x="8185573" y="2802852"/>
                  </a:lnTo>
                  <a:lnTo>
                    <a:pt x="8189852" y="2820814"/>
                  </a:lnTo>
                  <a:lnTo>
                    <a:pt x="8194131" y="2798412"/>
                  </a:lnTo>
                  <a:lnTo>
                    <a:pt x="8198410" y="2819399"/>
                  </a:lnTo>
                  <a:lnTo>
                    <a:pt x="8202689" y="2767177"/>
                  </a:lnTo>
                  <a:lnTo>
                    <a:pt x="8206968" y="2764922"/>
                  </a:lnTo>
                  <a:lnTo>
                    <a:pt x="8211247" y="2766649"/>
                  </a:lnTo>
                  <a:lnTo>
                    <a:pt x="8215526" y="2783042"/>
                  </a:lnTo>
                  <a:lnTo>
                    <a:pt x="8219805" y="2805454"/>
                  </a:lnTo>
                  <a:lnTo>
                    <a:pt x="8224084" y="2758111"/>
                  </a:lnTo>
                  <a:lnTo>
                    <a:pt x="8228363" y="2805391"/>
                  </a:lnTo>
                  <a:lnTo>
                    <a:pt x="8232641" y="2770911"/>
                  </a:lnTo>
                  <a:lnTo>
                    <a:pt x="8236920" y="2748540"/>
                  </a:lnTo>
                  <a:lnTo>
                    <a:pt x="8241199" y="2735079"/>
                  </a:lnTo>
                  <a:lnTo>
                    <a:pt x="8245478" y="2733171"/>
                  </a:lnTo>
                  <a:lnTo>
                    <a:pt x="8249757" y="2784289"/>
                  </a:lnTo>
                  <a:lnTo>
                    <a:pt x="8254036" y="2767179"/>
                  </a:lnTo>
                  <a:lnTo>
                    <a:pt x="8258315" y="2773042"/>
                  </a:lnTo>
                  <a:lnTo>
                    <a:pt x="8262594" y="2708275"/>
                  </a:lnTo>
                  <a:lnTo>
                    <a:pt x="8266873" y="2676716"/>
                  </a:lnTo>
                  <a:lnTo>
                    <a:pt x="8271152" y="2643257"/>
                  </a:lnTo>
                  <a:lnTo>
                    <a:pt x="8275431" y="2638306"/>
                  </a:lnTo>
                  <a:lnTo>
                    <a:pt x="8279710" y="2702952"/>
                  </a:lnTo>
                  <a:lnTo>
                    <a:pt x="8283989" y="2695385"/>
                  </a:lnTo>
                  <a:lnTo>
                    <a:pt x="8288267" y="2753885"/>
                  </a:lnTo>
                  <a:lnTo>
                    <a:pt x="8292546" y="2735476"/>
                  </a:lnTo>
                  <a:lnTo>
                    <a:pt x="8296825" y="2726166"/>
                  </a:lnTo>
                  <a:lnTo>
                    <a:pt x="8301104" y="2697313"/>
                  </a:lnTo>
                  <a:lnTo>
                    <a:pt x="8305383" y="2737885"/>
                  </a:lnTo>
                  <a:lnTo>
                    <a:pt x="8309662" y="2785777"/>
                  </a:lnTo>
                  <a:lnTo>
                    <a:pt x="8313941" y="2775533"/>
                  </a:lnTo>
                  <a:lnTo>
                    <a:pt x="8318220" y="2802023"/>
                  </a:lnTo>
                  <a:lnTo>
                    <a:pt x="8322499" y="2759624"/>
                  </a:lnTo>
                  <a:lnTo>
                    <a:pt x="8326778" y="2708805"/>
                  </a:lnTo>
                  <a:lnTo>
                    <a:pt x="8331057" y="2679507"/>
                  </a:lnTo>
                  <a:lnTo>
                    <a:pt x="8335336" y="2624923"/>
                  </a:lnTo>
                  <a:lnTo>
                    <a:pt x="8339614" y="2653712"/>
                  </a:lnTo>
                  <a:lnTo>
                    <a:pt x="8343893" y="2698601"/>
                  </a:lnTo>
                  <a:lnTo>
                    <a:pt x="8348172" y="2742823"/>
                  </a:lnTo>
                  <a:lnTo>
                    <a:pt x="8352451" y="2724294"/>
                  </a:lnTo>
                  <a:lnTo>
                    <a:pt x="8356730" y="2678331"/>
                  </a:lnTo>
                  <a:lnTo>
                    <a:pt x="8361009" y="2627221"/>
                  </a:lnTo>
                  <a:lnTo>
                    <a:pt x="8365288" y="2632728"/>
                  </a:lnTo>
                  <a:lnTo>
                    <a:pt x="8369567" y="2665516"/>
                  </a:lnTo>
                  <a:lnTo>
                    <a:pt x="8373846" y="2682109"/>
                  </a:lnTo>
                  <a:lnTo>
                    <a:pt x="8378125" y="2669398"/>
                  </a:lnTo>
                  <a:lnTo>
                    <a:pt x="8382404" y="2712054"/>
                  </a:lnTo>
                  <a:lnTo>
                    <a:pt x="8386683" y="2734960"/>
                  </a:lnTo>
                  <a:lnTo>
                    <a:pt x="8390962" y="2727672"/>
                  </a:lnTo>
                  <a:lnTo>
                    <a:pt x="8395240" y="2746237"/>
                  </a:lnTo>
                  <a:lnTo>
                    <a:pt x="8399519" y="2766570"/>
                  </a:lnTo>
                  <a:lnTo>
                    <a:pt x="8403798" y="2789750"/>
                  </a:lnTo>
                  <a:lnTo>
                    <a:pt x="8408077" y="2803953"/>
                  </a:lnTo>
                  <a:lnTo>
                    <a:pt x="8412356" y="2799922"/>
                  </a:lnTo>
                  <a:lnTo>
                    <a:pt x="8416635" y="2793361"/>
                  </a:lnTo>
                  <a:lnTo>
                    <a:pt x="8420914" y="2751449"/>
                  </a:lnTo>
                  <a:lnTo>
                    <a:pt x="8425193" y="2719611"/>
                  </a:lnTo>
                  <a:lnTo>
                    <a:pt x="8429472" y="2712923"/>
                  </a:lnTo>
                  <a:lnTo>
                    <a:pt x="8433751" y="2774407"/>
                  </a:lnTo>
                  <a:lnTo>
                    <a:pt x="8438030" y="2800154"/>
                  </a:lnTo>
                  <a:lnTo>
                    <a:pt x="8442309" y="2758039"/>
                  </a:lnTo>
                  <a:lnTo>
                    <a:pt x="8446587" y="2758198"/>
                  </a:lnTo>
                  <a:lnTo>
                    <a:pt x="8450866" y="2779774"/>
                  </a:lnTo>
                  <a:lnTo>
                    <a:pt x="8455145" y="2728388"/>
                  </a:lnTo>
                  <a:lnTo>
                    <a:pt x="8459424" y="2700225"/>
                  </a:lnTo>
                  <a:lnTo>
                    <a:pt x="8463703" y="2753557"/>
                  </a:lnTo>
                  <a:lnTo>
                    <a:pt x="8467982" y="2777417"/>
                  </a:lnTo>
                  <a:lnTo>
                    <a:pt x="8472261" y="2781986"/>
                  </a:lnTo>
                  <a:lnTo>
                    <a:pt x="8476540" y="2746670"/>
                  </a:lnTo>
                  <a:lnTo>
                    <a:pt x="8480819" y="2717869"/>
                  </a:lnTo>
                  <a:lnTo>
                    <a:pt x="8485098" y="2665609"/>
                  </a:lnTo>
                  <a:lnTo>
                    <a:pt x="8489377" y="2710469"/>
                  </a:lnTo>
                  <a:lnTo>
                    <a:pt x="8493656" y="2709128"/>
                  </a:lnTo>
                  <a:lnTo>
                    <a:pt x="8497935" y="2734428"/>
                  </a:lnTo>
                  <a:lnTo>
                    <a:pt x="8502213" y="2726435"/>
                  </a:lnTo>
                  <a:lnTo>
                    <a:pt x="8506492" y="2743442"/>
                  </a:lnTo>
                  <a:lnTo>
                    <a:pt x="8510771" y="2770452"/>
                  </a:lnTo>
                  <a:lnTo>
                    <a:pt x="8515050" y="2765211"/>
                  </a:lnTo>
                  <a:lnTo>
                    <a:pt x="8519329" y="2768272"/>
                  </a:lnTo>
                  <a:lnTo>
                    <a:pt x="8523608" y="2752703"/>
                  </a:lnTo>
                  <a:lnTo>
                    <a:pt x="8527887" y="2813946"/>
                  </a:lnTo>
                  <a:lnTo>
                    <a:pt x="8532166" y="2842066"/>
                  </a:lnTo>
                  <a:lnTo>
                    <a:pt x="8536445" y="2814772"/>
                  </a:lnTo>
                  <a:lnTo>
                    <a:pt x="8540724" y="2803965"/>
                  </a:lnTo>
                  <a:lnTo>
                    <a:pt x="8545003" y="2812221"/>
                  </a:lnTo>
                  <a:lnTo>
                    <a:pt x="8549282" y="2818435"/>
                  </a:lnTo>
                  <a:lnTo>
                    <a:pt x="8553560" y="2845023"/>
                  </a:lnTo>
                  <a:lnTo>
                    <a:pt x="8553560" y="2895674"/>
                  </a:lnTo>
                  <a:lnTo>
                    <a:pt x="8549282" y="2895674"/>
                  </a:lnTo>
                  <a:lnTo>
                    <a:pt x="8545003" y="2895674"/>
                  </a:lnTo>
                  <a:lnTo>
                    <a:pt x="8540724" y="2895674"/>
                  </a:lnTo>
                  <a:lnTo>
                    <a:pt x="8536445" y="2895674"/>
                  </a:lnTo>
                  <a:lnTo>
                    <a:pt x="8532166" y="2895674"/>
                  </a:lnTo>
                  <a:lnTo>
                    <a:pt x="8527887" y="2895674"/>
                  </a:lnTo>
                  <a:lnTo>
                    <a:pt x="8523608" y="2895674"/>
                  </a:lnTo>
                  <a:lnTo>
                    <a:pt x="8519329" y="2895674"/>
                  </a:lnTo>
                  <a:lnTo>
                    <a:pt x="8515050" y="2895674"/>
                  </a:lnTo>
                  <a:lnTo>
                    <a:pt x="8510771" y="2895674"/>
                  </a:lnTo>
                  <a:lnTo>
                    <a:pt x="8506492" y="2895674"/>
                  </a:lnTo>
                  <a:lnTo>
                    <a:pt x="8502213" y="2895674"/>
                  </a:lnTo>
                  <a:lnTo>
                    <a:pt x="8497935" y="2895674"/>
                  </a:lnTo>
                  <a:lnTo>
                    <a:pt x="8493656" y="2895674"/>
                  </a:lnTo>
                  <a:lnTo>
                    <a:pt x="8489377" y="2895674"/>
                  </a:lnTo>
                  <a:lnTo>
                    <a:pt x="8485098" y="2895674"/>
                  </a:lnTo>
                  <a:lnTo>
                    <a:pt x="8480819" y="2895674"/>
                  </a:lnTo>
                  <a:lnTo>
                    <a:pt x="8476540" y="2895674"/>
                  </a:lnTo>
                  <a:lnTo>
                    <a:pt x="8472261" y="2895674"/>
                  </a:lnTo>
                  <a:lnTo>
                    <a:pt x="8467982" y="2895674"/>
                  </a:lnTo>
                  <a:lnTo>
                    <a:pt x="8463703" y="2895674"/>
                  </a:lnTo>
                  <a:lnTo>
                    <a:pt x="8459424" y="2895674"/>
                  </a:lnTo>
                  <a:lnTo>
                    <a:pt x="8455145" y="2895674"/>
                  </a:lnTo>
                  <a:lnTo>
                    <a:pt x="8450866" y="2895674"/>
                  </a:lnTo>
                  <a:lnTo>
                    <a:pt x="8446587" y="2895674"/>
                  </a:lnTo>
                  <a:lnTo>
                    <a:pt x="8442309" y="2895674"/>
                  </a:lnTo>
                  <a:lnTo>
                    <a:pt x="8438030" y="2895674"/>
                  </a:lnTo>
                  <a:lnTo>
                    <a:pt x="8433751" y="2895674"/>
                  </a:lnTo>
                  <a:lnTo>
                    <a:pt x="8429472" y="2895674"/>
                  </a:lnTo>
                  <a:lnTo>
                    <a:pt x="8425193" y="2895674"/>
                  </a:lnTo>
                  <a:lnTo>
                    <a:pt x="8420914" y="2895674"/>
                  </a:lnTo>
                  <a:lnTo>
                    <a:pt x="8416635" y="2895674"/>
                  </a:lnTo>
                  <a:lnTo>
                    <a:pt x="8412356" y="2895674"/>
                  </a:lnTo>
                  <a:lnTo>
                    <a:pt x="8408077" y="2895674"/>
                  </a:lnTo>
                  <a:lnTo>
                    <a:pt x="8403798" y="2895674"/>
                  </a:lnTo>
                  <a:lnTo>
                    <a:pt x="8399519" y="2895674"/>
                  </a:lnTo>
                  <a:lnTo>
                    <a:pt x="8395240" y="2895674"/>
                  </a:lnTo>
                  <a:lnTo>
                    <a:pt x="8390962" y="2895674"/>
                  </a:lnTo>
                  <a:lnTo>
                    <a:pt x="8386683" y="2895674"/>
                  </a:lnTo>
                  <a:lnTo>
                    <a:pt x="8382404" y="2895674"/>
                  </a:lnTo>
                  <a:lnTo>
                    <a:pt x="8378125" y="2895674"/>
                  </a:lnTo>
                  <a:lnTo>
                    <a:pt x="8373846" y="2895674"/>
                  </a:lnTo>
                  <a:lnTo>
                    <a:pt x="8369567" y="2895674"/>
                  </a:lnTo>
                  <a:lnTo>
                    <a:pt x="8365288" y="2895674"/>
                  </a:lnTo>
                  <a:lnTo>
                    <a:pt x="8361009" y="2895674"/>
                  </a:lnTo>
                  <a:lnTo>
                    <a:pt x="8356730" y="2895674"/>
                  </a:lnTo>
                  <a:lnTo>
                    <a:pt x="8352451" y="2895674"/>
                  </a:lnTo>
                  <a:lnTo>
                    <a:pt x="8348172" y="2895674"/>
                  </a:lnTo>
                  <a:lnTo>
                    <a:pt x="8343893" y="2895674"/>
                  </a:lnTo>
                  <a:lnTo>
                    <a:pt x="8339614" y="2895674"/>
                  </a:lnTo>
                  <a:lnTo>
                    <a:pt x="8335336" y="2895674"/>
                  </a:lnTo>
                  <a:lnTo>
                    <a:pt x="8331057" y="2895674"/>
                  </a:lnTo>
                  <a:lnTo>
                    <a:pt x="8326778" y="2895674"/>
                  </a:lnTo>
                  <a:lnTo>
                    <a:pt x="8322499" y="2895674"/>
                  </a:lnTo>
                  <a:lnTo>
                    <a:pt x="8318220" y="2895674"/>
                  </a:lnTo>
                  <a:lnTo>
                    <a:pt x="8313941" y="2895674"/>
                  </a:lnTo>
                  <a:lnTo>
                    <a:pt x="8309662" y="2895674"/>
                  </a:lnTo>
                  <a:lnTo>
                    <a:pt x="8305383" y="2895674"/>
                  </a:lnTo>
                  <a:lnTo>
                    <a:pt x="8301104" y="2895674"/>
                  </a:lnTo>
                  <a:lnTo>
                    <a:pt x="8296825" y="2895674"/>
                  </a:lnTo>
                  <a:lnTo>
                    <a:pt x="8292546" y="2895674"/>
                  </a:lnTo>
                  <a:lnTo>
                    <a:pt x="8288267" y="2895674"/>
                  </a:lnTo>
                  <a:lnTo>
                    <a:pt x="8283989" y="2895674"/>
                  </a:lnTo>
                  <a:lnTo>
                    <a:pt x="8279710" y="2895674"/>
                  </a:lnTo>
                  <a:lnTo>
                    <a:pt x="8275431" y="2895674"/>
                  </a:lnTo>
                  <a:lnTo>
                    <a:pt x="8271152" y="2895674"/>
                  </a:lnTo>
                  <a:lnTo>
                    <a:pt x="8266873" y="2895674"/>
                  </a:lnTo>
                  <a:lnTo>
                    <a:pt x="8262594" y="2895674"/>
                  </a:lnTo>
                  <a:lnTo>
                    <a:pt x="8258315" y="2895674"/>
                  </a:lnTo>
                  <a:lnTo>
                    <a:pt x="8254036" y="2895674"/>
                  </a:lnTo>
                  <a:lnTo>
                    <a:pt x="8249757" y="2895674"/>
                  </a:lnTo>
                  <a:lnTo>
                    <a:pt x="8245478" y="2895674"/>
                  </a:lnTo>
                  <a:lnTo>
                    <a:pt x="8241199" y="2895674"/>
                  </a:lnTo>
                  <a:lnTo>
                    <a:pt x="8236920" y="2895674"/>
                  </a:lnTo>
                  <a:lnTo>
                    <a:pt x="8232641" y="2895674"/>
                  </a:lnTo>
                  <a:lnTo>
                    <a:pt x="8228363" y="2895674"/>
                  </a:lnTo>
                  <a:lnTo>
                    <a:pt x="8224084" y="2895674"/>
                  </a:lnTo>
                  <a:lnTo>
                    <a:pt x="8219805" y="2895674"/>
                  </a:lnTo>
                  <a:lnTo>
                    <a:pt x="8215526" y="2895674"/>
                  </a:lnTo>
                  <a:lnTo>
                    <a:pt x="8211247" y="2895674"/>
                  </a:lnTo>
                  <a:lnTo>
                    <a:pt x="8206968" y="2895674"/>
                  </a:lnTo>
                  <a:lnTo>
                    <a:pt x="8202689" y="2895674"/>
                  </a:lnTo>
                  <a:lnTo>
                    <a:pt x="8198410" y="2895674"/>
                  </a:lnTo>
                  <a:lnTo>
                    <a:pt x="8194131" y="2895674"/>
                  </a:lnTo>
                  <a:lnTo>
                    <a:pt x="8189852" y="2895674"/>
                  </a:lnTo>
                  <a:lnTo>
                    <a:pt x="8185573" y="2895674"/>
                  </a:lnTo>
                  <a:lnTo>
                    <a:pt x="8181294" y="2895674"/>
                  </a:lnTo>
                  <a:lnTo>
                    <a:pt x="8177016" y="2895674"/>
                  </a:lnTo>
                  <a:lnTo>
                    <a:pt x="8172737" y="2895674"/>
                  </a:lnTo>
                  <a:lnTo>
                    <a:pt x="8168458" y="2895674"/>
                  </a:lnTo>
                  <a:lnTo>
                    <a:pt x="8164179" y="2895674"/>
                  </a:lnTo>
                  <a:lnTo>
                    <a:pt x="8159900" y="2895674"/>
                  </a:lnTo>
                  <a:lnTo>
                    <a:pt x="8155621" y="2895674"/>
                  </a:lnTo>
                  <a:lnTo>
                    <a:pt x="8151342" y="2895674"/>
                  </a:lnTo>
                  <a:lnTo>
                    <a:pt x="8147063" y="2895674"/>
                  </a:lnTo>
                  <a:lnTo>
                    <a:pt x="8142784" y="2895674"/>
                  </a:lnTo>
                  <a:lnTo>
                    <a:pt x="8138505" y="2895674"/>
                  </a:lnTo>
                  <a:lnTo>
                    <a:pt x="8134226" y="2895674"/>
                  </a:lnTo>
                  <a:lnTo>
                    <a:pt x="8129947" y="2895674"/>
                  </a:lnTo>
                  <a:lnTo>
                    <a:pt x="8125668" y="2895674"/>
                  </a:lnTo>
                  <a:lnTo>
                    <a:pt x="8121390" y="2895674"/>
                  </a:lnTo>
                  <a:lnTo>
                    <a:pt x="8117111" y="2895674"/>
                  </a:lnTo>
                  <a:lnTo>
                    <a:pt x="8112832" y="2895674"/>
                  </a:lnTo>
                  <a:lnTo>
                    <a:pt x="8108553" y="2895674"/>
                  </a:lnTo>
                  <a:lnTo>
                    <a:pt x="8104274" y="2895674"/>
                  </a:lnTo>
                  <a:lnTo>
                    <a:pt x="8099995" y="2895674"/>
                  </a:lnTo>
                  <a:lnTo>
                    <a:pt x="8095716" y="2895674"/>
                  </a:lnTo>
                  <a:lnTo>
                    <a:pt x="8091437" y="2895674"/>
                  </a:lnTo>
                  <a:lnTo>
                    <a:pt x="8087158" y="2895674"/>
                  </a:lnTo>
                  <a:lnTo>
                    <a:pt x="8082879" y="2895674"/>
                  </a:lnTo>
                  <a:lnTo>
                    <a:pt x="8078600" y="2895674"/>
                  </a:lnTo>
                  <a:lnTo>
                    <a:pt x="8074321" y="2895674"/>
                  </a:lnTo>
                  <a:lnTo>
                    <a:pt x="8070043" y="2895674"/>
                  </a:lnTo>
                  <a:lnTo>
                    <a:pt x="8065764" y="2895674"/>
                  </a:lnTo>
                  <a:lnTo>
                    <a:pt x="8061485" y="2895674"/>
                  </a:lnTo>
                  <a:lnTo>
                    <a:pt x="8057206" y="2895674"/>
                  </a:lnTo>
                  <a:lnTo>
                    <a:pt x="8052927" y="2895674"/>
                  </a:lnTo>
                  <a:lnTo>
                    <a:pt x="8048648" y="2895674"/>
                  </a:lnTo>
                  <a:lnTo>
                    <a:pt x="8044369" y="2895674"/>
                  </a:lnTo>
                  <a:lnTo>
                    <a:pt x="8040090" y="2895674"/>
                  </a:lnTo>
                  <a:lnTo>
                    <a:pt x="8035811" y="2895674"/>
                  </a:lnTo>
                  <a:lnTo>
                    <a:pt x="8031532" y="2895674"/>
                  </a:lnTo>
                  <a:lnTo>
                    <a:pt x="8027253" y="2895674"/>
                  </a:lnTo>
                  <a:lnTo>
                    <a:pt x="8022974" y="2895674"/>
                  </a:lnTo>
                  <a:lnTo>
                    <a:pt x="8018695" y="2895674"/>
                  </a:lnTo>
                  <a:lnTo>
                    <a:pt x="8014417" y="2895674"/>
                  </a:lnTo>
                  <a:lnTo>
                    <a:pt x="8010138" y="2895674"/>
                  </a:lnTo>
                  <a:lnTo>
                    <a:pt x="8005859" y="2895674"/>
                  </a:lnTo>
                  <a:lnTo>
                    <a:pt x="8001580" y="2895674"/>
                  </a:lnTo>
                  <a:lnTo>
                    <a:pt x="7997301" y="2895674"/>
                  </a:lnTo>
                  <a:lnTo>
                    <a:pt x="7993022" y="2895674"/>
                  </a:lnTo>
                  <a:lnTo>
                    <a:pt x="7988743" y="2895674"/>
                  </a:lnTo>
                  <a:lnTo>
                    <a:pt x="7984464" y="2895674"/>
                  </a:lnTo>
                  <a:lnTo>
                    <a:pt x="7980185" y="2895674"/>
                  </a:lnTo>
                  <a:lnTo>
                    <a:pt x="7975906" y="2895674"/>
                  </a:lnTo>
                  <a:lnTo>
                    <a:pt x="7971627" y="2895674"/>
                  </a:lnTo>
                  <a:lnTo>
                    <a:pt x="7967348" y="2895674"/>
                  </a:lnTo>
                  <a:lnTo>
                    <a:pt x="7963070" y="2895674"/>
                  </a:lnTo>
                  <a:lnTo>
                    <a:pt x="7958791" y="2895674"/>
                  </a:lnTo>
                  <a:lnTo>
                    <a:pt x="7954512" y="2895674"/>
                  </a:lnTo>
                  <a:lnTo>
                    <a:pt x="7950233" y="2895674"/>
                  </a:lnTo>
                  <a:lnTo>
                    <a:pt x="7945954" y="2895674"/>
                  </a:lnTo>
                  <a:lnTo>
                    <a:pt x="7941675" y="2895674"/>
                  </a:lnTo>
                  <a:lnTo>
                    <a:pt x="7937396" y="2895674"/>
                  </a:lnTo>
                  <a:lnTo>
                    <a:pt x="7933117" y="2895674"/>
                  </a:lnTo>
                  <a:lnTo>
                    <a:pt x="7928838" y="2895674"/>
                  </a:lnTo>
                  <a:lnTo>
                    <a:pt x="7924559" y="2895674"/>
                  </a:lnTo>
                  <a:lnTo>
                    <a:pt x="7920280" y="2895674"/>
                  </a:lnTo>
                  <a:lnTo>
                    <a:pt x="7916001" y="2895674"/>
                  </a:lnTo>
                  <a:lnTo>
                    <a:pt x="7911722" y="2895674"/>
                  </a:lnTo>
                  <a:lnTo>
                    <a:pt x="7907444" y="2895674"/>
                  </a:lnTo>
                  <a:lnTo>
                    <a:pt x="7903165" y="2895674"/>
                  </a:lnTo>
                  <a:lnTo>
                    <a:pt x="7898886" y="2895674"/>
                  </a:lnTo>
                  <a:lnTo>
                    <a:pt x="7894607" y="2895674"/>
                  </a:lnTo>
                  <a:lnTo>
                    <a:pt x="7890328" y="2895674"/>
                  </a:lnTo>
                  <a:lnTo>
                    <a:pt x="7886049" y="2895674"/>
                  </a:lnTo>
                  <a:lnTo>
                    <a:pt x="7881770" y="2895674"/>
                  </a:lnTo>
                  <a:lnTo>
                    <a:pt x="7877491" y="2895674"/>
                  </a:lnTo>
                  <a:lnTo>
                    <a:pt x="7873212" y="2895674"/>
                  </a:lnTo>
                  <a:lnTo>
                    <a:pt x="7868933" y="2895674"/>
                  </a:lnTo>
                  <a:lnTo>
                    <a:pt x="7864654" y="2895674"/>
                  </a:lnTo>
                  <a:lnTo>
                    <a:pt x="7860375" y="2895674"/>
                  </a:lnTo>
                  <a:lnTo>
                    <a:pt x="7856097" y="2895674"/>
                  </a:lnTo>
                  <a:lnTo>
                    <a:pt x="7851818" y="2895674"/>
                  </a:lnTo>
                  <a:lnTo>
                    <a:pt x="7847539" y="2895674"/>
                  </a:lnTo>
                  <a:lnTo>
                    <a:pt x="7843260" y="2895674"/>
                  </a:lnTo>
                  <a:lnTo>
                    <a:pt x="7838981" y="2895674"/>
                  </a:lnTo>
                  <a:lnTo>
                    <a:pt x="7834702" y="2895674"/>
                  </a:lnTo>
                  <a:lnTo>
                    <a:pt x="7830423" y="2895674"/>
                  </a:lnTo>
                  <a:lnTo>
                    <a:pt x="7826144" y="2895674"/>
                  </a:lnTo>
                  <a:lnTo>
                    <a:pt x="7821865" y="2895674"/>
                  </a:lnTo>
                  <a:lnTo>
                    <a:pt x="7817586" y="2895674"/>
                  </a:lnTo>
                  <a:lnTo>
                    <a:pt x="7813307" y="2895674"/>
                  </a:lnTo>
                  <a:lnTo>
                    <a:pt x="7809028" y="2895674"/>
                  </a:lnTo>
                  <a:lnTo>
                    <a:pt x="7804749" y="2895674"/>
                  </a:lnTo>
                  <a:lnTo>
                    <a:pt x="7800471" y="2895674"/>
                  </a:lnTo>
                  <a:lnTo>
                    <a:pt x="7796192" y="2895674"/>
                  </a:lnTo>
                  <a:lnTo>
                    <a:pt x="7791913" y="2895674"/>
                  </a:lnTo>
                  <a:lnTo>
                    <a:pt x="7787634" y="2895674"/>
                  </a:lnTo>
                  <a:lnTo>
                    <a:pt x="7783355" y="2895674"/>
                  </a:lnTo>
                  <a:lnTo>
                    <a:pt x="7779076" y="2895674"/>
                  </a:lnTo>
                  <a:lnTo>
                    <a:pt x="7774797" y="2895674"/>
                  </a:lnTo>
                  <a:lnTo>
                    <a:pt x="7770518" y="2895674"/>
                  </a:lnTo>
                  <a:lnTo>
                    <a:pt x="7766239" y="2895674"/>
                  </a:lnTo>
                  <a:lnTo>
                    <a:pt x="7761960" y="2895674"/>
                  </a:lnTo>
                  <a:lnTo>
                    <a:pt x="7757681" y="2895674"/>
                  </a:lnTo>
                  <a:lnTo>
                    <a:pt x="7753402" y="2895674"/>
                  </a:lnTo>
                  <a:lnTo>
                    <a:pt x="7749124" y="2895674"/>
                  </a:lnTo>
                  <a:lnTo>
                    <a:pt x="7744845" y="2895674"/>
                  </a:lnTo>
                  <a:lnTo>
                    <a:pt x="7740566" y="2895674"/>
                  </a:lnTo>
                  <a:lnTo>
                    <a:pt x="7736287" y="2895674"/>
                  </a:lnTo>
                  <a:lnTo>
                    <a:pt x="7732008" y="2895674"/>
                  </a:lnTo>
                  <a:lnTo>
                    <a:pt x="7727729" y="2895674"/>
                  </a:lnTo>
                  <a:lnTo>
                    <a:pt x="7723450" y="2895674"/>
                  </a:lnTo>
                  <a:lnTo>
                    <a:pt x="7719171" y="2895674"/>
                  </a:lnTo>
                  <a:lnTo>
                    <a:pt x="7714892" y="2895674"/>
                  </a:lnTo>
                  <a:lnTo>
                    <a:pt x="7710613" y="2895674"/>
                  </a:lnTo>
                  <a:lnTo>
                    <a:pt x="7706334" y="2895674"/>
                  </a:lnTo>
                  <a:lnTo>
                    <a:pt x="7702055" y="2895674"/>
                  </a:lnTo>
                  <a:lnTo>
                    <a:pt x="7697776" y="2895674"/>
                  </a:lnTo>
                  <a:lnTo>
                    <a:pt x="7693498" y="2895674"/>
                  </a:lnTo>
                  <a:lnTo>
                    <a:pt x="7689219" y="2895674"/>
                  </a:lnTo>
                  <a:lnTo>
                    <a:pt x="7684940" y="2895674"/>
                  </a:lnTo>
                  <a:lnTo>
                    <a:pt x="7680661" y="2895674"/>
                  </a:lnTo>
                  <a:lnTo>
                    <a:pt x="7676382" y="2895674"/>
                  </a:lnTo>
                  <a:lnTo>
                    <a:pt x="7672103" y="2895674"/>
                  </a:lnTo>
                  <a:lnTo>
                    <a:pt x="7667824" y="2895674"/>
                  </a:lnTo>
                  <a:lnTo>
                    <a:pt x="7663545" y="2895674"/>
                  </a:lnTo>
                  <a:lnTo>
                    <a:pt x="7659266" y="2895674"/>
                  </a:lnTo>
                  <a:lnTo>
                    <a:pt x="7654987" y="2895674"/>
                  </a:lnTo>
                  <a:lnTo>
                    <a:pt x="7650708" y="2895674"/>
                  </a:lnTo>
                  <a:lnTo>
                    <a:pt x="7646429" y="2895674"/>
                  </a:lnTo>
                  <a:lnTo>
                    <a:pt x="7642151" y="2895674"/>
                  </a:lnTo>
                  <a:lnTo>
                    <a:pt x="7637872" y="2895674"/>
                  </a:lnTo>
                  <a:lnTo>
                    <a:pt x="7633593" y="2895674"/>
                  </a:lnTo>
                  <a:lnTo>
                    <a:pt x="7629314" y="2895674"/>
                  </a:lnTo>
                  <a:lnTo>
                    <a:pt x="7625035" y="2895674"/>
                  </a:lnTo>
                  <a:lnTo>
                    <a:pt x="7620756" y="2895674"/>
                  </a:lnTo>
                  <a:lnTo>
                    <a:pt x="7616477" y="2895674"/>
                  </a:lnTo>
                  <a:lnTo>
                    <a:pt x="7612198" y="2895674"/>
                  </a:lnTo>
                  <a:lnTo>
                    <a:pt x="7607919" y="2895674"/>
                  </a:lnTo>
                  <a:lnTo>
                    <a:pt x="7603640" y="2895674"/>
                  </a:lnTo>
                  <a:lnTo>
                    <a:pt x="7599361" y="2895674"/>
                  </a:lnTo>
                  <a:lnTo>
                    <a:pt x="7595082" y="2895674"/>
                  </a:lnTo>
                  <a:lnTo>
                    <a:pt x="7590803" y="2895674"/>
                  </a:lnTo>
                  <a:lnTo>
                    <a:pt x="7586525" y="2895674"/>
                  </a:lnTo>
                  <a:lnTo>
                    <a:pt x="7582246" y="2895674"/>
                  </a:lnTo>
                  <a:lnTo>
                    <a:pt x="7577967" y="2895674"/>
                  </a:lnTo>
                  <a:lnTo>
                    <a:pt x="7573688" y="2895674"/>
                  </a:lnTo>
                  <a:lnTo>
                    <a:pt x="7569409" y="2895674"/>
                  </a:lnTo>
                  <a:lnTo>
                    <a:pt x="7565130" y="2895674"/>
                  </a:lnTo>
                  <a:lnTo>
                    <a:pt x="7560851" y="2895674"/>
                  </a:lnTo>
                  <a:lnTo>
                    <a:pt x="7556572" y="2895674"/>
                  </a:lnTo>
                  <a:lnTo>
                    <a:pt x="7552293" y="2895674"/>
                  </a:lnTo>
                  <a:lnTo>
                    <a:pt x="7548014" y="2895674"/>
                  </a:lnTo>
                  <a:lnTo>
                    <a:pt x="7543735" y="2895674"/>
                  </a:lnTo>
                  <a:lnTo>
                    <a:pt x="7539456" y="2895674"/>
                  </a:lnTo>
                  <a:lnTo>
                    <a:pt x="7535178" y="2895674"/>
                  </a:lnTo>
                  <a:lnTo>
                    <a:pt x="7530899" y="2895674"/>
                  </a:lnTo>
                  <a:lnTo>
                    <a:pt x="7526620" y="2895674"/>
                  </a:lnTo>
                  <a:lnTo>
                    <a:pt x="7522341" y="2895674"/>
                  </a:lnTo>
                  <a:lnTo>
                    <a:pt x="7518062" y="2895674"/>
                  </a:lnTo>
                  <a:lnTo>
                    <a:pt x="7513783" y="2895674"/>
                  </a:lnTo>
                  <a:lnTo>
                    <a:pt x="7509504" y="2895674"/>
                  </a:lnTo>
                  <a:lnTo>
                    <a:pt x="7505225" y="2895674"/>
                  </a:lnTo>
                  <a:lnTo>
                    <a:pt x="7500946" y="2895674"/>
                  </a:lnTo>
                  <a:lnTo>
                    <a:pt x="7496667" y="2895674"/>
                  </a:lnTo>
                  <a:lnTo>
                    <a:pt x="7492388" y="2895674"/>
                  </a:lnTo>
                  <a:lnTo>
                    <a:pt x="7488109" y="2895674"/>
                  </a:lnTo>
                  <a:lnTo>
                    <a:pt x="7483830" y="2895674"/>
                  </a:lnTo>
                  <a:lnTo>
                    <a:pt x="7479552" y="2895674"/>
                  </a:lnTo>
                  <a:lnTo>
                    <a:pt x="7475273" y="2895674"/>
                  </a:lnTo>
                  <a:lnTo>
                    <a:pt x="7470994" y="2895674"/>
                  </a:lnTo>
                  <a:lnTo>
                    <a:pt x="7466715" y="2895674"/>
                  </a:lnTo>
                  <a:lnTo>
                    <a:pt x="7462436" y="2895674"/>
                  </a:lnTo>
                  <a:lnTo>
                    <a:pt x="7458157" y="2895674"/>
                  </a:lnTo>
                  <a:lnTo>
                    <a:pt x="7453878" y="2895674"/>
                  </a:lnTo>
                  <a:lnTo>
                    <a:pt x="7449599" y="2895674"/>
                  </a:lnTo>
                  <a:lnTo>
                    <a:pt x="7445320" y="2895674"/>
                  </a:lnTo>
                  <a:lnTo>
                    <a:pt x="7441041" y="2895674"/>
                  </a:lnTo>
                  <a:lnTo>
                    <a:pt x="7436762" y="2895674"/>
                  </a:lnTo>
                  <a:lnTo>
                    <a:pt x="7432483" y="2895674"/>
                  </a:lnTo>
                  <a:lnTo>
                    <a:pt x="7428205" y="2895674"/>
                  </a:lnTo>
                  <a:lnTo>
                    <a:pt x="7423926" y="2895674"/>
                  </a:lnTo>
                  <a:lnTo>
                    <a:pt x="7419647" y="2895674"/>
                  </a:lnTo>
                  <a:lnTo>
                    <a:pt x="7415368" y="2895674"/>
                  </a:lnTo>
                  <a:lnTo>
                    <a:pt x="7411089" y="2895674"/>
                  </a:lnTo>
                  <a:lnTo>
                    <a:pt x="7406810" y="2895674"/>
                  </a:lnTo>
                  <a:lnTo>
                    <a:pt x="7402531" y="2895674"/>
                  </a:lnTo>
                  <a:lnTo>
                    <a:pt x="7398252" y="2895674"/>
                  </a:lnTo>
                  <a:lnTo>
                    <a:pt x="7393973" y="2895674"/>
                  </a:lnTo>
                  <a:lnTo>
                    <a:pt x="7389694" y="2895674"/>
                  </a:lnTo>
                  <a:lnTo>
                    <a:pt x="7385415" y="2895674"/>
                  </a:lnTo>
                  <a:lnTo>
                    <a:pt x="7381136" y="2895674"/>
                  </a:lnTo>
                  <a:lnTo>
                    <a:pt x="7376857" y="2895674"/>
                  </a:lnTo>
                  <a:lnTo>
                    <a:pt x="7372579" y="2895674"/>
                  </a:lnTo>
                  <a:lnTo>
                    <a:pt x="7368300" y="2895674"/>
                  </a:lnTo>
                  <a:lnTo>
                    <a:pt x="7364021" y="2895674"/>
                  </a:lnTo>
                  <a:lnTo>
                    <a:pt x="7359742" y="2895674"/>
                  </a:lnTo>
                  <a:lnTo>
                    <a:pt x="7355463" y="2895674"/>
                  </a:lnTo>
                  <a:lnTo>
                    <a:pt x="7351184" y="2895674"/>
                  </a:lnTo>
                  <a:lnTo>
                    <a:pt x="7346905" y="2895674"/>
                  </a:lnTo>
                  <a:lnTo>
                    <a:pt x="7342626" y="2895674"/>
                  </a:lnTo>
                  <a:lnTo>
                    <a:pt x="7338347" y="2895674"/>
                  </a:lnTo>
                  <a:lnTo>
                    <a:pt x="7334068" y="2895674"/>
                  </a:lnTo>
                  <a:lnTo>
                    <a:pt x="7329789" y="2895674"/>
                  </a:lnTo>
                  <a:lnTo>
                    <a:pt x="7325510" y="2895674"/>
                  </a:lnTo>
                  <a:lnTo>
                    <a:pt x="7321232" y="2895674"/>
                  </a:lnTo>
                  <a:lnTo>
                    <a:pt x="7316953" y="2895674"/>
                  </a:lnTo>
                  <a:lnTo>
                    <a:pt x="7312674" y="2895674"/>
                  </a:lnTo>
                  <a:lnTo>
                    <a:pt x="7308395" y="2895674"/>
                  </a:lnTo>
                  <a:lnTo>
                    <a:pt x="7304116" y="2895674"/>
                  </a:lnTo>
                  <a:lnTo>
                    <a:pt x="7299837" y="2895674"/>
                  </a:lnTo>
                  <a:lnTo>
                    <a:pt x="7295558" y="2895674"/>
                  </a:lnTo>
                  <a:lnTo>
                    <a:pt x="7291279" y="2895674"/>
                  </a:lnTo>
                  <a:lnTo>
                    <a:pt x="7287000" y="2895674"/>
                  </a:lnTo>
                  <a:lnTo>
                    <a:pt x="7282721" y="2895674"/>
                  </a:lnTo>
                  <a:lnTo>
                    <a:pt x="7278442" y="2895674"/>
                  </a:lnTo>
                  <a:lnTo>
                    <a:pt x="7274163" y="2895674"/>
                  </a:lnTo>
                  <a:lnTo>
                    <a:pt x="7269884" y="2895674"/>
                  </a:lnTo>
                  <a:lnTo>
                    <a:pt x="7265606" y="2895674"/>
                  </a:lnTo>
                  <a:lnTo>
                    <a:pt x="7261327" y="2895674"/>
                  </a:lnTo>
                  <a:lnTo>
                    <a:pt x="7257048" y="2895674"/>
                  </a:lnTo>
                  <a:lnTo>
                    <a:pt x="7252769" y="2895674"/>
                  </a:lnTo>
                  <a:lnTo>
                    <a:pt x="7248490" y="2895674"/>
                  </a:lnTo>
                  <a:lnTo>
                    <a:pt x="7244211" y="2895674"/>
                  </a:lnTo>
                  <a:lnTo>
                    <a:pt x="7239932" y="2895674"/>
                  </a:lnTo>
                  <a:lnTo>
                    <a:pt x="7235653" y="2895674"/>
                  </a:lnTo>
                  <a:lnTo>
                    <a:pt x="7231374" y="2895674"/>
                  </a:lnTo>
                  <a:lnTo>
                    <a:pt x="7227095" y="2895674"/>
                  </a:lnTo>
                  <a:lnTo>
                    <a:pt x="7222816" y="2895674"/>
                  </a:lnTo>
                  <a:lnTo>
                    <a:pt x="7218537" y="2895674"/>
                  </a:lnTo>
                  <a:lnTo>
                    <a:pt x="7214259" y="2895674"/>
                  </a:lnTo>
                  <a:lnTo>
                    <a:pt x="7209980" y="2895674"/>
                  </a:lnTo>
                  <a:lnTo>
                    <a:pt x="7205701" y="2895674"/>
                  </a:lnTo>
                  <a:lnTo>
                    <a:pt x="7201422" y="2895674"/>
                  </a:lnTo>
                  <a:lnTo>
                    <a:pt x="7197143" y="2895674"/>
                  </a:lnTo>
                  <a:lnTo>
                    <a:pt x="7192864" y="2895674"/>
                  </a:lnTo>
                  <a:lnTo>
                    <a:pt x="7188585" y="2895674"/>
                  </a:lnTo>
                  <a:lnTo>
                    <a:pt x="7184306" y="2895674"/>
                  </a:lnTo>
                  <a:lnTo>
                    <a:pt x="7180027" y="2895674"/>
                  </a:lnTo>
                  <a:lnTo>
                    <a:pt x="7175748" y="2895674"/>
                  </a:lnTo>
                  <a:lnTo>
                    <a:pt x="7171469" y="2895674"/>
                  </a:lnTo>
                  <a:lnTo>
                    <a:pt x="7167190" y="2895674"/>
                  </a:lnTo>
                  <a:lnTo>
                    <a:pt x="7162911" y="2895674"/>
                  </a:lnTo>
                  <a:lnTo>
                    <a:pt x="7158633" y="2895674"/>
                  </a:lnTo>
                  <a:lnTo>
                    <a:pt x="7154354" y="2895674"/>
                  </a:lnTo>
                  <a:lnTo>
                    <a:pt x="7150075" y="2895674"/>
                  </a:lnTo>
                  <a:lnTo>
                    <a:pt x="7145796" y="2895674"/>
                  </a:lnTo>
                  <a:lnTo>
                    <a:pt x="7141517" y="2895674"/>
                  </a:lnTo>
                  <a:lnTo>
                    <a:pt x="7137238" y="2895674"/>
                  </a:lnTo>
                  <a:lnTo>
                    <a:pt x="7132959" y="2895674"/>
                  </a:lnTo>
                  <a:lnTo>
                    <a:pt x="7128680" y="2895674"/>
                  </a:lnTo>
                  <a:lnTo>
                    <a:pt x="7124401" y="2895674"/>
                  </a:lnTo>
                  <a:lnTo>
                    <a:pt x="7120122" y="2895674"/>
                  </a:lnTo>
                  <a:lnTo>
                    <a:pt x="7115843" y="2895674"/>
                  </a:lnTo>
                  <a:lnTo>
                    <a:pt x="7111564" y="2895674"/>
                  </a:lnTo>
                  <a:lnTo>
                    <a:pt x="7107286" y="2895674"/>
                  </a:lnTo>
                  <a:lnTo>
                    <a:pt x="7103007" y="2895674"/>
                  </a:lnTo>
                  <a:lnTo>
                    <a:pt x="7098728" y="2895674"/>
                  </a:lnTo>
                  <a:lnTo>
                    <a:pt x="7094449" y="2895674"/>
                  </a:lnTo>
                  <a:lnTo>
                    <a:pt x="7090170" y="2895674"/>
                  </a:lnTo>
                  <a:lnTo>
                    <a:pt x="7085891" y="2895674"/>
                  </a:lnTo>
                  <a:lnTo>
                    <a:pt x="7081612" y="2895674"/>
                  </a:lnTo>
                  <a:lnTo>
                    <a:pt x="7077333" y="2895674"/>
                  </a:lnTo>
                  <a:lnTo>
                    <a:pt x="7073054" y="2895674"/>
                  </a:lnTo>
                  <a:lnTo>
                    <a:pt x="7068775" y="2895674"/>
                  </a:lnTo>
                  <a:lnTo>
                    <a:pt x="7064496" y="2895674"/>
                  </a:lnTo>
                  <a:lnTo>
                    <a:pt x="7060217" y="2895674"/>
                  </a:lnTo>
                  <a:lnTo>
                    <a:pt x="7055938" y="2895674"/>
                  </a:lnTo>
                  <a:lnTo>
                    <a:pt x="7051660" y="2895674"/>
                  </a:lnTo>
                  <a:lnTo>
                    <a:pt x="7047381" y="2895674"/>
                  </a:lnTo>
                  <a:lnTo>
                    <a:pt x="7043102" y="2895674"/>
                  </a:lnTo>
                  <a:lnTo>
                    <a:pt x="7038823" y="2895674"/>
                  </a:lnTo>
                  <a:lnTo>
                    <a:pt x="7034544" y="2895674"/>
                  </a:lnTo>
                  <a:lnTo>
                    <a:pt x="7030265" y="2895674"/>
                  </a:lnTo>
                  <a:lnTo>
                    <a:pt x="7025986" y="2895674"/>
                  </a:lnTo>
                  <a:lnTo>
                    <a:pt x="7021707" y="2895674"/>
                  </a:lnTo>
                  <a:lnTo>
                    <a:pt x="7017428" y="2895674"/>
                  </a:lnTo>
                  <a:lnTo>
                    <a:pt x="7013149" y="2895674"/>
                  </a:lnTo>
                  <a:lnTo>
                    <a:pt x="7008870" y="2895674"/>
                  </a:lnTo>
                  <a:lnTo>
                    <a:pt x="7004591" y="2895674"/>
                  </a:lnTo>
                  <a:lnTo>
                    <a:pt x="7000313" y="2895674"/>
                  </a:lnTo>
                  <a:lnTo>
                    <a:pt x="6996034" y="2895674"/>
                  </a:lnTo>
                  <a:lnTo>
                    <a:pt x="6991755" y="2895674"/>
                  </a:lnTo>
                  <a:lnTo>
                    <a:pt x="6987476" y="2895674"/>
                  </a:lnTo>
                  <a:lnTo>
                    <a:pt x="6983197" y="2895674"/>
                  </a:lnTo>
                  <a:lnTo>
                    <a:pt x="6978918" y="2895674"/>
                  </a:lnTo>
                  <a:lnTo>
                    <a:pt x="6974639" y="2895674"/>
                  </a:lnTo>
                  <a:lnTo>
                    <a:pt x="6970360" y="2895674"/>
                  </a:lnTo>
                  <a:lnTo>
                    <a:pt x="6966081" y="2895674"/>
                  </a:lnTo>
                  <a:lnTo>
                    <a:pt x="6961802" y="2895674"/>
                  </a:lnTo>
                  <a:lnTo>
                    <a:pt x="6957523" y="2895674"/>
                  </a:lnTo>
                  <a:lnTo>
                    <a:pt x="6953244" y="2895674"/>
                  </a:lnTo>
                  <a:lnTo>
                    <a:pt x="6948965" y="2895674"/>
                  </a:lnTo>
                  <a:lnTo>
                    <a:pt x="6944687" y="2895674"/>
                  </a:lnTo>
                  <a:lnTo>
                    <a:pt x="6940408" y="2895674"/>
                  </a:lnTo>
                  <a:lnTo>
                    <a:pt x="6936129" y="2895674"/>
                  </a:lnTo>
                  <a:lnTo>
                    <a:pt x="6931850" y="2895674"/>
                  </a:lnTo>
                  <a:lnTo>
                    <a:pt x="6927571" y="2895674"/>
                  </a:lnTo>
                  <a:lnTo>
                    <a:pt x="6923292" y="2895674"/>
                  </a:lnTo>
                  <a:lnTo>
                    <a:pt x="6919013" y="2895674"/>
                  </a:lnTo>
                  <a:lnTo>
                    <a:pt x="6914734" y="2895674"/>
                  </a:lnTo>
                  <a:lnTo>
                    <a:pt x="6910455" y="2895674"/>
                  </a:lnTo>
                  <a:lnTo>
                    <a:pt x="6906176" y="2895674"/>
                  </a:lnTo>
                  <a:lnTo>
                    <a:pt x="6901897" y="2895674"/>
                  </a:lnTo>
                  <a:lnTo>
                    <a:pt x="6897618" y="2895674"/>
                  </a:lnTo>
                  <a:lnTo>
                    <a:pt x="6893340" y="2895674"/>
                  </a:lnTo>
                  <a:lnTo>
                    <a:pt x="6889061" y="2895674"/>
                  </a:lnTo>
                  <a:lnTo>
                    <a:pt x="6884782" y="2895674"/>
                  </a:lnTo>
                  <a:lnTo>
                    <a:pt x="6880503" y="2895674"/>
                  </a:lnTo>
                  <a:lnTo>
                    <a:pt x="6876224" y="2895674"/>
                  </a:lnTo>
                  <a:lnTo>
                    <a:pt x="6871945" y="2895674"/>
                  </a:lnTo>
                  <a:lnTo>
                    <a:pt x="6867666" y="2895674"/>
                  </a:lnTo>
                  <a:lnTo>
                    <a:pt x="6863387" y="2895674"/>
                  </a:lnTo>
                  <a:lnTo>
                    <a:pt x="6859108" y="2895674"/>
                  </a:lnTo>
                  <a:lnTo>
                    <a:pt x="6854829" y="2895674"/>
                  </a:lnTo>
                  <a:lnTo>
                    <a:pt x="6850550" y="2895674"/>
                  </a:lnTo>
                  <a:lnTo>
                    <a:pt x="6846271" y="2895674"/>
                  </a:lnTo>
                  <a:lnTo>
                    <a:pt x="6841992" y="2895674"/>
                  </a:lnTo>
                  <a:lnTo>
                    <a:pt x="6837714" y="2895674"/>
                  </a:lnTo>
                  <a:lnTo>
                    <a:pt x="6833435" y="2895674"/>
                  </a:lnTo>
                  <a:lnTo>
                    <a:pt x="6829156" y="2895674"/>
                  </a:lnTo>
                  <a:lnTo>
                    <a:pt x="6824877" y="2895674"/>
                  </a:lnTo>
                  <a:lnTo>
                    <a:pt x="6820598" y="2895674"/>
                  </a:lnTo>
                  <a:lnTo>
                    <a:pt x="6816319" y="2895674"/>
                  </a:lnTo>
                  <a:lnTo>
                    <a:pt x="6812040" y="2895674"/>
                  </a:lnTo>
                  <a:lnTo>
                    <a:pt x="6807761" y="2895674"/>
                  </a:lnTo>
                  <a:lnTo>
                    <a:pt x="6803482" y="2895674"/>
                  </a:lnTo>
                  <a:lnTo>
                    <a:pt x="6799203" y="2895674"/>
                  </a:lnTo>
                  <a:lnTo>
                    <a:pt x="6794924" y="2895674"/>
                  </a:lnTo>
                  <a:lnTo>
                    <a:pt x="6790645" y="2895674"/>
                  </a:lnTo>
                  <a:lnTo>
                    <a:pt x="6786367" y="2895674"/>
                  </a:lnTo>
                  <a:lnTo>
                    <a:pt x="6782088" y="2895674"/>
                  </a:lnTo>
                  <a:lnTo>
                    <a:pt x="6777809" y="2895674"/>
                  </a:lnTo>
                  <a:lnTo>
                    <a:pt x="6773530" y="2895674"/>
                  </a:lnTo>
                  <a:lnTo>
                    <a:pt x="6769251" y="2895674"/>
                  </a:lnTo>
                  <a:lnTo>
                    <a:pt x="6764972" y="2895674"/>
                  </a:lnTo>
                  <a:lnTo>
                    <a:pt x="6760693" y="2895674"/>
                  </a:lnTo>
                  <a:lnTo>
                    <a:pt x="6756414" y="2895674"/>
                  </a:lnTo>
                  <a:lnTo>
                    <a:pt x="6752135" y="2895674"/>
                  </a:lnTo>
                  <a:lnTo>
                    <a:pt x="6747856" y="2895674"/>
                  </a:lnTo>
                  <a:lnTo>
                    <a:pt x="6743577" y="2895674"/>
                  </a:lnTo>
                  <a:lnTo>
                    <a:pt x="6739298" y="2895674"/>
                  </a:lnTo>
                  <a:lnTo>
                    <a:pt x="6735019" y="2895674"/>
                  </a:lnTo>
                  <a:lnTo>
                    <a:pt x="6730741" y="2895674"/>
                  </a:lnTo>
                  <a:lnTo>
                    <a:pt x="6726462" y="2895674"/>
                  </a:lnTo>
                  <a:lnTo>
                    <a:pt x="6722183" y="2895674"/>
                  </a:lnTo>
                  <a:lnTo>
                    <a:pt x="6717904" y="2895674"/>
                  </a:lnTo>
                  <a:lnTo>
                    <a:pt x="6713625" y="2895674"/>
                  </a:lnTo>
                  <a:lnTo>
                    <a:pt x="6709346" y="2895674"/>
                  </a:lnTo>
                  <a:lnTo>
                    <a:pt x="6705067" y="2895674"/>
                  </a:lnTo>
                  <a:lnTo>
                    <a:pt x="6700788" y="2895674"/>
                  </a:lnTo>
                  <a:lnTo>
                    <a:pt x="6696509" y="2895674"/>
                  </a:lnTo>
                  <a:lnTo>
                    <a:pt x="6692230" y="2895674"/>
                  </a:lnTo>
                  <a:lnTo>
                    <a:pt x="6687951" y="2895674"/>
                  </a:lnTo>
                  <a:lnTo>
                    <a:pt x="6683672" y="2895674"/>
                  </a:lnTo>
                  <a:lnTo>
                    <a:pt x="6679394" y="2895674"/>
                  </a:lnTo>
                  <a:lnTo>
                    <a:pt x="6675115" y="2895674"/>
                  </a:lnTo>
                  <a:lnTo>
                    <a:pt x="6670836" y="2895674"/>
                  </a:lnTo>
                  <a:lnTo>
                    <a:pt x="6666557" y="2895674"/>
                  </a:lnTo>
                  <a:lnTo>
                    <a:pt x="6662278" y="2895674"/>
                  </a:lnTo>
                  <a:lnTo>
                    <a:pt x="6657999" y="2895674"/>
                  </a:lnTo>
                  <a:lnTo>
                    <a:pt x="6653720" y="2895674"/>
                  </a:lnTo>
                  <a:lnTo>
                    <a:pt x="6649441" y="2895674"/>
                  </a:lnTo>
                  <a:lnTo>
                    <a:pt x="6645162" y="2895674"/>
                  </a:lnTo>
                  <a:lnTo>
                    <a:pt x="6640883" y="2895674"/>
                  </a:lnTo>
                  <a:lnTo>
                    <a:pt x="6636604" y="2895674"/>
                  </a:lnTo>
                  <a:lnTo>
                    <a:pt x="6632325" y="2895674"/>
                  </a:lnTo>
                  <a:lnTo>
                    <a:pt x="6628046" y="2895674"/>
                  </a:lnTo>
                  <a:lnTo>
                    <a:pt x="6623768" y="2895674"/>
                  </a:lnTo>
                  <a:lnTo>
                    <a:pt x="6619489" y="2895674"/>
                  </a:lnTo>
                  <a:lnTo>
                    <a:pt x="6615210" y="2895674"/>
                  </a:lnTo>
                  <a:lnTo>
                    <a:pt x="6610931" y="2895674"/>
                  </a:lnTo>
                  <a:lnTo>
                    <a:pt x="6606652" y="2895674"/>
                  </a:lnTo>
                  <a:lnTo>
                    <a:pt x="6602373" y="2895674"/>
                  </a:lnTo>
                  <a:lnTo>
                    <a:pt x="6598094" y="2895674"/>
                  </a:lnTo>
                  <a:lnTo>
                    <a:pt x="6593815" y="2895674"/>
                  </a:lnTo>
                  <a:lnTo>
                    <a:pt x="6589536" y="2895674"/>
                  </a:lnTo>
                  <a:lnTo>
                    <a:pt x="6585257" y="2895674"/>
                  </a:lnTo>
                  <a:lnTo>
                    <a:pt x="6580978" y="2895674"/>
                  </a:lnTo>
                  <a:lnTo>
                    <a:pt x="6576699" y="2895674"/>
                  </a:lnTo>
                  <a:lnTo>
                    <a:pt x="6572421" y="2895674"/>
                  </a:lnTo>
                  <a:lnTo>
                    <a:pt x="6568142" y="2895674"/>
                  </a:lnTo>
                  <a:lnTo>
                    <a:pt x="6563863" y="2895674"/>
                  </a:lnTo>
                  <a:lnTo>
                    <a:pt x="6559584" y="2895674"/>
                  </a:lnTo>
                  <a:lnTo>
                    <a:pt x="6555305" y="2895674"/>
                  </a:lnTo>
                  <a:lnTo>
                    <a:pt x="6551026" y="2895674"/>
                  </a:lnTo>
                  <a:lnTo>
                    <a:pt x="6546747" y="2895674"/>
                  </a:lnTo>
                  <a:lnTo>
                    <a:pt x="6542468" y="2895674"/>
                  </a:lnTo>
                  <a:lnTo>
                    <a:pt x="6538189" y="2895674"/>
                  </a:lnTo>
                  <a:lnTo>
                    <a:pt x="6533910" y="2895674"/>
                  </a:lnTo>
                  <a:lnTo>
                    <a:pt x="6529631" y="2895674"/>
                  </a:lnTo>
                  <a:lnTo>
                    <a:pt x="6525352" y="2895674"/>
                  </a:lnTo>
                  <a:lnTo>
                    <a:pt x="6521073" y="2895674"/>
                  </a:lnTo>
                  <a:lnTo>
                    <a:pt x="6516795" y="2895674"/>
                  </a:lnTo>
                  <a:lnTo>
                    <a:pt x="6512516" y="2895674"/>
                  </a:lnTo>
                  <a:lnTo>
                    <a:pt x="6508237" y="2895674"/>
                  </a:lnTo>
                  <a:lnTo>
                    <a:pt x="6503958" y="2895674"/>
                  </a:lnTo>
                  <a:lnTo>
                    <a:pt x="6499679" y="2895674"/>
                  </a:lnTo>
                  <a:lnTo>
                    <a:pt x="6495400" y="2895674"/>
                  </a:lnTo>
                  <a:lnTo>
                    <a:pt x="6491121" y="2895674"/>
                  </a:lnTo>
                  <a:lnTo>
                    <a:pt x="6486842" y="2895674"/>
                  </a:lnTo>
                  <a:lnTo>
                    <a:pt x="6482563" y="2895674"/>
                  </a:lnTo>
                  <a:lnTo>
                    <a:pt x="6478284" y="2895674"/>
                  </a:lnTo>
                  <a:lnTo>
                    <a:pt x="6474005" y="2895674"/>
                  </a:lnTo>
                  <a:lnTo>
                    <a:pt x="6469726" y="2895674"/>
                  </a:lnTo>
                  <a:lnTo>
                    <a:pt x="6465448" y="2895674"/>
                  </a:lnTo>
                  <a:lnTo>
                    <a:pt x="6461169" y="2895674"/>
                  </a:lnTo>
                  <a:lnTo>
                    <a:pt x="6456890" y="2895674"/>
                  </a:lnTo>
                  <a:lnTo>
                    <a:pt x="6452611" y="2895674"/>
                  </a:lnTo>
                  <a:lnTo>
                    <a:pt x="6448332" y="2895674"/>
                  </a:lnTo>
                  <a:lnTo>
                    <a:pt x="6444053" y="2895674"/>
                  </a:lnTo>
                  <a:lnTo>
                    <a:pt x="6439774" y="2895674"/>
                  </a:lnTo>
                  <a:lnTo>
                    <a:pt x="6435495" y="2895674"/>
                  </a:lnTo>
                  <a:lnTo>
                    <a:pt x="6431216" y="2895674"/>
                  </a:lnTo>
                  <a:lnTo>
                    <a:pt x="6426937" y="2895674"/>
                  </a:lnTo>
                  <a:lnTo>
                    <a:pt x="6422658" y="2895674"/>
                  </a:lnTo>
                  <a:lnTo>
                    <a:pt x="6418379" y="2895674"/>
                  </a:lnTo>
                  <a:lnTo>
                    <a:pt x="6414100" y="2895674"/>
                  </a:lnTo>
                  <a:lnTo>
                    <a:pt x="6409822" y="2895674"/>
                  </a:lnTo>
                  <a:lnTo>
                    <a:pt x="6405543" y="2895674"/>
                  </a:lnTo>
                  <a:lnTo>
                    <a:pt x="6401264" y="2895674"/>
                  </a:lnTo>
                  <a:lnTo>
                    <a:pt x="6396985" y="2895674"/>
                  </a:lnTo>
                  <a:lnTo>
                    <a:pt x="6392706" y="2895674"/>
                  </a:lnTo>
                  <a:lnTo>
                    <a:pt x="6388427" y="2895674"/>
                  </a:lnTo>
                  <a:lnTo>
                    <a:pt x="6384148" y="2895674"/>
                  </a:lnTo>
                  <a:lnTo>
                    <a:pt x="6379869" y="2895674"/>
                  </a:lnTo>
                  <a:lnTo>
                    <a:pt x="6375590" y="2895674"/>
                  </a:lnTo>
                  <a:lnTo>
                    <a:pt x="6371311" y="2895674"/>
                  </a:lnTo>
                  <a:lnTo>
                    <a:pt x="6367032" y="2895674"/>
                  </a:lnTo>
                  <a:lnTo>
                    <a:pt x="6362753" y="2895674"/>
                  </a:lnTo>
                  <a:lnTo>
                    <a:pt x="6358475" y="2895674"/>
                  </a:lnTo>
                  <a:lnTo>
                    <a:pt x="6354196" y="2895674"/>
                  </a:lnTo>
                  <a:lnTo>
                    <a:pt x="6349917" y="2895674"/>
                  </a:lnTo>
                  <a:lnTo>
                    <a:pt x="6345638" y="2895674"/>
                  </a:lnTo>
                  <a:lnTo>
                    <a:pt x="6341359" y="2895674"/>
                  </a:lnTo>
                  <a:lnTo>
                    <a:pt x="6337080" y="2895674"/>
                  </a:lnTo>
                  <a:lnTo>
                    <a:pt x="6332801" y="2895674"/>
                  </a:lnTo>
                  <a:lnTo>
                    <a:pt x="6328522" y="2895674"/>
                  </a:lnTo>
                  <a:lnTo>
                    <a:pt x="6324243" y="2895674"/>
                  </a:lnTo>
                  <a:lnTo>
                    <a:pt x="6319964" y="2895674"/>
                  </a:lnTo>
                  <a:lnTo>
                    <a:pt x="6315685" y="2895674"/>
                  </a:lnTo>
                  <a:lnTo>
                    <a:pt x="6311406" y="2895674"/>
                  </a:lnTo>
                  <a:lnTo>
                    <a:pt x="6307127" y="2895674"/>
                  </a:lnTo>
                  <a:lnTo>
                    <a:pt x="6302849" y="2895674"/>
                  </a:lnTo>
                  <a:lnTo>
                    <a:pt x="6298570" y="2895674"/>
                  </a:lnTo>
                  <a:lnTo>
                    <a:pt x="6294291" y="2895674"/>
                  </a:lnTo>
                  <a:lnTo>
                    <a:pt x="6290012" y="2895674"/>
                  </a:lnTo>
                  <a:lnTo>
                    <a:pt x="6285733" y="2895674"/>
                  </a:lnTo>
                  <a:lnTo>
                    <a:pt x="6281454" y="2895674"/>
                  </a:lnTo>
                  <a:lnTo>
                    <a:pt x="6277175" y="2895674"/>
                  </a:lnTo>
                  <a:lnTo>
                    <a:pt x="6272896" y="2895674"/>
                  </a:lnTo>
                  <a:lnTo>
                    <a:pt x="6268617" y="2895674"/>
                  </a:lnTo>
                  <a:lnTo>
                    <a:pt x="6264338" y="2895674"/>
                  </a:lnTo>
                  <a:lnTo>
                    <a:pt x="6260059" y="2895674"/>
                  </a:lnTo>
                  <a:lnTo>
                    <a:pt x="6255780" y="2895674"/>
                  </a:lnTo>
                  <a:lnTo>
                    <a:pt x="6251502" y="2895674"/>
                  </a:lnTo>
                  <a:lnTo>
                    <a:pt x="6247223" y="2895674"/>
                  </a:lnTo>
                  <a:lnTo>
                    <a:pt x="6242944" y="2895674"/>
                  </a:lnTo>
                  <a:lnTo>
                    <a:pt x="6238665" y="2895674"/>
                  </a:lnTo>
                  <a:lnTo>
                    <a:pt x="6234386" y="2895674"/>
                  </a:lnTo>
                  <a:lnTo>
                    <a:pt x="6230107" y="2895674"/>
                  </a:lnTo>
                  <a:lnTo>
                    <a:pt x="6225828" y="2895674"/>
                  </a:lnTo>
                  <a:lnTo>
                    <a:pt x="6221549" y="2895674"/>
                  </a:lnTo>
                  <a:lnTo>
                    <a:pt x="6217270" y="2895674"/>
                  </a:lnTo>
                  <a:lnTo>
                    <a:pt x="6212991" y="2895674"/>
                  </a:lnTo>
                  <a:lnTo>
                    <a:pt x="6208712" y="2895674"/>
                  </a:lnTo>
                  <a:lnTo>
                    <a:pt x="6204433" y="2895674"/>
                  </a:lnTo>
                  <a:lnTo>
                    <a:pt x="6200155" y="2895674"/>
                  </a:lnTo>
                  <a:lnTo>
                    <a:pt x="6195876" y="2895674"/>
                  </a:lnTo>
                  <a:lnTo>
                    <a:pt x="6191597" y="2895674"/>
                  </a:lnTo>
                  <a:lnTo>
                    <a:pt x="6187318" y="2895674"/>
                  </a:lnTo>
                  <a:lnTo>
                    <a:pt x="6183039" y="2895674"/>
                  </a:lnTo>
                  <a:lnTo>
                    <a:pt x="6178760" y="2895674"/>
                  </a:lnTo>
                  <a:lnTo>
                    <a:pt x="6174481" y="2895674"/>
                  </a:lnTo>
                  <a:lnTo>
                    <a:pt x="6170202" y="2895674"/>
                  </a:lnTo>
                  <a:lnTo>
                    <a:pt x="6165923" y="2895674"/>
                  </a:lnTo>
                  <a:lnTo>
                    <a:pt x="6161644" y="2895674"/>
                  </a:lnTo>
                  <a:lnTo>
                    <a:pt x="6157365" y="2895674"/>
                  </a:lnTo>
                  <a:lnTo>
                    <a:pt x="6153086" y="2895674"/>
                  </a:lnTo>
                  <a:lnTo>
                    <a:pt x="6148807" y="2895674"/>
                  </a:lnTo>
                  <a:lnTo>
                    <a:pt x="6144529" y="2895674"/>
                  </a:lnTo>
                  <a:lnTo>
                    <a:pt x="6140250" y="2895674"/>
                  </a:lnTo>
                  <a:lnTo>
                    <a:pt x="6135971" y="2895674"/>
                  </a:lnTo>
                  <a:lnTo>
                    <a:pt x="6131692" y="2895674"/>
                  </a:lnTo>
                  <a:lnTo>
                    <a:pt x="6127413" y="2895674"/>
                  </a:lnTo>
                  <a:lnTo>
                    <a:pt x="6123134" y="2895674"/>
                  </a:lnTo>
                  <a:lnTo>
                    <a:pt x="6118855" y="2895674"/>
                  </a:lnTo>
                  <a:lnTo>
                    <a:pt x="6114576" y="2895674"/>
                  </a:lnTo>
                  <a:lnTo>
                    <a:pt x="6110297" y="2895674"/>
                  </a:lnTo>
                  <a:lnTo>
                    <a:pt x="6106018" y="2895674"/>
                  </a:lnTo>
                  <a:lnTo>
                    <a:pt x="6101739" y="2895674"/>
                  </a:lnTo>
                  <a:lnTo>
                    <a:pt x="6097460" y="2895674"/>
                  </a:lnTo>
                  <a:lnTo>
                    <a:pt x="6093182" y="2895674"/>
                  </a:lnTo>
                  <a:lnTo>
                    <a:pt x="6088903" y="2895674"/>
                  </a:lnTo>
                  <a:lnTo>
                    <a:pt x="6084624" y="2895674"/>
                  </a:lnTo>
                  <a:lnTo>
                    <a:pt x="6080345" y="2895674"/>
                  </a:lnTo>
                  <a:lnTo>
                    <a:pt x="6076066" y="2895674"/>
                  </a:lnTo>
                  <a:lnTo>
                    <a:pt x="6071787" y="2895674"/>
                  </a:lnTo>
                  <a:lnTo>
                    <a:pt x="6067508" y="2895674"/>
                  </a:lnTo>
                  <a:lnTo>
                    <a:pt x="6063229" y="2895674"/>
                  </a:lnTo>
                  <a:lnTo>
                    <a:pt x="6058950" y="2895674"/>
                  </a:lnTo>
                  <a:lnTo>
                    <a:pt x="6054671" y="2895674"/>
                  </a:lnTo>
                  <a:lnTo>
                    <a:pt x="6050392" y="2895674"/>
                  </a:lnTo>
                  <a:lnTo>
                    <a:pt x="6046113" y="2895674"/>
                  </a:lnTo>
                  <a:lnTo>
                    <a:pt x="6041834" y="2895674"/>
                  </a:lnTo>
                  <a:lnTo>
                    <a:pt x="6037556" y="2895674"/>
                  </a:lnTo>
                  <a:lnTo>
                    <a:pt x="6033277" y="2895674"/>
                  </a:lnTo>
                  <a:lnTo>
                    <a:pt x="6028998" y="2895674"/>
                  </a:lnTo>
                  <a:lnTo>
                    <a:pt x="6024719" y="2895674"/>
                  </a:lnTo>
                  <a:lnTo>
                    <a:pt x="6020440" y="2895674"/>
                  </a:lnTo>
                  <a:lnTo>
                    <a:pt x="6016161" y="2895674"/>
                  </a:lnTo>
                  <a:lnTo>
                    <a:pt x="6011882" y="2895674"/>
                  </a:lnTo>
                  <a:lnTo>
                    <a:pt x="6007603" y="2895674"/>
                  </a:lnTo>
                  <a:lnTo>
                    <a:pt x="6003324" y="2895674"/>
                  </a:lnTo>
                  <a:lnTo>
                    <a:pt x="5999045" y="2895674"/>
                  </a:lnTo>
                  <a:lnTo>
                    <a:pt x="5994766" y="2895674"/>
                  </a:lnTo>
                  <a:lnTo>
                    <a:pt x="5990487" y="2895674"/>
                  </a:lnTo>
                  <a:lnTo>
                    <a:pt x="5986209" y="2895674"/>
                  </a:lnTo>
                  <a:lnTo>
                    <a:pt x="5981930" y="2895674"/>
                  </a:lnTo>
                  <a:lnTo>
                    <a:pt x="5977651" y="2895674"/>
                  </a:lnTo>
                  <a:lnTo>
                    <a:pt x="5973372" y="2895674"/>
                  </a:lnTo>
                  <a:lnTo>
                    <a:pt x="5969093" y="2895674"/>
                  </a:lnTo>
                  <a:lnTo>
                    <a:pt x="5964814" y="2895674"/>
                  </a:lnTo>
                  <a:lnTo>
                    <a:pt x="5960535" y="2895674"/>
                  </a:lnTo>
                  <a:lnTo>
                    <a:pt x="5956256" y="2895674"/>
                  </a:lnTo>
                  <a:lnTo>
                    <a:pt x="5951977" y="2895674"/>
                  </a:lnTo>
                  <a:lnTo>
                    <a:pt x="5947698" y="2895674"/>
                  </a:lnTo>
                  <a:lnTo>
                    <a:pt x="5943419" y="2895674"/>
                  </a:lnTo>
                  <a:lnTo>
                    <a:pt x="5939140" y="2895674"/>
                  </a:lnTo>
                  <a:lnTo>
                    <a:pt x="5934861" y="2895674"/>
                  </a:lnTo>
                  <a:lnTo>
                    <a:pt x="5930583" y="2895674"/>
                  </a:lnTo>
                  <a:lnTo>
                    <a:pt x="5926304" y="2895674"/>
                  </a:lnTo>
                  <a:lnTo>
                    <a:pt x="5922025" y="2895674"/>
                  </a:lnTo>
                  <a:lnTo>
                    <a:pt x="5917746" y="2895674"/>
                  </a:lnTo>
                  <a:lnTo>
                    <a:pt x="5913467" y="2895674"/>
                  </a:lnTo>
                  <a:lnTo>
                    <a:pt x="5909188" y="2895674"/>
                  </a:lnTo>
                  <a:lnTo>
                    <a:pt x="5904909" y="2895674"/>
                  </a:lnTo>
                  <a:lnTo>
                    <a:pt x="5900630" y="2895674"/>
                  </a:lnTo>
                  <a:lnTo>
                    <a:pt x="5896351" y="2895674"/>
                  </a:lnTo>
                  <a:lnTo>
                    <a:pt x="5892072" y="2895674"/>
                  </a:lnTo>
                  <a:lnTo>
                    <a:pt x="5887793" y="2895674"/>
                  </a:lnTo>
                  <a:lnTo>
                    <a:pt x="5883514" y="2895674"/>
                  </a:lnTo>
                  <a:lnTo>
                    <a:pt x="5879236" y="2895674"/>
                  </a:lnTo>
                  <a:lnTo>
                    <a:pt x="5874957" y="2895674"/>
                  </a:lnTo>
                  <a:lnTo>
                    <a:pt x="5870678" y="2895674"/>
                  </a:lnTo>
                  <a:lnTo>
                    <a:pt x="5866399" y="2895674"/>
                  </a:lnTo>
                  <a:lnTo>
                    <a:pt x="5862120" y="2895674"/>
                  </a:lnTo>
                  <a:lnTo>
                    <a:pt x="5857841" y="2895674"/>
                  </a:lnTo>
                  <a:lnTo>
                    <a:pt x="5853562" y="2895674"/>
                  </a:lnTo>
                  <a:lnTo>
                    <a:pt x="5849283" y="2895674"/>
                  </a:lnTo>
                  <a:lnTo>
                    <a:pt x="5845004" y="2895674"/>
                  </a:lnTo>
                  <a:lnTo>
                    <a:pt x="5840725" y="2895674"/>
                  </a:lnTo>
                  <a:lnTo>
                    <a:pt x="5836446" y="2895674"/>
                  </a:lnTo>
                  <a:lnTo>
                    <a:pt x="5832167" y="2895674"/>
                  </a:lnTo>
                  <a:lnTo>
                    <a:pt x="5827888" y="2895674"/>
                  </a:lnTo>
                  <a:lnTo>
                    <a:pt x="5823610" y="2895674"/>
                  </a:lnTo>
                  <a:lnTo>
                    <a:pt x="5819331" y="2895674"/>
                  </a:lnTo>
                  <a:lnTo>
                    <a:pt x="5815052" y="2895674"/>
                  </a:lnTo>
                  <a:lnTo>
                    <a:pt x="5810773" y="2895674"/>
                  </a:lnTo>
                  <a:lnTo>
                    <a:pt x="5806494" y="2895674"/>
                  </a:lnTo>
                  <a:lnTo>
                    <a:pt x="5802215" y="2895674"/>
                  </a:lnTo>
                  <a:lnTo>
                    <a:pt x="5797936" y="2895674"/>
                  </a:lnTo>
                  <a:lnTo>
                    <a:pt x="5793657" y="2895674"/>
                  </a:lnTo>
                  <a:lnTo>
                    <a:pt x="5789378" y="2895674"/>
                  </a:lnTo>
                  <a:lnTo>
                    <a:pt x="5785099" y="2895674"/>
                  </a:lnTo>
                  <a:lnTo>
                    <a:pt x="5780820" y="2895674"/>
                  </a:lnTo>
                  <a:lnTo>
                    <a:pt x="5776541" y="2895674"/>
                  </a:lnTo>
                  <a:lnTo>
                    <a:pt x="5772263" y="2895674"/>
                  </a:lnTo>
                  <a:lnTo>
                    <a:pt x="5767984" y="2895674"/>
                  </a:lnTo>
                  <a:lnTo>
                    <a:pt x="5763705" y="2895674"/>
                  </a:lnTo>
                  <a:lnTo>
                    <a:pt x="5759426" y="2895674"/>
                  </a:lnTo>
                  <a:lnTo>
                    <a:pt x="5755147" y="2895674"/>
                  </a:lnTo>
                  <a:lnTo>
                    <a:pt x="5750868" y="2895674"/>
                  </a:lnTo>
                  <a:lnTo>
                    <a:pt x="5746589" y="2895674"/>
                  </a:lnTo>
                  <a:lnTo>
                    <a:pt x="5742310" y="2895674"/>
                  </a:lnTo>
                  <a:lnTo>
                    <a:pt x="5738031" y="2895674"/>
                  </a:lnTo>
                  <a:lnTo>
                    <a:pt x="5733752" y="2895674"/>
                  </a:lnTo>
                  <a:lnTo>
                    <a:pt x="5729473" y="2895674"/>
                  </a:lnTo>
                  <a:lnTo>
                    <a:pt x="5725194" y="2895674"/>
                  </a:lnTo>
                  <a:lnTo>
                    <a:pt x="5720915" y="2895674"/>
                  </a:lnTo>
                  <a:lnTo>
                    <a:pt x="5716637" y="2895674"/>
                  </a:lnTo>
                  <a:lnTo>
                    <a:pt x="5712358" y="2895674"/>
                  </a:lnTo>
                  <a:lnTo>
                    <a:pt x="5708079" y="2895674"/>
                  </a:lnTo>
                  <a:lnTo>
                    <a:pt x="5703800" y="2895674"/>
                  </a:lnTo>
                  <a:lnTo>
                    <a:pt x="5699521" y="2895674"/>
                  </a:lnTo>
                  <a:lnTo>
                    <a:pt x="5695242" y="2895674"/>
                  </a:lnTo>
                  <a:lnTo>
                    <a:pt x="5690963" y="2895674"/>
                  </a:lnTo>
                  <a:lnTo>
                    <a:pt x="5686684" y="2895674"/>
                  </a:lnTo>
                  <a:lnTo>
                    <a:pt x="5682405" y="2895674"/>
                  </a:lnTo>
                  <a:lnTo>
                    <a:pt x="5678126" y="2895674"/>
                  </a:lnTo>
                  <a:lnTo>
                    <a:pt x="5673847" y="2895674"/>
                  </a:lnTo>
                  <a:lnTo>
                    <a:pt x="5669568" y="2895674"/>
                  </a:lnTo>
                  <a:lnTo>
                    <a:pt x="5665290" y="2895674"/>
                  </a:lnTo>
                  <a:lnTo>
                    <a:pt x="5661011" y="2895674"/>
                  </a:lnTo>
                  <a:lnTo>
                    <a:pt x="5656732" y="2895674"/>
                  </a:lnTo>
                  <a:lnTo>
                    <a:pt x="5652453" y="2895674"/>
                  </a:lnTo>
                  <a:lnTo>
                    <a:pt x="5648174" y="2895674"/>
                  </a:lnTo>
                  <a:lnTo>
                    <a:pt x="5643895" y="2895674"/>
                  </a:lnTo>
                  <a:lnTo>
                    <a:pt x="5639616" y="2895674"/>
                  </a:lnTo>
                  <a:lnTo>
                    <a:pt x="5635337" y="2895674"/>
                  </a:lnTo>
                  <a:lnTo>
                    <a:pt x="5631058" y="2895674"/>
                  </a:lnTo>
                  <a:lnTo>
                    <a:pt x="5626779" y="2895674"/>
                  </a:lnTo>
                  <a:lnTo>
                    <a:pt x="5622500" y="2895674"/>
                  </a:lnTo>
                  <a:lnTo>
                    <a:pt x="5618221" y="2895674"/>
                  </a:lnTo>
                  <a:lnTo>
                    <a:pt x="5613942" y="2895674"/>
                  </a:lnTo>
                  <a:lnTo>
                    <a:pt x="5609664" y="2895674"/>
                  </a:lnTo>
                  <a:lnTo>
                    <a:pt x="5605385" y="2895674"/>
                  </a:lnTo>
                  <a:lnTo>
                    <a:pt x="5601106" y="2895674"/>
                  </a:lnTo>
                  <a:lnTo>
                    <a:pt x="5596827" y="2895674"/>
                  </a:lnTo>
                  <a:lnTo>
                    <a:pt x="5592548" y="2895674"/>
                  </a:lnTo>
                  <a:lnTo>
                    <a:pt x="5588269" y="2895674"/>
                  </a:lnTo>
                  <a:lnTo>
                    <a:pt x="5583990" y="2895674"/>
                  </a:lnTo>
                  <a:lnTo>
                    <a:pt x="5579711" y="2895674"/>
                  </a:lnTo>
                  <a:lnTo>
                    <a:pt x="5575432" y="2895674"/>
                  </a:lnTo>
                  <a:lnTo>
                    <a:pt x="5571153" y="2895674"/>
                  </a:lnTo>
                  <a:lnTo>
                    <a:pt x="5566874" y="2895674"/>
                  </a:lnTo>
                  <a:lnTo>
                    <a:pt x="5562595" y="2895674"/>
                  </a:lnTo>
                  <a:lnTo>
                    <a:pt x="5558317" y="2895674"/>
                  </a:lnTo>
                  <a:lnTo>
                    <a:pt x="5554038" y="2895674"/>
                  </a:lnTo>
                  <a:lnTo>
                    <a:pt x="5549759" y="2895674"/>
                  </a:lnTo>
                  <a:lnTo>
                    <a:pt x="5545480" y="2895674"/>
                  </a:lnTo>
                  <a:lnTo>
                    <a:pt x="5541201" y="2895674"/>
                  </a:lnTo>
                  <a:lnTo>
                    <a:pt x="5536922" y="2895674"/>
                  </a:lnTo>
                  <a:lnTo>
                    <a:pt x="5532643" y="2895674"/>
                  </a:lnTo>
                  <a:lnTo>
                    <a:pt x="5528364" y="2895674"/>
                  </a:lnTo>
                  <a:lnTo>
                    <a:pt x="5524085" y="2895674"/>
                  </a:lnTo>
                  <a:lnTo>
                    <a:pt x="5519806" y="2895674"/>
                  </a:lnTo>
                  <a:lnTo>
                    <a:pt x="5515527" y="2895674"/>
                  </a:lnTo>
                  <a:lnTo>
                    <a:pt x="5511248" y="2895674"/>
                  </a:lnTo>
                  <a:lnTo>
                    <a:pt x="5506969" y="2895674"/>
                  </a:lnTo>
                  <a:lnTo>
                    <a:pt x="5502691" y="2895674"/>
                  </a:lnTo>
                  <a:lnTo>
                    <a:pt x="5498412" y="2895674"/>
                  </a:lnTo>
                  <a:lnTo>
                    <a:pt x="5494133" y="2895674"/>
                  </a:lnTo>
                  <a:lnTo>
                    <a:pt x="5489854" y="2895674"/>
                  </a:lnTo>
                  <a:lnTo>
                    <a:pt x="5485575" y="2895674"/>
                  </a:lnTo>
                  <a:lnTo>
                    <a:pt x="5481296" y="2895674"/>
                  </a:lnTo>
                  <a:lnTo>
                    <a:pt x="5477017" y="2895674"/>
                  </a:lnTo>
                  <a:lnTo>
                    <a:pt x="5472738" y="2895674"/>
                  </a:lnTo>
                  <a:lnTo>
                    <a:pt x="5468459" y="2895674"/>
                  </a:lnTo>
                  <a:lnTo>
                    <a:pt x="5464180" y="2895674"/>
                  </a:lnTo>
                  <a:lnTo>
                    <a:pt x="5459901" y="2895674"/>
                  </a:lnTo>
                  <a:lnTo>
                    <a:pt x="5455622" y="2895674"/>
                  </a:lnTo>
                  <a:lnTo>
                    <a:pt x="5451344" y="2895674"/>
                  </a:lnTo>
                  <a:lnTo>
                    <a:pt x="5447065" y="2895674"/>
                  </a:lnTo>
                  <a:lnTo>
                    <a:pt x="5442786" y="2895674"/>
                  </a:lnTo>
                  <a:lnTo>
                    <a:pt x="5438507" y="2895674"/>
                  </a:lnTo>
                  <a:lnTo>
                    <a:pt x="5434228" y="2895674"/>
                  </a:lnTo>
                  <a:lnTo>
                    <a:pt x="5429949" y="2895674"/>
                  </a:lnTo>
                  <a:lnTo>
                    <a:pt x="5425670" y="2895674"/>
                  </a:lnTo>
                  <a:lnTo>
                    <a:pt x="5421391" y="2895674"/>
                  </a:lnTo>
                  <a:lnTo>
                    <a:pt x="5417112" y="2895674"/>
                  </a:lnTo>
                  <a:lnTo>
                    <a:pt x="5412833" y="2895674"/>
                  </a:lnTo>
                  <a:lnTo>
                    <a:pt x="5408554" y="2895674"/>
                  </a:lnTo>
                  <a:lnTo>
                    <a:pt x="5404275" y="2895674"/>
                  </a:lnTo>
                  <a:lnTo>
                    <a:pt x="5399996" y="2895674"/>
                  </a:lnTo>
                  <a:lnTo>
                    <a:pt x="5395718" y="2895674"/>
                  </a:lnTo>
                  <a:lnTo>
                    <a:pt x="5391439" y="2895674"/>
                  </a:lnTo>
                  <a:lnTo>
                    <a:pt x="5387160" y="2895674"/>
                  </a:lnTo>
                  <a:lnTo>
                    <a:pt x="5382881" y="2895674"/>
                  </a:lnTo>
                  <a:lnTo>
                    <a:pt x="5378602" y="2895674"/>
                  </a:lnTo>
                  <a:lnTo>
                    <a:pt x="5374323" y="2895674"/>
                  </a:lnTo>
                  <a:lnTo>
                    <a:pt x="5370044" y="2895674"/>
                  </a:lnTo>
                  <a:lnTo>
                    <a:pt x="5365765" y="2895674"/>
                  </a:lnTo>
                  <a:lnTo>
                    <a:pt x="5361486" y="2895674"/>
                  </a:lnTo>
                  <a:lnTo>
                    <a:pt x="5357207" y="2895674"/>
                  </a:lnTo>
                  <a:lnTo>
                    <a:pt x="5352928" y="2895674"/>
                  </a:lnTo>
                  <a:lnTo>
                    <a:pt x="5348649" y="2895674"/>
                  </a:lnTo>
                  <a:lnTo>
                    <a:pt x="5344371" y="2895674"/>
                  </a:lnTo>
                  <a:lnTo>
                    <a:pt x="5340092" y="2895674"/>
                  </a:lnTo>
                  <a:lnTo>
                    <a:pt x="5335813" y="2895674"/>
                  </a:lnTo>
                  <a:lnTo>
                    <a:pt x="5331534" y="2895674"/>
                  </a:lnTo>
                  <a:lnTo>
                    <a:pt x="5327255" y="2895674"/>
                  </a:lnTo>
                  <a:lnTo>
                    <a:pt x="5322976" y="2895674"/>
                  </a:lnTo>
                  <a:lnTo>
                    <a:pt x="5318697" y="2895674"/>
                  </a:lnTo>
                  <a:lnTo>
                    <a:pt x="5314418" y="2895674"/>
                  </a:lnTo>
                  <a:lnTo>
                    <a:pt x="5310139" y="2895674"/>
                  </a:lnTo>
                  <a:lnTo>
                    <a:pt x="5305860" y="2895674"/>
                  </a:lnTo>
                  <a:lnTo>
                    <a:pt x="5301581" y="2895674"/>
                  </a:lnTo>
                  <a:lnTo>
                    <a:pt x="5297302" y="2895674"/>
                  </a:lnTo>
                  <a:lnTo>
                    <a:pt x="5293023" y="2895674"/>
                  </a:lnTo>
                  <a:lnTo>
                    <a:pt x="5288745" y="2895674"/>
                  </a:lnTo>
                  <a:lnTo>
                    <a:pt x="5284466" y="2895674"/>
                  </a:lnTo>
                  <a:lnTo>
                    <a:pt x="5280187" y="2895674"/>
                  </a:lnTo>
                  <a:lnTo>
                    <a:pt x="5275908" y="2895674"/>
                  </a:lnTo>
                  <a:lnTo>
                    <a:pt x="5271629" y="2895674"/>
                  </a:lnTo>
                  <a:lnTo>
                    <a:pt x="5267350" y="2895674"/>
                  </a:lnTo>
                  <a:lnTo>
                    <a:pt x="5263071" y="2895674"/>
                  </a:lnTo>
                  <a:lnTo>
                    <a:pt x="5258792" y="2895674"/>
                  </a:lnTo>
                  <a:lnTo>
                    <a:pt x="5254513" y="2895674"/>
                  </a:lnTo>
                  <a:lnTo>
                    <a:pt x="5250234" y="2895674"/>
                  </a:lnTo>
                  <a:lnTo>
                    <a:pt x="5245955" y="2895674"/>
                  </a:lnTo>
                  <a:lnTo>
                    <a:pt x="5241676" y="2895674"/>
                  </a:lnTo>
                  <a:lnTo>
                    <a:pt x="5237398" y="2895674"/>
                  </a:lnTo>
                  <a:lnTo>
                    <a:pt x="5233119" y="2895674"/>
                  </a:lnTo>
                  <a:lnTo>
                    <a:pt x="5228840" y="2895674"/>
                  </a:lnTo>
                  <a:lnTo>
                    <a:pt x="5224561" y="2895674"/>
                  </a:lnTo>
                  <a:lnTo>
                    <a:pt x="5220282" y="2895674"/>
                  </a:lnTo>
                  <a:lnTo>
                    <a:pt x="5216003" y="2895674"/>
                  </a:lnTo>
                  <a:lnTo>
                    <a:pt x="5211724" y="2895674"/>
                  </a:lnTo>
                  <a:lnTo>
                    <a:pt x="5207445" y="2895674"/>
                  </a:lnTo>
                  <a:lnTo>
                    <a:pt x="5203166" y="2895674"/>
                  </a:lnTo>
                  <a:lnTo>
                    <a:pt x="5198887" y="2895674"/>
                  </a:lnTo>
                  <a:lnTo>
                    <a:pt x="5194608" y="2895674"/>
                  </a:lnTo>
                  <a:lnTo>
                    <a:pt x="5190329" y="2895674"/>
                  </a:lnTo>
                  <a:lnTo>
                    <a:pt x="5186050" y="2895674"/>
                  </a:lnTo>
                  <a:lnTo>
                    <a:pt x="5181772" y="2895674"/>
                  </a:lnTo>
                  <a:lnTo>
                    <a:pt x="5177493" y="2895674"/>
                  </a:lnTo>
                  <a:lnTo>
                    <a:pt x="5173214" y="2895674"/>
                  </a:lnTo>
                  <a:lnTo>
                    <a:pt x="5168935" y="2895674"/>
                  </a:lnTo>
                  <a:lnTo>
                    <a:pt x="5164656" y="2895674"/>
                  </a:lnTo>
                  <a:lnTo>
                    <a:pt x="5160377" y="2895674"/>
                  </a:lnTo>
                  <a:lnTo>
                    <a:pt x="5156098" y="2895674"/>
                  </a:lnTo>
                  <a:lnTo>
                    <a:pt x="5151819" y="2895674"/>
                  </a:lnTo>
                  <a:lnTo>
                    <a:pt x="5147540" y="2895674"/>
                  </a:lnTo>
                  <a:lnTo>
                    <a:pt x="5143261" y="2895674"/>
                  </a:lnTo>
                  <a:lnTo>
                    <a:pt x="5138982" y="2895674"/>
                  </a:lnTo>
                  <a:lnTo>
                    <a:pt x="5134703" y="2895674"/>
                  </a:lnTo>
                  <a:lnTo>
                    <a:pt x="5130425" y="2895674"/>
                  </a:lnTo>
                  <a:lnTo>
                    <a:pt x="5126146" y="2895674"/>
                  </a:lnTo>
                  <a:lnTo>
                    <a:pt x="5121867" y="2895674"/>
                  </a:lnTo>
                  <a:lnTo>
                    <a:pt x="5117588" y="2895674"/>
                  </a:lnTo>
                  <a:lnTo>
                    <a:pt x="5113309" y="2895674"/>
                  </a:lnTo>
                  <a:lnTo>
                    <a:pt x="5109030" y="2895674"/>
                  </a:lnTo>
                  <a:lnTo>
                    <a:pt x="5104751" y="2895674"/>
                  </a:lnTo>
                  <a:lnTo>
                    <a:pt x="5100472" y="2895674"/>
                  </a:lnTo>
                  <a:lnTo>
                    <a:pt x="5096193" y="2895674"/>
                  </a:lnTo>
                  <a:lnTo>
                    <a:pt x="5091914" y="2895674"/>
                  </a:lnTo>
                  <a:lnTo>
                    <a:pt x="5087635" y="2895674"/>
                  </a:lnTo>
                  <a:lnTo>
                    <a:pt x="5083356" y="2895674"/>
                  </a:lnTo>
                  <a:lnTo>
                    <a:pt x="5079077" y="2895674"/>
                  </a:lnTo>
                  <a:lnTo>
                    <a:pt x="5074799" y="2895674"/>
                  </a:lnTo>
                  <a:lnTo>
                    <a:pt x="5070520" y="2895674"/>
                  </a:lnTo>
                  <a:lnTo>
                    <a:pt x="5066241" y="2895674"/>
                  </a:lnTo>
                  <a:lnTo>
                    <a:pt x="5061962" y="2895674"/>
                  </a:lnTo>
                  <a:lnTo>
                    <a:pt x="5057683" y="2895674"/>
                  </a:lnTo>
                  <a:lnTo>
                    <a:pt x="5053404" y="2895674"/>
                  </a:lnTo>
                  <a:lnTo>
                    <a:pt x="5049125" y="2895674"/>
                  </a:lnTo>
                  <a:lnTo>
                    <a:pt x="5044846" y="2895674"/>
                  </a:lnTo>
                  <a:lnTo>
                    <a:pt x="5040567" y="2895674"/>
                  </a:lnTo>
                  <a:lnTo>
                    <a:pt x="5036288" y="2895674"/>
                  </a:lnTo>
                  <a:lnTo>
                    <a:pt x="5032009" y="2895674"/>
                  </a:lnTo>
                  <a:lnTo>
                    <a:pt x="5027730" y="2895674"/>
                  </a:lnTo>
                  <a:lnTo>
                    <a:pt x="5023452" y="2895674"/>
                  </a:lnTo>
                  <a:lnTo>
                    <a:pt x="5019173" y="2895674"/>
                  </a:lnTo>
                  <a:lnTo>
                    <a:pt x="5014894" y="2895674"/>
                  </a:lnTo>
                  <a:lnTo>
                    <a:pt x="5010615" y="2895674"/>
                  </a:lnTo>
                  <a:lnTo>
                    <a:pt x="5006336" y="2895674"/>
                  </a:lnTo>
                  <a:lnTo>
                    <a:pt x="5002057" y="2895674"/>
                  </a:lnTo>
                  <a:lnTo>
                    <a:pt x="4997778" y="2895674"/>
                  </a:lnTo>
                  <a:lnTo>
                    <a:pt x="4993499" y="2895674"/>
                  </a:lnTo>
                  <a:lnTo>
                    <a:pt x="4989220" y="2895674"/>
                  </a:lnTo>
                  <a:lnTo>
                    <a:pt x="4984941" y="2895674"/>
                  </a:lnTo>
                  <a:lnTo>
                    <a:pt x="4980662" y="2895674"/>
                  </a:lnTo>
                  <a:lnTo>
                    <a:pt x="4976383" y="2895674"/>
                  </a:lnTo>
                  <a:lnTo>
                    <a:pt x="4972104" y="2895674"/>
                  </a:lnTo>
                  <a:lnTo>
                    <a:pt x="4967826" y="2895674"/>
                  </a:lnTo>
                  <a:lnTo>
                    <a:pt x="4963547" y="2895674"/>
                  </a:lnTo>
                  <a:lnTo>
                    <a:pt x="4959268" y="2895674"/>
                  </a:lnTo>
                  <a:lnTo>
                    <a:pt x="4954989" y="2895674"/>
                  </a:lnTo>
                  <a:lnTo>
                    <a:pt x="4950710" y="2895674"/>
                  </a:lnTo>
                  <a:lnTo>
                    <a:pt x="4946431" y="2895674"/>
                  </a:lnTo>
                  <a:lnTo>
                    <a:pt x="4942152" y="2895674"/>
                  </a:lnTo>
                  <a:lnTo>
                    <a:pt x="4937873" y="2895674"/>
                  </a:lnTo>
                  <a:lnTo>
                    <a:pt x="4933594" y="2895674"/>
                  </a:lnTo>
                  <a:lnTo>
                    <a:pt x="4929315" y="2895674"/>
                  </a:lnTo>
                  <a:lnTo>
                    <a:pt x="4925036" y="2895674"/>
                  </a:lnTo>
                  <a:lnTo>
                    <a:pt x="4920757" y="2895674"/>
                  </a:lnTo>
                  <a:lnTo>
                    <a:pt x="4916479" y="2895674"/>
                  </a:lnTo>
                  <a:lnTo>
                    <a:pt x="4912200" y="2895674"/>
                  </a:lnTo>
                  <a:lnTo>
                    <a:pt x="4907921" y="2895674"/>
                  </a:lnTo>
                  <a:lnTo>
                    <a:pt x="4903642" y="2895674"/>
                  </a:lnTo>
                  <a:lnTo>
                    <a:pt x="4899363" y="2895674"/>
                  </a:lnTo>
                  <a:lnTo>
                    <a:pt x="4895084" y="2895674"/>
                  </a:lnTo>
                  <a:lnTo>
                    <a:pt x="4890805" y="2895674"/>
                  </a:lnTo>
                  <a:lnTo>
                    <a:pt x="4886526" y="2895674"/>
                  </a:lnTo>
                  <a:lnTo>
                    <a:pt x="4882247" y="2895674"/>
                  </a:lnTo>
                  <a:lnTo>
                    <a:pt x="4877968" y="2895674"/>
                  </a:lnTo>
                  <a:lnTo>
                    <a:pt x="4873689" y="2895674"/>
                  </a:lnTo>
                  <a:lnTo>
                    <a:pt x="4869410" y="2895674"/>
                  </a:lnTo>
                  <a:lnTo>
                    <a:pt x="4865131" y="2895674"/>
                  </a:lnTo>
                  <a:lnTo>
                    <a:pt x="4860853" y="2895674"/>
                  </a:lnTo>
                  <a:lnTo>
                    <a:pt x="4856574" y="2895674"/>
                  </a:lnTo>
                  <a:lnTo>
                    <a:pt x="4852295" y="2895674"/>
                  </a:lnTo>
                  <a:lnTo>
                    <a:pt x="4848016" y="2895674"/>
                  </a:lnTo>
                  <a:lnTo>
                    <a:pt x="4843737" y="2895674"/>
                  </a:lnTo>
                  <a:lnTo>
                    <a:pt x="4839458" y="2895674"/>
                  </a:lnTo>
                  <a:lnTo>
                    <a:pt x="4835179" y="2895674"/>
                  </a:lnTo>
                  <a:lnTo>
                    <a:pt x="4830900" y="2895674"/>
                  </a:lnTo>
                  <a:lnTo>
                    <a:pt x="4826621" y="2895674"/>
                  </a:lnTo>
                  <a:lnTo>
                    <a:pt x="4822342" y="2895674"/>
                  </a:lnTo>
                  <a:lnTo>
                    <a:pt x="4818063" y="2895674"/>
                  </a:lnTo>
                  <a:lnTo>
                    <a:pt x="4813784" y="2895674"/>
                  </a:lnTo>
                  <a:lnTo>
                    <a:pt x="4809506" y="2895674"/>
                  </a:lnTo>
                  <a:lnTo>
                    <a:pt x="4805227" y="2895674"/>
                  </a:lnTo>
                  <a:lnTo>
                    <a:pt x="4800948" y="2895674"/>
                  </a:lnTo>
                  <a:lnTo>
                    <a:pt x="4796669" y="2895674"/>
                  </a:lnTo>
                  <a:lnTo>
                    <a:pt x="4792390" y="2895674"/>
                  </a:lnTo>
                  <a:lnTo>
                    <a:pt x="4788111" y="2895674"/>
                  </a:lnTo>
                  <a:lnTo>
                    <a:pt x="4783832" y="2895674"/>
                  </a:lnTo>
                  <a:lnTo>
                    <a:pt x="4779553" y="2895674"/>
                  </a:lnTo>
                  <a:lnTo>
                    <a:pt x="4775274" y="2895674"/>
                  </a:lnTo>
                  <a:lnTo>
                    <a:pt x="4770995" y="2895674"/>
                  </a:lnTo>
                  <a:lnTo>
                    <a:pt x="4766716" y="2895674"/>
                  </a:lnTo>
                  <a:lnTo>
                    <a:pt x="4762437" y="2895674"/>
                  </a:lnTo>
                  <a:lnTo>
                    <a:pt x="4758158" y="2895674"/>
                  </a:lnTo>
                  <a:lnTo>
                    <a:pt x="4753880" y="2895674"/>
                  </a:lnTo>
                  <a:lnTo>
                    <a:pt x="4749601" y="2895674"/>
                  </a:lnTo>
                  <a:lnTo>
                    <a:pt x="4745322" y="2895674"/>
                  </a:lnTo>
                  <a:lnTo>
                    <a:pt x="4741043" y="2895674"/>
                  </a:lnTo>
                  <a:lnTo>
                    <a:pt x="4736764" y="2895674"/>
                  </a:lnTo>
                  <a:lnTo>
                    <a:pt x="4732485" y="2895674"/>
                  </a:lnTo>
                  <a:lnTo>
                    <a:pt x="4728206" y="2895674"/>
                  </a:lnTo>
                  <a:lnTo>
                    <a:pt x="4723927" y="2895674"/>
                  </a:lnTo>
                  <a:lnTo>
                    <a:pt x="4719648" y="2895674"/>
                  </a:lnTo>
                  <a:lnTo>
                    <a:pt x="4715369" y="2895674"/>
                  </a:lnTo>
                  <a:lnTo>
                    <a:pt x="4711090" y="2895674"/>
                  </a:lnTo>
                  <a:lnTo>
                    <a:pt x="4706811" y="2895674"/>
                  </a:lnTo>
                  <a:lnTo>
                    <a:pt x="4702533" y="2895674"/>
                  </a:lnTo>
                  <a:lnTo>
                    <a:pt x="4698254" y="2895674"/>
                  </a:lnTo>
                  <a:lnTo>
                    <a:pt x="4693975" y="2895674"/>
                  </a:lnTo>
                  <a:lnTo>
                    <a:pt x="4689696" y="2895674"/>
                  </a:lnTo>
                  <a:lnTo>
                    <a:pt x="4685417" y="2895674"/>
                  </a:lnTo>
                  <a:lnTo>
                    <a:pt x="4681138" y="2895674"/>
                  </a:lnTo>
                  <a:lnTo>
                    <a:pt x="4676859" y="2895674"/>
                  </a:lnTo>
                  <a:lnTo>
                    <a:pt x="4672580" y="2895674"/>
                  </a:lnTo>
                  <a:lnTo>
                    <a:pt x="4668301" y="2895674"/>
                  </a:lnTo>
                  <a:lnTo>
                    <a:pt x="4664022" y="2895674"/>
                  </a:lnTo>
                  <a:lnTo>
                    <a:pt x="4659743" y="2895674"/>
                  </a:lnTo>
                  <a:lnTo>
                    <a:pt x="4655464" y="2895674"/>
                  </a:lnTo>
                  <a:lnTo>
                    <a:pt x="4651185" y="2895674"/>
                  </a:lnTo>
                  <a:lnTo>
                    <a:pt x="4646907" y="2895674"/>
                  </a:lnTo>
                  <a:lnTo>
                    <a:pt x="4642628" y="2895674"/>
                  </a:lnTo>
                  <a:lnTo>
                    <a:pt x="4638349" y="2895674"/>
                  </a:lnTo>
                  <a:lnTo>
                    <a:pt x="4634070" y="2895674"/>
                  </a:lnTo>
                  <a:lnTo>
                    <a:pt x="4629791" y="2895674"/>
                  </a:lnTo>
                  <a:lnTo>
                    <a:pt x="4625512" y="2895674"/>
                  </a:lnTo>
                  <a:lnTo>
                    <a:pt x="4621233" y="2895674"/>
                  </a:lnTo>
                  <a:lnTo>
                    <a:pt x="4616954" y="2895674"/>
                  </a:lnTo>
                  <a:lnTo>
                    <a:pt x="4612675" y="2895674"/>
                  </a:lnTo>
                  <a:lnTo>
                    <a:pt x="4608396" y="2895674"/>
                  </a:lnTo>
                  <a:lnTo>
                    <a:pt x="4604117" y="2895674"/>
                  </a:lnTo>
                  <a:lnTo>
                    <a:pt x="4599838" y="2895674"/>
                  </a:lnTo>
                  <a:lnTo>
                    <a:pt x="4595560" y="2895674"/>
                  </a:lnTo>
                  <a:lnTo>
                    <a:pt x="4591281" y="2895674"/>
                  </a:lnTo>
                  <a:lnTo>
                    <a:pt x="4587002" y="2895674"/>
                  </a:lnTo>
                  <a:lnTo>
                    <a:pt x="4582723" y="2895674"/>
                  </a:lnTo>
                  <a:lnTo>
                    <a:pt x="4578444" y="2895674"/>
                  </a:lnTo>
                  <a:lnTo>
                    <a:pt x="4574165" y="2895674"/>
                  </a:lnTo>
                  <a:lnTo>
                    <a:pt x="4569886" y="2895674"/>
                  </a:lnTo>
                  <a:lnTo>
                    <a:pt x="4565607" y="2895674"/>
                  </a:lnTo>
                  <a:lnTo>
                    <a:pt x="4561328" y="2895674"/>
                  </a:lnTo>
                  <a:lnTo>
                    <a:pt x="4557049" y="2895674"/>
                  </a:lnTo>
                  <a:lnTo>
                    <a:pt x="4552770" y="2895674"/>
                  </a:lnTo>
                  <a:lnTo>
                    <a:pt x="4548491" y="2895674"/>
                  </a:lnTo>
                  <a:lnTo>
                    <a:pt x="4544212" y="2895674"/>
                  </a:lnTo>
                  <a:lnTo>
                    <a:pt x="4539934" y="2895674"/>
                  </a:lnTo>
                  <a:lnTo>
                    <a:pt x="4535655" y="2895674"/>
                  </a:lnTo>
                  <a:lnTo>
                    <a:pt x="4531376" y="2895674"/>
                  </a:lnTo>
                  <a:lnTo>
                    <a:pt x="4527097" y="2895674"/>
                  </a:lnTo>
                  <a:lnTo>
                    <a:pt x="4522818" y="2895674"/>
                  </a:lnTo>
                  <a:lnTo>
                    <a:pt x="4518539" y="2895674"/>
                  </a:lnTo>
                  <a:lnTo>
                    <a:pt x="4514260" y="2895674"/>
                  </a:lnTo>
                  <a:lnTo>
                    <a:pt x="4509981" y="2895674"/>
                  </a:lnTo>
                  <a:lnTo>
                    <a:pt x="4505702" y="2895674"/>
                  </a:lnTo>
                  <a:lnTo>
                    <a:pt x="4501423" y="2895674"/>
                  </a:lnTo>
                  <a:lnTo>
                    <a:pt x="4497144" y="2895674"/>
                  </a:lnTo>
                  <a:lnTo>
                    <a:pt x="4492865" y="2895674"/>
                  </a:lnTo>
                  <a:lnTo>
                    <a:pt x="4488587" y="2895674"/>
                  </a:lnTo>
                  <a:lnTo>
                    <a:pt x="4484308" y="2895674"/>
                  </a:lnTo>
                  <a:lnTo>
                    <a:pt x="4480029" y="2895674"/>
                  </a:lnTo>
                  <a:lnTo>
                    <a:pt x="4475750" y="2895674"/>
                  </a:lnTo>
                  <a:lnTo>
                    <a:pt x="4471471" y="2895674"/>
                  </a:lnTo>
                  <a:lnTo>
                    <a:pt x="4467192" y="2895674"/>
                  </a:lnTo>
                  <a:lnTo>
                    <a:pt x="4462913" y="2895674"/>
                  </a:lnTo>
                  <a:lnTo>
                    <a:pt x="4458634" y="2895674"/>
                  </a:lnTo>
                  <a:lnTo>
                    <a:pt x="4454355" y="2895674"/>
                  </a:lnTo>
                  <a:lnTo>
                    <a:pt x="4450076" y="2895674"/>
                  </a:lnTo>
                  <a:lnTo>
                    <a:pt x="4445797" y="2895674"/>
                  </a:lnTo>
                  <a:lnTo>
                    <a:pt x="4441518" y="2895674"/>
                  </a:lnTo>
                  <a:lnTo>
                    <a:pt x="4437239" y="2895674"/>
                  </a:lnTo>
                  <a:lnTo>
                    <a:pt x="4432961" y="2895674"/>
                  </a:lnTo>
                  <a:lnTo>
                    <a:pt x="4428682" y="2895674"/>
                  </a:lnTo>
                  <a:lnTo>
                    <a:pt x="4424403" y="2895674"/>
                  </a:lnTo>
                  <a:lnTo>
                    <a:pt x="4420124" y="2895674"/>
                  </a:lnTo>
                  <a:lnTo>
                    <a:pt x="4415845" y="2895674"/>
                  </a:lnTo>
                  <a:lnTo>
                    <a:pt x="4411566" y="2895674"/>
                  </a:lnTo>
                  <a:lnTo>
                    <a:pt x="4407287" y="2895674"/>
                  </a:lnTo>
                  <a:lnTo>
                    <a:pt x="4403008" y="2895674"/>
                  </a:lnTo>
                  <a:lnTo>
                    <a:pt x="4398729" y="2895674"/>
                  </a:lnTo>
                  <a:lnTo>
                    <a:pt x="4394450" y="2895674"/>
                  </a:lnTo>
                  <a:lnTo>
                    <a:pt x="4390171" y="2895674"/>
                  </a:lnTo>
                  <a:lnTo>
                    <a:pt x="4385892" y="2895674"/>
                  </a:lnTo>
                  <a:lnTo>
                    <a:pt x="4381614" y="2895674"/>
                  </a:lnTo>
                  <a:lnTo>
                    <a:pt x="4377335" y="2895674"/>
                  </a:lnTo>
                  <a:lnTo>
                    <a:pt x="4373056" y="2895674"/>
                  </a:lnTo>
                  <a:lnTo>
                    <a:pt x="4368777" y="2895674"/>
                  </a:lnTo>
                  <a:lnTo>
                    <a:pt x="4364498" y="2895674"/>
                  </a:lnTo>
                  <a:lnTo>
                    <a:pt x="4360219" y="2895674"/>
                  </a:lnTo>
                  <a:lnTo>
                    <a:pt x="4355940" y="2895674"/>
                  </a:lnTo>
                  <a:lnTo>
                    <a:pt x="4351661" y="2895674"/>
                  </a:lnTo>
                  <a:lnTo>
                    <a:pt x="4347382" y="2895674"/>
                  </a:lnTo>
                  <a:lnTo>
                    <a:pt x="4343103" y="2895674"/>
                  </a:lnTo>
                  <a:lnTo>
                    <a:pt x="4338824" y="2895674"/>
                  </a:lnTo>
                  <a:lnTo>
                    <a:pt x="4334545" y="2895674"/>
                  </a:lnTo>
                  <a:lnTo>
                    <a:pt x="4330266" y="2895674"/>
                  </a:lnTo>
                  <a:lnTo>
                    <a:pt x="4325988" y="2895674"/>
                  </a:lnTo>
                  <a:lnTo>
                    <a:pt x="4321709" y="2895674"/>
                  </a:lnTo>
                  <a:lnTo>
                    <a:pt x="4317430" y="2895674"/>
                  </a:lnTo>
                  <a:lnTo>
                    <a:pt x="4313151" y="2895674"/>
                  </a:lnTo>
                  <a:lnTo>
                    <a:pt x="4308872" y="2895674"/>
                  </a:lnTo>
                  <a:lnTo>
                    <a:pt x="4304593" y="2895674"/>
                  </a:lnTo>
                  <a:lnTo>
                    <a:pt x="4300314" y="2895674"/>
                  </a:lnTo>
                  <a:lnTo>
                    <a:pt x="4296035" y="2895674"/>
                  </a:lnTo>
                  <a:lnTo>
                    <a:pt x="4291756" y="2895674"/>
                  </a:lnTo>
                  <a:lnTo>
                    <a:pt x="4287477" y="2895674"/>
                  </a:lnTo>
                  <a:lnTo>
                    <a:pt x="4283198" y="2895674"/>
                  </a:lnTo>
                  <a:lnTo>
                    <a:pt x="4278919" y="2895674"/>
                  </a:lnTo>
                  <a:lnTo>
                    <a:pt x="4274641" y="2895674"/>
                  </a:lnTo>
                  <a:lnTo>
                    <a:pt x="4270362" y="2895674"/>
                  </a:lnTo>
                  <a:lnTo>
                    <a:pt x="4266083" y="2895674"/>
                  </a:lnTo>
                  <a:lnTo>
                    <a:pt x="4261804" y="2895674"/>
                  </a:lnTo>
                  <a:lnTo>
                    <a:pt x="4257525" y="2895674"/>
                  </a:lnTo>
                  <a:lnTo>
                    <a:pt x="4253246" y="2895674"/>
                  </a:lnTo>
                  <a:lnTo>
                    <a:pt x="4248967" y="2895674"/>
                  </a:lnTo>
                  <a:lnTo>
                    <a:pt x="4244688" y="2895674"/>
                  </a:lnTo>
                  <a:lnTo>
                    <a:pt x="4240409" y="2895674"/>
                  </a:lnTo>
                  <a:lnTo>
                    <a:pt x="4236130" y="2895674"/>
                  </a:lnTo>
                  <a:lnTo>
                    <a:pt x="4231851" y="2895674"/>
                  </a:lnTo>
                  <a:lnTo>
                    <a:pt x="4227572" y="2895674"/>
                  </a:lnTo>
                  <a:lnTo>
                    <a:pt x="4223293" y="2895674"/>
                  </a:lnTo>
                  <a:lnTo>
                    <a:pt x="4219015" y="2895674"/>
                  </a:lnTo>
                  <a:lnTo>
                    <a:pt x="4214736" y="2895674"/>
                  </a:lnTo>
                  <a:lnTo>
                    <a:pt x="4210457" y="2895674"/>
                  </a:lnTo>
                  <a:lnTo>
                    <a:pt x="4206178" y="2895674"/>
                  </a:lnTo>
                  <a:lnTo>
                    <a:pt x="4201899" y="2895674"/>
                  </a:lnTo>
                  <a:lnTo>
                    <a:pt x="4197620" y="2895674"/>
                  </a:lnTo>
                  <a:lnTo>
                    <a:pt x="4193341" y="2895674"/>
                  </a:lnTo>
                  <a:lnTo>
                    <a:pt x="4189062" y="2895674"/>
                  </a:lnTo>
                  <a:lnTo>
                    <a:pt x="4184783" y="2895674"/>
                  </a:lnTo>
                  <a:lnTo>
                    <a:pt x="4180504" y="2895674"/>
                  </a:lnTo>
                  <a:lnTo>
                    <a:pt x="4176225" y="2895674"/>
                  </a:lnTo>
                  <a:lnTo>
                    <a:pt x="4171946" y="2895674"/>
                  </a:lnTo>
                  <a:lnTo>
                    <a:pt x="4167668" y="2895674"/>
                  </a:lnTo>
                  <a:lnTo>
                    <a:pt x="4163389" y="2895674"/>
                  </a:lnTo>
                  <a:lnTo>
                    <a:pt x="4159110" y="2895674"/>
                  </a:lnTo>
                  <a:lnTo>
                    <a:pt x="4154831" y="2895674"/>
                  </a:lnTo>
                  <a:lnTo>
                    <a:pt x="4150552" y="2895674"/>
                  </a:lnTo>
                  <a:lnTo>
                    <a:pt x="4146273" y="2895674"/>
                  </a:lnTo>
                  <a:lnTo>
                    <a:pt x="4141994" y="2895674"/>
                  </a:lnTo>
                  <a:lnTo>
                    <a:pt x="4137715" y="2895674"/>
                  </a:lnTo>
                  <a:lnTo>
                    <a:pt x="4133436" y="2895674"/>
                  </a:lnTo>
                  <a:lnTo>
                    <a:pt x="4129157" y="2895674"/>
                  </a:lnTo>
                  <a:lnTo>
                    <a:pt x="4124878" y="2895674"/>
                  </a:lnTo>
                  <a:lnTo>
                    <a:pt x="4120599" y="2895674"/>
                  </a:lnTo>
                  <a:lnTo>
                    <a:pt x="4116320" y="2895674"/>
                  </a:lnTo>
                  <a:lnTo>
                    <a:pt x="4112042" y="2895674"/>
                  </a:lnTo>
                  <a:lnTo>
                    <a:pt x="4107763" y="2895674"/>
                  </a:lnTo>
                  <a:lnTo>
                    <a:pt x="4103484" y="2895674"/>
                  </a:lnTo>
                  <a:lnTo>
                    <a:pt x="4099205" y="2895674"/>
                  </a:lnTo>
                  <a:lnTo>
                    <a:pt x="4094926" y="2895674"/>
                  </a:lnTo>
                  <a:lnTo>
                    <a:pt x="4090647" y="2895674"/>
                  </a:lnTo>
                  <a:lnTo>
                    <a:pt x="4086368" y="2895674"/>
                  </a:lnTo>
                  <a:lnTo>
                    <a:pt x="4082089" y="2895674"/>
                  </a:lnTo>
                  <a:lnTo>
                    <a:pt x="4077810" y="2895674"/>
                  </a:lnTo>
                  <a:lnTo>
                    <a:pt x="4073531" y="2895674"/>
                  </a:lnTo>
                  <a:lnTo>
                    <a:pt x="4069252" y="2895674"/>
                  </a:lnTo>
                  <a:lnTo>
                    <a:pt x="4064973" y="2895674"/>
                  </a:lnTo>
                  <a:lnTo>
                    <a:pt x="4060695" y="2895674"/>
                  </a:lnTo>
                  <a:lnTo>
                    <a:pt x="4056416" y="2895674"/>
                  </a:lnTo>
                  <a:lnTo>
                    <a:pt x="4052137" y="2895674"/>
                  </a:lnTo>
                  <a:lnTo>
                    <a:pt x="4047858" y="2895674"/>
                  </a:lnTo>
                  <a:lnTo>
                    <a:pt x="4043579" y="2895674"/>
                  </a:lnTo>
                  <a:lnTo>
                    <a:pt x="4039300" y="2895674"/>
                  </a:lnTo>
                  <a:lnTo>
                    <a:pt x="4035021" y="2895674"/>
                  </a:lnTo>
                  <a:lnTo>
                    <a:pt x="4030742" y="2895674"/>
                  </a:lnTo>
                  <a:lnTo>
                    <a:pt x="4026463" y="2895674"/>
                  </a:lnTo>
                  <a:lnTo>
                    <a:pt x="4022184" y="2895674"/>
                  </a:lnTo>
                  <a:lnTo>
                    <a:pt x="4017905" y="2895674"/>
                  </a:lnTo>
                  <a:lnTo>
                    <a:pt x="4013626" y="2895674"/>
                  </a:lnTo>
                  <a:lnTo>
                    <a:pt x="4009347" y="2895674"/>
                  </a:lnTo>
                  <a:lnTo>
                    <a:pt x="4005069" y="2895674"/>
                  </a:lnTo>
                  <a:lnTo>
                    <a:pt x="4000790" y="2895674"/>
                  </a:lnTo>
                  <a:lnTo>
                    <a:pt x="3996511" y="2895674"/>
                  </a:lnTo>
                  <a:lnTo>
                    <a:pt x="3992232" y="2895674"/>
                  </a:lnTo>
                  <a:lnTo>
                    <a:pt x="3987953" y="2895674"/>
                  </a:lnTo>
                  <a:lnTo>
                    <a:pt x="3983674" y="2895674"/>
                  </a:lnTo>
                  <a:lnTo>
                    <a:pt x="3979395" y="2895674"/>
                  </a:lnTo>
                  <a:lnTo>
                    <a:pt x="3975116" y="2895674"/>
                  </a:lnTo>
                  <a:lnTo>
                    <a:pt x="3970837" y="2895674"/>
                  </a:lnTo>
                  <a:lnTo>
                    <a:pt x="3966558" y="2895674"/>
                  </a:lnTo>
                  <a:lnTo>
                    <a:pt x="3962279" y="2895674"/>
                  </a:lnTo>
                  <a:lnTo>
                    <a:pt x="3958000" y="2895674"/>
                  </a:lnTo>
                  <a:lnTo>
                    <a:pt x="3953722" y="2895674"/>
                  </a:lnTo>
                  <a:lnTo>
                    <a:pt x="3949443" y="2895674"/>
                  </a:lnTo>
                  <a:lnTo>
                    <a:pt x="3945164" y="2895674"/>
                  </a:lnTo>
                  <a:lnTo>
                    <a:pt x="3940885" y="2895674"/>
                  </a:lnTo>
                  <a:lnTo>
                    <a:pt x="3936606" y="2895674"/>
                  </a:lnTo>
                  <a:lnTo>
                    <a:pt x="3932327" y="2895674"/>
                  </a:lnTo>
                  <a:lnTo>
                    <a:pt x="3928048" y="2895674"/>
                  </a:lnTo>
                  <a:lnTo>
                    <a:pt x="3923769" y="2895674"/>
                  </a:lnTo>
                  <a:lnTo>
                    <a:pt x="3919490" y="2895674"/>
                  </a:lnTo>
                  <a:lnTo>
                    <a:pt x="3915211" y="2895674"/>
                  </a:lnTo>
                  <a:lnTo>
                    <a:pt x="3910932" y="2895674"/>
                  </a:lnTo>
                  <a:lnTo>
                    <a:pt x="3906653" y="2895674"/>
                  </a:lnTo>
                  <a:lnTo>
                    <a:pt x="3902374" y="2895674"/>
                  </a:lnTo>
                  <a:lnTo>
                    <a:pt x="3898096" y="2895674"/>
                  </a:lnTo>
                  <a:lnTo>
                    <a:pt x="3893817" y="2895674"/>
                  </a:lnTo>
                  <a:lnTo>
                    <a:pt x="3889538" y="2895674"/>
                  </a:lnTo>
                  <a:lnTo>
                    <a:pt x="3885259" y="2895674"/>
                  </a:lnTo>
                  <a:lnTo>
                    <a:pt x="3880980" y="2895674"/>
                  </a:lnTo>
                  <a:lnTo>
                    <a:pt x="3876701" y="2895674"/>
                  </a:lnTo>
                  <a:lnTo>
                    <a:pt x="3872422" y="2895674"/>
                  </a:lnTo>
                  <a:lnTo>
                    <a:pt x="3868143" y="2895674"/>
                  </a:lnTo>
                  <a:lnTo>
                    <a:pt x="3863864" y="2895674"/>
                  </a:lnTo>
                  <a:lnTo>
                    <a:pt x="3859585" y="2895674"/>
                  </a:lnTo>
                  <a:lnTo>
                    <a:pt x="3855306" y="2895674"/>
                  </a:lnTo>
                  <a:lnTo>
                    <a:pt x="3851027" y="2895674"/>
                  </a:lnTo>
                  <a:lnTo>
                    <a:pt x="3846749" y="2895674"/>
                  </a:lnTo>
                  <a:lnTo>
                    <a:pt x="3842470" y="2895674"/>
                  </a:lnTo>
                  <a:lnTo>
                    <a:pt x="3838191" y="2895674"/>
                  </a:lnTo>
                  <a:lnTo>
                    <a:pt x="3833912" y="2895674"/>
                  </a:lnTo>
                  <a:lnTo>
                    <a:pt x="3829633" y="2895674"/>
                  </a:lnTo>
                  <a:lnTo>
                    <a:pt x="3825354" y="2895674"/>
                  </a:lnTo>
                  <a:lnTo>
                    <a:pt x="3821075" y="2895674"/>
                  </a:lnTo>
                  <a:lnTo>
                    <a:pt x="3816796" y="2895674"/>
                  </a:lnTo>
                  <a:lnTo>
                    <a:pt x="3812517" y="2895674"/>
                  </a:lnTo>
                  <a:lnTo>
                    <a:pt x="3808238" y="2895674"/>
                  </a:lnTo>
                  <a:lnTo>
                    <a:pt x="3803959" y="2895674"/>
                  </a:lnTo>
                  <a:lnTo>
                    <a:pt x="3799680" y="2895674"/>
                  </a:lnTo>
                  <a:lnTo>
                    <a:pt x="3795401" y="2895674"/>
                  </a:lnTo>
                  <a:lnTo>
                    <a:pt x="3791123" y="2895674"/>
                  </a:lnTo>
                  <a:lnTo>
                    <a:pt x="3786844" y="2895674"/>
                  </a:lnTo>
                  <a:lnTo>
                    <a:pt x="3782565" y="2895674"/>
                  </a:lnTo>
                  <a:lnTo>
                    <a:pt x="3778286" y="2895674"/>
                  </a:lnTo>
                  <a:lnTo>
                    <a:pt x="3774007" y="2895674"/>
                  </a:lnTo>
                  <a:lnTo>
                    <a:pt x="3769728" y="2895674"/>
                  </a:lnTo>
                  <a:lnTo>
                    <a:pt x="3765449" y="2895674"/>
                  </a:lnTo>
                  <a:lnTo>
                    <a:pt x="3761170" y="2895674"/>
                  </a:lnTo>
                  <a:lnTo>
                    <a:pt x="3756891" y="2895674"/>
                  </a:lnTo>
                  <a:lnTo>
                    <a:pt x="3752612" y="2895674"/>
                  </a:lnTo>
                  <a:lnTo>
                    <a:pt x="3748333" y="2895674"/>
                  </a:lnTo>
                  <a:lnTo>
                    <a:pt x="3744054" y="2895674"/>
                  </a:lnTo>
                  <a:lnTo>
                    <a:pt x="3739776" y="2895674"/>
                  </a:lnTo>
                  <a:lnTo>
                    <a:pt x="3735497" y="2895674"/>
                  </a:lnTo>
                  <a:lnTo>
                    <a:pt x="3731218" y="2895674"/>
                  </a:lnTo>
                  <a:lnTo>
                    <a:pt x="3726939" y="2895674"/>
                  </a:lnTo>
                  <a:lnTo>
                    <a:pt x="3722660" y="2895674"/>
                  </a:lnTo>
                  <a:lnTo>
                    <a:pt x="3718381" y="2895674"/>
                  </a:lnTo>
                  <a:lnTo>
                    <a:pt x="3714102" y="2895674"/>
                  </a:lnTo>
                  <a:lnTo>
                    <a:pt x="3709823" y="2895674"/>
                  </a:lnTo>
                  <a:lnTo>
                    <a:pt x="3705544" y="2895674"/>
                  </a:lnTo>
                  <a:lnTo>
                    <a:pt x="3701265" y="2895674"/>
                  </a:lnTo>
                  <a:lnTo>
                    <a:pt x="3696986" y="2895674"/>
                  </a:lnTo>
                  <a:lnTo>
                    <a:pt x="3692707" y="2895674"/>
                  </a:lnTo>
                  <a:lnTo>
                    <a:pt x="3688428" y="2895674"/>
                  </a:lnTo>
                  <a:lnTo>
                    <a:pt x="3684150" y="2895674"/>
                  </a:lnTo>
                  <a:lnTo>
                    <a:pt x="3679871" y="2895674"/>
                  </a:lnTo>
                  <a:lnTo>
                    <a:pt x="3675592" y="2895674"/>
                  </a:lnTo>
                  <a:lnTo>
                    <a:pt x="3671313" y="2895674"/>
                  </a:lnTo>
                  <a:lnTo>
                    <a:pt x="3667034" y="2895674"/>
                  </a:lnTo>
                  <a:lnTo>
                    <a:pt x="3662755" y="2895674"/>
                  </a:lnTo>
                  <a:lnTo>
                    <a:pt x="3658476" y="2895674"/>
                  </a:lnTo>
                  <a:lnTo>
                    <a:pt x="3654197" y="2895674"/>
                  </a:lnTo>
                  <a:lnTo>
                    <a:pt x="3649918" y="2895674"/>
                  </a:lnTo>
                  <a:lnTo>
                    <a:pt x="3645639" y="2895674"/>
                  </a:lnTo>
                  <a:lnTo>
                    <a:pt x="3641360" y="2895674"/>
                  </a:lnTo>
                  <a:lnTo>
                    <a:pt x="3637081" y="2895674"/>
                  </a:lnTo>
                  <a:lnTo>
                    <a:pt x="3632803" y="2895674"/>
                  </a:lnTo>
                  <a:lnTo>
                    <a:pt x="3628524" y="2895674"/>
                  </a:lnTo>
                  <a:lnTo>
                    <a:pt x="3624245" y="2895674"/>
                  </a:lnTo>
                  <a:lnTo>
                    <a:pt x="3619966" y="2895674"/>
                  </a:lnTo>
                  <a:lnTo>
                    <a:pt x="3615687" y="2895674"/>
                  </a:lnTo>
                  <a:lnTo>
                    <a:pt x="3611408" y="2895674"/>
                  </a:lnTo>
                  <a:lnTo>
                    <a:pt x="3607129" y="2895674"/>
                  </a:lnTo>
                  <a:lnTo>
                    <a:pt x="3602850" y="2895674"/>
                  </a:lnTo>
                  <a:lnTo>
                    <a:pt x="3598571" y="2895674"/>
                  </a:lnTo>
                  <a:lnTo>
                    <a:pt x="3594292" y="2895674"/>
                  </a:lnTo>
                  <a:lnTo>
                    <a:pt x="3590013" y="2895674"/>
                  </a:lnTo>
                  <a:lnTo>
                    <a:pt x="3585734" y="2895674"/>
                  </a:lnTo>
                  <a:lnTo>
                    <a:pt x="3581455" y="2895674"/>
                  </a:lnTo>
                  <a:lnTo>
                    <a:pt x="3577177" y="2895674"/>
                  </a:lnTo>
                  <a:lnTo>
                    <a:pt x="3572898" y="2895674"/>
                  </a:lnTo>
                  <a:lnTo>
                    <a:pt x="3568619" y="2895674"/>
                  </a:lnTo>
                  <a:lnTo>
                    <a:pt x="3564340" y="2895674"/>
                  </a:lnTo>
                  <a:lnTo>
                    <a:pt x="3560061" y="2895674"/>
                  </a:lnTo>
                  <a:lnTo>
                    <a:pt x="3555782" y="2895674"/>
                  </a:lnTo>
                  <a:lnTo>
                    <a:pt x="3551503" y="2895674"/>
                  </a:lnTo>
                  <a:lnTo>
                    <a:pt x="3547224" y="2895674"/>
                  </a:lnTo>
                  <a:lnTo>
                    <a:pt x="3542945" y="2895674"/>
                  </a:lnTo>
                  <a:lnTo>
                    <a:pt x="3538666" y="2895674"/>
                  </a:lnTo>
                  <a:lnTo>
                    <a:pt x="3534387" y="2895674"/>
                  </a:lnTo>
                  <a:lnTo>
                    <a:pt x="3530108" y="2895674"/>
                  </a:lnTo>
                  <a:lnTo>
                    <a:pt x="3525830" y="2895674"/>
                  </a:lnTo>
                  <a:lnTo>
                    <a:pt x="3521551" y="2895674"/>
                  </a:lnTo>
                  <a:lnTo>
                    <a:pt x="3517272" y="2895674"/>
                  </a:lnTo>
                  <a:lnTo>
                    <a:pt x="3512993" y="2895674"/>
                  </a:lnTo>
                  <a:lnTo>
                    <a:pt x="3508714" y="2895674"/>
                  </a:lnTo>
                  <a:lnTo>
                    <a:pt x="3504435" y="2895674"/>
                  </a:lnTo>
                  <a:lnTo>
                    <a:pt x="3500156" y="2895674"/>
                  </a:lnTo>
                  <a:lnTo>
                    <a:pt x="3495877" y="2895674"/>
                  </a:lnTo>
                  <a:lnTo>
                    <a:pt x="3491598" y="2895674"/>
                  </a:lnTo>
                  <a:lnTo>
                    <a:pt x="3487319" y="2895674"/>
                  </a:lnTo>
                  <a:lnTo>
                    <a:pt x="3483040" y="2895674"/>
                  </a:lnTo>
                  <a:lnTo>
                    <a:pt x="3478761" y="2895674"/>
                  </a:lnTo>
                  <a:lnTo>
                    <a:pt x="3474482" y="2895674"/>
                  </a:lnTo>
                  <a:lnTo>
                    <a:pt x="3470204" y="2895674"/>
                  </a:lnTo>
                  <a:lnTo>
                    <a:pt x="3465925" y="2895674"/>
                  </a:lnTo>
                  <a:lnTo>
                    <a:pt x="3461646" y="2895674"/>
                  </a:lnTo>
                  <a:lnTo>
                    <a:pt x="3457367" y="2895674"/>
                  </a:lnTo>
                  <a:lnTo>
                    <a:pt x="3453088" y="2895674"/>
                  </a:lnTo>
                  <a:lnTo>
                    <a:pt x="3448809" y="2895674"/>
                  </a:lnTo>
                  <a:lnTo>
                    <a:pt x="3444530" y="2895674"/>
                  </a:lnTo>
                  <a:lnTo>
                    <a:pt x="3440251" y="2895674"/>
                  </a:lnTo>
                  <a:lnTo>
                    <a:pt x="3435972" y="2895674"/>
                  </a:lnTo>
                  <a:lnTo>
                    <a:pt x="3431693" y="2895674"/>
                  </a:lnTo>
                  <a:lnTo>
                    <a:pt x="3427414" y="2895674"/>
                  </a:lnTo>
                  <a:lnTo>
                    <a:pt x="3423135" y="2895674"/>
                  </a:lnTo>
                  <a:lnTo>
                    <a:pt x="3418857" y="2895674"/>
                  </a:lnTo>
                  <a:lnTo>
                    <a:pt x="3414578" y="2895674"/>
                  </a:lnTo>
                  <a:lnTo>
                    <a:pt x="3410299" y="2895674"/>
                  </a:lnTo>
                  <a:lnTo>
                    <a:pt x="3406020" y="2895674"/>
                  </a:lnTo>
                  <a:lnTo>
                    <a:pt x="3401741" y="2895674"/>
                  </a:lnTo>
                  <a:lnTo>
                    <a:pt x="3397462" y="2895674"/>
                  </a:lnTo>
                  <a:lnTo>
                    <a:pt x="3393183" y="2895674"/>
                  </a:lnTo>
                  <a:lnTo>
                    <a:pt x="3388904" y="2895674"/>
                  </a:lnTo>
                  <a:lnTo>
                    <a:pt x="3384625" y="2895674"/>
                  </a:lnTo>
                  <a:lnTo>
                    <a:pt x="3380346" y="2895674"/>
                  </a:lnTo>
                  <a:lnTo>
                    <a:pt x="3376067" y="2895674"/>
                  </a:lnTo>
                  <a:lnTo>
                    <a:pt x="3371788" y="2895674"/>
                  </a:lnTo>
                  <a:lnTo>
                    <a:pt x="3367509" y="2895674"/>
                  </a:lnTo>
                  <a:lnTo>
                    <a:pt x="3363231" y="2895674"/>
                  </a:lnTo>
                  <a:lnTo>
                    <a:pt x="3358952" y="2895674"/>
                  </a:lnTo>
                  <a:lnTo>
                    <a:pt x="3354673" y="2895674"/>
                  </a:lnTo>
                  <a:lnTo>
                    <a:pt x="3350394" y="2895674"/>
                  </a:lnTo>
                  <a:lnTo>
                    <a:pt x="3346115" y="2895674"/>
                  </a:lnTo>
                  <a:lnTo>
                    <a:pt x="3341836" y="2895674"/>
                  </a:lnTo>
                  <a:lnTo>
                    <a:pt x="3337557" y="2895674"/>
                  </a:lnTo>
                  <a:lnTo>
                    <a:pt x="3333278" y="2895674"/>
                  </a:lnTo>
                  <a:lnTo>
                    <a:pt x="3328999" y="2895674"/>
                  </a:lnTo>
                  <a:lnTo>
                    <a:pt x="3324720" y="2895674"/>
                  </a:lnTo>
                  <a:lnTo>
                    <a:pt x="3320441" y="2895674"/>
                  </a:lnTo>
                  <a:lnTo>
                    <a:pt x="3316162" y="2895674"/>
                  </a:lnTo>
                  <a:lnTo>
                    <a:pt x="3311884" y="2895674"/>
                  </a:lnTo>
                  <a:lnTo>
                    <a:pt x="3307605" y="2895674"/>
                  </a:lnTo>
                  <a:lnTo>
                    <a:pt x="3303326" y="2895674"/>
                  </a:lnTo>
                  <a:lnTo>
                    <a:pt x="3299047" y="2895674"/>
                  </a:lnTo>
                  <a:lnTo>
                    <a:pt x="3294768" y="2895674"/>
                  </a:lnTo>
                  <a:lnTo>
                    <a:pt x="3290489" y="2895674"/>
                  </a:lnTo>
                  <a:lnTo>
                    <a:pt x="3286210" y="2895674"/>
                  </a:lnTo>
                  <a:lnTo>
                    <a:pt x="3281931" y="2895674"/>
                  </a:lnTo>
                  <a:lnTo>
                    <a:pt x="3277652" y="2895674"/>
                  </a:lnTo>
                  <a:lnTo>
                    <a:pt x="3273373" y="2895674"/>
                  </a:lnTo>
                  <a:lnTo>
                    <a:pt x="3269094" y="2895674"/>
                  </a:lnTo>
                  <a:lnTo>
                    <a:pt x="3264815" y="2895674"/>
                  </a:lnTo>
                  <a:lnTo>
                    <a:pt x="3260536" y="2895674"/>
                  </a:lnTo>
                  <a:lnTo>
                    <a:pt x="3256258" y="2895674"/>
                  </a:lnTo>
                  <a:lnTo>
                    <a:pt x="3251979" y="2895674"/>
                  </a:lnTo>
                  <a:lnTo>
                    <a:pt x="3247700" y="2895674"/>
                  </a:lnTo>
                  <a:lnTo>
                    <a:pt x="3243421" y="2895674"/>
                  </a:lnTo>
                  <a:lnTo>
                    <a:pt x="3239142" y="2895674"/>
                  </a:lnTo>
                  <a:lnTo>
                    <a:pt x="3234863" y="2895674"/>
                  </a:lnTo>
                  <a:lnTo>
                    <a:pt x="3230584" y="2895674"/>
                  </a:lnTo>
                  <a:lnTo>
                    <a:pt x="3226305" y="2895674"/>
                  </a:lnTo>
                  <a:lnTo>
                    <a:pt x="3222026" y="2895674"/>
                  </a:lnTo>
                  <a:lnTo>
                    <a:pt x="3217747" y="2895674"/>
                  </a:lnTo>
                  <a:lnTo>
                    <a:pt x="3213468" y="2895674"/>
                  </a:lnTo>
                  <a:lnTo>
                    <a:pt x="3209189" y="2895674"/>
                  </a:lnTo>
                  <a:lnTo>
                    <a:pt x="3204911" y="2895674"/>
                  </a:lnTo>
                  <a:lnTo>
                    <a:pt x="3200632" y="2895674"/>
                  </a:lnTo>
                  <a:lnTo>
                    <a:pt x="3196353" y="2895674"/>
                  </a:lnTo>
                  <a:lnTo>
                    <a:pt x="3192074" y="2895674"/>
                  </a:lnTo>
                  <a:lnTo>
                    <a:pt x="3187795" y="2895674"/>
                  </a:lnTo>
                  <a:lnTo>
                    <a:pt x="3183516" y="2895674"/>
                  </a:lnTo>
                  <a:lnTo>
                    <a:pt x="3179237" y="2895674"/>
                  </a:lnTo>
                  <a:lnTo>
                    <a:pt x="3174958" y="2895674"/>
                  </a:lnTo>
                  <a:lnTo>
                    <a:pt x="3170679" y="2895674"/>
                  </a:lnTo>
                  <a:lnTo>
                    <a:pt x="3166400" y="2895674"/>
                  </a:lnTo>
                  <a:lnTo>
                    <a:pt x="3162121" y="2895674"/>
                  </a:lnTo>
                  <a:lnTo>
                    <a:pt x="3157842" y="2895674"/>
                  </a:lnTo>
                  <a:lnTo>
                    <a:pt x="3153563" y="2895674"/>
                  </a:lnTo>
                  <a:lnTo>
                    <a:pt x="3149285" y="2895674"/>
                  </a:lnTo>
                  <a:lnTo>
                    <a:pt x="3145006" y="2895674"/>
                  </a:lnTo>
                  <a:lnTo>
                    <a:pt x="3140727" y="2895674"/>
                  </a:lnTo>
                  <a:lnTo>
                    <a:pt x="3136448" y="2895674"/>
                  </a:lnTo>
                  <a:lnTo>
                    <a:pt x="3132169" y="2895674"/>
                  </a:lnTo>
                  <a:lnTo>
                    <a:pt x="3127890" y="2895674"/>
                  </a:lnTo>
                  <a:lnTo>
                    <a:pt x="3123611" y="2895674"/>
                  </a:lnTo>
                  <a:lnTo>
                    <a:pt x="3119332" y="2895674"/>
                  </a:lnTo>
                  <a:lnTo>
                    <a:pt x="3115053" y="2895674"/>
                  </a:lnTo>
                  <a:lnTo>
                    <a:pt x="3110774" y="2895674"/>
                  </a:lnTo>
                  <a:lnTo>
                    <a:pt x="3106495" y="2895674"/>
                  </a:lnTo>
                  <a:lnTo>
                    <a:pt x="3102216" y="2895674"/>
                  </a:lnTo>
                  <a:lnTo>
                    <a:pt x="3097938" y="2895674"/>
                  </a:lnTo>
                  <a:lnTo>
                    <a:pt x="3093659" y="2895674"/>
                  </a:lnTo>
                  <a:lnTo>
                    <a:pt x="3089380" y="2895674"/>
                  </a:lnTo>
                  <a:lnTo>
                    <a:pt x="3085101" y="2895674"/>
                  </a:lnTo>
                  <a:lnTo>
                    <a:pt x="3080822" y="2895674"/>
                  </a:lnTo>
                  <a:lnTo>
                    <a:pt x="3076543" y="2895674"/>
                  </a:lnTo>
                  <a:lnTo>
                    <a:pt x="3072264" y="2895674"/>
                  </a:lnTo>
                  <a:lnTo>
                    <a:pt x="3067985" y="2895674"/>
                  </a:lnTo>
                  <a:lnTo>
                    <a:pt x="3063706" y="2895674"/>
                  </a:lnTo>
                  <a:lnTo>
                    <a:pt x="3059427" y="2895674"/>
                  </a:lnTo>
                  <a:lnTo>
                    <a:pt x="3055148" y="2895674"/>
                  </a:lnTo>
                  <a:lnTo>
                    <a:pt x="3050869" y="2895674"/>
                  </a:lnTo>
                  <a:lnTo>
                    <a:pt x="3046591" y="2895674"/>
                  </a:lnTo>
                  <a:lnTo>
                    <a:pt x="3042312" y="2895674"/>
                  </a:lnTo>
                  <a:lnTo>
                    <a:pt x="3038033" y="2895674"/>
                  </a:lnTo>
                  <a:lnTo>
                    <a:pt x="3033754" y="2895674"/>
                  </a:lnTo>
                  <a:lnTo>
                    <a:pt x="3029475" y="2895674"/>
                  </a:lnTo>
                  <a:lnTo>
                    <a:pt x="3025196" y="2895674"/>
                  </a:lnTo>
                  <a:lnTo>
                    <a:pt x="3020917" y="2895674"/>
                  </a:lnTo>
                  <a:lnTo>
                    <a:pt x="3016638" y="2895674"/>
                  </a:lnTo>
                  <a:lnTo>
                    <a:pt x="3012359" y="2895674"/>
                  </a:lnTo>
                  <a:lnTo>
                    <a:pt x="3008080" y="2895674"/>
                  </a:lnTo>
                  <a:lnTo>
                    <a:pt x="3003801" y="2895674"/>
                  </a:lnTo>
                  <a:lnTo>
                    <a:pt x="2999522" y="2895674"/>
                  </a:lnTo>
                  <a:lnTo>
                    <a:pt x="2995243" y="2895674"/>
                  </a:lnTo>
                  <a:lnTo>
                    <a:pt x="2990965" y="2895674"/>
                  </a:lnTo>
                  <a:lnTo>
                    <a:pt x="2986686" y="2895674"/>
                  </a:lnTo>
                  <a:lnTo>
                    <a:pt x="2982407" y="2895674"/>
                  </a:lnTo>
                  <a:lnTo>
                    <a:pt x="2978128" y="2895674"/>
                  </a:lnTo>
                  <a:lnTo>
                    <a:pt x="2973849" y="2895674"/>
                  </a:lnTo>
                  <a:lnTo>
                    <a:pt x="2969570" y="2895674"/>
                  </a:lnTo>
                  <a:lnTo>
                    <a:pt x="2965291" y="2895674"/>
                  </a:lnTo>
                  <a:lnTo>
                    <a:pt x="2961012" y="2895674"/>
                  </a:lnTo>
                  <a:lnTo>
                    <a:pt x="2956733" y="2895674"/>
                  </a:lnTo>
                  <a:lnTo>
                    <a:pt x="2952454" y="2895674"/>
                  </a:lnTo>
                  <a:lnTo>
                    <a:pt x="2948175" y="2895674"/>
                  </a:lnTo>
                  <a:lnTo>
                    <a:pt x="2943896" y="2895674"/>
                  </a:lnTo>
                  <a:lnTo>
                    <a:pt x="2939618" y="2895674"/>
                  </a:lnTo>
                  <a:lnTo>
                    <a:pt x="2935339" y="2895674"/>
                  </a:lnTo>
                  <a:lnTo>
                    <a:pt x="2931060" y="2895674"/>
                  </a:lnTo>
                  <a:lnTo>
                    <a:pt x="2926781" y="2895674"/>
                  </a:lnTo>
                  <a:lnTo>
                    <a:pt x="2922502" y="2895674"/>
                  </a:lnTo>
                  <a:lnTo>
                    <a:pt x="2918223" y="2895674"/>
                  </a:lnTo>
                  <a:lnTo>
                    <a:pt x="2913944" y="2895674"/>
                  </a:lnTo>
                  <a:lnTo>
                    <a:pt x="2909665" y="2895674"/>
                  </a:lnTo>
                  <a:lnTo>
                    <a:pt x="2905386" y="2895674"/>
                  </a:lnTo>
                  <a:lnTo>
                    <a:pt x="2901107" y="2895674"/>
                  </a:lnTo>
                  <a:lnTo>
                    <a:pt x="2896828" y="2895674"/>
                  </a:lnTo>
                  <a:lnTo>
                    <a:pt x="2892549" y="2895674"/>
                  </a:lnTo>
                  <a:lnTo>
                    <a:pt x="2888270" y="2895674"/>
                  </a:lnTo>
                  <a:lnTo>
                    <a:pt x="2883992" y="2895674"/>
                  </a:lnTo>
                  <a:lnTo>
                    <a:pt x="2879713" y="2895674"/>
                  </a:lnTo>
                  <a:lnTo>
                    <a:pt x="2875434" y="2895674"/>
                  </a:lnTo>
                  <a:lnTo>
                    <a:pt x="2871155" y="2895674"/>
                  </a:lnTo>
                  <a:lnTo>
                    <a:pt x="2866876" y="2895674"/>
                  </a:lnTo>
                  <a:lnTo>
                    <a:pt x="2862597" y="2895674"/>
                  </a:lnTo>
                  <a:lnTo>
                    <a:pt x="2858318" y="2895674"/>
                  </a:lnTo>
                  <a:lnTo>
                    <a:pt x="2854039" y="2895674"/>
                  </a:lnTo>
                  <a:lnTo>
                    <a:pt x="2849760" y="2895674"/>
                  </a:lnTo>
                  <a:lnTo>
                    <a:pt x="2845481" y="2895674"/>
                  </a:lnTo>
                  <a:lnTo>
                    <a:pt x="2841202" y="2895674"/>
                  </a:lnTo>
                  <a:lnTo>
                    <a:pt x="2836923" y="2895674"/>
                  </a:lnTo>
                  <a:lnTo>
                    <a:pt x="2832645" y="2895674"/>
                  </a:lnTo>
                  <a:lnTo>
                    <a:pt x="2828366" y="2895674"/>
                  </a:lnTo>
                  <a:lnTo>
                    <a:pt x="2824087" y="2895674"/>
                  </a:lnTo>
                  <a:lnTo>
                    <a:pt x="2819808" y="2895674"/>
                  </a:lnTo>
                  <a:lnTo>
                    <a:pt x="2815529" y="2895674"/>
                  </a:lnTo>
                  <a:lnTo>
                    <a:pt x="2811250" y="2895674"/>
                  </a:lnTo>
                  <a:lnTo>
                    <a:pt x="2806971" y="2895674"/>
                  </a:lnTo>
                  <a:lnTo>
                    <a:pt x="2802692" y="2895674"/>
                  </a:lnTo>
                  <a:lnTo>
                    <a:pt x="2798413" y="2895674"/>
                  </a:lnTo>
                  <a:lnTo>
                    <a:pt x="2794134" y="2895674"/>
                  </a:lnTo>
                  <a:lnTo>
                    <a:pt x="2789855" y="2895674"/>
                  </a:lnTo>
                  <a:lnTo>
                    <a:pt x="2785576" y="2895674"/>
                  </a:lnTo>
                  <a:lnTo>
                    <a:pt x="2781297" y="2895674"/>
                  </a:lnTo>
                  <a:lnTo>
                    <a:pt x="2777019" y="2895674"/>
                  </a:lnTo>
                  <a:lnTo>
                    <a:pt x="2772740" y="2895674"/>
                  </a:lnTo>
                  <a:lnTo>
                    <a:pt x="2768461" y="2895674"/>
                  </a:lnTo>
                  <a:lnTo>
                    <a:pt x="2764182" y="2895674"/>
                  </a:lnTo>
                  <a:lnTo>
                    <a:pt x="2759903" y="2895674"/>
                  </a:lnTo>
                  <a:lnTo>
                    <a:pt x="2755624" y="2895674"/>
                  </a:lnTo>
                  <a:lnTo>
                    <a:pt x="2751345" y="2895674"/>
                  </a:lnTo>
                  <a:lnTo>
                    <a:pt x="2747066" y="2895674"/>
                  </a:lnTo>
                  <a:lnTo>
                    <a:pt x="2742787" y="2895674"/>
                  </a:lnTo>
                  <a:lnTo>
                    <a:pt x="2738508" y="2895674"/>
                  </a:lnTo>
                  <a:lnTo>
                    <a:pt x="2734229" y="2895674"/>
                  </a:lnTo>
                  <a:lnTo>
                    <a:pt x="2729950" y="2895674"/>
                  </a:lnTo>
                  <a:lnTo>
                    <a:pt x="2725672" y="2895674"/>
                  </a:lnTo>
                  <a:lnTo>
                    <a:pt x="2721393" y="2895674"/>
                  </a:lnTo>
                  <a:lnTo>
                    <a:pt x="2717114" y="2895674"/>
                  </a:lnTo>
                  <a:lnTo>
                    <a:pt x="2712835" y="2895674"/>
                  </a:lnTo>
                  <a:lnTo>
                    <a:pt x="2708556" y="2895674"/>
                  </a:lnTo>
                  <a:lnTo>
                    <a:pt x="2704277" y="2895674"/>
                  </a:lnTo>
                  <a:lnTo>
                    <a:pt x="2699998" y="2895674"/>
                  </a:lnTo>
                  <a:lnTo>
                    <a:pt x="2695719" y="2895674"/>
                  </a:lnTo>
                  <a:lnTo>
                    <a:pt x="2691440" y="2895674"/>
                  </a:lnTo>
                  <a:lnTo>
                    <a:pt x="2687161" y="2895674"/>
                  </a:lnTo>
                  <a:lnTo>
                    <a:pt x="2682882" y="2895674"/>
                  </a:lnTo>
                  <a:lnTo>
                    <a:pt x="2678603" y="2895674"/>
                  </a:lnTo>
                  <a:lnTo>
                    <a:pt x="2674324" y="2895674"/>
                  </a:lnTo>
                  <a:lnTo>
                    <a:pt x="2670046" y="2895674"/>
                  </a:lnTo>
                  <a:lnTo>
                    <a:pt x="2665767" y="2895674"/>
                  </a:lnTo>
                  <a:lnTo>
                    <a:pt x="2661488" y="2895674"/>
                  </a:lnTo>
                  <a:lnTo>
                    <a:pt x="2657209" y="2895674"/>
                  </a:lnTo>
                  <a:lnTo>
                    <a:pt x="2652930" y="2895674"/>
                  </a:lnTo>
                  <a:lnTo>
                    <a:pt x="2648651" y="2895674"/>
                  </a:lnTo>
                  <a:lnTo>
                    <a:pt x="2644372" y="2895674"/>
                  </a:lnTo>
                  <a:lnTo>
                    <a:pt x="2640093" y="2895674"/>
                  </a:lnTo>
                  <a:lnTo>
                    <a:pt x="2635814" y="2895674"/>
                  </a:lnTo>
                  <a:lnTo>
                    <a:pt x="2631535" y="2895674"/>
                  </a:lnTo>
                  <a:lnTo>
                    <a:pt x="2627256" y="2895674"/>
                  </a:lnTo>
                  <a:lnTo>
                    <a:pt x="2622977" y="2895674"/>
                  </a:lnTo>
                  <a:lnTo>
                    <a:pt x="2618699" y="2895674"/>
                  </a:lnTo>
                  <a:lnTo>
                    <a:pt x="2614420" y="2895674"/>
                  </a:lnTo>
                  <a:lnTo>
                    <a:pt x="2610141" y="2895674"/>
                  </a:lnTo>
                  <a:lnTo>
                    <a:pt x="2605862" y="2895674"/>
                  </a:lnTo>
                  <a:lnTo>
                    <a:pt x="2601583" y="2895674"/>
                  </a:lnTo>
                  <a:lnTo>
                    <a:pt x="2597304" y="2895674"/>
                  </a:lnTo>
                  <a:lnTo>
                    <a:pt x="2593025" y="2895674"/>
                  </a:lnTo>
                  <a:lnTo>
                    <a:pt x="2588746" y="2895674"/>
                  </a:lnTo>
                  <a:lnTo>
                    <a:pt x="2584467" y="2895674"/>
                  </a:lnTo>
                  <a:lnTo>
                    <a:pt x="2580188" y="2895674"/>
                  </a:lnTo>
                  <a:lnTo>
                    <a:pt x="2575909" y="2895674"/>
                  </a:lnTo>
                  <a:lnTo>
                    <a:pt x="2571630" y="2895674"/>
                  </a:lnTo>
                  <a:lnTo>
                    <a:pt x="2567351" y="2895674"/>
                  </a:lnTo>
                  <a:lnTo>
                    <a:pt x="2563073" y="2895674"/>
                  </a:lnTo>
                  <a:lnTo>
                    <a:pt x="2558794" y="2895674"/>
                  </a:lnTo>
                  <a:lnTo>
                    <a:pt x="2554515" y="2895674"/>
                  </a:lnTo>
                  <a:lnTo>
                    <a:pt x="2550236" y="2895674"/>
                  </a:lnTo>
                  <a:lnTo>
                    <a:pt x="2545957" y="2895674"/>
                  </a:lnTo>
                  <a:lnTo>
                    <a:pt x="2541678" y="2895674"/>
                  </a:lnTo>
                  <a:lnTo>
                    <a:pt x="2537399" y="2895674"/>
                  </a:lnTo>
                  <a:lnTo>
                    <a:pt x="2533120" y="2895674"/>
                  </a:lnTo>
                  <a:lnTo>
                    <a:pt x="2528841" y="2895674"/>
                  </a:lnTo>
                  <a:lnTo>
                    <a:pt x="2524562" y="2895674"/>
                  </a:lnTo>
                  <a:lnTo>
                    <a:pt x="2520283" y="2895674"/>
                  </a:lnTo>
                  <a:lnTo>
                    <a:pt x="2516004" y="2895674"/>
                  </a:lnTo>
                  <a:lnTo>
                    <a:pt x="2511726" y="2895674"/>
                  </a:lnTo>
                  <a:lnTo>
                    <a:pt x="2507447" y="2895674"/>
                  </a:lnTo>
                  <a:lnTo>
                    <a:pt x="2503168" y="2895674"/>
                  </a:lnTo>
                  <a:lnTo>
                    <a:pt x="2498889" y="2895674"/>
                  </a:lnTo>
                  <a:lnTo>
                    <a:pt x="2494610" y="2895674"/>
                  </a:lnTo>
                  <a:lnTo>
                    <a:pt x="2490331" y="2895674"/>
                  </a:lnTo>
                  <a:lnTo>
                    <a:pt x="2486052" y="2895674"/>
                  </a:lnTo>
                  <a:lnTo>
                    <a:pt x="2481773" y="2895674"/>
                  </a:lnTo>
                  <a:lnTo>
                    <a:pt x="2477494" y="2895674"/>
                  </a:lnTo>
                  <a:lnTo>
                    <a:pt x="2473215" y="2895674"/>
                  </a:lnTo>
                  <a:lnTo>
                    <a:pt x="2468936" y="2895674"/>
                  </a:lnTo>
                  <a:lnTo>
                    <a:pt x="2464657" y="2895674"/>
                  </a:lnTo>
                  <a:lnTo>
                    <a:pt x="2460378" y="2895674"/>
                  </a:lnTo>
                  <a:lnTo>
                    <a:pt x="2456100" y="2895674"/>
                  </a:lnTo>
                  <a:lnTo>
                    <a:pt x="2451821" y="2895674"/>
                  </a:lnTo>
                  <a:lnTo>
                    <a:pt x="2447542" y="2895674"/>
                  </a:lnTo>
                  <a:lnTo>
                    <a:pt x="2443263" y="2895674"/>
                  </a:lnTo>
                  <a:lnTo>
                    <a:pt x="2438984" y="2895674"/>
                  </a:lnTo>
                  <a:lnTo>
                    <a:pt x="2434705" y="2895674"/>
                  </a:lnTo>
                  <a:lnTo>
                    <a:pt x="2430426" y="2895674"/>
                  </a:lnTo>
                  <a:lnTo>
                    <a:pt x="2426147" y="2895674"/>
                  </a:lnTo>
                  <a:lnTo>
                    <a:pt x="2421868" y="2895674"/>
                  </a:lnTo>
                  <a:lnTo>
                    <a:pt x="2417589" y="2895674"/>
                  </a:lnTo>
                  <a:lnTo>
                    <a:pt x="2413310" y="2895674"/>
                  </a:lnTo>
                  <a:lnTo>
                    <a:pt x="2409031" y="2895674"/>
                  </a:lnTo>
                  <a:lnTo>
                    <a:pt x="2404753" y="2895674"/>
                  </a:lnTo>
                  <a:lnTo>
                    <a:pt x="2400474" y="2895674"/>
                  </a:lnTo>
                  <a:lnTo>
                    <a:pt x="2396195" y="2895674"/>
                  </a:lnTo>
                  <a:lnTo>
                    <a:pt x="2391916" y="2895674"/>
                  </a:lnTo>
                  <a:lnTo>
                    <a:pt x="2387637" y="2895674"/>
                  </a:lnTo>
                  <a:lnTo>
                    <a:pt x="2383358" y="2895674"/>
                  </a:lnTo>
                  <a:lnTo>
                    <a:pt x="2379079" y="2895674"/>
                  </a:lnTo>
                  <a:lnTo>
                    <a:pt x="2374800" y="2895674"/>
                  </a:lnTo>
                  <a:lnTo>
                    <a:pt x="2370521" y="2895674"/>
                  </a:lnTo>
                  <a:lnTo>
                    <a:pt x="2366242" y="2895674"/>
                  </a:lnTo>
                  <a:lnTo>
                    <a:pt x="2361963" y="2895674"/>
                  </a:lnTo>
                  <a:lnTo>
                    <a:pt x="2357684" y="2895674"/>
                  </a:lnTo>
                  <a:lnTo>
                    <a:pt x="2353405" y="2895674"/>
                  </a:lnTo>
                  <a:lnTo>
                    <a:pt x="2349127" y="2895674"/>
                  </a:lnTo>
                  <a:lnTo>
                    <a:pt x="2344848" y="2895674"/>
                  </a:lnTo>
                  <a:lnTo>
                    <a:pt x="2340569" y="2895674"/>
                  </a:lnTo>
                  <a:lnTo>
                    <a:pt x="2336290" y="2895674"/>
                  </a:lnTo>
                  <a:lnTo>
                    <a:pt x="2332011" y="2895674"/>
                  </a:lnTo>
                  <a:lnTo>
                    <a:pt x="2327732" y="2895674"/>
                  </a:lnTo>
                  <a:lnTo>
                    <a:pt x="2323453" y="2895674"/>
                  </a:lnTo>
                  <a:lnTo>
                    <a:pt x="2319174" y="2895674"/>
                  </a:lnTo>
                  <a:lnTo>
                    <a:pt x="2314895" y="2895674"/>
                  </a:lnTo>
                  <a:lnTo>
                    <a:pt x="2310616" y="2895674"/>
                  </a:lnTo>
                  <a:lnTo>
                    <a:pt x="2306337" y="2895674"/>
                  </a:lnTo>
                  <a:lnTo>
                    <a:pt x="2302058" y="2895674"/>
                  </a:lnTo>
                  <a:lnTo>
                    <a:pt x="2297780" y="2895674"/>
                  </a:lnTo>
                  <a:lnTo>
                    <a:pt x="2293501" y="2895674"/>
                  </a:lnTo>
                  <a:lnTo>
                    <a:pt x="2289222" y="2895674"/>
                  </a:lnTo>
                  <a:lnTo>
                    <a:pt x="2284943" y="2895674"/>
                  </a:lnTo>
                  <a:lnTo>
                    <a:pt x="2280664" y="2895674"/>
                  </a:lnTo>
                  <a:lnTo>
                    <a:pt x="2276385" y="2895674"/>
                  </a:lnTo>
                  <a:lnTo>
                    <a:pt x="2272106" y="2895674"/>
                  </a:lnTo>
                  <a:lnTo>
                    <a:pt x="2267827" y="2895674"/>
                  </a:lnTo>
                  <a:lnTo>
                    <a:pt x="2263548" y="2895674"/>
                  </a:lnTo>
                  <a:lnTo>
                    <a:pt x="2259269" y="2895674"/>
                  </a:lnTo>
                  <a:lnTo>
                    <a:pt x="2254990" y="2895674"/>
                  </a:lnTo>
                  <a:lnTo>
                    <a:pt x="2250711" y="2895674"/>
                  </a:lnTo>
                  <a:lnTo>
                    <a:pt x="2246432" y="2895674"/>
                  </a:lnTo>
                  <a:lnTo>
                    <a:pt x="2242154" y="2895674"/>
                  </a:lnTo>
                  <a:lnTo>
                    <a:pt x="2237875" y="2895674"/>
                  </a:lnTo>
                  <a:lnTo>
                    <a:pt x="2233596" y="2895674"/>
                  </a:lnTo>
                  <a:lnTo>
                    <a:pt x="2229317" y="2895674"/>
                  </a:lnTo>
                  <a:lnTo>
                    <a:pt x="2225038" y="2895674"/>
                  </a:lnTo>
                  <a:lnTo>
                    <a:pt x="2220759" y="2895674"/>
                  </a:lnTo>
                  <a:lnTo>
                    <a:pt x="2216480" y="2895674"/>
                  </a:lnTo>
                  <a:lnTo>
                    <a:pt x="2212201" y="2895674"/>
                  </a:lnTo>
                  <a:lnTo>
                    <a:pt x="2207922" y="2895674"/>
                  </a:lnTo>
                  <a:lnTo>
                    <a:pt x="2203643" y="2895674"/>
                  </a:lnTo>
                  <a:lnTo>
                    <a:pt x="2199364" y="2895674"/>
                  </a:lnTo>
                  <a:lnTo>
                    <a:pt x="2195085" y="2895674"/>
                  </a:lnTo>
                  <a:lnTo>
                    <a:pt x="2190807" y="2895674"/>
                  </a:lnTo>
                  <a:lnTo>
                    <a:pt x="2186528" y="2895674"/>
                  </a:lnTo>
                  <a:lnTo>
                    <a:pt x="2182249" y="2895674"/>
                  </a:lnTo>
                  <a:lnTo>
                    <a:pt x="2177970" y="2895674"/>
                  </a:lnTo>
                  <a:lnTo>
                    <a:pt x="2173691" y="2895674"/>
                  </a:lnTo>
                  <a:lnTo>
                    <a:pt x="2169412" y="2895674"/>
                  </a:lnTo>
                  <a:lnTo>
                    <a:pt x="2165133" y="2895674"/>
                  </a:lnTo>
                  <a:lnTo>
                    <a:pt x="2160854" y="2895674"/>
                  </a:lnTo>
                  <a:lnTo>
                    <a:pt x="2156575" y="2895674"/>
                  </a:lnTo>
                  <a:lnTo>
                    <a:pt x="2152296" y="2895674"/>
                  </a:lnTo>
                  <a:lnTo>
                    <a:pt x="2148017" y="2895674"/>
                  </a:lnTo>
                  <a:lnTo>
                    <a:pt x="2143738" y="2895674"/>
                  </a:lnTo>
                  <a:lnTo>
                    <a:pt x="2139459" y="2895674"/>
                  </a:lnTo>
                  <a:lnTo>
                    <a:pt x="2135181" y="2895674"/>
                  </a:lnTo>
                  <a:lnTo>
                    <a:pt x="2130902" y="2895674"/>
                  </a:lnTo>
                  <a:lnTo>
                    <a:pt x="2126623" y="2895674"/>
                  </a:lnTo>
                  <a:lnTo>
                    <a:pt x="2122344" y="2895674"/>
                  </a:lnTo>
                  <a:lnTo>
                    <a:pt x="2118065" y="2895674"/>
                  </a:lnTo>
                  <a:lnTo>
                    <a:pt x="2113786" y="2895674"/>
                  </a:lnTo>
                  <a:lnTo>
                    <a:pt x="2109507" y="2895674"/>
                  </a:lnTo>
                  <a:lnTo>
                    <a:pt x="2105228" y="2895674"/>
                  </a:lnTo>
                  <a:lnTo>
                    <a:pt x="2100949" y="2895674"/>
                  </a:lnTo>
                  <a:lnTo>
                    <a:pt x="2096670" y="2895674"/>
                  </a:lnTo>
                  <a:lnTo>
                    <a:pt x="2092391" y="2895674"/>
                  </a:lnTo>
                  <a:lnTo>
                    <a:pt x="2088112" y="2895674"/>
                  </a:lnTo>
                  <a:lnTo>
                    <a:pt x="2083834" y="2895674"/>
                  </a:lnTo>
                  <a:lnTo>
                    <a:pt x="2079555" y="2895674"/>
                  </a:lnTo>
                  <a:lnTo>
                    <a:pt x="2075276" y="2895674"/>
                  </a:lnTo>
                  <a:lnTo>
                    <a:pt x="2070997" y="2895674"/>
                  </a:lnTo>
                  <a:lnTo>
                    <a:pt x="2066718" y="2895674"/>
                  </a:lnTo>
                  <a:lnTo>
                    <a:pt x="2062439" y="2895674"/>
                  </a:lnTo>
                  <a:lnTo>
                    <a:pt x="2058160" y="2895674"/>
                  </a:lnTo>
                  <a:lnTo>
                    <a:pt x="2053881" y="2895674"/>
                  </a:lnTo>
                  <a:lnTo>
                    <a:pt x="2049602" y="2895674"/>
                  </a:lnTo>
                  <a:lnTo>
                    <a:pt x="2045323" y="2895674"/>
                  </a:lnTo>
                  <a:lnTo>
                    <a:pt x="2041044" y="2895674"/>
                  </a:lnTo>
                  <a:lnTo>
                    <a:pt x="2036765" y="2895674"/>
                  </a:lnTo>
                  <a:lnTo>
                    <a:pt x="2032486" y="2895674"/>
                  </a:lnTo>
                  <a:lnTo>
                    <a:pt x="2028208" y="2895674"/>
                  </a:lnTo>
                  <a:lnTo>
                    <a:pt x="2023929" y="2895674"/>
                  </a:lnTo>
                  <a:lnTo>
                    <a:pt x="2019650" y="2895674"/>
                  </a:lnTo>
                  <a:lnTo>
                    <a:pt x="2015371" y="2895674"/>
                  </a:lnTo>
                  <a:lnTo>
                    <a:pt x="2011092" y="2895674"/>
                  </a:lnTo>
                  <a:lnTo>
                    <a:pt x="2006813" y="2895674"/>
                  </a:lnTo>
                  <a:lnTo>
                    <a:pt x="2002534" y="2895674"/>
                  </a:lnTo>
                  <a:lnTo>
                    <a:pt x="1998255" y="2895674"/>
                  </a:lnTo>
                  <a:lnTo>
                    <a:pt x="1993976" y="2895674"/>
                  </a:lnTo>
                  <a:lnTo>
                    <a:pt x="1989697" y="2895674"/>
                  </a:lnTo>
                  <a:lnTo>
                    <a:pt x="1985418" y="2895674"/>
                  </a:lnTo>
                  <a:lnTo>
                    <a:pt x="1981139" y="2895674"/>
                  </a:lnTo>
                  <a:lnTo>
                    <a:pt x="1976861" y="2895674"/>
                  </a:lnTo>
                  <a:lnTo>
                    <a:pt x="1972582" y="2895674"/>
                  </a:lnTo>
                  <a:lnTo>
                    <a:pt x="1968303" y="2895674"/>
                  </a:lnTo>
                  <a:lnTo>
                    <a:pt x="1964024" y="2895674"/>
                  </a:lnTo>
                  <a:lnTo>
                    <a:pt x="1959745" y="2895674"/>
                  </a:lnTo>
                  <a:lnTo>
                    <a:pt x="1955466" y="2895674"/>
                  </a:lnTo>
                  <a:lnTo>
                    <a:pt x="1951187" y="2895674"/>
                  </a:lnTo>
                  <a:lnTo>
                    <a:pt x="1946908" y="2895674"/>
                  </a:lnTo>
                  <a:lnTo>
                    <a:pt x="1942629" y="2895674"/>
                  </a:lnTo>
                  <a:lnTo>
                    <a:pt x="1938350" y="2895674"/>
                  </a:lnTo>
                  <a:lnTo>
                    <a:pt x="1934071" y="2895674"/>
                  </a:lnTo>
                  <a:lnTo>
                    <a:pt x="1929792" y="2895674"/>
                  </a:lnTo>
                  <a:lnTo>
                    <a:pt x="1925513" y="2895674"/>
                  </a:lnTo>
                  <a:lnTo>
                    <a:pt x="1921235" y="2895674"/>
                  </a:lnTo>
                  <a:lnTo>
                    <a:pt x="1916956" y="2895674"/>
                  </a:lnTo>
                  <a:lnTo>
                    <a:pt x="1912677" y="2895674"/>
                  </a:lnTo>
                  <a:lnTo>
                    <a:pt x="1908398" y="2895674"/>
                  </a:lnTo>
                  <a:lnTo>
                    <a:pt x="1904119" y="2895674"/>
                  </a:lnTo>
                  <a:lnTo>
                    <a:pt x="1899840" y="2895674"/>
                  </a:lnTo>
                  <a:lnTo>
                    <a:pt x="1895561" y="2895674"/>
                  </a:lnTo>
                  <a:lnTo>
                    <a:pt x="1891282" y="2895674"/>
                  </a:lnTo>
                  <a:lnTo>
                    <a:pt x="1887003" y="2895674"/>
                  </a:lnTo>
                  <a:lnTo>
                    <a:pt x="1882724" y="2895674"/>
                  </a:lnTo>
                  <a:lnTo>
                    <a:pt x="1878445" y="2895674"/>
                  </a:lnTo>
                  <a:lnTo>
                    <a:pt x="1874166" y="2895674"/>
                  </a:lnTo>
                  <a:lnTo>
                    <a:pt x="1869888" y="2895674"/>
                  </a:lnTo>
                  <a:lnTo>
                    <a:pt x="1865609" y="2895674"/>
                  </a:lnTo>
                  <a:lnTo>
                    <a:pt x="1861330" y="2895674"/>
                  </a:lnTo>
                  <a:lnTo>
                    <a:pt x="1857051" y="2895674"/>
                  </a:lnTo>
                  <a:lnTo>
                    <a:pt x="1852772" y="2895674"/>
                  </a:lnTo>
                  <a:lnTo>
                    <a:pt x="1848493" y="2895674"/>
                  </a:lnTo>
                  <a:lnTo>
                    <a:pt x="1844214" y="2895674"/>
                  </a:lnTo>
                  <a:lnTo>
                    <a:pt x="1839935" y="2895674"/>
                  </a:lnTo>
                  <a:lnTo>
                    <a:pt x="1835656" y="2895674"/>
                  </a:lnTo>
                  <a:lnTo>
                    <a:pt x="1831377" y="2895674"/>
                  </a:lnTo>
                  <a:lnTo>
                    <a:pt x="1827098" y="2895674"/>
                  </a:lnTo>
                  <a:lnTo>
                    <a:pt x="1822819" y="2895674"/>
                  </a:lnTo>
                  <a:lnTo>
                    <a:pt x="1818540" y="2895674"/>
                  </a:lnTo>
                  <a:lnTo>
                    <a:pt x="1814262" y="2895674"/>
                  </a:lnTo>
                  <a:lnTo>
                    <a:pt x="1809983" y="2895674"/>
                  </a:lnTo>
                  <a:lnTo>
                    <a:pt x="1805704" y="2895674"/>
                  </a:lnTo>
                  <a:lnTo>
                    <a:pt x="1801425" y="2895674"/>
                  </a:lnTo>
                  <a:lnTo>
                    <a:pt x="1797146" y="2895674"/>
                  </a:lnTo>
                  <a:lnTo>
                    <a:pt x="1792867" y="2895674"/>
                  </a:lnTo>
                  <a:lnTo>
                    <a:pt x="1788588" y="2895674"/>
                  </a:lnTo>
                  <a:lnTo>
                    <a:pt x="1784309" y="2895674"/>
                  </a:lnTo>
                  <a:lnTo>
                    <a:pt x="1780030" y="2895674"/>
                  </a:lnTo>
                  <a:lnTo>
                    <a:pt x="1775751" y="2895674"/>
                  </a:lnTo>
                  <a:lnTo>
                    <a:pt x="1771472" y="2895674"/>
                  </a:lnTo>
                  <a:lnTo>
                    <a:pt x="1767193" y="2895674"/>
                  </a:lnTo>
                  <a:lnTo>
                    <a:pt x="1762915" y="2895674"/>
                  </a:lnTo>
                  <a:lnTo>
                    <a:pt x="1758636" y="2895674"/>
                  </a:lnTo>
                  <a:lnTo>
                    <a:pt x="1754357" y="2895674"/>
                  </a:lnTo>
                  <a:lnTo>
                    <a:pt x="1750078" y="2895674"/>
                  </a:lnTo>
                  <a:lnTo>
                    <a:pt x="1745799" y="2895674"/>
                  </a:lnTo>
                  <a:lnTo>
                    <a:pt x="1741520" y="2895674"/>
                  </a:lnTo>
                  <a:lnTo>
                    <a:pt x="1737241" y="2895674"/>
                  </a:lnTo>
                  <a:lnTo>
                    <a:pt x="1732962" y="2895674"/>
                  </a:lnTo>
                  <a:lnTo>
                    <a:pt x="1728683" y="2895674"/>
                  </a:lnTo>
                  <a:lnTo>
                    <a:pt x="1724404" y="2895674"/>
                  </a:lnTo>
                  <a:lnTo>
                    <a:pt x="1720125" y="2895674"/>
                  </a:lnTo>
                  <a:lnTo>
                    <a:pt x="1715846" y="2895674"/>
                  </a:lnTo>
                  <a:lnTo>
                    <a:pt x="1711567" y="2895674"/>
                  </a:lnTo>
                  <a:lnTo>
                    <a:pt x="1707289" y="2895674"/>
                  </a:lnTo>
                  <a:lnTo>
                    <a:pt x="1703010" y="2895674"/>
                  </a:lnTo>
                  <a:lnTo>
                    <a:pt x="1698731" y="2895674"/>
                  </a:lnTo>
                  <a:lnTo>
                    <a:pt x="1694452" y="2895674"/>
                  </a:lnTo>
                  <a:lnTo>
                    <a:pt x="1690173" y="2895674"/>
                  </a:lnTo>
                  <a:lnTo>
                    <a:pt x="1685894" y="2895674"/>
                  </a:lnTo>
                  <a:lnTo>
                    <a:pt x="1681615" y="2895674"/>
                  </a:lnTo>
                  <a:lnTo>
                    <a:pt x="1677336" y="2895674"/>
                  </a:lnTo>
                  <a:lnTo>
                    <a:pt x="1673057" y="2895674"/>
                  </a:lnTo>
                  <a:lnTo>
                    <a:pt x="1668778" y="2895674"/>
                  </a:lnTo>
                  <a:lnTo>
                    <a:pt x="1664499" y="2895674"/>
                  </a:lnTo>
                  <a:lnTo>
                    <a:pt x="1660220" y="2895674"/>
                  </a:lnTo>
                  <a:lnTo>
                    <a:pt x="1655942" y="2895674"/>
                  </a:lnTo>
                  <a:lnTo>
                    <a:pt x="1651663" y="2895674"/>
                  </a:lnTo>
                  <a:lnTo>
                    <a:pt x="1647384" y="2895674"/>
                  </a:lnTo>
                  <a:lnTo>
                    <a:pt x="1643105" y="2895674"/>
                  </a:lnTo>
                  <a:lnTo>
                    <a:pt x="1638826" y="2895674"/>
                  </a:lnTo>
                  <a:lnTo>
                    <a:pt x="1634547" y="2895674"/>
                  </a:lnTo>
                  <a:lnTo>
                    <a:pt x="1630268" y="2895674"/>
                  </a:lnTo>
                  <a:lnTo>
                    <a:pt x="1625989" y="2895674"/>
                  </a:lnTo>
                  <a:lnTo>
                    <a:pt x="1621710" y="2895674"/>
                  </a:lnTo>
                  <a:lnTo>
                    <a:pt x="1617431" y="2895674"/>
                  </a:lnTo>
                  <a:lnTo>
                    <a:pt x="1613152" y="2895674"/>
                  </a:lnTo>
                  <a:lnTo>
                    <a:pt x="1608873" y="2895674"/>
                  </a:lnTo>
                  <a:lnTo>
                    <a:pt x="1604594" y="2895674"/>
                  </a:lnTo>
                  <a:lnTo>
                    <a:pt x="1600316" y="2895674"/>
                  </a:lnTo>
                  <a:lnTo>
                    <a:pt x="1596037" y="2895674"/>
                  </a:lnTo>
                  <a:lnTo>
                    <a:pt x="1591758" y="2895674"/>
                  </a:lnTo>
                  <a:lnTo>
                    <a:pt x="1587479" y="2895674"/>
                  </a:lnTo>
                  <a:lnTo>
                    <a:pt x="1583200" y="2895674"/>
                  </a:lnTo>
                  <a:lnTo>
                    <a:pt x="1578921" y="2895674"/>
                  </a:lnTo>
                  <a:lnTo>
                    <a:pt x="1574642" y="2895674"/>
                  </a:lnTo>
                  <a:lnTo>
                    <a:pt x="1570363" y="2895674"/>
                  </a:lnTo>
                  <a:lnTo>
                    <a:pt x="1566084" y="2895674"/>
                  </a:lnTo>
                  <a:lnTo>
                    <a:pt x="1561805" y="2895674"/>
                  </a:lnTo>
                  <a:lnTo>
                    <a:pt x="1557526" y="2895674"/>
                  </a:lnTo>
                  <a:lnTo>
                    <a:pt x="1553247" y="2895674"/>
                  </a:lnTo>
                  <a:lnTo>
                    <a:pt x="1548969" y="2895674"/>
                  </a:lnTo>
                  <a:lnTo>
                    <a:pt x="1544690" y="2895674"/>
                  </a:lnTo>
                  <a:lnTo>
                    <a:pt x="1540411" y="2895674"/>
                  </a:lnTo>
                  <a:lnTo>
                    <a:pt x="1536132" y="2895674"/>
                  </a:lnTo>
                  <a:lnTo>
                    <a:pt x="1531853" y="2895674"/>
                  </a:lnTo>
                  <a:lnTo>
                    <a:pt x="1527574" y="2895674"/>
                  </a:lnTo>
                  <a:lnTo>
                    <a:pt x="1523295" y="2895674"/>
                  </a:lnTo>
                  <a:lnTo>
                    <a:pt x="1519016" y="2895674"/>
                  </a:lnTo>
                  <a:lnTo>
                    <a:pt x="1514737" y="2895674"/>
                  </a:lnTo>
                  <a:lnTo>
                    <a:pt x="1510458" y="2895674"/>
                  </a:lnTo>
                  <a:lnTo>
                    <a:pt x="1506179" y="2895674"/>
                  </a:lnTo>
                  <a:lnTo>
                    <a:pt x="1501900" y="2895674"/>
                  </a:lnTo>
                  <a:lnTo>
                    <a:pt x="1497621" y="2895674"/>
                  </a:lnTo>
                  <a:lnTo>
                    <a:pt x="1493343" y="2895674"/>
                  </a:lnTo>
                  <a:lnTo>
                    <a:pt x="1489064" y="2895674"/>
                  </a:lnTo>
                  <a:lnTo>
                    <a:pt x="1484785" y="2895674"/>
                  </a:lnTo>
                  <a:lnTo>
                    <a:pt x="1480506" y="2895674"/>
                  </a:lnTo>
                  <a:lnTo>
                    <a:pt x="1476227" y="2895674"/>
                  </a:lnTo>
                  <a:lnTo>
                    <a:pt x="1471948" y="2895674"/>
                  </a:lnTo>
                  <a:lnTo>
                    <a:pt x="1467669" y="2895674"/>
                  </a:lnTo>
                  <a:lnTo>
                    <a:pt x="1463390" y="2895674"/>
                  </a:lnTo>
                  <a:lnTo>
                    <a:pt x="1459111" y="2895674"/>
                  </a:lnTo>
                  <a:lnTo>
                    <a:pt x="1454832" y="2895674"/>
                  </a:lnTo>
                  <a:lnTo>
                    <a:pt x="1450553" y="2895674"/>
                  </a:lnTo>
                  <a:lnTo>
                    <a:pt x="1446274" y="2895674"/>
                  </a:lnTo>
                  <a:lnTo>
                    <a:pt x="1441996" y="2895674"/>
                  </a:lnTo>
                  <a:lnTo>
                    <a:pt x="1437717" y="2895674"/>
                  </a:lnTo>
                  <a:lnTo>
                    <a:pt x="1433438" y="2895674"/>
                  </a:lnTo>
                  <a:lnTo>
                    <a:pt x="1429159" y="2895674"/>
                  </a:lnTo>
                  <a:lnTo>
                    <a:pt x="1424880" y="2895674"/>
                  </a:lnTo>
                  <a:lnTo>
                    <a:pt x="1420601" y="2895674"/>
                  </a:lnTo>
                  <a:lnTo>
                    <a:pt x="1416322" y="2895674"/>
                  </a:lnTo>
                  <a:lnTo>
                    <a:pt x="1412043" y="2895674"/>
                  </a:lnTo>
                  <a:lnTo>
                    <a:pt x="1407764" y="2895674"/>
                  </a:lnTo>
                  <a:lnTo>
                    <a:pt x="1403485" y="2895674"/>
                  </a:lnTo>
                  <a:lnTo>
                    <a:pt x="1399206" y="2895674"/>
                  </a:lnTo>
                  <a:lnTo>
                    <a:pt x="1394927" y="2895674"/>
                  </a:lnTo>
                  <a:lnTo>
                    <a:pt x="1390648" y="2895674"/>
                  </a:lnTo>
                  <a:lnTo>
                    <a:pt x="1386370" y="2895674"/>
                  </a:lnTo>
                  <a:lnTo>
                    <a:pt x="1382091" y="2895674"/>
                  </a:lnTo>
                  <a:lnTo>
                    <a:pt x="1377812" y="2895674"/>
                  </a:lnTo>
                  <a:lnTo>
                    <a:pt x="1373533" y="2895674"/>
                  </a:lnTo>
                  <a:lnTo>
                    <a:pt x="1369254" y="2895674"/>
                  </a:lnTo>
                  <a:lnTo>
                    <a:pt x="1364975" y="2895674"/>
                  </a:lnTo>
                  <a:lnTo>
                    <a:pt x="1360696" y="2895674"/>
                  </a:lnTo>
                  <a:lnTo>
                    <a:pt x="1356417" y="2895674"/>
                  </a:lnTo>
                  <a:lnTo>
                    <a:pt x="1352138" y="2895674"/>
                  </a:lnTo>
                  <a:lnTo>
                    <a:pt x="1347859" y="2895674"/>
                  </a:lnTo>
                  <a:lnTo>
                    <a:pt x="1343580" y="2895674"/>
                  </a:lnTo>
                  <a:lnTo>
                    <a:pt x="1339301" y="2895674"/>
                  </a:lnTo>
                  <a:lnTo>
                    <a:pt x="1335023" y="2895674"/>
                  </a:lnTo>
                  <a:lnTo>
                    <a:pt x="1330744" y="2895674"/>
                  </a:lnTo>
                  <a:lnTo>
                    <a:pt x="1326465" y="2895674"/>
                  </a:lnTo>
                  <a:lnTo>
                    <a:pt x="1322186" y="2895674"/>
                  </a:lnTo>
                  <a:lnTo>
                    <a:pt x="1317907" y="2895674"/>
                  </a:lnTo>
                  <a:lnTo>
                    <a:pt x="1313628" y="2895674"/>
                  </a:lnTo>
                  <a:lnTo>
                    <a:pt x="1309349" y="2895674"/>
                  </a:lnTo>
                  <a:lnTo>
                    <a:pt x="1305070" y="2895674"/>
                  </a:lnTo>
                  <a:lnTo>
                    <a:pt x="1300791" y="2895674"/>
                  </a:lnTo>
                  <a:lnTo>
                    <a:pt x="1296512" y="2895674"/>
                  </a:lnTo>
                  <a:lnTo>
                    <a:pt x="1292233" y="2895674"/>
                  </a:lnTo>
                  <a:lnTo>
                    <a:pt x="1287954" y="2895674"/>
                  </a:lnTo>
                  <a:lnTo>
                    <a:pt x="1283675" y="2895674"/>
                  </a:lnTo>
                  <a:lnTo>
                    <a:pt x="1279397" y="2895674"/>
                  </a:lnTo>
                  <a:lnTo>
                    <a:pt x="1275118" y="2895674"/>
                  </a:lnTo>
                  <a:lnTo>
                    <a:pt x="1270839" y="2895674"/>
                  </a:lnTo>
                  <a:lnTo>
                    <a:pt x="1266560" y="2895674"/>
                  </a:lnTo>
                  <a:lnTo>
                    <a:pt x="1262281" y="2895674"/>
                  </a:lnTo>
                  <a:lnTo>
                    <a:pt x="1258002" y="2895674"/>
                  </a:lnTo>
                  <a:lnTo>
                    <a:pt x="1253723" y="2895674"/>
                  </a:lnTo>
                  <a:lnTo>
                    <a:pt x="1249444" y="2895674"/>
                  </a:lnTo>
                  <a:lnTo>
                    <a:pt x="1245165" y="2895674"/>
                  </a:lnTo>
                  <a:lnTo>
                    <a:pt x="1240886" y="2895674"/>
                  </a:lnTo>
                  <a:lnTo>
                    <a:pt x="1236607" y="2895674"/>
                  </a:lnTo>
                  <a:lnTo>
                    <a:pt x="1232328" y="2895674"/>
                  </a:lnTo>
                  <a:lnTo>
                    <a:pt x="1228050" y="2895674"/>
                  </a:lnTo>
                  <a:lnTo>
                    <a:pt x="1223771" y="2895674"/>
                  </a:lnTo>
                  <a:lnTo>
                    <a:pt x="1219492" y="2895674"/>
                  </a:lnTo>
                  <a:lnTo>
                    <a:pt x="1215213" y="2895674"/>
                  </a:lnTo>
                  <a:lnTo>
                    <a:pt x="1210934" y="2895674"/>
                  </a:lnTo>
                  <a:lnTo>
                    <a:pt x="1206655" y="2895674"/>
                  </a:lnTo>
                  <a:lnTo>
                    <a:pt x="1202376" y="2895674"/>
                  </a:lnTo>
                  <a:lnTo>
                    <a:pt x="1198097" y="2895674"/>
                  </a:lnTo>
                  <a:lnTo>
                    <a:pt x="1193818" y="2895674"/>
                  </a:lnTo>
                  <a:lnTo>
                    <a:pt x="1189539" y="2895674"/>
                  </a:lnTo>
                  <a:lnTo>
                    <a:pt x="1185260" y="2895674"/>
                  </a:lnTo>
                  <a:lnTo>
                    <a:pt x="1180981" y="2895674"/>
                  </a:lnTo>
                  <a:lnTo>
                    <a:pt x="1176702" y="2895674"/>
                  </a:lnTo>
                  <a:lnTo>
                    <a:pt x="1172424" y="2895674"/>
                  </a:lnTo>
                  <a:lnTo>
                    <a:pt x="1168145" y="2895674"/>
                  </a:lnTo>
                  <a:lnTo>
                    <a:pt x="1163866" y="2895674"/>
                  </a:lnTo>
                  <a:lnTo>
                    <a:pt x="1159587" y="2895674"/>
                  </a:lnTo>
                  <a:lnTo>
                    <a:pt x="1155308" y="2895674"/>
                  </a:lnTo>
                  <a:lnTo>
                    <a:pt x="1151029" y="2895674"/>
                  </a:lnTo>
                  <a:lnTo>
                    <a:pt x="1146750" y="2895674"/>
                  </a:lnTo>
                  <a:lnTo>
                    <a:pt x="1142471" y="2895674"/>
                  </a:lnTo>
                  <a:lnTo>
                    <a:pt x="1138192" y="2895674"/>
                  </a:lnTo>
                  <a:lnTo>
                    <a:pt x="1133913" y="2895674"/>
                  </a:lnTo>
                  <a:lnTo>
                    <a:pt x="1129634" y="2895674"/>
                  </a:lnTo>
                  <a:lnTo>
                    <a:pt x="1125355" y="2895674"/>
                  </a:lnTo>
                  <a:lnTo>
                    <a:pt x="1121077" y="2895674"/>
                  </a:lnTo>
                  <a:lnTo>
                    <a:pt x="1116798" y="2895674"/>
                  </a:lnTo>
                  <a:lnTo>
                    <a:pt x="1112519" y="2895674"/>
                  </a:lnTo>
                  <a:lnTo>
                    <a:pt x="1108240" y="2895674"/>
                  </a:lnTo>
                  <a:lnTo>
                    <a:pt x="1103961" y="2895674"/>
                  </a:lnTo>
                  <a:lnTo>
                    <a:pt x="1099682" y="2895674"/>
                  </a:lnTo>
                  <a:lnTo>
                    <a:pt x="1095403" y="2895674"/>
                  </a:lnTo>
                  <a:lnTo>
                    <a:pt x="1091124" y="2895674"/>
                  </a:lnTo>
                  <a:lnTo>
                    <a:pt x="1086845" y="2895674"/>
                  </a:lnTo>
                  <a:lnTo>
                    <a:pt x="1082566" y="2895674"/>
                  </a:lnTo>
                  <a:lnTo>
                    <a:pt x="1078287" y="2895674"/>
                  </a:lnTo>
                  <a:lnTo>
                    <a:pt x="1074008" y="2895674"/>
                  </a:lnTo>
                  <a:lnTo>
                    <a:pt x="1069729" y="2895674"/>
                  </a:lnTo>
                  <a:lnTo>
                    <a:pt x="1065451" y="2895674"/>
                  </a:lnTo>
                  <a:lnTo>
                    <a:pt x="1061172" y="2895674"/>
                  </a:lnTo>
                  <a:lnTo>
                    <a:pt x="1056893" y="2895674"/>
                  </a:lnTo>
                  <a:lnTo>
                    <a:pt x="1052614" y="2895674"/>
                  </a:lnTo>
                  <a:lnTo>
                    <a:pt x="1048335" y="2895674"/>
                  </a:lnTo>
                  <a:lnTo>
                    <a:pt x="1044056" y="2895674"/>
                  </a:lnTo>
                  <a:lnTo>
                    <a:pt x="1039777" y="2895674"/>
                  </a:lnTo>
                  <a:lnTo>
                    <a:pt x="1035498" y="2895674"/>
                  </a:lnTo>
                  <a:lnTo>
                    <a:pt x="1031219" y="2895674"/>
                  </a:lnTo>
                  <a:lnTo>
                    <a:pt x="1026940" y="2895674"/>
                  </a:lnTo>
                  <a:lnTo>
                    <a:pt x="1022661" y="2895674"/>
                  </a:lnTo>
                  <a:lnTo>
                    <a:pt x="1018382" y="2895674"/>
                  </a:lnTo>
                  <a:lnTo>
                    <a:pt x="1014104" y="2895674"/>
                  </a:lnTo>
                  <a:lnTo>
                    <a:pt x="1009825" y="2895674"/>
                  </a:lnTo>
                  <a:lnTo>
                    <a:pt x="1005546" y="2895674"/>
                  </a:lnTo>
                  <a:lnTo>
                    <a:pt x="1001267" y="2895674"/>
                  </a:lnTo>
                  <a:lnTo>
                    <a:pt x="996988" y="2895674"/>
                  </a:lnTo>
                  <a:lnTo>
                    <a:pt x="992709" y="2895674"/>
                  </a:lnTo>
                  <a:lnTo>
                    <a:pt x="988430" y="2895674"/>
                  </a:lnTo>
                  <a:lnTo>
                    <a:pt x="984151" y="2895674"/>
                  </a:lnTo>
                  <a:lnTo>
                    <a:pt x="979872" y="2895674"/>
                  </a:lnTo>
                  <a:lnTo>
                    <a:pt x="975593" y="2895674"/>
                  </a:lnTo>
                  <a:lnTo>
                    <a:pt x="971314" y="2895674"/>
                  </a:lnTo>
                  <a:lnTo>
                    <a:pt x="967035" y="2895674"/>
                  </a:lnTo>
                  <a:lnTo>
                    <a:pt x="962756" y="2895674"/>
                  </a:lnTo>
                  <a:lnTo>
                    <a:pt x="958478" y="2895674"/>
                  </a:lnTo>
                  <a:lnTo>
                    <a:pt x="954199" y="2895674"/>
                  </a:lnTo>
                  <a:lnTo>
                    <a:pt x="949920" y="2895674"/>
                  </a:lnTo>
                  <a:lnTo>
                    <a:pt x="945641" y="2895674"/>
                  </a:lnTo>
                  <a:lnTo>
                    <a:pt x="941362" y="2895674"/>
                  </a:lnTo>
                  <a:lnTo>
                    <a:pt x="937083" y="2895674"/>
                  </a:lnTo>
                  <a:lnTo>
                    <a:pt x="932804" y="2895674"/>
                  </a:lnTo>
                  <a:lnTo>
                    <a:pt x="928525" y="2895674"/>
                  </a:lnTo>
                  <a:lnTo>
                    <a:pt x="924246" y="2895674"/>
                  </a:lnTo>
                  <a:lnTo>
                    <a:pt x="919967" y="2895674"/>
                  </a:lnTo>
                  <a:lnTo>
                    <a:pt x="915688" y="2895674"/>
                  </a:lnTo>
                  <a:lnTo>
                    <a:pt x="911409" y="2895674"/>
                  </a:lnTo>
                  <a:lnTo>
                    <a:pt x="907131" y="2895674"/>
                  </a:lnTo>
                  <a:lnTo>
                    <a:pt x="902852" y="2895674"/>
                  </a:lnTo>
                  <a:lnTo>
                    <a:pt x="898573" y="2895674"/>
                  </a:lnTo>
                  <a:lnTo>
                    <a:pt x="894294" y="2895674"/>
                  </a:lnTo>
                  <a:lnTo>
                    <a:pt x="890015" y="2895674"/>
                  </a:lnTo>
                  <a:lnTo>
                    <a:pt x="885736" y="2895674"/>
                  </a:lnTo>
                  <a:lnTo>
                    <a:pt x="881457" y="2895674"/>
                  </a:lnTo>
                  <a:lnTo>
                    <a:pt x="877178" y="2895674"/>
                  </a:lnTo>
                  <a:lnTo>
                    <a:pt x="872899" y="2895674"/>
                  </a:lnTo>
                  <a:lnTo>
                    <a:pt x="868620" y="2895674"/>
                  </a:lnTo>
                  <a:lnTo>
                    <a:pt x="864341" y="2895674"/>
                  </a:lnTo>
                  <a:lnTo>
                    <a:pt x="860062" y="2895674"/>
                  </a:lnTo>
                  <a:lnTo>
                    <a:pt x="855783" y="2895674"/>
                  </a:lnTo>
                  <a:lnTo>
                    <a:pt x="851505" y="2895674"/>
                  </a:lnTo>
                  <a:lnTo>
                    <a:pt x="847226" y="2895674"/>
                  </a:lnTo>
                  <a:lnTo>
                    <a:pt x="842947" y="2895674"/>
                  </a:lnTo>
                  <a:lnTo>
                    <a:pt x="838668" y="2895674"/>
                  </a:lnTo>
                  <a:lnTo>
                    <a:pt x="834389" y="2895674"/>
                  </a:lnTo>
                  <a:lnTo>
                    <a:pt x="830110" y="2895674"/>
                  </a:lnTo>
                  <a:lnTo>
                    <a:pt x="825831" y="2895674"/>
                  </a:lnTo>
                  <a:lnTo>
                    <a:pt x="821552" y="2895674"/>
                  </a:lnTo>
                  <a:lnTo>
                    <a:pt x="817273" y="2895674"/>
                  </a:lnTo>
                  <a:lnTo>
                    <a:pt x="812994" y="2895674"/>
                  </a:lnTo>
                  <a:lnTo>
                    <a:pt x="808715" y="2895674"/>
                  </a:lnTo>
                  <a:lnTo>
                    <a:pt x="804436" y="2895674"/>
                  </a:lnTo>
                  <a:lnTo>
                    <a:pt x="800158" y="2895674"/>
                  </a:lnTo>
                  <a:lnTo>
                    <a:pt x="795879" y="2895674"/>
                  </a:lnTo>
                  <a:lnTo>
                    <a:pt x="791600" y="2895674"/>
                  </a:lnTo>
                  <a:lnTo>
                    <a:pt x="787321" y="2895674"/>
                  </a:lnTo>
                  <a:lnTo>
                    <a:pt x="783042" y="2895674"/>
                  </a:lnTo>
                  <a:lnTo>
                    <a:pt x="778763" y="2895674"/>
                  </a:lnTo>
                  <a:lnTo>
                    <a:pt x="774484" y="2895674"/>
                  </a:lnTo>
                  <a:lnTo>
                    <a:pt x="770205" y="2895674"/>
                  </a:lnTo>
                  <a:lnTo>
                    <a:pt x="765926" y="2895674"/>
                  </a:lnTo>
                  <a:lnTo>
                    <a:pt x="761647" y="2895674"/>
                  </a:lnTo>
                  <a:lnTo>
                    <a:pt x="757368" y="2895674"/>
                  </a:lnTo>
                  <a:lnTo>
                    <a:pt x="753089" y="2895674"/>
                  </a:lnTo>
                  <a:lnTo>
                    <a:pt x="748810" y="2895674"/>
                  </a:lnTo>
                  <a:lnTo>
                    <a:pt x="744532" y="2895674"/>
                  </a:lnTo>
                  <a:lnTo>
                    <a:pt x="740253" y="2895674"/>
                  </a:lnTo>
                  <a:lnTo>
                    <a:pt x="735974" y="2895674"/>
                  </a:lnTo>
                  <a:lnTo>
                    <a:pt x="731695" y="2895674"/>
                  </a:lnTo>
                  <a:lnTo>
                    <a:pt x="727416" y="2895674"/>
                  </a:lnTo>
                  <a:lnTo>
                    <a:pt x="723137" y="2895674"/>
                  </a:lnTo>
                  <a:lnTo>
                    <a:pt x="718858" y="2895674"/>
                  </a:lnTo>
                  <a:lnTo>
                    <a:pt x="714579" y="2895674"/>
                  </a:lnTo>
                  <a:lnTo>
                    <a:pt x="710300" y="2895674"/>
                  </a:lnTo>
                  <a:lnTo>
                    <a:pt x="706021" y="2895674"/>
                  </a:lnTo>
                  <a:lnTo>
                    <a:pt x="701742" y="2895674"/>
                  </a:lnTo>
                  <a:lnTo>
                    <a:pt x="697463" y="2895674"/>
                  </a:lnTo>
                  <a:lnTo>
                    <a:pt x="693185" y="2895674"/>
                  </a:lnTo>
                  <a:lnTo>
                    <a:pt x="688906" y="2895674"/>
                  </a:lnTo>
                  <a:lnTo>
                    <a:pt x="684627" y="2895674"/>
                  </a:lnTo>
                  <a:lnTo>
                    <a:pt x="680348" y="2895674"/>
                  </a:lnTo>
                  <a:lnTo>
                    <a:pt x="676069" y="2895674"/>
                  </a:lnTo>
                  <a:lnTo>
                    <a:pt x="671790" y="2895674"/>
                  </a:lnTo>
                  <a:lnTo>
                    <a:pt x="667511" y="2895674"/>
                  </a:lnTo>
                  <a:lnTo>
                    <a:pt x="663232" y="2895674"/>
                  </a:lnTo>
                  <a:lnTo>
                    <a:pt x="658953" y="2895674"/>
                  </a:lnTo>
                  <a:lnTo>
                    <a:pt x="654674" y="2895674"/>
                  </a:lnTo>
                  <a:lnTo>
                    <a:pt x="650395" y="2895674"/>
                  </a:lnTo>
                  <a:lnTo>
                    <a:pt x="646116" y="2895674"/>
                  </a:lnTo>
                  <a:lnTo>
                    <a:pt x="641837" y="2895674"/>
                  </a:lnTo>
                  <a:lnTo>
                    <a:pt x="637559" y="2895674"/>
                  </a:lnTo>
                  <a:lnTo>
                    <a:pt x="633280" y="2895674"/>
                  </a:lnTo>
                  <a:lnTo>
                    <a:pt x="629001" y="2895674"/>
                  </a:lnTo>
                  <a:lnTo>
                    <a:pt x="624722" y="2895674"/>
                  </a:lnTo>
                  <a:lnTo>
                    <a:pt x="620443" y="2895674"/>
                  </a:lnTo>
                  <a:lnTo>
                    <a:pt x="616164" y="2895674"/>
                  </a:lnTo>
                  <a:lnTo>
                    <a:pt x="611885" y="2895674"/>
                  </a:lnTo>
                  <a:lnTo>
                    <a:pt x="607606" y="2895674"/>
                  </a:lnTo>
                  <a:lnTo>
                    <a:pt x="603327" y="2895674"/>
                  </a:lnTo>
                  <a:lnTo>
                    <a:pt x="599048" y="2895674"/>
                  </a:lnTo>
                  <a:lnTo>
                    <a:pt x="594769" y="2895674"/>
                  </a:lnTo>
                  <a:lnTo>
                    <a:pt x="590490" y="2895674"/>
                  </a:lnTo>
                  <a:lnTo>
                    <a:pt x="586212" y="2895674"/>
                  </a:lnTo>
                  <a:lnTo>
                    <a:pt x="581933" y="2895674"/>
                  </a:lnTo>
                  <a:lnTo>
                    <a:pt x="577654" y="2895674"/>
                  </a:lnTo>
                  <a:lnTo>
                    <a:pt x="573375" y="2895674"/>
                  </a:lnTo>
                  <a:lnTo>
                    <a:pt x="569096" y="2895674"/>
                  </a:lnTo>
                  <a:lnTo>
                    <a:pt x="564817" y="2895674"/>
                  </a:lnTo>
                  <a:lnTo>
                    <a:pt x="560538" y="2895674"/>
                  </a:lnTo>
                  <a:lnTo>
                    <a:pt x="556259" y="2895674"/>
                  </a:lnTo>
                  <a:lnTo>
                    <a:pt x="551980" y="2895674"/>
                  </a:lnTo>
                  <a:lnTo>
                    <a:pt x="547701" y="2895674"/>
                  </a:lnTo>
                  <a:lnTo>
                    <a:pt x="543422" y="2895674"/>
                  </a:lnTo>
                  <a:lnTo>
                    <a:pt x="539143" y="2895674"/>
                  </a:lnTo>
                  <a:lnTo>
                    <a:pt x="534864" y="2895674"/>
                  </a:lnTo>
                  <a:lnTo>
                    <a:pt x="530586" y="2895674"/>
                  </a:lnTo>
                  <a:lnTo>
                    <a:pt x="526307" y="2895674"/>
                  </a:lnTo>
                  <a:lnTo>
                    <a:pt x="522028" y="2895674"/>
                  </a:lnTo>
                  <a:lnTo>
                    <a:pt x="517749" y="2895674"/>
                  </a:lnTo>
                  <a:lnTo>
                    <a:pt x="513470" y="2895674"/>
                  </a:lnTo>
                  <a:lnTo>
                    <a:pt x="509191" y="2895674"/>
                  </a:lnTo>
                  <a:lnTo>
                    <a:pt x="504912" y="2895674"/>
                  </a:lnTo>
                  <a:lnTo>
                    <a:pt x="500633" y="2895674"/>
                  </a:lnTo>
                  <a:lnTo>
                    <a:pt x="496354" y="2895674"/>
                  </a:lnTo>
                  <a:lnTo>
                    <a:pt x="492075" y="2895674"/>
                  </a:lnTo>
                  <a:lnTo>
                    <a:pt x="487796" y="2895674"/>
                  </a:lnTo>
                  <a:lnTo>
                    <a:pt x="483517" y="2895674"/>
                  </a:lnTo>
                  <a:lnTo>
                    <a:pt x="479239" y="2895674"/>
                  </a:lnTo>
                  <a:lnTo>
                    <a:pt x="474960" y="2895674"/>
                  </a:lnTo>
                  <a:lnTo>
                    <a:pt x="470681" y="2895674"/>
                  </a:lnTo>
                  <a:lnTo>
                    <a:pt x="466402" y="2895674"/>
                  </a:lnTo>
                  <a:lnTo>
                    <a:pt x="462123" y="2895674"/>
                  </a:lnTo>
                  <a:lnTo>
                    <a:pt x="457844" y="2895674"/>
                  </a:lnTo>
                  <a:lnTo>
                    <a:pt x="453565" y="2895674"/>
                  </a:lnTo>
                  <a:lnTo>
                    <a:pt x="449286" y="2895674"/>
                  </a:lnTo>
                  <a:lnTo>
                    <a:pt x="445007" y="2895674"/>
                  </a:lnTo>
                  <a:lnTo>
                    <a:pt x="440728" y="2895674"/>
                  </a:lnTo>
                  <a:lnTo>
                    <a:pt x="436449" y="2895674"/>
                  </a:lnTo>
                  <a:lnTo>
                    <a:pt x="432170" y="2895674"/>
                  </a:lnTo>
                  <a:lnTo>
                    <a:pt x="427891" y="2895674"/>
                  </a:lnTo>
                  <a:lnTo>
                    <a:pt x="423613" y="2895674"/>
                  </a:lnTo>
                  <a:lnTo>
                    <a:pt x="419334" y="2895674"/>
                  </a:lnTo>
                  <a:lnTo>
                    <a:pt x="415055" y="2895674"/>
                  </a:lnTo>
                  <a:lnTo>
                    <a:pt x="410776" y="2895674"/>
                  </a:lnTo>
                  <a:lnTo>
                    <a:pt x="406497" y="2895674"/>
                  </a:lnTo>
                  <a:lnTo>
                    <a:pt x="402218" y="2895674"/>
                  </a:lnTo>
                  <a:lnTo>
                    <a:pt x="397939" y="2895674"/>
                  </a:lnTo>
                  <a:lnTo>
                    <a:pt x="393660" y="2895674"/>
                  </a:lnTo>
                  <a:lnTo>
                    <a:pt x="389381" y="2895674"/>
                  </a:lnTo>
                  <a:lnTo>
                    <a:pt x="385102" y="2895674"/>
                  </a:lnTo>
                  <a:lnTo>
                    <a:pt x="380823" y="2895674"/>
                  </a:lnTo>
                  <a:lnTo>
                    <a:pt x="376544" y="2895674"/>
                  </a:lnTo>
                  <a:lnTo>
                    <a:pt x="372266" y="2895674"/>
                  </a:lnTo>
                  <a:lnTo>
                    <a:pt x="367987" y="2895674"/>
                  </a:lnTo>
                  <a:lnTo>
                    <a:pt x="363708" y="2895674"/>
                  </a:lnTo>
                  <a:lnTo>
                    <a:pt x="359429" y="2895674"/>
                  </a:lnTo>
                  <a:lnTo>
                    <a:pt x="355150" y="2895674"/>
                  </a:lnTo>
                  <a:lnTo>
                    <a:pt x="350871" y="2895674"/>
                  </a:lnTo>
                  <a:lnTo>
                    <a:pt x="346592" y="2895674"/>
                  </a:lnTo>
                  <a:lnTo>
                    <a:pt x="342313" y="2895674"/>
                  </a:lnTo>
                  <a:lnTo>
                    <a:pt x="338034" y="2895674"/>
                  </a:lnTo>
                  <a:lnTo>
                    <a:pt x="333755" y="2895674"/>
                  </a:lnTo>
                  <a:lnTo>
                    <a:pt x="329476" y="2895674"/>
                  </a:lnTo>
                  <a:lnTo>
                    <a:pt x="325197" y="2895674"/>
                  </a:lnTo>
                  <a:lnTo>
                    <a:pt x="320918" y="2895674"/>
                  </a:lnTo>
                  <a:lnTo>
                    <a:pt x="316640" y="2895674"/>
                  </a:lnTo>
                  <a:lnTo>
                    <a:pt x="312361" y="2895674"/>
                  </a:lnTo>
                  <a:lnTo>
                    <a:pt x="308082" y="2895674"/>
                  </a:lnTo>
                  <a:lnTo>
                    <a:pt x="303803" y="2895674"/>
                  </a:lnTo>
                  <a:lnTo>
                    <a:pt x="299524" y="2895674"/>
                  </a:lnTo>
                  <a:lnTo>
                    <a:pt x="295245" y="2895674"/>
                  </a:lnTo>
                  <a:lnTo>
                    <a:pt x="290966" y="2895674"/>
                  </a:lnTo>
                  <a:lnTo>
                    <a:pt x="286687" y="2895674"/>
                  </a:lnTo>
                  <a:lnTo>
                    <a:pt x="282408" y="2895674"/>
                  </a:lnTo>
                  <a:lnTo>
                    <a:pt x="278129" y="2895674"/>
                  </a:lnTo>
                  <a:lnTo>
                    <a:pt x="273850" y="2895674"/>
                  </a:lnTo>
                  <a:lnTo>
                    <a:pt x="269571" y="2895674"/>
                  </a:lnTo>
                  <a:lnTo>
                    <a:pt x="265293" y="2895674"/>
                  </a:lnTo>
                  <a:lnTo>
                    <a:pt x="261014" y="2895674"/>
                  </a:lnTo>
                  <a:lnTo>
                    <a:pt x="256735" y="2895674"/>
                  </a:lnTo>
                  <a:lnTo>
                    <a:pt x="252456" y="2895674"/>
                  </a:lnTo>
                  <a:lnTo>
                    <a:pt x="248177" y="2895674"/>
                  </a:lnTo>
                  <a:lnTo>
                    <a:pt x="243898" y="2895674"/>
                  </a:lnTo>
                  <a:lnTo>
                    <a:pt x="239619" y="2895674"/>
                  </a:lnTo>
                  <a:lnTo>
                    <a:pt x="235340" y="2895674"/>
                  </a:lnTo>
                  <a:lnTo>
                    <a:pt x="231061" y="2895674"/>
                  </a:lnTo>
                  <a:lnTo>
                    <a:pt x="226782" y="2895674"/>
                  </a:lnTo>
                  <a:lnTo>
                    <a:pt x="222503" y="2895674"/>
                  </a:lnTo>
                  <a:lnTo>
                    <a:pt x="218224" y="2895674"/>
                  </a:lnTo>
                  <a:lnTo>
                    <a:pt x="213945" y="2895674"/>
                  </a:lnTo>
                  <a:lnTo>
                    <a:pt x="209667" y="2895674"/>
                  </a:lnTo>
                  <a:lnTo>
                    <a:pt x="205388" y="2895674"/>
                  </a:lnTo>
                  <a:lnTo>
                    <a:pt x="201109" y="2895674"/>
                  </a:lnTo>
                  <a:lnTo>
                    <a:pt x="196830" y="2895674"/>
                  </a:lnTo>
                  <a:lnTo>
                    <a:pt x="192551" y="2895674"/>
                  </a:lnTo>
                  <a:lnTo>
                    <a:pt x="188272" y="2895674"/>
                  </a:lnTo>
                  <a:lnTo>
                    <a:pt x="183993" y="2895674"/>
                  </a:lnTo>
                  <a:lnTo>
                    <a:pt x="179714" y="2895674"/>
                  </a:lnTo>
                  <a:lnTo>
                    <a:pt x="175435" y="2895674"/>
                  </a:lnTo>
                  <a:lnTo>
                    <a:pt x="171156" y="2895674"/>
                  </a:lnTo>
                  <a:lnTo>
                    <a:pt x="166877" y="2895674"/>
                  </a:lnTo>
                  <a:lnTo>
                    <a:pt x="162598" y="2895674"/>
                  </a:lnTo>
                  <a:lnTo>
                    <a:pt x="158320" y="2895674"/>
                  </a:lnTo>
                  <a:lnTo>
                    <a:pt x="154041" y="2895674"/>
                  </a:lnTo>
                  <a:lnTo>
                    <a:pt x="149762" y="2895674"/>
                  </a:lnTo>
                  <a:lnTo>
                    <a:pt x="145483" y="2895674"/>
                  </a:lnTo>
                  <a:lnTo>
                    <a:pt x="141204" y="2895674"/>
                  </a:lnTo>
                  <a:lnTo>
                    <a:pt x="136925" y="2895674"/>
                  </a:lnTo>
                  <a:lnTo>
                    <a:pt x="132646" y="2895674"/>
                  </a:lnTo>
                  <a:lnTo>
                    <a:pt x="128367" y="2895674"/>
                  </a:lnTo>
                  <a:lnTo>
                    <a:pt x="124088" y="2895674"/>
                  </a:lnTo>
                  <a:lnTo>
                    <a:pt x="119809" y="2895674"/>
                  </a:lnTo>
                  <a:lnTo>
                    <a:pt x="115530" y="2895674"/>
                  </a:lnTo>
                  <a:lnTo>
                    <a:pt x="111251" y="2895674"/>
                  </a:lnTo>
                  <a:lnTo>
                    <a:pt x="106972" y="2895674"/>
                  </a:lnTo>
                  <a:lnTo>
                    <a:pt x="102694" y="2895674"/>
                  </a:lnTo>
                  <a:lnTo>
                    <a:pt x="98415" y="2895674"/>
                  </a:lnTo>
                  <a:lnTo>
                    <a:pt x="94136" y="2895674"/>
                  </a:lnTo>
                  <a:lnTo>
                    <a:pt x="89857" y="2895674"/>
                  </a:lnTo>
                  <a:lnTo>
                    <a:pt x="85578" y="2895674"/>
                  </a:lnTo>
                  <a:lnTo>
                    <a:pt x="81299" y="2895674"/>
                  </a:lnTo>
                  <a:lnTo>
                    <a:pt x="77020" y="2895674"/>
                  </a:lnTo>
                  <a:lnTo>
                    <a:pt x="72741" y="2895674"/>
                  </a:lnTo>
                  <a:lnTo>
                    <a:pt x="68462" y="2895674"/>
                  </a:lnTo>
                  <a:lnTo>
                    <a:pt x="64183" y="2895674"/>
                  </a:lnTo>
                  <a:lnTo>
                    <a:pt x="59904" y="2895674"/>
                  </a:lnTo>
                  <a:lnTo>
                    <a:pt x="55625" y="2895674"/>
                  </a:lnTo>
                  <a:lnTo>
                    <a:pt x="51347" y="2895674"/>
                  </a:lnTo>
                  <a:lnTo>
                    <a:pt x="47068" y="2895674"/>
                  </a:lnTo>
                  <a:lnTo>
                    <a:pt x="42789" y="2895674"/>
                  </a:lnTo>
                  <a:lnTo>
                    <a:pt x="38510" y="2895674"/>
                  </a:lnTo>
                  <a:lnTo>
                    <a:pt x="34231" y="2895674"/>
                  </a:lnTo>
                  <a:lnTo>
                    <a:pt x="29952" y="2895674"/>
                  </a:lnTo>
                  <a:lnTo>
                    <a:pt x="25673" y="2895674"/>
                  </a:lnTo>
                  <a:lnTo>
                    <a:pt x="21394" y="2895674"/>
                  </a:lnTo>
                  <a:lnTo>
                    <a:pt x="17115" y="2895674"/>
                  </a:lnTo>
                  <a:lnTo>
                    <a:pt x="12836" y="2895674"/>
                  </a:lnTo>
                  <a:lnTo>
                    <a:pt x="8557" y="2895674"/>
                  </a:lnTo>
                  <a:lnTo>
                    <a:pt x="4278" y="2895674"/>
                  </a:lnTo>
                  <a:lnTo>
                    <a:pt x="0" y="289567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44934" y="3483775"/>
              <a:ext cx="8553560" cy="2895674"/>
            </a:xfrm>
            <a:custGeom>
              <a:avLst/>
              <a:pathLst>
                <a:path w="8553560" h="2895674">
                  <a:moveTo>
                    <a:pt x="0" y="2867252"/>
                  </a:moveTo>
                  <a:lnTo>
                    <a:pt x="4278" y="2883776"/>
                  </a:lnTo>
                  <a:lnTo>
                    <a:pt x="8557" y="2895674"/>
                  </a:lnTo>
                  <a:lnTo>
                    <a:pt x="8557" y="2895674"/>
                  </a:lnTo>
                  <a:lnTo>
                    <a:pt x="12836" y="2895674"/>
                  </a:lnTo>
                  <a:lnTo>
                    <a:pt x="17115" y="2892639"/>
                  </a:lnTo>
                  <a:lnTo>
                    <a:pt x="21394" y="2895674"/>
                  </a:lnTo>
                  <a:lnTo>
                    <a:pt x="21394" y="2895674"/>
                  </a:lnTo>
                  <a:lnTo>
                    <a:pt x="25673" y="2895674"/>
                  </a:lnTo>
                  <a:lnTo>
                    <a:pt x="29952" y="2895674"/>
                  </a:lnTo>
                  <a:lnTo>
                    <a:pt x="34231" y="2895674"/>
                  </a:lnTo>
                  <a:lnTo>
                    <a:pt x="38510" y="2895674"/>
                  </a:lnTo>
                  <a:lnTo>
                    <a:pt x="42789" y="2895674"/>
                  </a:lnTo>
                  <a:lnTo>
                    <a:pt x="47068" y="2895674"/>
                  </a:lnTo>
                  <a:lnTo>
                    <a:pt x="51347" y="2895674"/>
                  </a:lnTo>
                  <a:lnTo>
                    <a:pt x="55625" y="2895674"/>
                  </a:lnTo>
                  <a:lnTo>
                    <a:pt x="59904" y="2887326"/>
                  </a:lnTo>
                  <a:lnTo>
                    <a:pt x="64183" y="2886230"/>
                  </a:lnTo>
                  <a:lnTo>
                    <a:pt x="68462" y="2884771"/>
                  </a:lnTo>
                  <a:lnTo>
                    <a:pt x="72741" y="2894045"/>
                  </a:lnTo>
                  <a:lnTo>
                    <a:pt x="77020" y="2895674"/>
                  </a:lnTo>
                  <a:lnTo>
                    <a:pt x="77020" y="2895674"/>
                  </a:lnTo>
                  <a:lnTo>
                    <a:pt x="81299" y="2867127"/>
                  </a:lnTo>
                  <a:lnTo>
                    <a:pt x="85578" y="2887567"/>
                  </a:lnTo>
                  <a:lnTo>
                    <a:pt x="89857" y="2884031"/>
                  </a:lnTo>
                  <a:lnTo>
                    <a:pt x="94136" y="2858708"/>
                  </a:lnTo>
                  <a:lnTo>
                    <a:pt x="98415" y="2827239"/>
                  </a:lnTo>
                  <a:lnTo>
                    <a:pt x="102694" y="2799018"/>
                  </a:lnTo>
                  <a:lnTo>
                    <a:pt x="106972" y="2826020"/>
                  </a:lnTo>
                  <a:lnTo>
                    <a:pt x="111251" y="2836788"/>
                  </a:lnTo>
                  <a:lnTo>
                    <a:pt x="115530" y="2827510"/>
                  </a:lnTo>
                  <a:lnTo>
                    <a:pt x="119809" y="2834034"/>
                  </a:lnTo>
                  <a:lnTo>
                    <a:pt x="124088" y="2834448"/>
                  </a:lnTo>
                  <a:lnTo>
                    <a:pt x="128367" y="2833421"/>
                  </a:lnTo>
                  <a:lnTo>
                    <a:pt x="132646" y="2787801"/>
                  </a:lnTo>
                  <a:lnTo>
                    <a:pt x="136925" y="2762288"/>
                  </a:lnTo>
                  <a:lnTo>
                    <a:pt x="141204" y="2784610"/>
                  </a:lnTo>
                  <a:lnTo>
                    <a:pt x="145483" y="2794466"/>
                  </a:lnTo>
                  <a:lnTo>
                    <a:pt x="149762" y="2811727"/>
                  </a:lnTo>
                  <a:lnTo>
                    <a:pt x="154041" y="2797912"/>
                  </a:lnTo>
                  <a:lnTo>
                    <a:pt x="158320" y="2836532"/>
                  </a:lnTo>
                  <a:lnTo>
                    <a:pt x="162598" y="2847541"/>
                  </a:lnTo>
                  <a:lnTo>
                    <a:pt x="166877" y="2862859"/>
                  </a:lnTo>
                  <a:lnTo>
                    <a:pt x="171156" y="2879273"/>
                  </a:lnTo>
                  <a:lnTo>
                    <a:pt x="175435" y="2887849"/>
                  </a:lnTo>
                  <a:lnTo>
                    <a:pt x="179714" y="2891599"/>
                  </a:lnTo>
                  <a:lnTo>
                    <a:pt x="183993" y="2873823"/>
                  </a:lnTo>
                  <a:lnTo>
                    <a:pt x="188272" y="2895674"/>
                  </a:lnTo>
                  <a:lnTo>
                    <a:pt x="188272" y="2895674"/>
                  </a:lnTo>
                  <a:lnTo>
                    <a:pt x="192551" y="2895674"/>
                  </a:lnTo>
                  <a:lnTo>
                    <a:pt x="196830" y="2895674"/>
                  </a:lnTo>
                  <a:lnTo>
                    <a:pt x="201109" y="2879724"/>
                  </a:lnTo>
                  <a:lnTo>
                    <a:pt x="205388" y="2872990"/>
                  </a:lnTo>
                  <a:lnTo>
                    <a:pt x="209667" y="2865602"/>
                  </a:lnTo>
                  <a:lnTo>
                    <a:pt x="213945" y="2853711"/>
                  </a:lnTo>
                  <a:lnTo>
                    <a:pt x="218224" y="2826597"/>
                  </a:lnTo>
                  <a:lnTo>
                    <a:pt x="222503" y="2821022"/>
                  </a:lnTo>
                  <a:lnTo>
                    <a:pt x="226782" y="2839373"/>
                  </a:lnTo>
                  <a:lnTo>
                    <a:pt x="231061" y="2856141"/>
                  </a:lnTo>
                  <a:lnTo>
                    <a:pt x="235340" y="2878239"/>
                  </a:lnTo>
                  <a:lnTo>
                    <a:pt x="239619" y="2871604"/>
                  </a:lnTo>
                  <a:lnTo>
                    <a:pt x="243898" y="2846264"/>
                  </a:lnTo>
                  <a:lnTo>
                    <a:pt x="248177" y="2895674"/>
                  </a:lnTo>
                  <a:lnTo>
                    <a:pt x="248177" y="2895674"/>
                  </a:lnTo>
                  <a:lnTo>
                    <a:pt x="252456" y="2885071"/>
                  </a:lnTo>
                  <a:lnTo>
                    <a:pt x="256735" y="2861544"/>
                  </a:lnTo>
                  <a:lnTo>
                    <a:pt x="261014" y="2861618"/>
                  </a:lnTo>
                  <a:lnTo>
                    <a:pt x="265293" y="2839861"/>
                  </a:lnTo>
                  <a:lnTo>
                    <a:pt x="269571" y="2853335"/>
                  </a:lnTo>
                  <a:lnTo>
                    <a:pt x="273850" y="2858656"/>
                  </a:lnTo>
                  <a:lnTo>
                    <a:pt x="278129" y="2835837"/>
                  </a:lnTo>
                  <a:lnTo>
                    <a:pt x="282408" y="2845296"/>
                  </a:lnTo>
                  <a:lnTo>
                    <a:pt x="286687" y="2812189"/>
                  </a:lnTo>
                  <a:lnTo>
                    <a:pt x="290966" y="2775124"/>
                  </a:lnTo>
                  <a:lnTo>
                    <a:pt x="295245" y="2711212"/>
                  </a:lnTo>
                  <a:lnTo>
                    <a:pt x="299524" y="2723459"/>
                  </a:lnTo>
                  <a:lnTo>
                    <a:pt x="303803" y="2778085"/>
                  </a:lnTo>
                  <a:lnTo>
                    <a:pt x="308082" y="2766958"/>
                  </a:lnTo>
                  <a:lnTo>
                    <a:pt x="312361" y="2763522"/>
                  </a:lnTo>
                  <a:lnTo>
                    <a:pt x="316640" y="2784943"/>
                  </a:lnTo>
                  <a:lnTo>
                    <a:pt x="320918" y="2829865"/>
                  </a:lnTo>
                  <a:lnTo>
                    <a:pt x="325197" y="2847213"/>
                  </a:lnTo>
                  <a:lnTo>
                    <a:pt x="329476" y="2817745"/>
                  </a:lnTo>
                  <a:lnTo>
                    <a:pt x="333755" y="2849840"/>
                  </a:lnTo>
                  <a:lnTo>
                    <a:pt x="338034" y="2851551"/>
                  </a:lnTo>
                  <a:lnTo>
                    <a:pt x="342313" y="2895611"/>
                  </a:lnTo>
                  <a:lnTo>
                    <a:pt x="346592" y="2880755"/>
                  </a:lnTo>
                  <a:lnTo>
                    <a:pt x="350871" y="2895674"/>
                  </a:lnTo>
                  <a:lnTo>
                    <a:pt x="350871" y="2895674"/>
                  </a:lnTo>
                  <a:lnTo>
                    <a:pt x="355150" y="2895674"/>
                  </a:lnTo>
                  <a:lnTo>
                    <a:pt x="359429" y="2895674"/>
                  </a:lnTo>
                  <a:lnTo>
                    <a:pt x="363708" y="2895674"/>
                  </a:lnTo>
                  <a:lnTo>
                    <a:pt x="367987" y="2895674"/>
                  </a:lnTo>
                  <a:lnTo>
                    <a:pt x="372266" y="2893582"/>
                  </a:lnTo>
                  <a:lnTo>
                    <a:pt x="376544" y="2872558"/>
                  </a:lnTo>
                  <a:lnTo>
                    <a:pt x="380823" y="2848935"/>
                  </a:lnTo>
                  <a:lnTo>
                    <a:pt x="385102" y="2846189"/>
                  </a:lnTo>
                  <a:lnTo>
                    <a:pt x="389381" y="2867742"/>
                  </a:lnTo>
                  <a:lnTo>
                    <a:pt x="393660" y="2884351"/>
                  </a:lnTo>
                  <a:lnTo>
                    <a:pt x="397939" y="2852191"/>
                  </a:lnTo>
                  <a:lnTo>
                    <a:pt x="402218" y="2851256"/>
                  </a:lnTo>
                  <a:lnTo>
                    <a:pt x="406497" y="2876894"/>
                  </a:lnTo>
                  <a:lnTo>
                    <a:pt x="410776" y="2895674"/>
                  </a:lnTo>
                  <a:lnTo>
                    <a:pt x="410776" y="2895674"/>
                  </a:lnTo>
                  <a:lnTo>
                    <a:pt x="415055" y="2883128"/>
                  </a:lnTo>
                  <a:lnTo>
                    <a:pt x="419334" y="2852556"/>
                  </a:lnTo>
                  <a:lnTo>
                    <a:pt x="423613" y="2883998"/>
                  </a:lnTo>
                  <a:lnTo>
                    <a:pt x="427891" y="2895674"/>
                  </a:lnTo>
                  <a:lnTo>
                    <a:pt x="427891" y="2895674"/>
                  </a:lnTo>
                  <a:lnTo>
                    <a:pt x="432170" y="2895674"/>
                  </a:lnTo>
                  <a:lnTo>
                    <a:pt x="436449" y="2895674"/>
                  </a:lnTo>
                  <a:lnTo>
                    <a:pt x="440728" y="2885040"/>
                  </a:lnTo>
                  <a:lnTo>
                    <a:pt x="445007" y="2895674"/>
                  </a:lnTo>
                  <a:lnTo>
                    <a:pt x="445007" y="2895674"/>
                  </a:lnTo>
                  <a:lnTo>
                    <a:pt x="449286" y="2877139"/>
                  </a:lnTo>
                  <a:lnTo>
                    <a:pt x="453565" y="2850302"/>
                  </a:lnTo>
                  <a:lnTo>
                    <a:pt x="457844" y="2840069"/>
                  </a:lnTo>
                  <a:lnTo>
                    <a:pt x="462123" y="2888166"/>
                  </a:lnTo>
                  <a:lnTo>
                    <a:pt x="466402" y="2881413"/>
                  </a:lnTo>
                  <a:lnTo>
                    <a:pt x="470681" y="2832016"/>
                  </a:lnTo>
                  <a:lnTo>
                    <a:pt x="474960" y="2814247"/>
                  </a:lnTo>
                  <a:lnTo>
                    <a:pt x="479239" y="2808820"/>
                  </a:lnTo>
                  <a:lnTo>
                    <a:pt x="483517" y="2895674"/>
                  </a:lnTo>
                  <a:lnTo>
                    <a:pt x="483517" y="2895674"/>
                  </a:lnTo>
                  <a:lnTo>
                    <a:pt x="487796" y="2895674"/>
                  </a:lnTo>
                  <a:lnTo>
                    <a:pt x="492075" y="2862362"/>
                  </a:lnTo>
                  <a:lnTo>
                    <a:pt x="496354" y="2868829"/>
                  </a:lnTo>
                  <a:lnTo>
                    <a:pt x="500633" y="2867886"/>
                  </a:lnTo>
                  <a:lnTo>
                    <a:pt x="504912" y="2880992"/>
                  </a:lnTo>
                  <a:lnTo>
                    <a:pt x="509191" y="2860714"/>
                  </a:lnTo>
                  <a:lnTo>
                    <a:pt x="513470" y="2833856"/>
                  </a:lnTo>
                  <a:lnTo>
                    <a:pt x="517749" y="2857525"/>
                  </a:lnTo>
                  <a:lnTo>
                    <a:pt x="522028" y="2876285"/>
                  </a:lnTo>
                  <a:lnTo>
                    <a:pt x="526307" y="2894567"/>
                  </a:lnTo>
                  <a:lnTo>
                    <a:pt x="530586" y="2895674"/>
                  </a:lnTo>
                  <a:lnTo>
                    <a:pt x="530586" y="2895674"/>
                  </a:lnTo>
                  <a:lnTo>
                    <a:pt x="534864" y="2894857"/>
                  </a:lnTo>
                  <a:lnTo>
                    <a:pt x="539143" y="2852071"/>
                  </a:lnTo>
                  <a:lnTo>
                    <a:pt x="543422" y="2874181"/>
                  </a:lnTo>
                  <a:lnTo>
                    <a:pt x="547701" y="2841628"/>
                  </a:lnTo>
                  <a:lnTo>
                    <a:pt x="551980" y="2797519"/>
                  </a:lnTo>
                  <a:lnTo>
                    <a:pt x="556259" y="2788285"/>
                  </a:lnTo>
                  <a:lnTo>
                    <a:pt x="560538" y="2776321"/>
                  </a:lnTo>
                  <a:lnTo>
                    <a:pt x="564817" y="2807943"/>
                  </a:lnTo>
                  <a:lnTo>
                    <a:pt x="569096" y="2791864"/>
                  </a:lnTo>
                  <a:lnTo>
                    <a:pt x="573375" y="2805405"/>
                  </a:lnTo>
                  <a:lnTo>
                    <a:pt x="577654" y="2795162"/>
                  </a:lnTo>
                  <a:lnTo>
                    <a:pt x="581933" y="2809310"/>
                  </a:lnTo>
                  <a:lnTo>
                    <a:pt x="586212" y="2835929"/>
                  </a:lnTo>
                  <a:lnTo>
                    <a:pt x="590490" y="2873319"/>
                  </a:lnTo>
                  <a:lnTo>
                    <a:pt x="594769" y="2883615"/>
                  </a:lnTo>
                  <a:lnTo>
                    <a:pt x="599048" y="2861538"/>
                  </a:lnTo>
                  <a:lnTo>
                    <a:pt x="603327" y="2885095"/>
                  </a:lnTo>
                  <a:lnTo>
                    <a:pt x="607606" y="2884877"/>
                  </a:lnTo>
                  <a:lnTo>
                    <a:pt x="611885" y="2895674"/>
                  </a:lnTo>
                  <a:lnTo>
                    <a:pt x="611885" y="2895674"/>
                  </a:lnTo>
                  <a:lnTo>
                    <a:pt x="616164" y="2895674"/>
                  </a:lnTo>
                  <a:lnTo>
                    <a:pt x="620443" y="2895674"/>
                  </a:lnTo>
                  <a:lnTo>
                    <a:pt x="624722" y="2895674"/>
                  </a:lnTo>
                  <a:lnTo>
                    <a:pt x="629001" y="2895674"/>
                  </a:lnTo>
                  <a:lnTo>
                    <a:pt x="633280" y="2873811"/>
                  </a:lnTo>
                  <a:lnTo>
                    <a:pt x="637559" y="2870391"/>
                  </a:lnTo>
                  <a:lnTo>
                    <a:pt x="641837" y="2826622"/>
                  </a:lnTo>
                  <a:lnTo>
                    <a:pt x="646116" y="2838929"/>
                  </a:lnTo>
                  <a:lnTo>
                    <a:pt x="650395" y="2883254"/>
                  </a:lnTo>
                  <a:lnTo>
                    <a:pt x="654674" y="2824797"/>
                  </a:lnTo>
                  <a:lnTo>
                    <a:pt x="658953" y="2840976"/>
                  </a:lnTo>
                  <a:lnTo>
                    <a:pt x="663232" y="2817979"/>
                  </a:lnTo>
                  <a:lnTo>
                    <a:pt x="667511" y="2822089"/>
                  </a:lnTo>
                  <a:lnTo>
                    <a:pt x="671790" y="2792235"/>
                  </a:lnTo>
                  <a:lnTo>
                    <a:pt x="676069" y="2804945"/>
                  </a:lnTo>
                  <a:lnTo>
                    <a:pt x="680348" y="2827016"/>
                  </a:lnTo>
                  <a:lnTo>
                    <a:pt x="684627" y="2820602"/>
                  </a:lnTo>
                  <a:lnTo>
                    <a:pt x="688906" y="2836194"/>
                  </a:lnTo>
                  <a:lnTo>
                    <a:pt x="693185" y="2798099"/>
                  </a:lnTo>
                  <a:lnTo>
                    <a:pt x="697463" y="2824812"/>
                  </a:lnTo>
                  <a:lnTo>
                    <a:pt x="701742" y="2836482"/>
                  </a:lnTo>
                  <a:lnTo>
                    <a:pt x="706021" y="2850471"/>
                  </a:lnTo>
                  <a:lnTo>
                    <a:pt x="710300" y="2873128"/>
                  </a:lnTo>
                  <a:lnTo>
                    <a:pt x="714579" y="2842766"/>
                  </a:lnTo>
                  <a:lnTo>
                    <a:pt x="718858" y="2863748"/>
                  </a:lnTo>
                  <a:lnTo>
                    <a:pt x="723137" y="2872163"/>
                  </a:lnTo>
                  <a:lnTo>
                    <a:pt x="727416" y="2886214"/>
                  </a:lnTo>
                  <a:lnTo>
                    <a:pt x="731695" y="2856405"/>
                  </a:lnTo>
                  <a:lnTo>
                    <a:pt x="735974" y="2825222"/>
                  </a:lnTo>
                  <a:lnTo>
                    <a:pt x="740253" y="2815943"/>
                  </a:lnTo>
                  <a:lnTo>
                    <a:pt x="744532" y="2798779"/>
                  </a:lnTo>
                  <a:lnTo>
                    <a:pt x="748810" y="2810176"/>
                  </a:lnTo>
                  <a:lnTo>
                    <a:pt x="753089" y="2804902"/>
                  </a:lnTo>
                  <a:lnTo>
                    <a:pt x="757368" y="2782713"/>
                  </a:lnTo>
                  <a:lnTo>
                    <a:pt x="761647" y="2767862"/>
                  </a:lnTo>
                  <a:lnTo>
                    <a:pt x="765926" y="2716653"/>
                  </a:lnTo>
                  <a:lnTo>
                    <a:pt x="770205" y="2685382"/>
                  </a:lnTo>
                  <a:lnTo>
                    <a:pt x="774484" y="2671273"/>
                  </a:lnTo>
                  <a:lnTo>
                    <a:pt x="778763" y="2633845"/>
                  </a:lnTo>
                  <a:lnTo>
                    <a:pt x="783042" y="2695127"/>
                  </a:lnTo>
                  <a:lnTo>
                    <a:pt x="787321" y="2711170"/>
                  </a:lnTo>
                  <a:lnTo>
                    <a:pt x="791600" y="2730785"/>
                  </a:lnTo>
                  <a:lnTo>
                    <a:pt x="795879" y="2794036"/>
                  </a:lnTo>
                  <a:lnTo>
                    <a:pt x="800158" y="2806363"/>
                  </a:lnTo>
                  <a:lnTo>
                    <a:pt x="804436" y="2830927"/>
                  </a:lnTo>
                  <a:lnTo>
                    <a:pt x="808715" y="2813317"/>
                  </a:lnTo>
                  <a:lnTo>
                    <a:pt x="812994" y="2787391"/>
                  </a:lnTo>
                  <a:lnTo>
                    <a:pt x="817273" y="2792828"/>
                  </a:lnTo>
                  <a:lnTo>
                    <a:pt x="821552" y="2794816"/>
                  </a:lnTo>
                  <a:lnTo>
                    <a:pt x="825831" y="2775717"/>
                  </a:lnTo>
                  <a:lnTo>
                    <a:pt x="830110" y="2804454"/>
                  </a:lnTo>
                  <a:lnTo>
                    <a:pt x="834389" y="2820598"/>
                  </a:lnTo>
                  <a:lnTo>
                    <a:pt x="838668" y="2825031"/>
                  </a:lnTo>
                  <a:lnTo>
                    <a:pt x="842947" y="2874338"/>
                  </a:lnTo>
                  <a:lnTo>
                    <a:pt x="847226" y="2840947"/>
                  </a:lnTo>
                  <a:lnTo>
                    <a:pt x="851505" y="2867941"/>
                  </a:lnTo>
                  <a:lnTo>
                    <a:pt x="855783" y="2871503"/>
                  </a:lnTo>
                  <a:lnTo>
                    <a:pt x="860062" y="2821870"/>
                  </a:lnTo>
                  <a:lnTo>
                    <a:pt x="864341" y="2860288"/>
                  </a:lnTo>
                  <a:lnTo>
                    <a:pt x="868620" y="2852728"/>
                  </a:lnTo>
                  <a:lnTo>
                    <a:pt x="872899" y="2840385"/>
                  </a:lnTo>
                  <a:lnTo>
                    <a:pt x="877178" y="2885397"/>
                  </a:lnTo>
                  <a:lnTo>
                    <a:pt x="881457" y="2885487"/>
                  </a:lnTo>
                  <a:lnTo>
                    <a:pt x="885736" y="2895674"/>
                  </a:lnTo>
                  <a:lnTo>
                    <a:pt x="885736" y="2895674"/>
                  </a:lnTo>
                  <a:lnTo>
                    <a:pt x="890015" y="2895674"/>
                  </a:lnTo>
                  <a:lnTo>
                    <a:pt x="894294" y="2895674"/>
                  </a:lnTo>
                  <a:lnTo>
                    <a:pt x="898573" y="2895674"/>
                  </a:lnTo>
                  <a:lnTo>
                    <a:pt x="902852" y="2893242"/>
                  </a:lnTo>
                  <a:lnTo>
                    <a:pt x="907131" y="2880368"/>
                  </a:lnTo>
                  <a:lnTo>
                    <a:pt x="911409" y="2847221"/>
                  </a:lnTo>
                  <a:lnTo>
                    <a:pt x="915688" y="2876450"/>
                  </a:lnTo>
                  <a:lnTo>
                    <a:pt x="919967" y="2861133"/>
                  </a:lnTo>
                  <a:lnTo>
                    <a:pt x="924246" y="2862050"/>
                  </a:lnTo>
                  <a:lnTo>
                    <a:pt x="928525" y="2877609"/>
                  </a:lnTo>
                  <a:lnTo>
                    <a:pt x="932804" y="2895674"/>
                  </a:lnTo>
                  <a:lnTo>
                    <a:pt x="932804" y="2895674"/>
                  </a:lnTo>
                  <a:lnTo>
                    <a:pt x="937083" y="2877747"/>
                  </a:lnTo>
                  <a:lnTo>
                    <a:pt x="941362" y="2887168"/>
                  </a:lnTo>
                  <a:lnTo>
                    <a:pt x="945641" y="2867007"/>
                  </a:lnTo>
                  <a:lnTo>
                    <a:pt x="949920" y="2880736"/>
                  </a:lnTo>
                  <a:lnTo>
                    <a:pt x="954199" y="2892156"/>
                  </a:lnTo>
                  <a:lnTo>
                    <a:pt x="958478" y="2895674"/>
                  </a:lnTo>
                  <a:lnTo>
                    <a:pt x="958478" y="2895674"/>
                  </a:lnTo>
                  <a:lnTo>
                    <a:pt x="962756" y="2895674"/>
                  </a:lnTo>
                  <a:lnTo>
                    <a:pt x="967035" y="2895674"/>
                  </a:lnTo>
                  <a:lnTo>
                    <a:pt x="971314" y="2895674"/>
                  </a:lnTo>
                  <a:lnTo>
                    <a:pt x="975593" y="2895674"/>
                  </a:lnTo>
                  <a:lnTo>
                    <a:pt x="979872" y="2885412"/>
                  </a:lnTo>
                  <a:lnTo>
                    <a:pt x="984151" y="2841731"/>
                  </a:lnTo>
                  <a:lnTo>
                    <a:pt x="988430" y="2819264"/>
                  </a:lnTo>
                  <a:lnTo>
                    <a:pt x="992709" y="2783220"/>
                  </a:lnTo>
                  <a:lnTo>
                    <a:pt x="996988" y="2824455"/>
                  </a:lnTo>
                  <a:lnTo>
                    <a:pt x="1001267" y="2829183"/>
                  </a:lnTo>
                  <a:lnTo>
                    <a:pt x="1005546" y="2832933"/>
                  </a:lnTo>
                  <a:lnTo>
                    <a:pt x="1009825" y="2867212"/>
                  </a:lnTo>
                  <a:lnTo>
                    <a:pt x="1014104" y="2865491"/>
                  </a:lnTo>
                  <a:lnTo>
                    <a:pt x="1018382" y="2869396"/>
                  </a:lnTo>
                  <a:lnTo>
                    <a:pt x="1022661" y="2846814"/>
                  </a:lnTo>
                  <a:lnTo>
                    <a:pt x="1026940" y="2847934"/>
                  </a:lnTo>
                  <a:lnTo>
                    <a:pt x="1031219" y="2850721"/>
                  </a:lnTo>
                  <a:lnTo>
                    <a:pt x="1035498" y="2843284"/>
                  </a:lnTo>
                  <a:lnTo>
                    <a:pt x="1039777" y="2848767"/>
                  </a:lnTo>
                  <a:lnTo>
                    <a:pt x="1044056" y="2830766"/>
                  </a:lnTo>
                  <a:lnTo>
                    <a:pt x="1048335" y="2861347"/>
                  </a:lnTo>
                  <a:lnTo>
                    <a:pt x="1052614" y="2858398"/>
                  </a:lnTo>
                  <a:lnTo>
                    <a:pt x="1056893" y="2837329"/>
                  </a:lnTo>
                  <a:lnTo>
                    <a:pt x="1061172" y="2841054"/>
                  </a:lnTo>
                  <a:lnTo>
                    <a:pt x="1065451" y="2822487"/>
                  </a:lnTo>
                  <a:lnTo>
                    <a:pt x="1069729" y="2871976"/>
                  </a:lnTo>
                  <a:lnTo>
                    <a:pt x="1074008" y="2867261"/>
                  </a:lnTo>
                  <a:lnTo>
                    <a:pt x="1078287" y="2837611"/>
                  </a:lnTo>
                  <a:lnTo>
                    <a:pt x="1082566" y="2841081"/>
                  </a:lnTo>
                  <a:lnTo>
                    <a:pt x="1086845" y="2818722"/>
                  </a:lnTo>
                  <a:lnTo>
                    <a:pt x="1091124" y="2846502"/>
                  </a:lnTo>
                  <a:lnTo>
                    <a:pt x="1095403" y="2840511"/>
                  </a:lnTo>
                  <a:lnTo>
                    <a:pt x="1099682" y="2769405"/>
                  </a:lnTo>
                  <a:lnTo>
                    <a:pt x="1103961" y="2772405"/>
                  </a:lnTo>
                  <a:lnTo>
                    <a:pt x="1108240" y="2816565"/>
                  </a:lnTo>
                  <a:lnTo>
                    <a:pt x="1112519" y="2781254"/>
                  </a:lnTo>
                  <a:lnTo>
                    <a:pt x="1116798" y="2747201"/>
                  </a:lnTo>
                  <a:lnTo>
                    <a:pt x="1121077" y="2760951"/>
                  </a:lnTo>
                  <a:lnTo>
                    <a:pt x="1125355" y="2776243"/>
                  </a:lnTo>
                  <a:lnTo>
                    <a:pt x="1129634" y="2797680"/>
                  </a:lnTo>
                  <a:lnTo>
                    <a:pt x="1133913" y="2788368"/>
                  </a:lnTo>
                  <a:lnTo>
                    <a:pt x="1138192" y="2807430"/>
                  </a:lnTo>
                  <a:lnTo>
                    <a:pt x="1142471" y="2818339"/>
                  </a:lnTo>
                  <a:lnTo>
                    <a:pt x="1146750" y="2776541"/>
                  </a:lnTo>
                  <a:lnTo>
                    <a:pt x="1151029" y="2795306"/>
                  </a:lnTo>
                  <a:lnTo>
                    <a:pt x="1155308" y="2766319"/>
                  </a:lnTo>
                  <a:lnTo>
                    <a:pt x="1159587" y="2754581"/>
                  </a:lnTo>
                  <a:lnTo>
                    <a:pt x="1163866" y="2692873"/>
                  </a:lnTo>
                  <a:lnTo>
                    <a:pt x="1168145" y="2625563"/>
                  </a:lnTo>
                  <a:lnTo>
                    <a:pt x="1172424" y="2666895"/>
                  </a:lnTo>
                  <a:lnTo>
                    <a:pt x="1176702" y="2738722"/>
                  </a:lnTo>
                  <a:lnTo>
                    <a:pt x="1180981" y="2758984"/>
                  </a:lnTo>
                  <a:lnTo>
                    <a:pt x="1185260" y="2734278"/>
                  </a:lnTo>
                  <a:lnTo>
                    <a:pt x="1189539" y="2682781"/>
                  </a:lnTo>
                  <a:lnTo>
                    <a:pt x="1193818" y="2757148"/>
                  </a:lnTo>
                  <a:lnTo>
                    <a:pt x="1198097" y="2736721"/>
                  </a:lnTo>
                  <a:lnTo>
                    <a:pt x="1202376" y="2656955"/>
                  </a:lnTo>
                  <a:lnTo>
                    <a:pt x="1206655" y="2669168"/>
                  </a:lnTo>
                  <a:lnTo>
                    <a:pt x="1210934" y="2755707"/>
                  </a:lnTo>
                  <a:lnTo>
                    <a:pt x="1215213" y="2842648"/>
                  </a:lnTo>
                  <a:lnTo>
                    <a:pt x="1219492" y="2798199"/>
                  </a:lnTo>
                  <a:lnTo>
                    <a:pt x="1223771" y="2800468"/>
                  </a:lnTo>
                  <a:lnTo>
                    <a:pt x="1228050" y="2810164"/>
                  </a:lnTo>
                  <a:lnTo>
                    <a:pt x="1232328" y="2823213"/>
                  </a:lnTo>
                  <a:lnTo>
                    <a:pt x="1236607" y="2867558"/>
                  </a:lnTo>
                  <a:lnTo>
                    <a:pt x="1240886" y="2822481"/>
                  </a:lnTo>
                  <a:lnTo>
                    <a:pt x="1245165" y="2786800"/>
                  </a:lnTo>
                  <a:lnTo>
                    <a:pt x="1249444" y="2827084"/>
                  </a:lnTo>
                  <a:lnTo>
                    <a:pt x="1253723" y="2829086"/>
                  </a:lnTo>
                  <a:lnTo>
                    <a:pt x="1258002" y="2825938"/>
                  </a:lnTo>
                  <a:lnTo>
                    <a:pt x="1262281" y="2835520"/>
                  </a:lnTo>
                  <a:lnTo>
                    <a:pt x="1266560" y="2832667"/>
                  </a:lnTo>
                  <a:lnTo>
                    <a:pt x="1270839" y="2865665"/>
                  </a:lnTo>
                  <a:lnTo>
                    <a:pt x="1275118" y="2847382"/>
                  </a:lnTo>
                  <a:lnTo>
                    <a:pt x="1279397" y="2840745"/>
                  </a:lnTo>
                  <a:lnTo>
                    <a:pt x="1283675" y="2822624"/>
                  </a:lnTo>
                  <a:lnTo>
                    <a:pt x="1287954" y="2806218"/>
                  </a:lnTo>
                  <a:lnTo>
                    <a:pt x="1292233" y="2803752"/>
                  </a:lnTo>
                  <a:lnTo>
                    <a:pt x="1296512" y="2787210"/>
                  </a:lnTo>
                  <a:lnTo>
                    <a:pt x="1300791" y="2790844"/>
                  </a:lnTo>
                  <a:lnTo>
                    <a:pt x="1305070" y="2753632"/>
                  </a:lnTo>
                  <a:lnTo>
                    <a:pt x="1309349" y="2780878"/>
                  </a:lnTo>
                  <a:lnTo>
                    <a:pt x="1313628" y="2772539"/>
                  </a:lnTo>
                  <a:lnTo>
                    <a:pt x="1317907" y="2796782"/>
                  </a:lnTo>
                  <a:lnTo>
                    <a:pt x="1322186" y="2789330"/>
                  </a:lnTo>
                  <a:lnTo>
                    <a:pt x="1326465" y="2779862"/>
                  </a:lnTo>
                  <a:lnTo>
                    <a:pt x="1330744" y="2827196"/>
                  </a:lnTo>
                  <a:lnTo>
                    <a:pt x="1335023" y="2814605"/>
                  </a:lnTo>
                  <a:lnTo>
                    <a:pt x="1339301" y="2823155"/>
                  </a:lnTo>
                  <a:lnTo>
                    <a:pt x="1343580" y="2795646"/>
                  </a:lnTo>
                  <a:lnTo>
                    <a:pt x="1347859" y="2779155"/>
                  </a:lnTo>
                  <a:lnTo>
                    <a:pt x="1352138" y="2769921"/>
                  </a:lnTo>
                  <a:lnTo>
                    <a:pt x="1356417" y="2726687"/>
                  </a:lnTo>
                  <a:lnTo>
                    <a:pt x="1360696" y="2636420"/>
                  </a:lnTo>
                  <a:lnTo>
                    <a:pt x="1364975" y="2664069"/>
                  </a:lnTo>
                  <a:lnTo>
                    <a:pt x="1369254" y="2732635"/>
                  </a:lnTo>
                  <a:lnTo>
                    <a:pt x="1373533" y="2760168"/>
                  </a:lnTo>
                  <a:lnTo>
                    <a:pt x="1377812" y="2754480"/>
                  </a:lnTo>
                  <a:lnTo>
                    <a:pt x="1382091" y="2762151"/>
                  </a:lnTo>
                  <a:lnTo>
                    <a:pt x="1386370" y="2779865"/>
                  </a:lnTo>
                  <a:lnTo>
                    <a:pt x="1390648" y="2811730"/>
                  </a:lnTo>
                  <a:lnTo>
                    <a:pt x="1394927" y="2806397"/>
                  </a:lnTo>
                  <a:lnTo>
                    <a:pt x="1399206" y="2812969"/>
                  </a:lnTo>
                  <a:lnTo>
                    <a:pt x="1403485" y="2824879"/>
                  </a:lnTo>
                  <a:lnTo>
                    <a:pt x="1407764" y="2856058"/>
                  </a:lnTo>
                  <a:lnTo>
                    <a:pt x="1412043" y="2870649"/>
                  </a:lnTo>
                  <a:lnTo>
                    <a:pt x="1416322" y="2878758"/>
                  </a:lnTo>
                  <a:lnTo>
                    <a:pt x="1420601" y="2865146"/>
                  </a:lnTo>
                  <a:lnTo>
                    <a:pt x="1424880" y="2860127"/>
                  </a:lnTo>
                  <a:lnTo>
                    <a:pt x="1429159" y="2836239"/>
                  </a:lnTo>
                  <a:lnTo>
                    <a:pt x="1433438" y="2795708"/>
                  </a:lnTo>
                  <a:lnTo>
                    <a:pt x="1437717" y="2801642"/>
                  </a:lnTo>
                  <a:lnTo>
                    <a:pt x="1441996" y="2799092"/>
                  </a:lnTo>
                  <a:lnTo>
                    <a:pt x="1446274" y="2812819"/>
                  </a:lnTo>
                  <a:lnTo>
                    <a:pt x="1450553" y="2823122"/>
                  </a:lnTo>
                  <a:lnTo>
                    <a:pt x="1454832" y="2780657"/>
                  </a:lnTo>
                  <a:lnTo>
                    <a:pt x="1459111" y="2760140"/>
                  </a:lnTo>
                  <a:lnTo>
                    <a:pt x="1463390" y="2796348"/>
                  </a:lnTo>
                  <a:lnTo>
                    <a:pt x="1467669" y="2749083"/>
                  </a:lnTo>
                  <a:lnTo>
                    <a:pt x="1471948" y="2704452"/>
                  </a:lnTo>
                  <a:lnTo>
                    <a:pt x="1476227" y="2677152"/>
                  </a:lnTo>
                  <a:lnTo>
                    <a:pt x="1480506" y="2693931"/>
                  </a:lnTo>
                  <a:lnTo>
                    <a:pt x="1484785" y="2727519"/>
                  </a:lnTo>
                  <a:lnTo>
                    <a:pt x="1489064" y="2674152"/>
                  </a:lnTo>
                  <a:lnTo>
                    <a:pt x="1493343" y="2565861"/>
                  </a:lnTo>
                  <a:lnTo>
                    <a:pt x="1497621" y="2539539"/>
                  </a:lnTo>
                  <a:lnTo>
                    <a:pt x="1501900" y="2514268"/>
                  </a:lnTo>
                  <a:lnTo>
                    <a:pt x="1506179" y="2549454"/>
                  </a:lnTo>
                  <a:lnTo>
                    <a:pt x="1510458" y="2637080"/>
                  </a:lnTo>
                  <a:lnTo>
                    <a:pt x="1514737" y="2660810"/>
                  </a:lnTo>
                  <a:lnTo>
                    <a:pt x="1519016" y="2642071"/>
                  </a:lnTo>
                  <a:lnTo>
                    <a:pt x="1523295" y="2638989"/>
                  </a:lnTo>
                  <a:lnTo>
                    <a:pt x="1527574" y="2690415"/>
                  </a:lnTo>
                  <a:lnTo>
                    <a:pt x="1531853" y="2765958"/>
                  </a:lnTo>
                  <a:lnTo>
                    <a:pt x="1536132" y="2777633"/>
                  </a:lnTo>
                  <a:lnTo>
                    <a:pt x="1540411" y="2758428"/>
                  </a:lnTo>
                  <a:lnTo>
                    <a:pt x="1544690" y="2735274"/>
                  </a:lnTo>
                  <a:lnTo>
                    <a:pt x="1548969" y="2752206"/>
                  </a:lnTo>
                  <a:lnTo>
                    <a:pt x="1553247" y="2753471"/>
                  </a:lnTo>
                  <a:lnTo>
                    <a:pt x="1557526" y="2740302"/>
                  </a:lnTo>
                  <a:lnTo>
                    <a:pt x="1561805" y="2721737"/>
                  </a:lnTo>
                  <a:lnTo>
                    <a:pt x="1566084" y="2707539"/>
                  </a:lnTo>
                  <a:lnTo>
                    <a:pt x="1570363" y="2719792"/>
                  </a:lnTo>
                  <a:lnTo>
                    <a:pt x="1574642" y="2726831"/>
                  </a:lnTo>
                  <a:lnTo>
                    <a:pt x="1578921" y="2705857"/>
                  </a:lnTo>
                  <a:lnTo>
                    <a:pt x="1583200" y="2704001"/>
                  </a:lnTo>
                  <a:lnTo>
                    <a:pt x="1587479" y="2671897"/>
                  </a:lnTo>
                  <a:lnTo>
                    <a:pt x="1591758" y="2691402"/>
                  </a:lnTo>
                  <a:lnTo>
                    <a:pt x="1596037" y="2698823"/>
                  </a:lnTo>
                  <a:lnTo>
                    <a:pt x="1600316" y="2698782"/>
                  </a:lnTo>
                  <a:lnTo>
                    <a:pt x="1604594" y="2709783"/>
                  </a:lnTo>
                  <a:lnTo>
                    <a:pt x="1608873" y="2681751"/>
                  </a:lnTo>
                  <a:lnTo>
                    <a:pt x="1613152" y="2684775"/>
                  </a:lnTo>
                  <a:lnTo>
                    <a:pt x="1617431" y="2623299"/>
                  </a:lnTo>
                  <a:lnTo>
                    <a:pt x="1621710" y="2610093"/>
                  </a:lnTo>
                  <a:lnTo>
                    <a:pt x="1625989" y="2591467"/>
                  </a:lnTo>
                  <a:lnTo>
                    <a:pt x="1630268" y="2504830"/>
                  </a:lnTo>
                  <a:lnTo>
                    <a:pt x="1634547" y="2473595"/>
                  </a:lnTo>
                  <a:lnTo>
                    <a:pt x="1638826" y="2387867"/>
                  </a:lnTo>
                  <a:lnTo>
                    <a:pt x="1643105" y="2405836"/>
                  </a:lnTo>
                  <a:lnTo>
                    <a:pt x="1647384" y="2442676"/>
                  </a:lnTo>
                  <a:lnTo>
                    <a:pt x="1651663" y="2484878"/>
                  </a:lnTo>
                  <a:lnTo>
                    <a:pt x="1655942" y="2560104"/>
                  </a:lnTo>
                  <a:lnTo>
                    <a:pt x="1660220" y="2602219"/>
                  </a:lnTo>
                  <a:lnTo>
                    <a:pt x="1664499" y="2625231"/>
                  </a:lnTo>
                  <a:lnTo>
                    <a:pt x="1668778" y="2633998"/>
                  </a:lnTo>
                  <a:lnTo>
                    <a:pt x="1673057" y="2666063"/>
                  </a:lnTo>
                  <a:lnTo>
                    <a:pt x="1677336" y="2703991"/>
                  </a:lnTo>
                  <a:lnTo>
                    <a:pt x="1681615" y="2705121"/>
                  </a:lnTo>
                  <a:lnTo>
                    <a:pt x="1685894" y="2690450"/>
                  </a:lnTo>
                  <a:lnTo>
                    <a:pt x="1690173" y="2674254"/>
                  </a:lnTo>
                  <a:lnTo>
                    <a:pt x="1694452" y="2645101"/>
                  </a:lnTo>
                  <a:lnTo>
                    <a:pt x="1698731" y="2631432"/>
                  </a:lnTo>
                  <a:lnTo>
                    <a:pt x="1703010" y="2635131"/>
                  </a:lnTo>
                  <a:lnTo>
                    <a:pt x="1707289" y="2678130"/>
                  </a:lnTo>
                  <a:lnTo>
                    <a:pt x="1711567" y="2650327"/>
                  </a:lnTo>
                  <a:lnTo>
                    <a:pt x="1715846" y="2544138"/>
                  </a:lnTo>
                  <a:lnTo>
                    <a:pt x="1720125" y="2511564"/>
                  </a:lnTo>
                  <a:lnTo>
                    <a:pt x="1724404" y="2477233"/>
                  </a:lnTo>
                  <a:lnTo>
                    <a:pt x="1728683" y="2537845"/>
                  </a:lnTo>
                  <a:lnTo>
                    <a:pt x="1732962" y="2588803"/>
                  </a:lnTo>
                  <a:lnTo>
                    <a:pt x="1737241" y="2557708"/>
                  </a:lnTo>
                  <a:lnTo>
                    <a:pt x="1741520" y="2601715"/>
                  </a:lnTo>
                  <a:lnTo>
                    <a:pt x="1745799" y="2612339"/>
                  </a:lnTo>
                  <a:lnTo>
                    <a:pt x="1750078" y="2603202"/>
                  </a:lnTo>
                  <a:lnTo>
                    <a:pt x="1754357" y="2604295"/>
                  </a:lnTo>
                  <a:lnTo>
                    <a:pt x="1758636" y="2547459"/>
                  </a:lnTo>
                  <a:lnTo>
                    <a:pt x="1762915" y="2478528"/>
                  </a:lnTo>
                  <a:lnTo>
                    <a:pt x="1767193" y="2519985"/>
                  </a:lnTo>
                  <a:lnTo>
                    <a:pt x="1771472" y="2578269"/>
                  </a:lnTo>
                  <a:lnTo>
                    <a:pt x="1775751" y="2633149"/>
                  </a:lnTo>
                  <a:lnTo>
                    <a:pt x="1780030" y="2679418"/>
                  </a:lnTo>
                  <a:lnTo>
                    <a:pt x="1784309" y="2643307"/>
                  </a:lnTo>
                  <a:lnTo>
                    <a:pt x="1788588" y="2656313"/>
                  </a:lnTo>
                  <a:lnTo>
                    <a:pt x="1792867" y="2662230"/>
                  </a:lnTo>
                  <a:lnTo>
                    <a:pt x="1797146" y="2631550"/>
                  </a:lnTo>
                  <a:lnTo>
                    <a:pt x="1801425" y="2659711"/>
                  </a:lnTo>
                  <a:lnTo>
                    <a:pt x="1805704" y="2611533"/>
                  </a:lnTo>
                  <a:lnTo>
                    <a:pt x="1809983" y="2638368"/>
                  </a:lnTo>
                  <a:lnTo>
                    <a:pt x="1814262" y="2694287"/>
                  </a:lnTo>
                  <a:lnTo>
                    <a:pt x="1818540" y="2697452"/>
                  </a:lnTo>
                  <a:lnTo>
                    <a:pt x="1822819" y="2683945"/>
                  </a:lnTo>
                  <a:lnTo>
                    <a:pt x="1827098" y="2689852"/>
                  </a:lnTo>
                  <a:lnTo>
                    <a:pt x="1831377" y="2643257"/>
                  </a:lnTo>
                  <a:lnTo>
                    <a:pt x="1835656" y="2642018"/>
                  </a:lnTo>
                  <a:lnTo>
                    <a:pt x="1839935" y="2669106"/>
                  </a:lnTo>
                  <a:lnTo>
                    <a:pt x="1844214" y="2603223"/>
                  </a:lnTo>
                  <a:lnTo>
                    <a:pt x="1848493" y="2560489"/>
                  </a:lnTo>
                  <a:lnTo>
                    <a:pt x="1852772" y="2568392"/>
                  </a:lnTo>
                  <a:lnTo>
                    <a:pt x="1857051" y="2558830"/>
                  </a:lnTo>
                  <a:lnTo>
                    <a:pt x="1861330" y="2570312"/>
                  </a:lnTo>
                  <a:lnTo>
                    <a:pt x="1865609" y="2417525"/>
                  </a:lnTo>
                  <a:lnTo>
                    <a:pt x="1869888" y="2440558"/>
                  </a:lnTo>
                  <a:lnTo>
                    <a:pt x="1874166" y="2551944"/>
                  </a:lnTo>
                  <a:lnTo>
                    <a:pt x="1878445" y="2585476"/>
                  </a:lnTo>
                  <a:lnTo>
                    <a:pt x="1882724" y="2596682"/>
                  </a:lnTo>
                  <a:lnTo>
                    <a:pt x="1887003" y="2492333"/>
                  </a:lnTo>
                  <a:lnTo>
                    <a:pt x="1891282" y="2629783"/>
                  </a:lnTo>
                  <a:lnTo>
                    <a:pt x="1895561" y="2645759"/>
                  </a:lnTo>
                  <a:lnTo>
                    <a:pt x="1899840" y="2589455"/>
                  </a:lnTo>
                  <a:lnTo>
                    <a:pt x="1904119" y="2550323"/>
                  </a:lnTo>
                  <a:lnTo>
                    <a:pt x="1908398" y="2546281"/>
                  </a:lnTo>
                  <a:lnTo>
                    <a:pt x="1912677" y="2643239"/>
                  </a:lnTo>
                  <a:lnTo>
                    <a:pt x="1916956" y="2563762"/>
                  </a:lnTo>
                  <a:lnTo>
                    <a:pt x="1921235" y="2519480"/>
                  </a:lnTo>
                  <a:lnTo>
                    <a:pt x="1925513" y="2603692"/>
                  </a:lnTo>
                  <a:lnTo>
                    <a:pt x="1929792" y="2663240"/>
                  </a:lnTo>
                  <a:lnTo>
                    <a:pt x="1934071" y="2746626"/>
                  </a:lnTo>
                  <a:lnTo>
                    <a:pt x="1938350" y="2698329"/>
                  </a:lnTo>
                  <a:lnTo>
                    <a:pt x="1942629" y="2733676"/>
                  </a:lnTo>
                  <a:lnTo>
                    <a:pt x="1946908" y="2775158"/>
                  </a:lnTo>
                  <a:lnTo>
                    <a:pt x="1951187" y="2771919"/>
                  </a:lnTo>
                  <a:lnTo>
                    <a:pt x="1955466" y="2792943"/>
                  </a:lnTo>
                  <a:lnTo>
                    <a:pt x="1959745" y="2764841"/>
                  </a:lnTo>
                  <a:lnTo>
                    <a:pt x="1964024" y="2765801"/>
                  </a:lnTo>
                  <a:lnTo>
                    <a:pt x="1968303" y="2791594"/>
                  </a:lnTo>
                  <a:lnTo>
                    <a:pt x="1972582" y="2791084"/>
                  </a:lnTo>
                  <a:lnTo>
                    <a:pt x="1976861" y="2781462"/>
                  </a:lnTo>
                  <a:lnTo>
                    <a:pt x="1981139" y="2770148"/>
                  </a:lnTo>
                  <a:lnTo>
                    <a:pt x="1985418" y="2766089"/>
                  </a:lnTo>
                  <a:lnTo>
                    <a:pt x="1989697" y="2708026"/>
                  </a:lnTo>
                  <a:lnTo>
                    <a:pt x="1993976" y="2702339"/>
                  </a:lnTo>
                  <a:lnTo>
                    <a:pt x="1998255" y="2707326"/>
                  </a:lnTo>
                  <a:lnTo>
                    <a:pt x="2002534" y="2736042"/>
                  </a:lnTo>
                  <a:lnTo>
                    <a:pt x="2006813" y="2745778"/>
                  </a:lnTo>
                  <a:lnTo>
                    <a:pt x="2011092" y="2745041"/>
                  </a:lnTo>
                  <a:lnTo>
                    <a:pt x="2015371" y="2731326"/>
                  </a:lnTo>
                  <a:lnTo>
                    <a:pt x="2019650" y="2737860"/>
                  </a:lnTo>
                  <a:lnTo>
                    <a:pt x="2023929" y="2715302"/>
                  </a:lnTo>
                  <a:lnTo>
                    <a:pt x="2028208" y="2720198"/>
                  </a:lnTo>
                  <a:lnTo>
                    <a:pt x="2032486" y="2738424"/>
                  </a:lnTo>
                  <a:lnTo>
                    <a:pt x="2036765" y="2731280"/>
                  </a:lnTo>
                  <a:lnTo>
                    <a:pt x="2041044" y="2751014"/>
                  </a:lnTo>
                  <a:lnTo>
                    <a:pt x="2045323" y="2759874"/>
                  </a:lnTo>
                  <a:lnTo>
                    <a:pt x="2049602" y="2758545"/>
                  </a:lnTo>
                  <a:lnTo>
                    <a:pt x="2053881" y="2757533"/>
                  </a:lnTo>
                  <a:lnTo>
                    <a:pt x="2058160" y="2733463"/>
                  </a:lnTo>
                  <a:lnTo>
                    <a:pt x="2062439" y="2738598"/>
                  </a:lnTo>
                  <a:lnTo>
                    <a:pt x="2066718" y="2717979"/>
                  </a:lnTo>
                  <a:lnTo>
                    <a:pt x="2070997" y="2712099"/>
                  </a:lnTo>
                  <a:lnTo>
                    <a:pt x="2075276" y="2708884"/>
                  </a:lnTo>
                  <a:lnTo>
                    <a:pt x="2079555" y="2730801"/>
                  </a:lnTo>
                  <a:lnTo>
                    <a:pt x="2083834" y="2757907"/>
                  </a:lnTo>
                  <a:lnTo>
                    <a:pt x="2088112" y="2712624"/>
                  </a:lnTo>
                  <a:lnTo>
                    <a:pt x="2092391" y="2726835"/>
                  </a:lnTo>
                  <a:lnTo>
                    <a:pt x="2096670" y="2698315"/>
                  </a:lnTo>
                  <a:lnTo>
                    <a:pt x="2100949" y="2631893"/>
                  </a:lnTo>
                  <a:lnTo>
                    <a:pt x="2105228" y="2676028"/>
                  </a:lnTo>
                  <a:lnTo>
                    <a:pt x="2109507" y="2627651"/>
                  </a:lnTo>
                  <a:lnTo>
                    <a:pt x="2113786" y="2619011"/>
                  </a:lnTo>
                  <a:lnTo>
                    <a:pt x="2118065" y="2625769"/>
                  </a:lnTo>
                  <a:lnTo>
                    <a:pt x="2122344" y="2637251"/>
                  </a:lnTo>
                  <a:lnTo>
                    <a:pt x="2126623" y="2633469"/>
                  </a:lnTo>
                  <a:lnTo>
                    <a:pt x="2130902" y="2607082"/>
                  </a:lnTo>
                  <a:lnTo>
                    <a:pt x="2135181" y="2608729"/>
                  </a:lnTo>
                  <a:lnTo>
                    <a:pt x="2139459" y="2638973"/>
                  </a:lnTo>
                  <a:lnTo>
                    <a:pt x="2143738" y="2637967"/>
                  </a:lnTo>
                  <a:lnTo>
                    <a:pt x="2148017" y="2663183"/>
                  </a:lnTo>
                  <a:lnTo>
                    <a:pt x="2152296" y="2675341"/>
                  </a:lnTo>
                  <a:lnTo>
                    <a:pt x="2156575" y="2662490"/>
                  </a:lnTo>
                  <a:lnTo>
                    <a:pt x="2160854" y="2635627"/>
                  </a:lnTo>
                  <a:lnTo>
                    <a:pt x="2165133" y="2627130"/>
                  </a:lnTo>
                  <a:lnTo>
                    <a:pt x="2169412" y="2622358"/>
                  </a:lnTo>
                  <a:lnTo>
                    <a:pt x="2173691" y="2622130"/>
                  </a:lnTo>
                  <a:lnTo>
                    <a:pt x="2177970" y="2641495"/>
                  </a:lnTo>
                  <a:lnTo>
                    <a:pt x="2182249" y="2641282"/>
                  </a:lnTo>
                  <a:lnTo>
                    <a:pt x="2186528" y="2650134"/>
                  </a:lnTo>
                  <a:lnTo>
                    <a:pt x="2190807" y="2640314"/>
                  </a:lnTo>
                  <a:lnTo>
                    <a:pt x="2195085" y="2596185"/>
                  </a:lnTo>
                  <a:lnTo>
                    <a:pt x="2199364" y="2543509"/>
                  </a:lnTo>
                  <a:lnTo>
                    <a:pt x="2203643" y="2529487"/>
                  </a:lnTo>
                  <a:lnTo>
                    <a:pt x="2207922" y="2488380"/>
                  </a:lnTo>
                  <a:lnTo>
                    <a:pt x="2212201" y="2493607"/>
                  </a:lnTo>
                  <a:lnTo>
                    <a:pt x="2216480" y="2549466"/>
                  </a:lnTo>
                  <a:lnTo>
                    <a:pt x="2220759" y="2529315"/>
                  </a:lnTo>
                  <a:lnTo>
                    <a:pt x="2225038" y="2578010"/>
                  </a:lnTo>
                  <a:lnTo>
                    <a:pt x="2229317" y="2633267"/>
                  </a:lnTo>
                  <a:lnTo>
                    <a:pt x="2233596" y="2588730"/>
                  </a:lnTo>
                  <a:lnTo>
                    <a:pt x="2237875" y="2610587"/>
                  </a:lnTo>
                  <a:lnTo>
                    <a:pt x="2242154" y="2560530"/>
                  </a:lnTo>
                  <a:lnTo>
                    <a:pt x="2246432" y="2592600"/>
                  </a:lnTo>
                  <a:lnTo>
                    <a:pt x="2250711" y="2537464"/>
                  </a:lnTo>
                  <a:lnTo>
                    <a:pt x="2254990" y="2423692"/>
                  </a:lnTo>
                  <a:lnTo>
                    <a:pt x="2259269" y="2455235"/>
                  </a:lnTo>
                  <a:lnTo>
                    <a:pt x="2263548" y="2494535"/>
                  </a:lnTo>
                  <a:lnTo>
                    <a:pt x="2267827" y="2475148"/>
                  </a:lnTo>
                  <a:lnTo>
                    <a:pt x="2272106" y="2502777"/>
                  </a:lnTo>
                  <a:lnTo>
                    <a:pt x="2276385" y="2474167"/>
                  </a:lnTo>
                  <a:lnTo>
                    <a:pt x="2280664" y="2433247"/>
                  </a:lnTo>
                  <a:lnTo>
                    <a:pt x="2284943" y="2433921"/>
                  </a:lnTo>
                  <a:lnTo>
                    <a:pt x="2289222" y="2428638"/>
                  </a:lnTo>
                  <a:lnTo>
                    <a:pt x="2293501" y="2442700"/>
                  </a:lnTo>
                  <a:lnTo>
                    <a:pt x="2297780" y="2462792"/>
                  </a:lnTo>
                  <a:lnTo>
                    <a:pt x="2302058" y="2496026"/>
                  </a:lnTo>
                  <a:lnTo>
                    <a:pt x="2306337" y="2487649"/>
                  </a:lnTo>
                  <a:lnTo>
                    <a:pt x="2310616" y="2491957"/>
                  </a:lnTo>
                  <a:lnTo>
                    <a:pt x="2314895" y="2509603"/>
                  </a:lnTo>
                  <a:lnTo>
                    <a:pt x="2319174" y="2510113"/>
                  </a:lnTo>
                  <a:lnTo>
                    <a:pt x="2323453" y="2522038"/>
                  </a:lnTo>
                  <a:lnTo>
                    <a:pt x="2327732" y="2506537"/>
                  </a:lnTo>
                  <a:lnTo>
                    <a:pt x="2332011" y="2515456"/>
                  </a:lnTo>
                  <a:lnTo>
                    <a:pt x="2336290" y="2477487"/>
                  </a:lnTo>
                  <a:lnTo>
                    <a:pt x="2340569" y="2459468"/>
                  </a:lnTo>
                  <a:lnTo>
                    <a:pt x="2344848" y="2427880"/>
                  </a:lnTo>
                  <a:lnTo>
                    <a:pt x="2349127" y="2421263"/>
                  </a:lnTo>
                  <a:lnTo>
                    <a:pt x="2353405" y="2316751"/>
                  </a:lnTo>
                  <a:lnTo>
                    <a:pt x="2357684" y="2342941"/>
                  </a:lnTo>
                  <a:lnTo>
                    <a:pt x="2361963" y="2323619"/>
                  </a:lnTo>
                  <a:lnTo>
                    <a:pt x="2366242" y="2340891"/>
                  </a:lnTo>
                  <a:lnTo>
                    <a:pt x="2370521" y="2303875"/>
                  </a:lnTo>
                  <a:lnTo>
                    <a:pt x="2374800" y="2309814"/>
                  </a:lnTo>
                  <a:lnTo>
                    <a:pt x="2379079" y="2305534"/>
                  </a:lnTo>
                  <a:lnTo>
                    <a:pt x="2383358" y="2094122"/>
                  </a:lnTo>
                  <a:lnTo>
                    <a:pt x="2387637" y="2102659"/>
                  </a:lnTo>
                  <a:lnTo>
                    <a:pt x="2391916" y="1948912"/>
                  </a:lnTo>
                  <a:lnTo>
                    <a:pt x="2396195" y="1929038"/>
                  </a:lnTo>
                  <a:lnTo>
                    <a:pt x="2400474" y="1968831"/>
                  </a:lnTo>
                  <a:lnTo>
                    <a:pt x="2404753" y="1925389"/>
                  </a:lnTo>
                  <a:lnTo>
                    <a:pt x="2409031" y="1992798"/>
                  </a:lnTo>
                  <a:lnTo>
                    <a:pt x="2413310" y="1928888"/>
                  </a:lnTo>
                  <a:lnTo>
                    <a:pt x="2417589" y="2036651"/>
                  </a:lnTo>
                  <a:lnTo>
                    <a:pt x="2421868" y="2063074"/>
                  </a:lnTo>
                  <a:lnTo>
                    <a:pt x="2426147" y="1992356"/>
                  </a:lnTo>
                  <a:lnTo>
                    <a:pt x="2430426" y="2053795"/>
                  </a:lnTo>
                  <a:lnTo>
                    <a:pt x="2434705" y="2084884"/>
                  </a:lnTo>
                  <a:lnTo>
                    <a:pt x="2438984" y="2085012"/>
                  </a:lnTo>
                  <a:lnTo>
                    <a:pt x="2443263" y="2080521"/>
                  </a:lnTo>
                  <a:lnTo>
                    <a:pt x="2447542" y="2101121"/>
                  </a:lnTo>
                  <a:lnTo>
                    <a:pt x="2451821" y="2118981"/>
                  </a:lnTo>
                  <a:lnTo>
                    <a:pt x="2456100" y="2116581"/>
                  </a:lnTo>
                  <a:lnTo>
                    <a:pt x="2460378" y="2133655"/>
                  </a:lnTo>
                  <a:lnTo>
                    <a:pt x="2464657" y="2129926"/>
                  </a:lnTo>
                  <a:lnTo>
                    <a:pt x="2468936" y="2055291"/>
                  </a:lnTo>
                  <a:lnTo>
                    <a:pt x="2473215" y="1980652"/>
                  </a:lnTo>
                  <a:lnTo>
                    <a:pt x="2477494" y="1810188"/>
                  </a:lnTo>
                  <a:lnTo>
                    <a:pt x="2481773" y="1761182"/>
                  </a:lnTo>
                  <a:lnTo>
                    <a:pt x="2486052" y="1662513"/>
                  </a:lnTo>
                  <a:lnTo>
                    <a:pt x="2490331" y="1614044"/>
                  </a:lnTo>
                  <a:lnTo>
                    <a:pt x="2494610" y="1630933"/>
                  </a:lnTo>
                  <a:lnTo>
                    <a:pt x="2498889" y="1697045"/>
                  </a:lnTo>
                  <a:lnTo>
                    <a:pt x="2503168" y="1836516"/>
                  </a:lnTo>
                  <a:lnTo>
                    <a:pt x="2507447" y="1861479"/>
                  </a:lnTo>
                  <a:lnTo>
                    <a:pt x="2511726" y="1862072"/>
                  </a:lnTo>
                  <a:lnTo>
                    <a:pt x="2516004" y="1859935"/>
                  </a:lnTo>
                  <a:lnTo>
                    <a:pt x="2520283" y="1741274"/>
                  </a:lnTo>
                  <a:lnTo>
                    <a:pt x="2524562" y="1814409"/>
                  </a:lnTo>
                  <a:lnTo>
                    <a:pt x="2528841" y="1731880"/>
                  </a:lnTo>
                  <a:lnTo>
                    <a:pt x="2533120" y="1724376"/>
                  </a:lnTo>
                  <a:lnTo>
                    <a:pt x="2537399" y="1580400"/>
                  </a:lnTo>
                  <a:lnTo>
                    <a:pt x="2541678" y="1607896"/>
                  </a:lnTo>
                  <a:lnTo>
                    <a:pt x="2545957" y="1547494"/>
                  </a:lnTo>
                  <a:lnTo>
                    <a:pt x="2550236" y="1542123"/>
                  </a:lnTo>
                  <a:lnTo>
                    <a:pt x="2554515" y="1586868"/>
                  </a:lnTo>
                  <a:lnTo>
                    <a:pt x="2558794" y="1559802"/>
                  </a:lnTo>
                  <a:lnTo>
                    <a:pt x="2563073" y="1590343"/>
                  </a:lnTo>
                  <a:lnTo>
                    <a:pt x="2567351" y="1588031"/>
                  </a:lnTo>
                  <a:lnTo>
                    <a:pt x="2571630" y="1540116"/>
                  </a:lnTo>
                  <a:lnTo>
                    <a:pt x="2575909" y="1585205"/>
                  </a:lnTo>
                  <a:lnTo>
                    <a:pt x="2580188" y="1501226"/>
                  </a:lnTo>
                  <a:lnTo>
                    <a:pt x="2584467" y="1425984"/>
                  </a:lnTo>
                  <a:lnTo>
                    <a:pt x="2588746" y="1350902"/>
                  </a:lnTo>
                  <a:lnTo>
                    <a:pt x="2593025" y="1329548"/>
                  </a:lnTo>
                  <a:lnTo>
                    <a:pt x="2597304" y="1301975"/>
                  </a:lnTo>
                  <a:lnTo>
                    <a:pt x="2601583" y="1242175"/>
                  </a:lnTo>
                  <a:lnTo>
                    <a:pt x="2605862" y="1172191"/>
                  </a:lnTo>
                  <a:lnTo>
                    <a:pt x="2610141" y="1159398"/>
                  </a:lnTo>
                  <a:lnTo>
                    <a:pt x="2614420" y="1049798"/>
                  </a:lnTo>
                  <a:lnTo>
                    <a:pt x="2618699" y="993305"/>
                  </a:lnTo>
                  <a:lnTo>
                    <a:pt x="2622977" y="932893"/>
                  </a:lnTo>
                  <a:lnTo>
                    <a:pt x="2627256" y="884201"/>
                  </a:lnTo>
                  <a:lnTo>
                    <a:pt x="2631535" y="1020440"/>
                  </a:lnTo>
                  <a:lnTo>
                    <a:pt x="2635814" y="906420"/>
                  </a:lnTo>
                  <a:lnTo>
                    <a:pt x="2640093" y="973975"/>
                  </a:lnTo>
                  <a:lnTo>
                    <a:pt x="2644372" y="973089"/>
                  </a:lnTo>
                  <a:lnTo>
                    <a:pt x="2648651" y="965361"/>
                  </a:lnTo>
                  <a:lnTo>
                    <a:pt x="2652930" y="1033787"/>
                  </a:lnTo>
                  <a:lnTo>
                    <a:pt x="2657209" y="1000506"/>
                  </a:lnTo>
                  <a:lnTo>
                    <a:pt x="2661488" y="1024739"/>
                  </a:lnTo>
                  <a:lnTo>
                    <a:pt x="2665767" y="969417"/>
                  </a:lnTo>
                  <a:lnTo>
                    <a:pt x="2670046" y="911865"/>
                  </a:lnTo>
                  <a:lnTo>
                    <a:pt x="2674324" y="932178"/>
                  </a:lnTo>
                  <a:lnTo>
                    <a:pt x="2678603" y="915293"/>
                  </a:lnTo>
                  <a:lnTo>
                    <a:pt x="2682882" y="869597"/>
                  </a:lnTo>
                  <a:lnTo>
                    <a:pt x="2687161" y="817133"/>
                  </a:lnTo>
                  <a:lnTo>
                    <a:pt x="2691440" y="715807"/>
                  </a:lnTo>
                  <a:lnTo>
                    <a:pt x="2695719" y="753358"/>
                  </a:lnTo>
                  <a:lnTo>
                    <a:pt x="2699998" y="715182"/>
                  </a:lnTo>
                  <a:lnTo>
                    <a:pt x="2704277" y="774319"/>
                  </a:lnTo>
                  <a:lnTo>
                    <a:pt x="2708556" y="774153"/>
                  </a:lnTo>
                  <a:lnTo>
                    <a:pt x="2712835" y="769565"/>
                  </a:lnTo>
                  <a:lnTo>
                    <a:pt x="2717114" y="698586"/>
                  </a:lnTo>
                  <a:lnTo>
                    <a:pt x="2721393" y="696180"/>
                  </a:lnTo>
                  <a:lnTo>
                    <a:pt x="2725672" y="830865"/>
                  </a:lnTo>
                  <a:lnTo>
                    <a:pt x="2729950" y="918888"/>
                  </a:lnTo>
                  <a:lnTo>
                    <a:pt x="2734229" y="930770"/>
                  </a:lnTo>
                  <a:lnTo>
                    <a:pt x="2738508" y="940513"/>
                  </a:lnTo>
                  <a:lnTo>
                    <a:pt x="2742787" y="918405"/>
                  </a:lnTo>
                  <a:lnTo>
                    <a:pt x="2747066" y="940046"/>
                  </a:lnTo>
                  <a:lnTo>
                    <a:pt x="2751345" y="851170"/>
                  </a:lnTo>
                  <a:lnTo>
                    <a:pt x="2755624" y="745012"/>
                  </a:lnTo>
                  <a:lnTo>
                    <a:pt x="2759903" y="693722"/>
                  </a:lnTo>
                  <a:lnTo>
                    <a:pt x="2764182" y="573861"/>
                  </a:lnTo>
                  <a:lnTo>
                    <a:pt x="2768461" y="584921"/>
                  </a:lnTo>
                  <a:lnTo>
                    <a:pt x="2772740" y="529453"/>
                  </a:lnTo>
                  <a:lnTo>
                    <a:pt x="2777019" y="539271"/>
                  </a:lnTo>
                  <a:lnTo>
                    <a:pt x="2781297" y="572895"/>
                  </a:lnTo>
                  <a:lnTo>
                    <a:pt x="2785576" y="556130"/>
                  </a:lnTo>
                  <a:lnTo>
                    <a:pt x="2789855" y="604486"/>
                  </a:lnTo>
                  <a:lnTo>
                    <a:pt x="2794134" y="529379"/>
                  </a:lnTo>
                  <a:lnTo>
                    <a:pt x="2798413" y="516844"/>
                  </a:lnTo>
                  <a:lnTo>
                    <a:pt x="2802692" y="471638"/>
                  </a:lnTo>
                  <a:lnTo>
                    <a:pt x="2806971" y="478584"/>
                  </a:lnTo>
                  <a:lnTo>
                    <a:pt x="2811250" y="543079"/>
                  </a:lnTo>
                  <a:lnTo>
                    <a:pt x="2815529" y="494978"/>
                  </a:lnTo>
                  <a:lnTo>
                    <a:pt x="2819808" y="495027"/>
                  </a:lnTo>
                  <a:lnTo>
                    <a:pt x="2824087" y="518985"/>
                  </a:lnTo>
                  <a:lnTo>
                    <a:pt x="2828366" y="578953"/>
                  </a:lnTo>
                  <a:lnTo>
                    <a:pt x="2832645" y="579569"/>
                  </a:lnTo>
                  <a:lnTo>
                    <a:pt x="2836923" y="692584"/>
                  </a:lnTo>
                  <a:lnTo>
                    <a:pt x="2841202" y="680889"/>
                  </a:lnTo>
                  <a:lnTo>
                    <a:pt x="2845481" y="698837"/>
                  </a:lnTo>
                  <a:lnTo>
                    <a:pt x="2849760" y="716574"/>
                  </a:lnTo>
                  <a:lnTo>
                    <a:pt x="2854039" y="600009"/>
                  </a:lnTo>
                  <a:lnTo>
                    <a:pt x="2858318" y="678262"/>
                  </a:lnTo>
                  <a:lnTo>
                    <a:pt x="2862597" y="703532"/>
                  </a:lnTo>
                  <a:lnTo>
                    <a:pt x="2866876" y="627288"/>
                  </a:lnTo>
                  <a:lnTo>
                    <a:pt x="2871155" y="557393"/>
                  </a:lnTo>
                  <a:lnTo>
                    <a:pt x="2875434" y="653173"/>
                  </a:lnTo>
                  <a:lnTo>
                    <a:pt x="2879713" y="621018"/>
                  </a:lnTo>
                  <a:lnTo>
                    <a:pt x="2883992" y="716269"/>
                  </a:lnTo>
                  <a:lnTo>
                    <a:pt x="2888270" y="626389"/>
                  </a:lnTo>
                  <a:lnTo>
                    <a:pt x="2892549" y="595886"/>
                  </a:lnTo>
                  <a:lnTo>
                    <a:pt x="2896828" y="583808"/>
                  </a:lnTo>
                  <a:lnTo>
                    <a:pt x="2901107" y="532013"/>
                  </a:lnTo>
                  <a:lnTo>
                    <a:pt x="2905386" y="329495"/>
                  </a:lnTo>
                  <a:lnTo>
                    <a:pt x="2909665" y="336228"/>
                  </a:lnTo>
                  <a:lnTo>
                    <a:pt x="2913944" y="344662"/>
                  </a:lnTo>
                  <a:lnTo>
                    <a:pt x="2918223" y="317387"/>
                  </a:lnTo>
                  <a:lnTo>
                    <a:pt x="2922502" y="255660"/>
                  </a:lnTo>
                  <a:lnTo>
                    <a:pt x="2926781" y="279379"/>
                  </a:lnTo>
                  <a:lnTo>
                    <a:pt x="2931060" y="247091"/>
                  </a:lnTo>
                  <a:lnTo>
                    <a:pt x="2935339" y="225110"/>
                  </a:lnTo>
                  <a:lnTo>
                    <a:pt x="2939618" y="286134"/>
                  </a:lnTo>
                  <a:lnTo>
                    <a:pt x="2943896" y="340693"/>
                  </a:lnTo>
                  <a:lnTo>
                    <a:pt x="2948175" y="375952"/>
                  </a:lnTo>
                  <a:lnTo>
                    <a:pt x="2952454" y="382899"/>
                  </a:lnTo>
                  <a:lnTo>
                    <a:pt x="2956733" y="376615"/>
                  </a:lnTo>
                  <a:lnTo>
                    <a:pt x="2961012" y="384266"/>
                  </a:lnTo>
                  <a:lnTo>
                    <a:pt x="2965291" y="375368"/>
                  </a:lnTo>
                  <a:lnTo>
                    <a:pt x="2969570" y="330276"/>
                  </a:lnTo>
                  <a:lnTo>
                    <a:pt x="2973849" y="359582"/>
                  </a:lnTo>
                  <a:lnTo>
                    <a:pt x="2978128" y="399387"/>
                  </a:lnTo>
                  <a:lnTo>
                    <a:pt x="2982407" y="415112"/>
                  </a:lnTo>
                  <a:lnTo>
                    <a:pt x="2986686" y="417126"/>
                  </a:lnTo>
                  <a:lnTo>
                    <a:pt x="2990965" y="486302"/>
                  </a:lnTo>
                  <a:lnTo>
                    <a:pt x="2995243" y="597739"/>
                  </a:lnTo>
                  <a:lnTo>
                    <a:pt x="2999522" y="719646"/>
                  </a:lnTo>
                  <a:lnTo>
                    <a:pt x="3003801" y="760546"/>
                  </a:lnTo>
                  <a:lnTo>
                    <a:pt x="3008080" y="771398"/>
                  </a:lnTo>
                  <a:lnTo>
                    <a:pt x="3012359" y="672334"/>
                  </a:lnTo>
                  <a:lnTo>
                    <a:pt x="3016638" y="600134"/>
                  </a:lnTo>
                  <a:lnTo>
                    <a:pt x="3020917" y="591311"/>
                  </a:lnTo>
                  <a:lnTo>
                    <a:pt x="3025196" y="618365"/>
                  </a:lnTo>
                  <a:lnTo>
                    <a:pt x="3029475" y="572217"/>
                  </a:lnTo>
                  <a:lnTo>
                    <a:pt x="3033754" y="637630"/>
                  </a:lnTo>
                  <a:lnTo>
                    <a:pt x="3038033" y="645184"/>
                  </a:lnTo>
                  <a:lnTo>
                    <a:pt x="3042312" y="712338"/>
                  </a:lnTo>
                  <a:lnTo>
                    <a:pt x="3046591" y="730501"/>
                  </a:lnTo>
                  <a:lnTo>
                    <a:pt x="3050869" y="578239"/>
                  </a:lnTo>
                  <a:lnTo>
                    <a:pt x="3055148" y="376135"/>
                  </a:lnTo>
                  <a:lnTo>
                    <a:pt x="3059427" y="460381"/>
                  </a:lnTo>
                  <a:lnTo>
                    <a:pt x="3063706" y="421307"/>
                  </a:lnTo>
                  <a:lnTo>
                    <a:pt x="3067985" y="468757"/>
                  </a:lnTo>
                  <a:lnTo>
                    <a:pt x="3072264" y="545526"/>
                  </a:lnTo>
                  <a:lnTo>
                    <a:pt x="3076543" y="499668"/>
                  </a:lnTo>
                  <a:lnTo>
                    <a:pt x="3080822" y="499294"/>
                  </a:lnTo>
                  <a:lnTo>
                    <a:pt x="3085101" y="520493"/>
                  </a:lnTo>
                  <a:lnTo>
                    <a:pt x="3089380" y="602586"/>
                  </a:lnTo>
                  <a:lnTo>
                    <a:pt x="3093659" y="568226"/>
                  </a:lnTo>
                  <a:lnTo>
                    <a:pt x="3097938" y="511312"/>
                  </a:lnTo>
                  <a:lnTo>
                    <a:pt x="3102216" y="472906"/>
                  </a:lnTo>
                  <a:lnTo>
                    <a:pt x="3106495" y="426547"/>
                  </a:lnTo>
                  <a:lnTo>
                    <a:pt x="3110774" y="524780"/>
                  </a:lnTo>
                  <a:lnTo>
                    <a:pt x="3115053" y="515910"/>
                  </a:lnTo>
                  <a:lnTo>
                    <a:pt x="3119332" y="523380"/>
                  </a:lnTo>
                  <a:lnTo>
                    <a:pt x="3123611" y="611664"/>
                  </a:lnTo>
                  <a:lnTo>
                    <a:pt x="3127890" y="513992"/>
                  </a:lnTo>
                  <a:lnTo>
                    <a:pt x="3132169" y="644289"/>
                  </a:lnTo>
                  <a:lnTo>
                    <a:pt x="3136448" y="572186"/>
                  </a:lnTo>
                  <a:lnTo>
                    <a:pt x="3140727" y="676526"/>
                  </a:lnTo>
                  <a:lnTo>
                    <a:pt x="3145006" y="672301"/>
                  </a:lnTo>
                  <a:lnTo>
                    <a:pt x="3149285" y="721517"/>
                  </a:lnTo>
                  <a:lnTo>
                    <a:pt x="3153563" y="790690"/>
                  </a:lnTo>
                  <a:lnTo>
                    <a:pt x="3157842" y="823148"/>
                  </a:lnTo>
                  <a:lnTo>
                    <a:pt x="3162121" y="853162"/>
                  </a:lnTo>
                  <a:lnTo>
                    <a:pt x="3166400" y="1026651"/>
                  </a:lnTo>
                  <a:lnTo>
                    <a:pt x="3170679" y="1053925"/>
                  </a:lnTo>
                  <a:lnTo>
                    <a:pt x="3174958" y="1225658"/>
                  </a:lnTo>
                  <a:lnTo>
                    <a:pt x="3179237" y="1334460"/>
                  </a:lnTo>
                  <a:lnTo>
                    <a:pt x="3183516" y="1236115"/>
                  </a:lnTo>
                  <a:lnTo>
                    <a:pt x="3187795" y="1127826"/>
                  </a:lnTo>
                  <a:lnTo>
                    <a:pt x="3192074" y="1100084"/>
                  </a:lnTo>
                  <a:lnTo>
                    <a:pt x="3196353" y="973553"/>
                  </a:lnTo>
                  <a:lnTo>
                    <a:pt x="3200632" y="947170"/>
                  </a:lnTo>
                  <a:lnTo>
                    <a:pt x="3204911" y="1015769"/>
                  </a:lnTo>
                  <a:lnTo>
                    <a:pt x="3209189" y="1032042"/>
                  </a:lnTo>
                  <a:lnTo>
                    <a:pt x="3213468" y="1074088"/>
                  </a:lnTo>
                  <a:lnTo>
                    <a:pt x="3217747" y="1106745"/>
                  </a:lnTo>
                  <a:lnTo>
                    <a:pt x="3222026" y="1095666"/>
                  </a:lnTo>
                  <a:lnTo>
                    <a:pt x="3226305" y="994873"/>
                  </a:lnTo>
                  <a:lnTo>
                    <a:pt x="3230584" y="923793"/>
                  </a:lnTo>
                  <a:lnTo>
                    <a:pt x="3234863" y="857778"/>
                  </a:lnTo>
                  <a:lnTo>
                    <a:pt x="3239142" y="822818"/>
                  </a:lnTo>
                  <a:lnTo>
                    <a:pt x="3243421" y="797353"/>
                  </a:lnTo>
                  <a:lnTo>
                    <a:pt x="3247700" y="813738"/>
                  </a:lnTo>
                  <a:lnTo>
                    <a:pt x="3251979" y="964445"/>
                  </a:lnTo>
                  <a:lnTo>
                    <a:pt x="3256258" y="1108057"/>
                  </a:lnTo>
                  <a:lnTo>
                    <a:pt x="3260536" y="1095355"/>
                  </a:lnTo>
                  <a:lnTo>
                    <a:pt x="3264815" y="906142"/>
                  </a:lnTo>
                  <a:lnTo>
                    <a:pt x="3269094" y="774336"/>
                  </a:lnTo>
                  <a:lnTo>
                    <a:pt x="3273373" y="824188"/>
                  </a:lnTo>
                  <a:lnTo>
                    <a:pt x="3277652" y="826164"/>
                  </a:lnTo>
                  <a:lnTo>
                    <a:pt x="3281931" y="762534"/>
                  </a:lnTo>
                  <a:lnTo>
                    <a:pt x="3286210" y="670597"/>
                  </a:lnTo>
                  <a:lnTo>
                    <a:pt x="3290489" y="779420"/>
                  </a:lnTo>
                  <a:lnTo>
                    <a:pt x="3294768" y="754347"/>
                  </a:lnTo>
                  <a:lnTo>
                    <a:pt x="3299047" y="708301"/>
                  </a:lnTo>
                  <a:lnTo>
                    <a:pt x="3303326" y="644579"/>
                  </a:lnTo>
                  <a:lnTo>
                    <a:pt x="3307605" y="597088"/>
                  </a:lnTo>
                  <a:lnTo>
                    <a:pt x="3311884" y="497409"/>
                  </a:lnTo>
                  <a:lnTo>
                    <a:pt x="3316162" y="434137"/>
                  </a:lnTo>
                  <a:lnTo>
                    <a:pt x="3320441" y="389525"/>
                  </a:lnTo>
                  <a:lnTo>
                    <a:pt x="3324720" y="502409"/>
                  </a:lnTo>
                  <a:lnTo>
                    <a:pt x="3328999" y="396272"/>
                  </a:lnTo>
                  <a:lnTo>
                    <a:pt x="3333278" y="360184"/>
                  </a:lnTo>
                  <a:lnTo>
                    <a:pt x="3337557" y="323833"/>
                  </a:lnTo>
                  <a:lnTo>
                    <a:pt x="3341836" y="275574"/>
                  </a:lnTo>
                  <a:lnTo>
                    <a:pt x="3346115" y="403224"/>
                  </a:lnTo>
                  <a:lnTo>
                    <a:pt x="3350394" y="366903"/>
                  </a:lnTo>
                  <a:lnTo>
                    <a:pt x="3354673" y="418066"/>
                  </a:lnTo>
                  <a:lnTo>
                    <a:pt x="3358952" y="504177"/>
                  </a:lnTo>
                  <a:lnTo>
                    <a:pt x="3363231" y="607316"/>
                  </a:lnTo>
                  <a:lnTo>
                    <a:pt x="3367509" y="572416"/>
                  </a:lnTo>
                  <a:lnTo>
                    <a:pt x="3371788" y="623985"/>
                  </a:lnTo>
                  <a:lnTo>
                    <a:pt x="3376067" y="605232"/>
                  </a:lnTo>
                  <a:lnTo>
                    <a:pt x="3380346" y="543066"/>
                  </a:lnTo>
                  <a:lnTo>
                    <a:pt x="3384625" y="511275"/>
                  </a:lnTo>
                  <a:lnTo>
                    <a:pt x="3388904" y="603697"/>
                  </a:lnTo>
                  <a:lnTo>
                    <a:pt x="3393183" y="585657"/>
                  </a:lnTo>
                  <a:lnTo>
                    <a:pt x="3397462" y="562561"/>
                  </a:lnTo>
                  <a:lnTo>
                    <a:pt x="3401741" y="628704"/>
                  </a:lnTo>
                  <a:lnTo>
                    <a:pt x="3406020" y="695713"/>
                  </a:lnTo>
                  <a:lnTo>
                    <a:pt x="3410299" y="791624"/>
                  </a:lnTo>
                  <a:lnTo>
                    <a:pt x="3414578" y="829883"/>
                  </a:lnTo>
                  <a:lnTo>
                    <a:pt x="3418857" y="849636"/>
                  </a:lnTo>
                  <a:lnTo>
                    <a:pt x="3423135" y="770366"/>
                  </a:lnTo>
                  <a:lnTo>
                    <a:pt x="3427414" y="736255"/>
                  </a:lnTo>
                  <a:lnTo>
                    <a:pt x="3431693" y="731956"/>
                  </a:lnTo>
                  <a:lnTo>
                    <a:pt x="3435972" y="744551"/>
                  </a:lnTo>
                  <a:lnTo>
                    <a:pt x="3440251" y="861939"/>
                  </a:lnTo>
                  <a:lnTo>
                    <a:pt x="3444530" y="1032925"/>
                  </a:lnTo>
                  <a:lnTo>
                    <a:pt x="3448809" y="1135287"/>
                  </a:lnTo>
                  <a:lnTo>
                    <a:pt x="3453088" y="1250636"/>
                  </a:lnTo>
                  <a:lnTo>
                    <a:pt x="3457367" y="1338447"/>
                  </a:lnTo>
                  <a:lnTo>
                    <a:pt x="3461646" y="1305213"/>
                  </a:lnTo>
                  <a:lnTo>
                    <a:pt x="3465925" y="1230165"/>
                  </a:lnTo>
                  <a:lnTo>
                    <a:pt x="3470204" y="1193417"/>
                  </a:lnTo>
                  <a:lnTo>
                    <a:pt x="3474482" y="1329626"/>
                  </a:lnTo>
                  <a:lnTo>
                    <a:pt x="3478761" y="1359913"/>
                  </a:lnTo>
                  <a:lnTo>
                    <a:pt x="3483040" y="1305451"/>
                  </a:lnTo>
                  <a:lnTo>
                    <a:pt x="3487319" y="1101952"/>
                  </a:lnTo>
                  <a:lnTo>
                    <a:pt x="3491598" y="1089243"/>
                  </a:lnTo>
                  <a:lnTo>
                    <a:pt x="3495877" y="1128705"/>
                  </a:lnTo>
                  <a:lnTo>
                    <a:pt x="3500156" y="1115034"/>
                  </a:lnTo>
                  <a:lnTo>
                    <a:pt x="3504435" y="1086507"/>
                  </a:lnTo>
                  <a:lnTo>
                    <a:pt x="3508714" y="1019486"/>
                  </a:lnTo>
                  <a:lnTo>
                    <a:pt x="3512993" y="1129583"/>
                  </a:lnTo>
                  <a:lnTo>
                    <a:pt x="3517272" y="1195945"/>
                  </a:lnTo>
                  <a:lnTo>
                    <a:pt x="3521551" y="1028311"/>
                  </a:lnTo>
                  <a:lnTo>
                    <a:pt x="3525830" y="1088780"/>
                  </a:lnTo>
                  <a:lnTo>
                    <a:pt x="3530108" y="1052451"/>
                  </a:lnTo>
                  <a:lnTo>
                    <a:pt x="3534387" y="993972"/>
                  </a:lnTo>
                  <a:lnTo>
                    <a:pt x="3538666" y="1030328"/>
                  </a:lnTo>
                  <a:lnTo>
                    <a:pt x="3542945" y="831468"/>
                  </a:lnTo>
                  <a:lnTo>
                    <a:pt x="3547224" y="847061"/>
                  </a:lnTo>
                  <a:lnTo>
                    <a:pt x="3551503" y="825763"/>
                  </a:lnTo>
                  <a:lnTo>
                    <a:pt x="3555782" y="750834"/>
                  </a:lnTo>
                  <a:lnTo>
                    <a:pt x="3560061" y="732351"/>
                  </a:lnTo>
                  <a:lnTo>
                    <a:pt x="3564340" y="738930"/>
                  </a:lnTo>
                  <a:lnTo>
                    <a:pt x="3568619" y="749595"/>
                  </a:lnTo>
                  <a:lnTo>
                    <a:pt x="3572898" y="802141"/>
                  </a:lnTo>
                  <a:lnTo>
                    <a:pt x="3577177" y="841204"/>
                  </a:lnTo>
                  <a:lnTo>
                    <a:pt x="3581455" y="997089"/>
                  </a:lnTo>
                  <a:lnTo>
                    <a:pt x="3585734" y="990833"/>
                  </a:lnTo>
                  <a:lnTo>
                    <a:pt x="3590013" y="1006176"/>
                  </a:lnTo>
                  <a:lnTo>
                    <a:pt x="3594292" y="587707"/>
                  </a:lnTo>
                  <a:lnTo>
                    <a:pt x="3598571" y="543197"/>
                  </a:lnTo>
                  <a:lnTo>
                    <a:pt x="3602850" y="450291"/>
                  </a:lnTo>
                  <a:lnTo>
                    <a:pt x="3607129" y="347112"/>
                  </a:lnTo>
                  <a:lnTo>
                    <a:pt x="3611408" y="394185"/>
                  </a:lnTo>
                  <a:lnTo>
                    <a:pt x="3615687" y="371555"/>
                  </a:lnTo>
                  <a:lnTo>
                    <a:pt x="3619966" y="402642"/>
                  </a:lnTo>
                  <a:lnTo>
                    <a:pt x="3624245" y="413374"/>
                  </a:lnTo>
                  <a:lnTo>
                    <a:pt x="3628524" y="432378"/>
                  </a:lnTo>
                  <a:lnTo>
                    <a:pt x="3632803" y="465759"/>
                  </a:lnTo>
                  <a:lnTo>
                    <a:pt x="3637081" y="466455"/>
                  </a:lnTo>
                  <a:lnTo>
                    <a:pt x="3641360" y="460509"/>
                  </a:lnTo>
                  <a:lnTo>
                    <a:pt x="3645639" y="476003"/>
                  </a:lnTo>
                  <a:lnTo>
                    <a:pt x="3649918" y="491365"/>
                  </a:lnTo>
                  <a:lnTo>
                    <a:pt x="3654197" y="562315"/>
                  </a:lnTo>
                  <a:lnTo>
                    <a:pt x="3658476" y="443915"/>
                  </a:lnTo>
                  <a:lnTo>
                    <a:pt x="3662755" y="450299"/>
                  </a:lnTo>
                  <a:lnTo>
                    <a:pt x="3667034" y="412077"/>
                  </a:lnTo>
                  <a:lnTo>
                    <a:pt x="3671313" y="335814"/>
                  </a:lnTo>
                  <a:lnTo>
                    <a:pt x="3675592" y="305358"/>
                  </a:lnTo>
                  <a:lnTo>
                    <a:pt x="3679871" y="292402"/>
                  </a:lnTo>
                  <a:lnTo>
                    <a:pt x="3684150" y="346552"/>
                  </a:lnTo>
                  <a:lnTo>
                    <a:pt x="3688428" y="372618"/>
                  </a:lnTo>
                  <a:lnTo>
                    <a:pt x="3692707" y="449547"/>
                  </a:lnTo>
                  <a:lnTo>
                    <a:pt x="3696986" y="390397"/>
                  </a:lnTo>
                  <a:lnTo>
                    <a:pt x="3701265" y="362920"/>
                  </a:lnTo>
                  <a:lnTo>
                    <a:pt x="3705544" y="397598"/>
                  </a:lnTo>
                  <a:lnTo>
                    <a:pt x="3709823" y="340015"/>
                  </a:lnTo>
                  <a:lnTo>
                    <a:pt x="3714102" y="288020"/>
                  </a:lnTo>
                  <a:lnTo>
                    <a:pt x="3718381" y="245773"/>
                  </a:lnTo>
                  <a:lnTo>
                    <a:pt x="3722660" y="244731"/>
                  </a:lnTo>
                  <a:lnTo>
                    <a:pt x="3726939" y="265692"/>
                  </a:lnTo>
                  <a:lnTo>
                    <a:pt x="3731218" y="305245"/>
                  </a:lnTo>
                  <a:lnTo>
                    <a:pt x="3735497" y="232307"/>
                  </a:lnTo>
                  <a:lnTo>
                    <a:pt x="3739776" y="233260"/>
                  </a:lnTo>
                  <a:lnTo>
                    <a:pt x="3744054" y="213490"/>
                  </a:lnTo>
                  <a:lnTo>
                    <a:pt x="3748333" y="252816"/>
                  </a:lnTo>
                  <a:lnTo>
                    <a:pt x="3752612" y="222950"/>
                  </a:lnTo>
                  <a:lnTo>
                    <a:pt x="3756891" y="239134"/>
                  </a:lnTo>
                  <a:lnTo>
                    <a:pt x="3761170" y="168600"/>
                  </a:lnTo>
                  <a:lnTo>
                    <a:pt x="3765449" y="208193"/>
                  </a:lnTo>
                  <a:lnTo>
                    <a:pt x="3769728" y="305728"/>
                  </a:lnTo>
                  <a:lnTo>
                    <a:pt x="3774007" y="469320"/>
                  </a:lnTo>
                  <a:lnTo>
                    <a:pt x="3778286" y="581345"/>
                  </a:lnTo>
                  <a:lnTo>
                    <a:pt x="3782565" y="463912"/>
                  </a:lnTo>
                  <a:lnTo>
                    <a:pt x="3786844" y="454288"/>
                  </a:lnTo>
                  <a:lnTo>
                    <a:pt x="3791123" y="400389"/>
                  </a:lnTo>
                  <a:lnTo>
                    <a:pt x="3795401" y="341270"/>
                  </a:lnTo>
                  <a:lnTo>
                    <a:pt x="3799680" y="330441"/>
                  </a:lnTo>
                  <a:lnTo>
                    <a:pt x="3803959" y="308714"/>
                  </a:lnTo>
                  <a:lnTo>
                    <a:pt x="3808238" y="267841"/>
                  </a:lnTo>
                  <a:lnTo>
                    <a:pt x="3812517" y="311001"/>
                  </a:lnTo>
                  <a:lnTo>
                    <a:pt x="3816796" y="524193"/>
                  </a:lnTo>
                  <a:lnTo>
                    <a:pt x="3821075" y="423490"/>
                  </a:lnTo>
                  <a:lnTo>
                    <a:pt x="3825354" y="380156"/>
                  </a:lnTo>
                  <a:lnTo>
                    <a:pt x="3829633" y="366011"/>
                  </a:lnTo>
                  <a:lnTo>
                    <a:pt x="3833912" y="359013"/>
                  </a:lnTo>
                  <a:lnTo>
                    <a:pt x="3838191" y="305933"/>
                  </a:lnTo>
                  <a:lnTo>
                    <a:pt x="3842470" y="272584"/>
                  </a:lnTo>
                  <a:lnTo>
                    <a:pt x="3846749" y="296749"/>
                  </a:lnTo>
                  <a:lnTo>
                    <a:pt x="3851027" y="387215"/>
                  </a:lnTo>
                  <a:lnTo>
                    <a:pt x="3855306" y="346433"/>
                  </a:lnTo>
                  <a:lnTo>
                    <a:pt x="3859585" y="361059"/>
                  </a:lnTo>
                  <a:lnTo>
                    <a:pt x="3863864" y="209293"/>
                  </a:lnTo>
                  <a:lnTo>
                    <a:pt x="3868143" y="185453"/>
                  </a:lnTo>
                  <a:lnTo>
                    <a:pt x="3872422" y="185474"/>
                  </a:lnTo>
                  <a:lnTo>
                    <a:pt x="3876701" y="36337"/>
                  </a:lnTo>
                  <a:lnTo>
                    <a:pt x="3880980" y="0"/>
                  </a:lnTo>
                  <a:lnTo>
                    <a:pt x="3885259" y="134703"/>
                  </a:lnTo>
                  <a:lnTo>
                    <a:pt x="3889538" y="98723"/>
                  </a:lnTo>
                  <a:lnTo>
                    <a:pt x="3893817" y="97487"/>
                  </a:lnTo>
                  <a:lnTo>
                    <a:pt x="3898096" y="134263"/>
                  </a:lnTo>
                  <a:lnTo>
                    <a:pt x="3902374" y="170011"/>
                  </a:lnTo>
                  <a:lnTo>
                    <a:pt x="3906653" y="259855"/>
                  </a:lnTo>
                  <a:lnTo>
                    <a:pt x="3910932" y="214581"/>
                  </a:lnTo>
                  <a:lnTo>
                    <a:pt x="3915211" y="254193"/>
                  </a:lnTo>
                  <a:lnTo>
                    <a:pt x="3919490" y="287012"/>
                  </a:lnTo>
                  <a:lnTo>
                    <a:pt x="3923769" y="288252"/>
                  </a:lnTo>
                  <a:lnTo>
                    <a:pt x="3928048" y="316872"/>
                  </a:lnTo>
                  <a:lnTo>
                    <a:pt x="3932327" y="307957"/>
                  </a:lnTo>
                  <a:lnTo>
                    <a:pt x="3936606" y="279711"/>
                  </a:lnTo>
                  <a:lnTo>
                    <a:pt x="3940885" y="187892"/>
                  </a:lnTo>
                  <a:lnTo>
                    <a:pt x="3945164" y="211471"/>
                  </a:lnTo>
                  <a:lnTo>
                    <a:pt x="3949443" y="121405"/>
                  </a:lnTo>
                  <a:lnTo>
                    <a:pt x="3953722" y="164578"/>
                  </a:lnTo>
                  <a:lnTo>
                    <a:pt x="3958000" y="174612"/>
                  </a:lnTo>
                  <a:lnTo>
                    <a:pt x="3962279" y="227392"/>
                  </a:lnTo>
                  <a:lnTo>
                    <a:pt x="3966558" y="234412"/>
                  </a:lnTo>
                  <a:lnTo>
                    <a:pt x="3970837" y="186276"/>
                  </a:lnTo>
                  <a:lnTo>
                    <a:pt x="3975116" y="201257"/>
                  </a:lnTo>
                  <a:lnTo>
                    <a:pt x="3979395" y="185448"/>
                  </a:lnTo>
                  <a:lnTo>
                    <a:pt x="3983674" y="177918"/>
                  </a:lnTo>
                  <a:lnTo>
                    <a:pt x="3987953" y="170393"/>
                  </a:lnTo>
                  <a:lnTo>
                    <a:pt x="3992232" y="243098"/>
                  </a:lnTo>
                  <a:lnTo>
                    <a:pt x="3996511" y="203149"/>
                  </a:lnTo>
                  <a:lnTo>
                    <a:pt x="4000790" y="224400"/>
                  </a:lnTo>
                  <a:lnTo>
                    <a:pt x="4005069" y="295262"/>
                  </a:lnTo>
                  <a:lnTo>
                    <a:pt x="4009347" y="285700"/>
                  </a:lnTo>
                  <a:lnTo>
                    <a:pt x="4013626" y="312199"/>
                  </a:lnTo>
                  <a:lnTo>
                    <a:pt x="4017905" y="248954"/>
                  </a:lnTo>
                  <a:lnTo>
                    <a:pt x="4022184" y="246268"/>
                  </a:lnTo>
                  <a:lnTo>
                    <a:pt x="4026463" y="376718"/>
                  </a:lnTo>
                  <a:lnTo>
                    <a:pt x="4030742" y="234589"/>
                  </a:lnTo>
                  <a:lnTo>
                    <a:pt x="4035021" y="183816"/>
                  </a:lnTo>
                  <a:lnTo>
                    <a:pt x="4039300" y="145747"/>
                  </a:lnTo>
                  <a:lnTo>
                    <a:pt x="4043579" y="166928"/>
                  </a:lnTo>
                  <a:lnTo>
                    <a:pt x="4047858" y="267346"/>
                  </a:lnTo>
                  <a:lnTo>
                    <a:pt x="4052137" y="377284"/>
                  </a:lnTo>
                  <a:lnTo>
                    <a:pt x="4056416" y="504755"/>
                  </a:lnTo>
                  <a:lnTo>
                    <a:pt x="4060695" y="388838"/>
                  </a:lnTo>
                  <a:lnTo>
                    <a:pt x="4064973" y="255771"/>
                  </a:lnTo>
                  <a:lnTo>
                    <a:pt x="4069252" y="205450"/>
                  </a:lnTo>
                  <a:lnTo>
                    <a:pt x="4073531" y="110976"/>
                  </a:lnTo>
                  <a:lnTo>
                    <a:pt x="4077810" y="157240"/>
                  </a:lnTo>
                  <a:lnTo>
                    <a:pt x="4082089" y="137440"/>
                  </a:lnTo>
                  <a:lnTo>
                    <a:pt x="4086368" y="251293"/>
                  </a:lnTo>
                  <a:lnTo>
                    <a:pt x="4090647" y="295857"/>
                  </a:lnTo>
                  <a:lnTo>
                    <a:pt x="4094926" y="302614"/>
                  </a:lnTo>
                  <a:lnTo>
                    <a:pt x="4099205" y="312103"/>
                  </a:lnTo>
                  <a:lnTo>
                    <a:pt x="4103484" y="331346"/>
                  </a:lnTo>
                  <a:lnTo>
                    <a:pt x="4107763" y="350357"/>
                  </a:lnTo>
                  <a:lnTo>
                    <a:pt x="4112042" y="353248"/>
                  </a:lnTo>
                  <a:lnTo>
                    <a:pt x="4116320" y="249278"/>
                  </a:lnTo>
                  <a:lnTo>
                    <a:pt x="4120599" y="223205"/>
                  </a:lnTo>
                  <a:lnTo>
                    <a:pt x="4124878" y="238749"/>
                  </a:lnTo>
                  <a:lnTo>
                    <a:pt x="4129157" y="187787"/>
                  </a:lnTo>
                  <a:lnTo>
                    <a:pt x="4133436" y="186301"/>
                  </a:lnTo>
                  <a:lnTo>
                    <a:pt x="4137715" y="151450"/>
                  </a:lnTo>
                  <a:lnTo>
                    <a:pt x="4141994" y="193358"/>
                  </a:lnTo>
                  <a:lnTo>
                    <a:pt x="4146273" y="449102"/>
                  </a:lnTo>
                  <a:lnTo>
                    <a:pt x="4150552" y="520563"/>
                  </a:lnTo>
                  <a:lnTo>
                    <a:pt x="4154831" y="623037"/>
                  </a:lnTo>
                  <a:lnTo>
                    <a:pt x="4159110" y="597494"/>
                  </a:lnTo>
                  <a:lnTo>
                    <a:pt x="4163389" y="496114"/>
                  </a:lnTo>
                  <a:lnTo>
                    <a:pt x="4167668" y="477088"/>
                  </a:lnTo>
                  <a:lnTo>
                    <a:pt x="4171946" y="465956"/>
                  </a:lnTo>
                  <a:lnTo>
                    <a:pt x="4176225" y="442682"/>
                  </a:lnTo>
                  <a:lnTo>
                    <a:pt x="4180504" y="429933"/>
                  </a:lnTo>
                  <a:lnTo>
                    <a:pt x="4184783" y="486106"/>
                  </a:lnTo>
                  <a:lnTo>
                    <a:pt x="4189062" y="538408"/>
                  </a:lnTo>
                  <a:lnTo>
                    <a:pt x="4193341" y="600564"/>
                  </a:lnTo>
                  <a:lnTo>
                    <a:pt x="4197620" y="539057"/>
                  </a:lnTo>
                  <a:lnTo>
                    <a:pt x="4201899" y="498506"/>
                  </a:lnTo>
                  <a:lnTo>
                    <a:pt x="4206178" y="499552"/>
                  </a:lnTo>
                  <a:lnTo>
                    <a:pt x="4210457" y="646822"/>
                  </a:lnTo>
                  <a:lnTo>
                    <a:pt x="4214736" y="728978"/>
                  </a:lnTo>
                  <a:lnTo>
                    <a:pt x="4219015" y="870276"/>
                  </a:lnTo>
                  <a:lnTo>
                    <a:pt x="4223293" y="817366"/>
                  </a:lnTo>
                  <a:lnTo>
                    <a:pt x="4227572" y="700196"/>
                  </a:lnTo>
                  <a:lnTo>
                    <a:pt x="4231851" y="666905"/>
                  </a:lnTo>
                  <a:lnTo>
                    <a:pt x="4236130" y="640634"/>
                  </a:lnTo>
                  <a:lnTo>
                    <a:pt x="4240409" y="482730"/>
                  </a:lnTo>
                  <a:lnTo>
                    <a:pt x="4244688" y="451078"/>
                  </a:lnTo>
                  <a:lnTo>
                    <a:pt x="4248967" y="500870"/>
                  </a:lnTo>
                  <a:lnTo>
                    <a:pt x="4253246" y="651371"/>
                  </a:lnTo>
                  <a:lnTo>
                    <a:pt x="4257525" y="706608"/>
                  </a:lnTo>
                  <a:lnTo>
                    <a:pt x="4261804" y="902940"/>
                  </a:lnTo>
                  <a:lnTo>
                    <a:pt x="4266083" y="868424"/>
                  </a:lnTo>
                  <a:lnTo>
                    <a:pt x="4270362" y="797561"/>
                  </a:lnTo>
                  <a:lnTo>
                    <a:pt x="4274641" y="804444"/>
                  </a:lnTo>
                  <a:lnTo>
                    <a:pt x="4278919" y="798373"/>
                  </a:lnTo>
                  <a:lnTo>
                    <a:pt x="4283198" y="761534"/>
                  </a:lnTo>
                  <a:lnTo>
                    <a:pt x="4287477" y="715343"/>
                  </a:lnTo>
                  <a:lnTo>
                    <a:pt x="4291756" y="702588"/>
                  </a:lnTo>
                  <a:lnTo>
                    <a:pt x="4296035" y="629579"/>
                  </a:lnTo>
                  <a:lnTo>
                    <a:pt x="4300314" y="666284"/>
                  </a:lnTo>
                  <a:lnTo>
                    <a:pt x="4304593" y="556422"/>
                  </a:lnTo>
                  <a:lnTo>
                    <a:pt x="4308872" y="523381"/>
                  </a:lnTo>
                  <a:lnTo>
                    <a:pt x="4313151" y="464655"/>
                  </a:lnTo>
                  <a:lnTo>
                    <a:pt x="4317430" y="448345"/>
                  </a:lnTo>
                  <a:lnTo>
                    <a:pt x="4321709" y="361082"/>
                  </a:lnTo>
                  <a:lnTo>
                    <a:pt x="4325988" y="395336"/>
                  </a:lnTo>
                  <a:lnTo>
                    <a:pt x="4330266" y="493805"/>
                  </a:lnTo>
                  <a:lnTo>
                    <a:pt x="4334545" y="461388"/>
                  </a:lnTo>
                  <a:lnTo>
                    <a:pt x="4338824" y="516292"/>
                  </a:lnTo>
                  <a:lnTo>
                    <a:pt x="4343103" y="610870"/>
                  </a:lnTo>
                  <a:lnTo>
                    <a:pt x="4347382" y="607800"/>
                  </a:lnTo>
                  <a:lnTo>
                    <a:pt x="4351661" y="588513"/>
                  </a:lnTo>
                  <a:lnTo>
                    <a:pt x="4355940" y="387789"/>
                  </a:lnTo>
                  <a:lnTo>
                    <a:pt x="4360219" y="329258"/>
                  </a:lnTo>
                  <a:lnTo>
                    <a:pt x="4364498" y="276255"/>
                  </a:lnTo>
                  <a:lnTo>
                    <a:pt x="4368777" y="375808"/>
                  </a:lnTo>
                  <a:lnTo>
                    <a:pt x="4373056" y="470535"/>
                  </a:lnTo>
                  <a:lnTo>
                    <a:pt x="4377335" y="537232"/>
                  </a:lnTo>
                  <a:lnTo>
                    <a:pt x="4381614" y="532473"/>
                  </a:lnTo>
                  <a:lnTo>
                    <a:pt x="4385892" y="389503"/>
                  </a:lnTo>
                  <a:lnTo>
                    <a:pt x="4390171" y="347454"/>
                  </a:lnTo>
                  <a:lnTo>
                    <a:pt x="4394450" y="280940"/>
                  </a:lnTo>
                  <a:lnTo>
                    <a:pt x="4398729" y="309619"/>
                  </a:lnTo>
                  <a:lnTo>
                    <a:pt x="4403008" y="245619"/>
                  </a:lnTo>
                  <a:lnTo>
                    <a:pt x="4407287" y="243595"/>
                  </a:lnTo>
                  <a:lnTo>
                    <a:pt x="4411566" y="322132"/>
                  </a:lnTo>
                  <a:lnTo>
                    <a:pt x="4415845" y="299461"/>
                  </a:lnTo>
                  <a:lnTo>
                    <a:pt x="4420124" y="301730"/>
                  </a:lnTo>
                  <a:lnTo>
                    <a:pt x="4424403" y="209641"/>
                  </a:lnTo>
                  <a:lnTo>
                    <a:pt x="4428682" y="177390"/>
                  </a:lnTo>
                  <a:lnTo>
                    <a:pt x="4432961" y="170948"/>
                  </a:lnTo>
                  <a:lnTo>
                    <a:pt x="4437239" y="213747"/>
                  </a:lnTo>
                  <a:lnTo>
                    <a:pt x="4441518" y="190599"/>
                  </a:lnTo>
                  <a:lnTo>
                    <a:pt x="4445797" y="309444"/>
                  </a:lnTo>
                  <a:lnTo>
                    <a:pt x="4450076" y="272494"/>
                  </a:lnTo>
                  <a:lnTo>
                    <a:pt x="4454355" y="261141"/>
                  </a:lnTo>
                  <a:lnTo>
                    <a:pt x="4458634" y="268749"/>
                  </a:lnTo>
                  <a:lnTo>
                    <a:pt x="4462913" y="278153"/>
                  </a:lnTo>
                  <a:lnTo>
                    <a:pt x="4467192" y="211297"/>
                  </a:lnTo>
                  <a:lnTo>
                    <a:pt x="4471471" y="175146"/>
                  </a:lnTo>
                  <a:lnTo>
                    <a:pt x="4475750" y="67849"/>
                  </a:lnTo>
                  <a:lnTo>
                    <a:pt x="4480029" y="120002"/>
                  </a:lnTo>
                  <a:lnTo>
                    <a:pt x="4484308" y="123253"/>
                  </a:lnTo>
                  <a:lnTo>
                    <a:pt x="4488587" y="174699"/>
                  </a:lnTo>
                  <a:lnTo>
                    <a:pt x="4492865" y="129324"/>
                  </a:lnTo>
                  <a:lnTo>
                    <a:pt x="4497144" y="142964"/>
                  </a:lnTo>
                  <a:lnTo>
                    <a:pt x="4501423" y="254210"/>
                  </a:lnTo>
                  <a:lnTo>
                    <a:pt x="4505702" y="261648"/>
                  </a:lnTo>
                  <a:lnTo>
                    <a:pt x="4509981" y="301002"/>
                  </a:lnTo>
                  <a:lnTo>
                    <a:pt x="4514260" y="357943"/>
                  </a:lnTo>
                  <a:lnTo>
                    <a:pt x="4518539" y="319325"/>
                  </a:lnTo>
                  <a:lnTo>
                    <a:pt x="4522818" y="346283"/>
                  </a:lnTo>
                  <a:lnTo>
                    <a:pt x="4527097" y="395231"/>
                  </a:lnTo>
                  <a:lnTo>
                    <a:pt x="4531376" y="380537"/>
                  </a:lnTo>
                  <a:lnTo>
                    <a:pt x="4535655" y="408931"/>
                  </a:lnTo>
                  <a:lnTo>
                    <a:pt x="4539934" y="311129"/>
                  </a:lnTo>
                  <a:lnTo>
                    <a:pt x="4544212" y="229029"/>
                  </a:lnTo>
                  <a:lnTo>
                    <a:pt x="4548491" y="232661"/>
                  </a:lnTo>
                  <a:lnTo>
                    <a:pt x="4552770" y="232892"/>
                  </a:lnTo>
                  <a:lnTo>
                    <a:pt x="4557049" y="306652"/>
                  </a:lnTo>
                  <a:lnTo>
                    <a:pt x="4561328" y="303216"/>
                  </a:lnTo>
                  <a:lnTo>
                    <a:pt x="4565607" y="420879"/>
                  </a:lnTo>
                  <a:lnTo>
                    <a:pt x="4569886" y="377207"/>
                  </a:lnTo>
                  <a:lnTo>
                    <a:pt x="4574165" y="310164"/>
                  </a:lnTo>
                  <a:lnTo>
                    <a:pt x="4578444" y="256048"/>
                  </a:lnTo>
                  <a:lnTo>
                    <a:pt x="4582723" y="179764"/>
                  </a:lnTo>
                  <a:lnTo>
                    <a:pt x="4587002" y="193011"/>
                  </a:lnTo>
                  <a:lnTo>
                    <a:pt x="4591281" y="145475"/>
                  </a:lnTo>
                  <a:lnTo>
                    <a:pt x="4595560" y="217629"/>
                  </a:lnTo>
                  <a:lnTo>
                    <a:pt x="4599838" y="202379"/>
                  </a:lnTo>
                  <a:lnTo>
                    <a:pt x="4604117" y="267837"/>
                  </a:lnTo>
                  <a:lnTo>
                    <a:pt x="4608396" y="264405"/>
                  </a:lnTo>
                  <a:lnTo>
                    <a:pt x="4612675" y="190012"/>
                  </a:lnTo>
                  <a:lnTo>
                    <a:pt x="4616954" y="202651"/>
                  </a:lnTo>
                  <a:lnTo>
                    <a:pt x="4621233" y="126810"/>
                  </a:lnTo>
                  <a:lnTo>
                    <a:pt x="4625512" y="167559"/>
                  </a:lnTo>
                  <a:lnTo>
                    <a:pt x="4629791" y="165951"/>
                  </a:lnTo>
                  <a:lnTo>
                    <a:pt x="4634070" y="243459"/>
                  </a:lnTo>
                  <a:lnTo>
                    <a:pt x="4638349" y="231710"/>
                  </a:lnTo>
                  <a:lnTo>
                    <a:pt x="4642628" y="439752"/>
                  </a:lnTo>
                  <a:lnTo>
                    <a:pt x="4646907" y="357768"/>
                  </a:lnTo>
                  <a:lnTo>
                    <a:pt x="4651185" y="253169"/>
                  </a:lnTo>
                  <a:lnTo>
                    <a:pt x="4655464" y="297785"/>
                  </a:lnTo>
                  <a:lnTo>
                    <a:pt x="4659743" y="190522"/>
                  </a:lnTo>
                  <a:lnTo>
                    <a:pt x="4664022" y="244273"/>
                  </a:lnTo>
                  <a:lnTo>
                    <a:pt x="4668301" y="288783"/>
                  </a:lnTo>
                  <a:lnTo>
                    <a:pt x="4672580" y="319551"/>
                  </a:lnTo>
                  <a:lnTo>
                    <a:pt x="4676859" y="405953"/>
                  </a:lnTo>
                  <a:lnTo>
                    <a:pt x="4681138" y="430483"/>
                  </a:lnTo>
                  <a:lnTo>
                    <a:pt x="4685417" y="453439"/>
                  </a:lnTo>
                  <a:lnTo>
                    <a:pt x="4689696" y="456573"/>
                  </a:lnTo>
                  <a:lnTo>
                    <a:pt x="4693975" y="458503"/>
                  </a:lnTo>
                  <a:lnTo>
                    <a:pt x="4698254" y="459849"/>
                  </a:lnTo>
                  <a:lnTo>
                    <a:pt x="4702533" y="439822"/>
                  </a:lnTo>
                  <a:lnTo>
                    <a:pt x="4706811" y="368438"/>
                  </a:lnTo>
                  <a:lnTo>
                    <a:pt x="4711090" y="410823"/>
                  </a:lnTo>
                  <a:lnTo>
                    <a:pt x="4715369" y="401809"/>
                  </a:lnTo>
                  <a:lnTo>
                    <a:pt x="4719648" y="542064"/>
                  </a:lnTo>
                  <a:lnTo>
                    <a:pt x="4723927" y="562727"/>
                  </a:lnTo>
                  <a:lnTo>
                    <a:pt x="4728206" y="518994"/>
                  </a:lnTo>
                  <a:lnTo>
                    <a:pt x="4732485" y="544413"/>
                  </a:lnTo>
                  <a:lnTo>
                    <a:pt x="4736764" y="610009"/>
                  </a:lnTo>
                  <a:lnTo>
                    <a:pt x="4741043" y="793694"/>
                  </a:lnTo>
                  <a:lnTo>
                    <a:pt x="4745322" y="892744"/>
                  </a:lnTo>
                  <a:lnTo>
                    <a:pt x="4749601" y="903974"/>
                  </a:lnTo>
                  <a:lnTo>
                    <a:pt x="4753880" y="957538"/>
                  </a:lnTo>
                  <a:lnTo>
                    <a:pt x="4758158" y="1053564"/>
                  </a:lnTo>
                  <a:lnTo>
                    <a:pt x="4762437" y="1040993"/>
                  </a:lnTo>
                  <a:lnTo>
                    <a:pt x="4766716" y="1033190"/>
                  </a:lnTo>
                  <a:lnTo>
                    <a:pt x="4770995" y="977592"/>
                  </a:lnTo>
                  <a:lnTo>
                    <a:pt x="4775274" y="873028"/>
                  </a:lnTo>
                  <a:lnTo>
                    <a:pt x="4779553" y="962867"/>
                  </a:lnTo>
                  <a:lnTo>
                    <a:pt x="4783832" y="992735"/>
                  </a:lnTo>
                  <a:lnTo>
                    <a:pt x="4788111" y="1068014"/>
                  </a:lnTo>
                  <a:lnTo>
                    <a:pt x="4792390" y="941149"/>
                  </a:lnTo>
                  <a:lnTo>
                    <a:pt x="4796669" y="858987"/>
                  </a:lnTo>
                  <a:lnTo>
                    <a:pt x="4800948" y="868813"/>
                  </a:lnTo>
                  <a:lnTo>
                    <a:pt x="4805227" y="759922"/>
                  </a:lnTo>
                  <a:lnTo>
                    <a:pt x="4809506" y="720474"/>
                  </a:lnTo>
                  <a:lnTo>
                    <a:pt x="4813784" y="602275"/>
                  </a:lnTo>
                  <a:lnTo>
                    <a:pt x="4818063" y="589082"/>
                  </a:lnTo>
                  <a:lnTo>
                    <a:pt x="4822342" y="721850"/>
                  </a:lnTo>
                  <a:lnTo>
                    <a:pt x="4826621" y="766140"/>
                  </a:lnTo>
                  <a:lnTo>
                    <a:pt x="4830900" y="806008"/>
                  </a:lnTo>
                  <a:lnTo>
                    <a:pt x="4835179" y="808163"/>
                  </a:lnTo>
                  <a:lnTo>
                    <a:pt x="4839458" y="860658"/>
                  </a:lnTo>
                  <a:lnTo>
                    <a:pt x="4843737" y="863776"/>
                  </a:lnTo>
                  <a:lnTo>
                    <a:pt x="4848016" y="819836"/>
                  </a:lnTo>
                  <a:lnTo>
                    <a:pt x="4852295" y="844269"/>
                  </a:lnTo>
                  <a:lnTo>
                    <a:pt x="4856574" y="814555"/>
                  </a:lnTo>
                  <a:lnTo>
                    <a:pt x="4860853" y="724814"/>
                  </a:lnTo>
                  <a:lnTo>
                    <a:pt x="4865131" y="715429"/>
                  </a:lnTo>
                  <a:lnTo>
                    <a:pt x="4869410" y="617679"/>
                  </a:lnTo>
                  <a:lnTo>
                    <a:pt x="4873689" y="643387"/>
                  </a:lnTo>
                  <a:lnTo>
                    <a:pt x="4877968" y="678594"/>
                  </a:lnTo>
                  <a:lnTo>
                    <a:pt x="4882247" y="539337"/>
                  </a:lnTo>
                  <a:lnTo>
                    <a:pt x="4886526" y="680867"/>
                  </a:lnTo>
                  <a:lnTo>
                    <a:pt x="4890805" y="665762"/>
                  </a:lnTo>
                  <a:lnTo>
                    <a:pt x="4895084" y="698388"/>
                  </a:lnTo>
                  <a:lnTo>
                    <a:pt x="4899363" y="747422"/>
                  </a:lnTo>
                  <a:lnTo>
                    <a:pt x="4903642" y="757565"/>
                  </a:lnTo>
                  <a:lnTo>
                    <a:pt x="4907921" y="907993"/>
                  </a:lnTo>
                  <a:lnTo>
                    <a:pt x="4912200" y="923193"/>
                  </a:lnTo>
                  <a:lnTo>
                    <a:pt x="4916479" y="1022894"/>
                  </a:lnTo>
                  <a:lnTo>
                    <a:pt x="4920757" y="1087796"/>
                  </a:lnTo>
                  <a:lnTo>
                    <a:pt x="4925036" y="1069947"/>
                  </a:lnTo>
                  <a:lnTo>
                    <a:pt x="4929315" y="1167733"/>
                  </a:lnTo>
                  <a:lnTo>
                    <a:pt x="4933594" y="1140153"/>
                  </a:lnTo>
                  <a:lnTo>
                    <a:pt x="4937873" y="1094619"/>
                  </a:lnTo>
                  <a:lnTo>
                    <a:pt x="4942152" y="1074580"/>
                  </a:lnTo>
                  <a:lnTo>
                    <a:pt x="4946431" y="1062594"/>
                  </a:lnTo>
                  <a:lnTo>
                    <a:pt x="4950710" y="930749"/>
                  </a:lnTo>
                  <a:lnTo>
                    <a:pt x="4954989" y="951549"/>
                  </a:lnTo>
                  <a:lnTo>
                    <a:pt x="4959268" y="902917"/>
                  </a:lnTo>
                  <a:lnTo>
                    <a:pt x="4963547" y="954233"/>
                  </a:lnTo>
                  <a:lnTo>
                    <a:pt x="4967826" y="1068626"/>
                  </a:lnTo>
                  <a:lnTo>
                    <a:pt x="4972104" y="1063862"/>
                  </a:lnTo>
                  <a:lnTo>
                    <a:pt x="4976383" y="1188174"/>
                  </a:lnTo>
                  <a:lnTo>
                    <a:pt x="4980662" y="1240098"/>
                  </a:lnTo>
                  <a:lnTo>
                    <a:pt x="4984941" y="1409078"/>
                  </a:lnTo>
                  <a:lnTo>
                    <a:pt x="4989220" y="1653674"/>
                  </a:lnTo>
                  <a:lnTo>
                    <a:pt x="4993499" y="1669420"/>
                  </a:lnTo>
                  <a:lnTo>
                    <a:pt x="4997778" y="1638117"/>
                  </a:lnTo>
                  <a:lnTo>
                    <a:pt x="5002057" y="1531150"/>
                  </a:lnTo>
                  <a:lnTo>
                    <a:pt x="5006336" y="1457637"/>
                  </a:lnTo>
                  <a:lnTo>
                    <a:pt x="5010615" y="1299879"/>
                  </a:lnTo>
                  <a:lnTo>
                    <a:pt x="5014894" y="1117007"/>
                  </a:lnTo>
                  <a:lnTo>
                    <a:pt x="5019173" y="1063644"/>
                  </a:lnTo>
                  <a:lnTo>
                    <a:pt x="5023452" y="1159526"/>
                  </a:lnTo>
                  <a:lnTo>
                    <a:pt x="5027730" y="1166204"/>
                  </a:lnTo>
                  <a:lnTo>
                    <a:pt x="5032009" y="1242311"/>
                  </a:lnTo>
                  <a:lnTo>
                    <a:pt x="5036288" y="1354874"/>
                  </a:lnTo>
                  <a:lnTo>
                    <a:pt x="5040567" y="1326250"/>
                  </a:lnTo>
                  <a:lnTo>
                    <a:pt x="5044846" y="1334561"/>
                  </a:lnTo>
                  <a:lnTo>
                    <a:pt x="5049125" y="1225745"/>
                  </a:lnTo>
                  <a:lnTo>
                    <a:pt x="5053404" y="1085021"/>
                  </a:lnTo>
                  <a:lnTo>
                    <a:pt x="5057683" y="948383"/>
                  </a:lnTo>
                  <a:lnTo>
                    <a:pt x="5061962" y="878272"/>
                  </a:lnTo>
                  <a:lnTo>
                    <a:pt x="5066241" y="838964"/>
                  </a:lnTo>
                  <a:lnTo>
                    <a:pt x="5070520" y="982063"/>
                  </a:lnTo>
                  <a:lnTo>
                    <a:pt x="5074799" y="1047585"/>
                  </a:lnTo>
                  <a:lnTo>
                    <a:pt x="5079077" y="1126214"/>
                  </a:lnTo>
                  <a:lnTo>
                    <a:pt x="5083356" y="1181556"/>
                  </a:lnTo>
                  <a:lnTo>
                    <a:pt x="5087635" y="1179100"/>
                  </a:lnTo>
                  <a:lnTo>
                    <a:pt x="5091914" y="1216376"/>
                  </a:lnTo>
                  <a:lnTo>
                    <a:pt x="5096193" y="1150704"/>
                  </a:lnTo>
                  <a:lnTo>
                    <a:pt x="5100472" y="1193721"/>
                  </a:lnTo>
                  <a:lnTo>
                    <a:pt x="5104751" y="894548"/>
                  </a:lnTo>
                  <a:lnTo>
                    <a:pt x="5109030" y="863296"/>
                  </a:lnTo>
                  <a:lnTo>
                    <a:pt x="5113309" y="745180"/>
                  </a:lnTo>
                  <a:lnTo>
                    <a:pt x="5117588" y="739252"/>
                  </a:lnTo>
                  <a:lnTo>
                    <a:pt x="5121867" y="616676"/>
                  </a:lnTo>
                  <a:lnTo>
                    <a:pt x="5126146" y="609740"/>
                  </a:lnTo>
                  <a:lnTo>
                    <a:pt x="5130425" y="639467"/>
                  </a:lnTo>
                  <a:lnTo>
                    <a:pt x="5134703" y="681045"/>
                  </a:lnTo>
                  <a:lnTo>
                    <a:pt x="5138982" y="579065"/>
                  </a:lnTo>
                  <a:lnTo>
                    <a:pt x="5143261" y="583905"/>
                  </a:lnTo>
                  <a:lnTo>
                    <a:pt x="5147540" y="693793"/>
                  </a:lnTo>
                  <a:lnTo>
                    <a:pt x="5151819" y="689062"/>
                  </a:lnTo>
                  <a:lnTo>
                    <a:pt x="5156098" y="647707"/>
                  </a:lnTo>
                  <a:lnTo>
                    <a:pt x="5160377" y="889190"/>
                  </a:lnTo>
                  <a:lnTo>
                    <a:pt x="5164656" y="762403"/>
                  </a:lnTo>
                  <a:lnTo>
                    <a:pt x="5168935" y="775857"/>
                  </a:lnTo>
                  <a:lnTo>
                    <a:pt x="5173214" y="765345"/>
                  </a:lnTo>
                  <a:lnTo>
                    <a:pt x="5177493" y="946611"/>
                  </a:lnTo>
                  <a:lnTo>
                    <a:pt x="5181772" y="983192"/>
                  </a:lnTo>
                  <a:lnTo>
                    <a:pt x="5186050" y="1003708"/>
                  </a:lnTo>
                  <a:lnTo>
                    <a:pt x="5190329" y="1046585"/>
                  </a:lnTo>
                  <a:lnTo>
                    <a:pt x="5194608" y="1016317"/>
                  </a:lnTo>
                  <a:lnTo>
                    <a:pt x="5198887" y="1147667"/>
                  </a:lnTo>
                  <a:lnTo>
                    <a:pt x="5203166" y="1128925"/>
                  </a:lnTo>
                  <a:lnTo>
                    <a:pt x="5207445" y="1217763"/>
                  </a:lnTo>
                  <a:lnTo>
                    <a:pt x="5211724" y="1321946"/>
                  </a:lnTo>
                  <a:lnTo>
                    <a:pt x="5216003" y="1388577"/>
                  </a:lnTo>
                  <a:lnTo>
                    <a:pt x="5220282" y="1509359"/>
                  </a:lnTo>
                  <a:lnTo>
                    <a:pt x="5224561" y="1551374"/>
                  </a:lnTo>
                  <a:lnTo>
                    <a:pt x="5228840" y="1557374"/>
                  </a:lnTo>
                  <a:lnTo>
                    <a:pt x="5233119" y="1611753"/>
                  </a:lnTo>
                  <a:lnTo>
                    <a:pt x="5237398" y="1783440"/>
                  </a:lnTo>
                  <a:lnTo>
                    <a:pt x="5241676" y="1698023"/>
                  </a:lnTo>
                  <a:lnTo>
                    <a:pt x="5245955" y="1622580"/>
                  </a:lnTo>
                  <a:lnTo>
                    <a:pt x="5250234" y="1769530"/>
                  </a:lnTo>
                  <a:lnTo>
                    <a:pt x="5254513" y="1768645"/>
                  </a:lnTo>
                  <a:lnTo>
                    <a:pt x="5258792" y="1844847"/>
                  </a:lnTo>
                  <a:lnTo>
                    <a:pt x="5263071" y="1929313"/>
                  </a:lnTo>
                  <a:lnTo>
                    <a:pt x="5267350" y="1884948"/>
                  </a:lnTo>
                  <a:lnTo>
                    <a:pt x="5271629" y="1844581"/>
                  </a:lnTo>
                  <a:lnTo>
                    <a:pt x="5275908" y="1702595"/>
                  </a:lnTo>
                  <a:lnTo>
                    <a:pt x="5280187" y="1692994"/>
                  </a:lnTo>
                  <a:lnTo>
                    <a:pt x="5284466" y="1677084"/>
                  </a:lnTo>
                  <a:lnTo>
                    <a:pt x="5288745" y="1562301"/>
                  </a:lnTo>
                  <a:lnTo>
                    <a:pt x="5293023" y="1634374"/>
                  </a:lnTo>
                  <a:lnTo>
                    <a:pt x="5297302" y="1707273"/>
                  </a:lnTo>
                  <a:lnTo>
                    <a:pt x="5301581" y="1665006"/>
                  </a:lnTo>
                  <a:lnTo>
                    <a:pt x="5305860" y="1650829"/>
                  </a:lnTo>
                  <a:lnTo>
                    <a:pt x="5310139" y="1582128"/>
                  </a:lnTo>
                  <a:lnTo>
                    <a:pt x="5314418" y="1573311"/>
                  </a:lnTo>
                  <a:lnTo>
                    <a:pt x="5318697" y="1608778"/>
                  </a:lnTo>
                  <a:lnTo>
                    <a:pt x="5322976" y="1626696"/>
                  </a:lnTo>
                  <a:lnTo>
                    <a:pt x="5327255" y="1724635"/>
                  </a:lnTo>
                  <a:lnTo>
                    <a:pt x="5331534" y="1740423"/>
                  </a:lnTo>
                  <a:lnTo>
                    <a:pt x="5335813" y="1824409"/>
                  </a:lnTo>
                  <a:lnTo>
                    <a:pt x="5340092" y="1769472"/>
                  </a:lnTo>
                  <a:lnTo>
                    <a:pt x="5344371" y="1819432"/>
                  </a:lnTo>
                  <a:lnTo>
                    <a:pt x="5348649" y="1782776"/>
                  </a:lnTo>
                  <a:lnTo>
                    <a:pt x="5352928" y="1784007"/>
                  </a:lnTo>
                  <a:lnTo>
                    <a:pt x="5357207" y="1859265"/>
                  </a:lnTo>
                  <a:lnTo>
                    <a:pt x="5361486" y="1823023"/>
                  </a:lnTo>
                  <a:lnTo>
                    <a:pt x="5365765" y="1799784"/>
                  </a:lnTo>
                  <a:lnTo>
                    <a:pt x="5370044" y="1836898"/>
                  </a:lnTo>
                  <a:lnTo>
                    <a:pt x="5374323" y="1847076"/>
                  </a:lnTo>
                  <a:lnTo>
                    <a:pt x="5378602" y="1851066"/>
                  </a:lnTo>
                  <a:lnTo>
                    <a:pt x="5382881" y="1941515"/>
                  </a:lnTo>
                  <a:lnTo>
                    <a:pt x="5387160" y="2023558"/>
                  </a:lnTo>
                  <a:lnTo>
                    <a:pt x="5391439" y="1922696"/>
                  </a:lnTo>
                  <a:lnTo>
                    <a:pt x="5395718" y="2116104"/>
                  </a:lnTo>
                  <a:lnTo>
                    <a:pt x="5399996" y="2018610"/>
                  </a:lnTo>
                  <a:lnTo>
                    <a:pt x="5404275" y="2075422"/>
                  </a:lnTo>
                  <a:lnTo>
                    <a:pt x="5408554" y="1986450"/>
                  </a:lnTo>
                  <a:lnTo>
                    <a:pt x="5412833" y="1956640"/>
                  </a:lnTo>
                  <a:lnTo>
                    <a:pt x="5417112" y="1926402"/>
                  </a:lnTo>
                  <a:lnTo>
                    <a:pt x="5421391" y="1902774"/>
                  </a:lnTo>
                  <a:lnTo>
                    <a:pt x="5425670" y="1901621"/>
                  </a:lnTo>
                  <a:lnTo>
                    <a:pt x="5429949" y="1880023"/>
                  </a:lnTo>
                  <a:lnTo>
                    <a:pt x="5434228" y="1825709"/>
                  </a:lnTo>
                  <a:lnTo>
                    <a:pt x="5438507" y="1858541"/>
                  </a:lnTo>
                  <a:lnTo>
                    <a:pt x="5442786" y="1936840"/>
                  </a:lnTo>
                  <a:lnTo>
                    <a:pt x="5447065" y="1901736"/>
                  </a:lnTo>
                  <a:lnTo>
                    <a:pt x="5451344" y="1824018"/>
                  </a:lnTo>
                  <a:lnTo>
                    <a:pt x="5455622" y="1916882"/>
                  </a:lnTo>
                  <a:lnTo>
                    <a:pt x="5459901" y="1869688"/>
                  </a:lnTo>
                  <a:lnTo>
                    <a:pt x="5464180" y="1785113"/>
                  </a:lnTo>
                  <a:lnTo>
                    <a:pt x="5468459" y="1707183"/>
                  </a:lnTo>
                  <a:lnTo>
                    <a:pt x="5472738" y="1742183"/>
                  </a:lnTo>
                  <a:lnTo>
                    <a:pt x="5477017" y="1699414"/>
                  </a:lnTo>
                  <a:lnTo>
                    <a:pt x="5481296" y="1692821"/>
                  </a:lnTo>
                  <a:lnTo>
                    <a:pt x="5485575" y="1628059"/>
                  </a:lnTo>
                  <a:lnTo>
                    <a:pt x="5489854" y="1591866"/>
                  </a:lnTo>
                  <a:lnTo>
                    <a:pt x="5494133" y="1678670"/>
                  </a:lnTo>
                  <a:lnTo>
                    <a:pt x="5498412" y="1671795"/>
                  </a:lnTo>
                  <a:lnTo>
                    <a:pt x="5502691" y="1682702"/>
                  </a:lnTo>
                  <a:lnTo>
                    <a:pt x="5506969" y="1628770"/>
                  </a:lnTo>
                  <a:lnTo>
                    <a:pt x="5511248" y="1547282"/>
                  </a:lnTo>
                  <a:lnTo>
                    <a:pt x="5515527" y="1634875"/>
                  </a:lnTo>
                  <a:lnTo>
                    <a:pt x="5519806" y="1681450"/>
                  </a:lnTo>
                  <a:lnTo>
                    <a:pt x="5524085" y="1608264"/>
                  </a:lnTo>
                  <a:lnTo>
                    <a:pt x="5528364" y="1706795"/>
                  </a:lnTo>
                  <a:lnTo>
                    <a:pt x="5532643" y="1685515"/>
                  </a:lnTo>
                  <a:lnTo>
                    <a:pt x="5536922" y="1610272"/>
                  </a:lnTo>
                  <a:lnTo>
                    <a:pt x="5541201" y="1657324"/>
                  </a:lnTo>
                  <a:lnTo>
                    <a:pt x="5545480" y="1745475"/>
                  </a:lnTo>
                  <a:lnTo>
                    <a:pt x="5549759" y="1750029"/>
                  </a:lnTo>
                  <a:lnTo>
                    <a:pt x="5554038" y="1811886"/>
                  </a:lnTo>
                  <a:lnTo>
                    <a:pt x="5558317" y="1855215"/>
                  </a:lnTo>
                  <a:lnTo>
                    <a:pt x="5562595" y="1826131"/>
                  </a:lnTo>
                  <a:lnTo>
                    <a:pt x="5566874" y="1896950"/>
                  </a:lnTo>
                  <a:lnTo>
                    <a:pt x="5571153" y="1837285"/>
                  </a:lnTo>
                  <a:lnTo>
                    <a:pt x="5575432" y="1906413"/>
                  </a:lnTo>
                  <a:lnTo>
                    <a:pt x="5579711" y="1893654"/>
                  </a:lnTo>
                  <a:lnTo>
                    <a:pt x="5583990" y="1914028"/>
                  </a:lnTo>
                  <a:lnTo>
                    <a:pt x="5588269" y="1857816"/>
                  </a:lnTo>
                  <a:lnTo>
                    <a:pt x="5592548" y="1866707"/>
                  </a:lnTo>
                  <a:lnTo>
                    <a:pt x="5596827" y="1928324"/>
                  </a:lnTo>
                  <a:lnTo>
                    <a:pt x="5601106" y="1924508"/>
                  </a:lnTo>
                  <a:lnTo>
                    <a:pt x="5605385" y="1942460"/>
                  </a:lnTo>
                  <a:lnTo>
                    <a:pt x="5609664" y="1940074"/>
                  </a:lnTo>
                  <a:lnTo>
                    <a:pt x="5613942" y="1889424"/>
                  </a:lnTo>
                  <a:lnTo>
                    <a:pt x="5618221" y="1834899"/>
                  </a:lnTo>
                  <a:lnTo>
                    <a:pt x="5622500" y="1862478"/>
                  </a:lnTo>
                  <a:lnTo>
                    <a:pt x="5626779" y="1824902"/>
                  </a:lnTo>
                  <a:lnTo>
                    <a:pt x="5631058" y="1868982"/>
                  </a:lnTo>
                  <a:lnTo>
                    <a:pt x="5635337" y="1868182"/>
                  </a:lnTo>
                  <a:lnTo>
                    <a:pt x="5639616" y="1881069"/>
                  </a:lnTo>
                  <a:lnTo>
                    <a:pt x="5643895" y="1945592"/>
                  </a:lnTo>
                  <a:lnTo>
                    <a:pt x="5648174" y="1981714"/>
                  </a:lnTo>
                  <a:lnTo>
                    <a:pt x="5652453" y="2022949"/>
                  </a:lnTo>
                  <a:lnTo>
                    <a:pt x="5656732" y="1955547"/>
                  </a:lnTo>
                  <a:lnTo>
                    <a:pt x="5661011" y="2015832"/>
                  </a:lnTo>
                  <a:lnTo>
                    <a:pt x="5665290" y="2019482"/>
                  </a:lnTo>
                  <a:lnTo>
                    <a:pt x="5669568" y="2044443"/>
                  </a:lnTo>
                  <a:lnTo>
                    <a:pt x="5673847" y="2076855"/>
                  </a:lnTo>
                  <a:lnTo>
                    <a:pt x="5678126" y="2041995"/>
                  </a:lnTo>
                  <a:lnTo>
                    <a:pt x="5682405" y="2036705"/>
                  </a:lnTo>
                  <a:lnTo>
                    <a:pt x="5686684" y="2050915"/>
                  </a:lnTo>
                  <a:lnTo>
                    <a:pt x="5690963" y="2019146"/>
                  </a:lnTo>
                  <a:lnTo>
                    <a:pt x="5695242" y="2009005"/>
                  </a:lnTo>
                  <a:lnTo>
                    <a:pt x="5699521" y="2058351"/>
                  </a:lnTo>
                  <a:lnTo>
                    <a:pt x="5703800" y="2029511"/>
                  </a:lnTo>
                  <a:lnTo>
                    <a:pt x="5708079" y="1976963"/>
                  </a:lnTo>
                  <a:lnTo>
                    <a:pt x="5712358" y="1982653"/>
                  </a:lnTo>
                  <a:lnTo>
                    <a:pt x="5716637" y="1842164"/>
                  </a:lnTo>
                  <a:lnTo>
                    <a:pt x="5720915" y="1840064"/>
                  </a:lnTo>
                  <a:lnTo>
                    <a:pt x="5725194" y="1743348"/>
                  </a:lnTo>
                  <a:lnTo>
                    <a:pt x="5729473" y="1657780"/>
                  </a:lnTo>
                  <a:lnTo>
                    <a:pt x="5733752" y="1676015"/>
                  </a:lnTo>
                  <a:lnTo>
                    <a:pt x="5738031" y="1653442"/>
                  </a:lnTo>
                  <a:lnTo>
                    <a:pt x="5742310" y="1766021"/>
                  </a:lnTo>
                  <a:lnTo>
                    <a:pt x="5746589" y="1755330"/>
                  </a:lnTo>
                  <a:lnTo>
                    <a:pt x="5750868" y="1566583"/>
                  </a:lnTo>
                  <a:lnTo>
                    <a:pt x="5755147" y="1620309"/>
                  </a:lnTo>
                  <a:lnTo>
                    <a:pt x="5759426" y="1484585"/>
                  </a:lnTo>
                  <a:lnTo>
                    <a:pt x="5763705" y="1477224"/>
                  </a:lnTo>
                  <a:lnTo>
                    <a:pt x="5767984" y="1411574"/>
                  </a:lnTo>
                  <a:lnTo>
                    <a:pt x="5772263" y="1456647"/>
                  </a:lnTo>
                  <a:lnTo>
                    <a:pt x="5776541" y="1467061"/>
                  </a:lnTo>
                  <a:lnTo>
                    <a:pt x="5780820" y="1358694"/>
                  </a:lnTo>
                  <a:lnTo>
                    <a:pt x="5785099" y="1232309"/>
                  </a:lnTo>
                  <a:lnTo>
                    <a:pt x="5789378" y="1205728"/>
                  </a:lnTo>
                  <a:lnTo>
                    <a:pt x="5793657" y="1077504"/>
                  </a:lnTo>
                  <a:lnTo>
                    <a:pt x="5797936" y="1155498"/>
                  </a:lnTo>
                  <a:lnTo>
                    <a:pt x="5802215" y="1075319"/>
                  </a:lnTo>
                  <a:lnTo>
                    <a:pt x="5806494" y="1231730"/>
                  </a:lnTo>
                  <a:lnTo>
                    <a:pt x="5810773" y="1238825"/>
                  </a:lnTo>
                  <a:lnTo>
                    <a:pt x="5815052" y="1137810"/>
                  </a:lnTo>
                  <a:lnTo>
                    <a:pt x="5819331" y="1203833"/>
                  </a:lnTo>
                  <a:lnTo>
                    <a:pt x="5823610" y="1066246"/>
                  </a:lnTo>
                  <a:lnTo>
                    <a:pt x="5827888" y="1133107"/>
                  </a:lnTo>
                  <a:lnTo>
                    <a:pt x="5832167" y="1078438"/>
                  </a:lnTo>
                  <a:lnTo>
                    <a:pt x="5836446" y="1104019"/>
                  </a:lnTo>
                  <a:lnTo>
                    <a:pt x="5840725" y="1160607"/>
                  </a:lnTo>
                  <a:lnTo>
                    <a:pt x="5845004" y="1059061"/>
                  </a:lnTo>
                  <a:lnTo>
                    <a:pt x="5849283" y="1066093"/>
                  </a:lnTo>
                  <a:lnTo>
                    <a:pt x="5853562" y="1024447"/>
                  </a:lnTo>
                  <a:lnTo>
                    <a:pt x="5857841" y="1024406"/>
                  </a:lnTo>
                  <a:lnTo>
                    <a:pt x="5862120" y="1058265"/>
                  </a:lnTo>
                  <a:lnTo>
                    <a:pt x="5866399" y="1035643"/>
                  </a:lnTo>
                  <a:lnTo>
                    <a:pt x="5870678" y="806538"/>
                  </a:lnTo>
                  <a:lnTo>
                    <a:pt x="5874957" y="710069"/>
                  </a:lnTo>
                  <a:lnTo>
                    <a:pt x="5879236" y="844326"/>
                  </a:lnTo>
                  <a:lnTo>
                    <a:pt x="5883514" y="811425"/>
                  </a:lnTo>
                  <a:lnTo>
                    <a:pt x="5887793" y="848813"/>
                  </a:lnTo>
                  <a:lnTo>
                    <a:pt x="5892072" y="879913"/>
                  </a:lnTo>
                  <a:lnTo>
                    <a:pt x="5896351" y="828844"/>
                  </a:lnTo>
                  <a:lnTo>
                    <a:pt x="5900630" y="870792"/>
                  </a:lnTo>
                  <a:lnTo>
                    <a:pt x="5904909" y="889262"/>
                  </a:lnTo>
                  <a:lnTo>
                    <a:pt x="5909188" y="917257"/>
                  </a:lnTo>
                  <a:lnTo>
                    <a:pt x="5913467" y="969427"/>
                  </a:lnTo>
                  <a:lnTo>
                    <a:pt x="5917746" y="968623"/>
                  </a:lnTo>
                  <a:lnTo>
                    <a:pt x="5922025" y="1107919"/>
                  </a:lnTo>
                  <a:lnTo>
                    <a:pt x="5926304" y="1094587"/>
                  </a:lnTo>
                  <a:lnTo>
                    <a:pt x="5930583" y="1013911"/>
                  </a:lnTo>
                  <a:lnTo>
                    <a:pt x="5934861" y="918287"/>
                  </a:lnTo>
                  <a:lnTo>
                    <a:pt x="5939140" y="841572"/>
                  </a:lnTo>
                  <a:lnTo>
                    <a:pt x="5943419" y="906478"/>
                  </a:lnTo>
                  <a:lnTo>
                    <a:pt x="5947698" y="1009627"/>
                  </a:lnTo>
                  <a:lnTo>
                    <a:pt x="5951977" y="1114062"/>
                  </a:lnTo>
                  <a:lnTo>
                    <a:pt x="5956256" y="1093503"/>
                  </a:lnTo>
                  <a:lnTo>
                    <a:pt x="5960535" y="1064319"/>
                  </a:lnTo>
                  <a:lnTo>
                    <a:pt x="5964814" y="1296095"/>
                  </a:lnTo>
                  <a:lnTo>
                    <a:pt x="5969093" y="1212007"/>
                  </a:lnTo>
                  <a:lnTo>
                    <a:pt x="5973372" y="1178403"/>
                  </a:lnTo>
                  <a:lnTo>
                    <a:pt x="5977651" y="1151612"/>
                  </a:lnTo>
                  <a:lnTo>
                    <a:pt x="5981930" y="1190400"/>
                  </a:lnTo>
                  <a:lnTo>
                    <a:pt x="5986209" y="1177666"/>
                  </a:lnTo>
                  <a:lnTo>
                    <a:pt x="5990487" y="1187029"/>
                  </a:lnTo>
                  <a:lnTo>
                    <a:pt x="5994766" y="1179615"/>
                  </a:lnTo>
                  <a:lnTo>
                    <a:pt x="5999045" y="1101654"/>
                  </a:lnTo>
                  <a:lnTo>
                    <a:pt x="6003324" y="1116017"/>
                  </a:lnTo>
                  <a:lnTo>
                    <a:pt x="6007603" y="1027788"/>
                  </a:lnTo>
                  <a:lnTo>
                    <a:pt x="6011882" y="875740"/>
                  </a:lnTo>
                  <a:lnTo>
                    <a:pt x="6016161" y="878713"/>
                  </a:lnTo>
                  <a:lnTo>
                    <a:pt x="6020440" y="946355"/>
                  </a:lnTo>
                  <a:lnTo>
                    <a:pt x="6024719" y="1007912"/>
                  </a:lnTo>
                  <a:lnTo>
                    <a:pt x="6028998" y="971548"/>
                  </a:lnTo>
                  <a:lnTo>
                    <a:pt x="6033277" y="1030482"/>
                  </a:lnTo>
                  <a:lnTo>
                    <a:pt x="6037556" y="1109917"/>
                  </a:lnTo>
                  <a:lnTo>
                    <a:pt x="6041834" y="1094387"/>
                  </a:lnTo>
                  <a:lnTo>
                    <a:pt x="6046113" y="1075757"/>
                  </a:lnTo>
                  <a:lnTo>
                    <a:pt x="6050392" y="1039149"/>
                  </a:lnTo>
                  <a:lnTo>
                    <a:pt x="6054671" y="1040138"/>
                  </a:lnTo>
                  <a:lnTo>
                    <a:pt x="6058950" y="1026086"/>
                  </a:lnTo>
                  <a:lnTo>
                    <a:pt x="6063229" y="990558"/>
                  </a:lnTo>
                  <a:lnTo>
                    <a:pt x="6067508" y="1019820"/>
                  </a:lnTo>
                  <a:lnTo>
                    <a:pt x="6071787" y="902605"/>
                  </a:lnTo>
                  <a:lnTo>
                    <a:pt x="6076066" y="940049"/>
                  </a:lnTo>
                  <a:lnTo>
                    <a:pt x="6080345" y="898139"/>
                  </a:lnTo>
                  <a:lnTo>
                    <a:pt x="6084624" y="847564"/>
                  </a:lnTo>
                  <a:lnTo>
                    <a:pt x="6088903" y="946763"/>
                  </a:lnTo>
                  <a:lnTo>
                    <a:pt x="6093182" y="949587"/>
                  </a:lnTo>
                  <a:lnTo>
                    <a:pt x="6097460" y="974057"/>
                  </a:lnTo>
                  <a:lnTo>
                    <a:pt x="6101739" y="1077523"/>
                  </a:lnTo>
                  <a:lnTo>
                    <a:pt x="6106018" y="1099704"/>
                  </a:lnTo>
                  <a:lnTo>
                    <a:pt x="6110297" y="1215374"/>
                  </a:lnTo>
                  <a:lnTo>
                    <a:pt x="6114576" y="1265676"/>
                  </a:lnTo>
                  <a:lnTo>
                    <a:pt x="6118855" y="1320225"/>
                  </a:lnTo>
                  <a:lnTo>
                    <a:pt x="6123134" y="1364548"/>
                  </a:lnTo>
                  <a:lnTo>
                    <a:pt x="6127413" y="1348183"/>
                  </a:lnTo>
                  <a:lnTo>
                    <a:pt x="6131692" y="1497635"/>
                  </a:lnTo>
                  <a:lnTo>
                    <a:pt x="6135971" y="1752088"/>
                  </a:lnTo>
                  <a:lnTo>
                    <a:pt x="6140250" y="1750993"/>
                  </a:lnTo>
                  <a:lnTo>
                    <a:pt x="6144529" y="1862481"/>
                  </a:lnTo>
                  <a:lnTo>
                    <a:pt x="6148807" y="2007860"/>
                  </a:lnTo>
                  <a:lnTo>
                    <a:pt x="6153086" y="1901134"/>
                  </a:lnTo>
                  <a:lnTo>
                    <a:pt x="6157365" y="1770542"/>
                  </a:lnTo>
                  <a:lnTo>
                    <a:pt x="6161644" y="1731806"/>
                  </a:lnTo>
                  <a:lnTo>
                    <a:pt x="6165923" y="1669116"/>
                  </a:lnTo>
                  <a:lnTo>
                    <a:pt x="6170202" y="1680933"/>
                  </a:lnTo>
                  <a:lnTo>
                    <a:pt x="6174481" y="1621982"/>
                  </a:lnTo>
                  <a:lnTo>
                    <a:pt x="6178760" y="1670738"/>
                  </a:lnTo>
                  <a:lnTo>
                    <a:pt x="6183039" y="1711084"/>
                  </a:lnTo>
                  <a:lnTo>
                    <a:pt x="6187318" y="1717692"/>
                  </a:lnTo>
                  <a:lnTo>
                    <a:pt x="6191597" y="1760267"/>
                  </a:lnTo>
                  <a:lnTo>
                    <a:pt x="6195876" y="1772296"/>
                  </a:lnTo>
                  <a:lnTo>
                    <a:pt x="6200155" y="1906973"/>
                  </a:lnTo>
                  <a:lnTo>
                    <a:pt x="6204433" y="1900088"/>
                  </a:lnTo>
                  <a:lnTo>
                    <a:pt x="6208712" y="1955000"/>
                  </a:lnTo>
                  <a:lnTo>
                    <a:pt x="6212991" y="1955411"/>
                  </a:lnTo>
                  <a:lnTo>
                    <a:pt x="6217270" y="1965875"/>
                  </a:lnTo>
                  <a:lnTo>
                    <a:pt x="6221549" y="2051307"/>
                  </a:lnTo>
                  <a:lnTo>
                    <a:pt x="6225828" y="2047178"/>
                  </a:lnTo>
                  <a:lnTo>
                    <a:pt x="6230107" y="2169595"/>
                  </a:lnTo>
                  <a:lnTo>
                    <a:pt x="6234386" y="2193504"/>
                  </a:lnTo>
                  <a:lnTo>
                    <a:pt x="6238665" y="2211579"/>
                  </a:lnTo>
                  <a:lnTo>
                    <a:pt x="6242944" y="2223511"/>
                  </a:lnTo>
                  <a:lnTo>
                    <a:pt x="6247223" y="2108689"/>
                  </a:lnTo>
                  <a:lnTo>
                    <a:pt x="6251502" y="2046628"/>
                  </a:lnTo>
                  <a:lnTo>
                    <a:pt x="6255780" y="2024019"/>
                  </a:lnTo>
                  <a:lnTo>
                    <a:pt x="6260059" y="1984923"/>
                  </a:lnTo>
                  <a:lnTo>
                    <a:pt x="6264338" y="1935482"/>
                  </a:lnTo>
                  <a:lnTo>
                    <a:pt x="6268617" y="1906213"/>
                  </a:lnTo>
                  <a:lnTo>
                    <a:pt x="6272896" y="1982644"/>
                  </a:lnTo>
                  <a:lnTo>
                    <a:pt x="6277175" y="2099216"/>
                  </a:lnTo>
                  <a:lnTo>
                    <a:pt x="6281454" y="2185376"/>
                  </a:lnTo>
                  <a:lnTo>
                    <a:pt x="6285733" y="2207681"/>
                  </a:lnTo>
                  <a:lnTo>
                    <a:pt x="6290012" y="2252141"/>
                  </a:lnTo>
                  <a:lnTo>
                    <a:pt x="6294291" y="2341769"/>
                  </a:lnTo>
                  <a:lnTo>
                    <a:pt x="6298570" y="2341969"/>
                  </a:lnTo>
                  <a:lnTo>
                    <a:pt x="6302849" y="2274832"/>
                  </a:lnTo>
                  <a:lnTo>
                    <a:pt x="6307127" y="2332601"/>
                  </a:lnTo>
                  <a:lnTo>
                    <a:pt x="6311406" y="2341665"/>
                  </a:lnTo>
                  <a:lnTo>
                    <a:pt x="6315685" y="2324448"/>
                  </a:lnTo>
                  <a:lnTo>
                    <a:pt x="6319964" y="2335262"/>
                  </a:lnTo>
                  <a:lnTo>
                    <a:pt x="6324243" y="2289756"/>
                  </a:lnTo>
                  <a:lnTo>
                    <a:pt x="6328522" y="2382786"/>
                  </a:lnTo>
                  <a:lnTo>
                    <a:pt x="6332801" y="2315079"/>
                  </a:lnTo>
                  <a:lnTo>
                    <a:pt x="6337080" y="2321663"/>
                  </a:lnTo>
                  <a:lnTo>
                    <a:pt x="6341359" y="2206377"/>
                  </a:lnTo>
                  <a:lnTo>
                    <a:pt x="6345638" y="2288206"/>
                  </a:lnTo>
                  <a:lnTo>
                    <a:pt x="6349917" y="2395309"/>
                  </a:lnTo>
                  <a:lnTo>
                    <a:pt x="6354196" y="2379497"/>
                  </a:lnTo>
                  <a:lnTo>
                    <a:pt x="6358475" y="2426122"/>
                  </a:lnTo>
                  <a:lnTo>
                    <a:pt x="6362753" y="2450046"/>
                  </a:lnTo>
                  <a:lnTo>
                    <a:pt x="6367032" y="2458777"/>
                  </a:lnTo>
                  <a:lnTo>
                    <a:pt x="6371311" y="2474303"/>
                  </a:lnTo>
                  <a:lnTo>
                    <a:pt x="6375590" y="2487519"/>
                  </a:lnTo>
                  <a:lnTo>
                    <a:pt x="6379869" y="2451150"/>
                  </a:lnTo>
                  <a:lnTo>
                    <a:pt x="6384148" y="2388951"/>
                  </a:lnTo>
                  <a:lnTo>
                    <a:pt x="6388427" y="2332964"/>
                  </a:lnTo>
                  <a:lnTo>
                    <a:pt x="6392706" y="2234871"/>
                  </a:lnTo>
                  <a:lnTo>
                    <a:pt x="6396985" y="2357550"/>
                  </a:lnTo>
                  <a:lnTo>
                    <a:pt x="6401264" y="2337563"/>
                  </a:lnTo>
                  <a:lnTo>
                    <a:pt x="6405543" y="2221482"/>
                  </a:lnTo>
                  <a:lnTo>
                    <a:pt x="6409822" y="2249776"/>
                  </a:lnTo>
                  <a:lnTo>
                    <a:pt x="6414100" y="2325454"/>
                  </a:lnTo>
                  <a:lnTo>
                    <a:pt x="6418379" y="2402892"/>
                  </a:lnTo>
                  <a:lnTo>
                    <a:pt x="6422658" y="2422641"/>
                  </a:lnTo>
                  <a:lnTo>
                    <a:pt x="6426937" y="2416192"/>
                  </a:lnTo>
                  <a:lnTo>
                    <a:pt x="6431216" y="2343752"/>
                  </a:lnTo>
                  <a:lnTo>
                    <a:pt x="6435495" y="2202629"/>
                  </a:lnTo>
                  <a:lnTo>
                    <a:pt x="6439774" y="2260804"/>
                  </a:lnTo>
                  <a:lnTo>
                    <a:pt x="6444053" y="2261541"/>
                  </a:lnTo>
                  <a:lnTo>
                    <a:pt x="6448332" y="2304534"/>
                  </a:lnTo>
                  <a:lnTo>
                    <a:pt x="6452611" y="2406094"/>
                  </a:lnTo>
                  <a:lnTo>
                    <a:pt x="6456890" y="2391314"/>
                  </a:lnTo>
                  <a:lnTo>
                    <a:pt x="6461169" y="2431280"/>
                  </a:lnTo>
                  <a:lnTo>
                    <a:pt x="6465448" y="2390292"/>
                  </a:lnTo>
                  <a:lnTo>
                    <a:pt x="6469726" y="2432971"/>
                  </a:lnTo>
                  <a:lnTo>
                    <a:pt x="6474005" y="2446571"/>
                  </a:lnTo>
                  <a:lnTo>
                    <a:pt x="6478284" y="2436576"/>
                  </a:lnTo>
                  <a:lnTo>
                    <a:pt x="6482563" y="2477648"/>
                  </a:lnTo>
                  <a:lnTo>
                    <a:pt x="6486842" y="2506385"/>
                  </a:lnTo>
                  <a:lnTo>
                    <a:pt x="6491121" y="2514412"/>
                  </a:lnTo>
                  <a:lnTo>
                    <a:pt x="6495400" y="2535196"/>
                  </a:lnTo>
                  <a:lnTo>
                    <a:pt x="6499679" y="2550940"/>
                  </a:lnTo>
                  <a:lnTo>
                    <a:pt x="6503958" y="2512336"/>
                  </a:lnTo>
                  <a:lnTo>
                    <a:pt x="6508237" y="2530106"/>
                  </a:lnTo>
                  <a:lnTo>
                    <a:pt x="6512516" y="2526080"/>
                  </a:lnTo>
                  <a:lnTo>
                    <a:pt x="6516795" y="2523472"/>
                  </a:lnTo>
                  <a:lnTo>
                    <a:pt x="6521073" y="2469030"/>
                  </a:lnTo>
                  <a:lnTo>
                    <a:pt x="6525352" y="2484433"/>
                  </a:lnTo>
                  <a:lnTo>
                    <a:pt x="6529631" y="2467219"/>
                  </a:lnTo>
                  <a:lnTo>
                    <a:pt x="6533910" y="2452278"/>
                  </a:lnTo>
                  <a:lnTo>
                    <a:pt x="6538189" y="2439310"/>
                  </a:lnTo>
                  <a:lnTo>
                    <a:pt x="6542468" y="2461597"/>
                  </a:lnTo>
                  <a:lnTo>
                    <a:pt x="6546747" y="2501457"/>
                  </a:lnTo>
                  <a:lnTo>
                    <a:pt x="6551026" y="2447955"/>
                  </a:lnTo>
                  <a:lnTo>
                    <a:pt x="6555305" y="2444390"/>
                  </a:lnTo>
                  <a:lnTo>
                    <a:pt x="6559584" y="2417540"/>
                  </a:lnTo>
                  <a:lnTo>
                    <a:pt x="6563863" y="2454920"/>
                  </a:lnTo>
                  <a:lnTo>
                    <a:pt x="6568142" y="2519655"/>
                  </a:lnTo>
                  <a:lnTo>
                    <a:pt x="6572421" y="2539906"/>
                  </a:lnTo>
                  <a:lnTo>
                    <a:pt x="6576699" y="2523511"/>
                  </a:lnTo>
                  <a:lnTo>
                    <a:pt x="6580978" y="2540380"/>
                  </a:lnTo>
                  <a:lnTo>
                    <a:pt x="6585257" y="2534710"/>
                  </a:lnTo>
                  <a:lnTo>
                    <a:pt x="6589536" y="2571062"/>
                  </a:lnTo>
                  <a:lnTo>
                    <a:pt x="6593815" y="2588150"/>
                  </a:lnTo>
                  <a:lnTo>
                    <a:pt x="6598094" y="2597592"/>
                  </a:lnTo>
                  <a:lnTo>
                    <a:pt x="6602373" y="2651972"/>
                  </a:lnTo>
                  <a:lnTo>
                    <a:pt x="6606652" y="2676143"/>
                  </a:lnTo>
                  <a:lnTo>
                    <a:pt x="6610931" y="2674395"/>
                  </a:lnTo>
                  <a:lnTo>
                    <a:pt x="6615210" y="2657113"/>
                  </a:lnTo>
                  <a:lnTo>
                    <a:pt x="6619489" y="2663033"/>
                  </a:lnTo>
                  <a:lnTo>
                    <a:pt x="6623768" y="2661331"/>
                  </a:lnTo>
                  <a:lnTo>
                    <a:pt x="6628046" y="2658469"/>
                  </a:lnTo>
                  <a:lnTo>
                    <a:pt x="6632325" y="2704586"/>
                  </a:lnTo>
                  <a:lnTo>
                    <a:pt x="6636604" y="2689539"/>
                  </a:lnTo>
                  <a:lnTo>
                    <a:pt x="6640883" y="2675103"/>
                  </a:lnTo>
                  <a:lnTo>
                    <a:pt x="6645162" y="2690916"/>
                  </a:lnTo>
                  <a:lnTo>
                    <a:pt x="6649441" y="2686209"/>
                  </a:lnTo>
                  <a:lnTo>
                    <a:pt x="6653720" y="2674205"/>
                  </a:lnTo>
                  <a:lnTo>
                    <a:pt x="6657999" y="2688692"/>
                  </a:lnTo>
                  <a:lnTo>
                    <a:pt x="6662278" y="2646684"/>
                  </a:lnTo>
                  <a:lnTo>
                    <a:pt x="6666557" y="2646457"/>
                  </a:lnTo>
                  <a:lnTo>
                    <a:pt x="6670836" y="2582180"/>
                  </a:lnTo>
                  <a:lnTo>
                    <a:pt x="6675115" y="2440327"/>
                  </a:lnTo>
                  <a:lnTo>
                    <a:pt x="6679394" y="2494589"/>
                  </a:lnTo>
                  <a:lnTo>
                    <a:pt x="6683672" y="2482957"/>
                  </a:lnTo>
                  <a:lnTo>
                    <a:pt x="6687951" y="2514563"/>
                  </a:lnTo>
                  <a:lnTo>
                    <a:pt x="6692230" y="2547097"/>
                  </a:lnTo>
                  <a:lnTo>
                    <a:pt x="6696509" y="2530082"/>
                  </a:lnTo>
                  <a:lnTo>
                    <a:pt x="6700788" y="2613927"/>
                  </a:lnTo>
                  <a:lnTo>
                    <a:pt x="6705067" y="2610882"/>
                  </a:lnTo>
                  <a:lnTo>
                    <a:pt x="6709346" y="2597975"/>
                  </a:lnTo>
                  <a:lnTo>
                    <a:pt x="6713625" y="2639384"/>
                  </a:lnTo>
                  <a:lnTo>
                    <a:pt x="6717904" y="2641365"/>
                  </a:lnTo>
                  <a:lnTo>
                    <a:pt x="6722183" y="2579962"/>
                  </a:lnTo>
                  <a:lnTo>
                    <a:pt x="6726462" y="2561662"/>
                  </a:lnTo>
                  <a:lnTo>
                    <a:pt x="6730741" y="2506035"/>
                  </a:lnTo>
                  <a:lnTo>
                    <a:pt x="6735019" y="2522733"/>
                  </a:lnTo>
                  <a:lnTo>
                    <a:pt x="6739298" y="2580028"/>
                  </a:lnTo>
                  <a:lnTo>
                    <a:pt x="6743577" y="2600372"/>
                  </a:lnTo>
                  <a:lnTo>
                    <a:pt x="6747856" y="2684465"/>
                  </a:lnTo>
                  <a:lnTo>
                    <a:pt x="6752135" y="2640991"/>
                  </a:lnTo>
                  <a:lnTo>
                    <a:pt x="6756414" y="2679196"/>
                  </a:lnTo>
                  <a:lnTo>
                    <a:pt x="6760693" y="2653000"/>
                  </a:lnTo>
                  <a:lnTo>
                    <a:pt x="6764972" y="2601459"/>
                  </a:lnTo>
                  <a:lnTo>
                    <a:pt x="6769251" y="2518495"/>
                  </a:lnTo>
                  <a:lnTo>
                    <a:pt x="6773530" y="2456200"/>
                  </a:lnTo>
                  <a:lnTo>
                    <a:pt x="6777809" y="2481830"/>
                  </a:lnTo>
                  <a:lnTo>
                    <a:pt x="6782088" y="2543745"/>
                  </a:lnTo>
                  <a:lnTo>
                    <a:pt x="6786367" y="2627369"/>
                  </a:lnTo>
                  <a:lnTo>
                    <a:pt x="6790645" y="2623832"/>
                  </a:lnTo>
                  <a:lnTo>
                    <a:pt x="6794924" y="2618983"/>
                  </a:lnTo>
                  <a:lnTo>
                    <a:pt x="6799203" y="2649707"/>
                  </a:lnTo>
                  <a:lnTo>
                    <a:pt x="6803482" y="2674923"/>
                  </a:lnTo>
                  <a:lnTo>
                    <a:pt x="6807761" y="2702356"/>
                  </a:lnTo>
                  <a:lnTo>
                    <a:pt x="6812040" y="2688054"/>
                  </a:lnTo>
                  <a:lnTo>
                    <a:pt x="6816319" y="2668229"/>
                  </a:lnTo>
                  <a:lnTo>
                    <a:pt x="6820598" y="2685966"/>
                  </a:lnTo>
                  <a:lnTo>
                    <a:pt x="6824877" y="2667460"/>
                  </a:lnTo>
                  <a:lnTo>
                    <a:pt x="6829156" y="2695123"/>
                  </a:lnTo>
                  <a:lnTo>
                    <a:pt x="6833435" y="2696883"/>
                  </a:lnTo>
                  <a:lnTo>
                    <a:pt x="6837714" y="2680970"/>
                  </a:lnTo>
                  <a:lnTo>
                    <a:pt x="6841992" y="2722788"/>
                  </a:lnTo>
                  <a:lnTo>
                    <a:pt x="6846271" y="2705601"/>
                  </a:lnTo>
                  <a:lnTo>
                    <a:pt x="6850550" y="2641941"/>
                  </a:lnTo>
                  <a:lnTo>
                    <a:pt x="6854829" y="2682013"/>
                  </a:lnTo>
                  <a:lnTo>
                    <a:pt x="6859108" y="2701403"/>
                  </a:lnTo>
                  <a:lnTo>
                    <a:pt x="6863387" y="2722428"/>
                  </a:lnTo>
                  <a:lnTo>
                    <a:pt x="6867666" y="2710799"/>
                  </a:lnTo>
                  <a:lnTo>
                    <a:pt x="6871945" y="2687371"/>
                  </a:lnTo>
                  <a:lnTo>
                    <a:pt x="6876224" y="2712453"/>
                  </a:lnTo>
                  <a:lnTo>
                    <a:pt x="6880503" y="2732605"/>
                  </a:lnTo>
                  <a:lnTo>
                    <a:pt x="6884782" y="2728616"/>
                  </a:lnTo>
                  <a:lnTo>
                    <a:pt x="6889061" y="2705260"/>
                  </a:lnTo>
                  <a:lnTo>
                    <a:pt x="6893340" y="2726958"/>
                  </a:lnTo>
                  <a:lnTo>
                    <a:pt x="6897618" y="2713466"/>
                  </a:lnTo>
                  <a:lnTo>
                    <a:pt x="6901897" y="2692323"/>
                  </a:lnTo>
                  <a:lnTo>
                    <a:pt x="6906176" y="2693793"/>
                  </a:lnTo>
                  <a:lnTo>
                    <a:pt x="6910455" y="2701711"/>
                  </a:lnTo>
                  <a:lnTo>
                    <a:pt x="6914734" y="2625517"/>
                  </a:lnTo>
                  <a:lnTo>
                    <a:pt x="6919013" y="2567946"/>
                  </a:lnTo>
                  <a:lnTo>
                    <a:pt x="6923292" y="2472798"/>
                  </a:lnTo>
                  <a:lnTo>
                    <a:pt x="6927571" y="2498432"/>
                  </a:lnTo>
                  <a:lnTo>
                    <a:pt x="6931850" y="2535458"/>
                  </a:lnTo>
                  <a:lnTo>
                    <a:pt x="6936129" y="2452062"/>
                  </a:lnTo>
                  <a:lnTo>
                    <a:pt x="6940408" y="2445535"/>
                  </a:lnTo>
                  <a:lnTo>
                    <a:pt x="6944687" y="2510794"/>
                  </a:lnTo>
                  <a:lnTo>
                    <a:pt x="6948965" y="2642560"/>
                  </a:lnTo>
                  <a:lnTo>
                    <a:pt x="6953244" y="2696830"/>
                  </a:lnTo>
                  <a:lnTo>
                    <a:pt x="6957523" y="2698899"/>
                  </a:lnTo>
                  <a:lnTo>
                    <a:pt x="6961802" y="2741104"/>
                  </a:lnTo>
                  <a:lnTo>
                    <a:pt x="6966081" y="2768095"/>
                  </a:lnTo>
                  <a:lnTo>
                    <a:pt x="6970360" y="2774187"/>
                  </a:lnTo>
                  <a:lnTo>
                    <a:pt x="6974639" y="2793320"/>
                  </a:lnTo>
                  <a:lnTo>
                    <a:pt x="6978918" y="2795087"/>
                  </a:lnTo>
                  <a:lnTo>
                    <a:pt x="6983197" y="2806127"/>
                  </a:lnTo>
                  <a:lnTo>
                    <a:pt x="6987476" y="2818485"/>
                  </a:lnTo>
                  <a:lnTo>
                    <a:pt x="6991755" y="2825070"/>
                  </a:lnTo>
                  <a:lnTo>
                    <a:pt x="6996034" y="2825345"/>
                  </a:lnTo>
                  <a:lnTo>
                    <a:pt x="7000313" y="2827866"/>
                  </a:lnTo>
                  <a:lnTo>
                    <a:pt x="7004591" y="2827392"/>
                  </a:lnTo>
                  <a:lnTo>
                    <a:pt x="7008870" y="2829757"/>
                  </a:lnTo>
                  <a:lnTo>
                    <a:pt x="7013149" y="2826142"/>
                  </a:lnTo>
                  <a:lnTo>
                    <a:pt x="7017428" y="2821770"/>
                  </a:lnTo>
                  <a:lnTo>
                    <a:pt x="7021707" y="2792261"/>
                  </a:lnTo>
                  <a:lnTo>
                    <a:pt x="7025986" y="2800447"/>
                  </a:lnTo>
                  <a:lnTo>
                    <a:pt x="7030265" y="2797447"/>
                  </a:lnTo>
                  <a:lnTo>
                    <a:pt x="7034544" y="2772568"/>
                  </a:lnTo>
                  <a:lnTo>
                    <a:pt x="7038823" y="2788829"/>
                  </a:lnTo>
                  <a:lnTo>
                    <a:pt x="7043102" y="2759894"/>
                  </a:lnTo>
                  <a:lnTo>
                    <a:pt x="7047381" y="2759274"/>
                  </a:lnTo>
                  <a:lnTo>
                    <a:pt x="7051660" y="2713443"/>
                  </a:lnTo>
                  <a:lnTo>
                    <a:pt x="7055938" y="2625238"/>
                  </a:lnTo>
                  <a:lnTo>
                    <a:pt x="7060217" y="2583296"/>
                  </a:lnTo>
                  <a:lnTo>
                    <a:pt x="7064496" y="2634318"/>
                  </a:lnTo>
                  <a:lnTo>
                    <a:pt x="7068775" y="2690741"/>
                  </a:lnTo>
                  <a:lnTo>
                    <a:pt x="7073054" y="2694281"/>
                  </a:lnTo>
                  <a:lnTo>
                    <a:pt x="7077333" y="2658931"/>
                  </a:lnTo>
                  <a:lnTo>
                    <a:pt x="7081612" y="2723907"/>
                  </a:lnTo>
                  <a:lnTo>
                    <a:pt x="7085891" y="2688775"/>
                  </a:lnTo>
                  <a:lnTo>
                    <a:pt x="7090170" y="2686246"/>
                  </a:lnTo>
                  <a:lnTo>
                    <a:pt x="7094449" y="2677930"/>
                  </a:lnTo>
                  <a:lnTo>
                    <a:pt x="7098728" y="2698526"/>
                  </a:lnTo>
                  <a:lnTo>
                    <a:pt x="7103007" y="2742131"/>
                  </a:lnTo>
                  <a:lnTo>
                    <a:pt x="7107286" y="2694628"/>
                  </a:lnTo>
                  <a:lnTo>
                    <a:pt x="7111564" y="2680931"/>
                  </a:lnTo>
                  <a:lnTo>
                    <a:pt x="7115843" y="2659108"/>
                  </a:lnTo>
                  <a:lnTo>
                    <a:pt x="7120122" y="2612516"/>
                  </a:lnTo>
                  <a:lnTo>
                    <a:pt x="7124401" y="2545403"/>
                  </a:lnTo>
                  <a:lnTo>
                    <a:pt x="7128680" y="2544147"/>
                  </a:lnTo>
                  <a:lnTo>
                    <a:pt x="7132959" y="2537471"/>
                  </a:lnTo>
                  <a:lnTo>
                    <a:pt x="7137238" y="2610803"/>
                  </a:lnTo>
                  <a:lnTo>
                    <a:pt x="7141517" y="2613843"/>
                  </a:lnTo>
                  <a:lnTo>
                    <a:pt x="7145796" y="2554693"/>
                  </a:lnTo>
                  <a:lnTo>
                    <a:pt x="7150075" y="2565593"/>
                  </a:lnTo>
                  <a:lnTo>
                    <a:pt x="7154354" y="2529095"/>
                  </a:lnTo>
                  <a:lnTo>
                    <a:pt x="7158633" y="2537272"/>
                  </a:lnTo>
                  <a:lnTo>
                    <a:pt x="7162911" y="2516459"/>
                  </a:lnTo>
                  <a:lnTo>
                    <a:pt x="7167190" y="2386122"/>
                  </a:lnTo>
                  <a:lnTo>
                    <a:pt x="7171469" y="2370447"/>
                  </a:lnTo>
                  <a:lnTo>
                    <a:pt x="7175748" y="2396226"/>
                  </a:lnTo>
                  <a:lnTo>
                    <a:pt x="7180027" y="2427830"/>
                  </a:lnTo>
                  <a:lnTo>
                    <a:pt x="7184306" y="2433984"/>
                  </a:lnTo>
                  <a:lnTo>
                    <a:pt x="7188585" y="2406762"/>
                  </a:lnTo>
                  <a:lnTo>
                    <a:pt x="7192864" y="2432551"/>
                  </a:lnTo>
                  <a:lnTo>
                    <a:pt x="7197143" y="2387001"/>
                  </a:lnTo>
                  <a:lnTo>
                    <a:pt x="7201422" y="2421960"/>
                  </a:lnTo>
                  <a:lnTo>
                    <a:pt x="7205701" y="2508200"/>
                  </a:lnTo>
                  <a:lnTo>
                    <a:pt x="7209980" y="2405388"/>
                  </a:lnTo>
                  <a:lnTo>
                    <a:pt x="7214259" y="2501965"/>
                  </a:lnTo>
                  <a:lnTo>
                    <a:pt x="7218537" y="2577388"/>
                  </a:lnTo>
                  <a:lnTo>
                    <a:pt x="7222816" y="2651626"/>
                  </a:lnTo>
                  <a:lnTo>
                    <a:pt x="7227095" y="2687701"/>
                  </a:lnTo>
                  <a:lnTo>
                    <a:pt x="7231374" y="2574717"/>
                  </a:lnTo>
                  <a:lnTo>
                    <a:pt x="7235653" y="2596946"/>
                  </a:lnTo>
                  <a:lnTo>
                    <a:pt x="7239932" y="2586952"/>
                  </a:lnTo>
                  <a:lnTo>
                    <a:pt x="7244211" y="2669337"/>
                  </a:lnTo>
                  <a:lnTo>
                    <a:pt x="7248490" y="2691948"/>
                  </a:lnTo>
                  <a:lnTo>
                    <a:pt x="7252769" y="2622724"/>
                  </a:lnTo>
                  <a:lnTo>
                    <a:pt x="7257048" y="2689616"/>
                  </a:lnTo>
                  <a:lnTo>
                    <a:pt x="7261327" y="2726580"/>
                  </a:lnTo>
                  <a:lnTo>
                    <a:pt x="7265606" y="2731898"/>
                  </a:lnTo>
                  <a:lnTo>
                    <a:pt x="7269884" y="2731375"/>
                  </a:lnTo>
                  <a:lnTo>
                    <a:pt x="7274163" y="2746996"/>
                  </a:lnTo>
                  <a:lnTo>
                    <a:pt x="7278442" y="2755696"/>
                  </a:lnTo>
                  <a:lnTo>
                    <a:pt x="7282721" y="2740542"/>
                  </a:lnTo>
                  <a:lnTo>
                    <a:pt x="7287000" y="2731200"/>
                  </a:lnTo>
                  <a:lnTo>
                    <a:pt x="7291279" y="2723276"/>
                  </a:lnTo>
                  <a:lnTo>
                    <a:pt x="7295558" y="2669766"/>
                  </a:lnTo>
                  <a:lnTo>
                    <a:pt x="7299837" y="2657244"/>
                  </a:lnTo>
                  <a:lnTo>
                    <a:pt x="7304116" y="2678286"/>
                  </a:lnTo>
                  <a:lnTo>
                    <a:pt x="7308395" y="2672180"/>
                  </a:lnTo>
                  <a:lnTo>
                    <a:pt x="7312674" y="2668077"/>
                  </a:lnTo>
                  <a:lnTo>
                    <a:pt x="7316953" y="2601391"/>
                  </a:lnTo>
                  <a:lnTo>
                    <a:pt x="7321232" y="2553628"/>
                  </a:lnTo>
                  <a:lnTo>
                    <a:pt x="7325510" y="2569621"/>
                  </a:lnTo>
                  <a:lnTo>
                    <a:pt x="7329789" y="2504440"/>
                  </a:lnTo>
                  <a:lnTo>
                    <a:pt x="7334068" y="2519675"/>
                  </a:lnTo>
                  <a:lnTo>
                    <a:pt x="7338347" y="2589662"/>
                  </a:lnTo>
                  <a:lnTo>
                    <a:pt x="7342626" y="2606845"/>
                  </a:lnTo>
                  <a:lnTo>
                    <a:pt x="7346905" y="2629067"/>
                  </a:lnTo>
                  <a:lnTo>
                    <a:pt x="7351184" y="2629684"/>
                  </a:lnTo>
                  <a:lnTo>
                    <a:pt x="7355463" y="2607711"/>
                  </a:lnTo>
                  <a:lnTo>
                    <a:pt x="7359742" y="2623457"/>
                  </a:lnTo>
                  <a:lnTo>
                    <a:pt x="7364021" y="2656336"/>
                  </a:lnTo>
                  <a:lnTo>
                    <a:pt x="7368300" y="2647381"/>
                  </a:lnTo>
                  <a:lnTo>
                    <a:pt x="7372579" y="2679254"/>
                  </a:lnTo>
                  <a:lnTo>
                    <a:pt x="7376857" y="2615529"/>
                  </a:lnTo>
                  <a:lnTo>
                    <a:pt x="7381136" y="2709874"/>
                  </a:lnTo>
                  <a:lnTo>
                    <a:pt x="7385415" y="2776348"/>
                  </a:lnTo>
                  <a:lnTo>
                    <a:pt x="7389694" y="2762351"/>
                  </a:lnTo>
                  <a:lnTo>
                    <a:pt x="7393973" y="2769484"/>
                  </a:lnTo>
                  <a:lnTo>
                    <a:pt x="7398252" y="2733718"/>
                  </a:lnTo>
                  <a:lnTo>
                    <a:pt x="7402531" y="2721594"/>
                  </a:lnTo>
                  <a:lnTo>
                    <a:pt x="7406810" y="2741008"/>
                  </a:lnTo>
                  <a:lnTo>
                    <a:pt x="7411089" y="2771072"/>
                  </a:lnTo>
                  <a:lnTo>
                    <a:pt x="7415368" y="2765371"/>
                  </a:lnTo>
                  <a:lnTo>
                    <a:pt x="7419647" y="2749242"/>
                  </a:lnTo>
                  <a:lnTo>
                    <a:pt x="7423926" y="2738851"/>
                  </a:lnTo>
                  <a:lnTo>
                    <a:pt x="7428205" y="2774169"/>
                  </a:lnTo>
                  <a:lnTo>
                    <a:pt x="7432483" y="2782539"/>
                  </a:lnTo>
                  <a:lnTo>
                    <a:pt x="7436762" y="2773406"/>
                  </a:lnTo>
                  <a:lnTo>
                    <a:pt x="7441041" y="2792814"/>
                  </a:lnTo>
                  <a:lnTo>
                    <a:pt x="7445320" y="2792708"/>
                  </a:lnTo>
                  <a:lnTo>
                    <a:pt x="7449599" y="2801404"/>
                  </a:lnTo>
                  <a:lnTo>
                    <a:pt x="7453878" y="2804079"/>
                  </a:lnTo>
                  <a:lnTo>
                    <a:pt x="7458157" y="2807780"/>
                  </a:lnTo>
                  <a:lnTo>
                    <a:pt x="7462436" y="2817446"/>
                  </a:lnTo>
                  <a:lnTo>
                    <a:pt x="7466715" y="2819889"/>
                  </a:lnTo>
                  <a:lnTo>
                    <a:pt x="7470994" y="2824327"/>
                  </a:lnTo>
                  <a:lnTo>
                    <a:pt x="7475273" y="2810721"/>
                  </a:lnTo>
                  <a:lnTo>
                    <a:pt x="7479552" y="2822487"/>
                  </a:lnTo>
                  <a:lnTo>
                    <a:pt x="7483830" y="2811799"/>
                  </a:lnTo>
                  <a:lnTo>
                    <a:pt x="7488109" y="2747540"/>
                  </a:lnTo>
                  <a:lnTo>
                    <a:pt x="7492388" y="2760474"/>
                  </a:lnTo>
                  <a:lnTo>
                    <a:pt x="7496667" y="2733557"/>
                  </a:lnTo>
                  <a:lnTo>
                    <a:pt x="7500946" y="2740920"/>
                  </a:lnTo>
                  <a:lnTo>
                    <a:pt x="7505225" y="2713030"/>
                  </a:lnTo>
                  <a:lnTo>
                    <a:pt x="7509504" y="2645655"/>
                  </a:lnTo>
                  <a:lnTo>
                    <a:pt x="7513783" y="2688755"/>
                  </a:lnTo>
                  <a:lnTo>
                    <a:pt x="7518062" y="2710093"/>
                  </a:lnTo>
                  <a:lnTo>
                    <a:pt x="7522341" y="2715999"/>
                  </a:lnTo>
                  <a:lnTo>
                    <a:pt x="7526620" y="2740122"/>
                  </a:lnTo>
                  <a:lnTo>
                    <a:pt x="7530899" y="2696742"/>
                  </a:lnTo>
                  <a:lnTo>
                    <a:pt x="7535178" y="2717318"/>
                  </a:lnTo>
                  <a:lnTo>
                    <a:pt x="7539456" y="2739269"/>
                  </a:lnTo>
                  <a:lnTo>
                    <a:pt x="7543735" y="2742977"/>
                  </a:lnTo>
                  <a:lnTo>
                    <a:pt x="7548014" y="2744857"/>
                  </a:lnTo>
                  <a:lnTo>
                    <a:pt x="7552293" y="2762538"/>
                  </a:lnTo>
                  <a:lnTo>
                    <a:pt x="7556572" y="2776820"/>
                  </a:lnTo>
                  <a:lnTo>
                    <a:pt x="7560851" y="2755807"/>
                  </a:lnTo>
                  <a:lnTo>
                    <a:pt x="7565130" y="2768762"/>
                  </a:lnTo>
                  <a:lnTo>
                    <a:pt x="7569409" y="2742899"/>
                  </a:lnTo>
                  <a:lnTo>
                    <a:pt x="7573688" y="2764930"/>
                  </a:lnTo>
                  <a:lnTo>
                    <a:pt x="7577967" y="2797164"/>
                  </a:lnTo>
                  <a:lnTo>
                    <a:pt x="7582246" y="2787600"/>
                  </a:lnTo>
                  <a:lnTo>
                    <a:pt x="7586525" y="2779284"/>
                  </a:lnTo>
                  <a:lnTo>
                    <a:pt x="7590803" y="2755354"/>
                  </a:lnTo>
                  <a:lnTo>
                    <a:pt x="7595082" y="2730315"/>
                  </a:lnTo>
                  <a:lnTo>
                    <a:pt x="7599361" y="2689330"/>
                  </a:lnTo>
                  <a:lnTo>
                    <a:pt x="7603640" y="2598529"/>
                  </a:lnTo>
                  <a:lnTo>
                    <a:pt x="7607919" y="2593240"/>
                  </a:lnTo>
                  <a:lnTo>
                    <a:pt x="7612198" y="2634012"/>
                  </a:lnTo>
                  <a:lnTo>
                    <a:pt x="7616477" y="2631567"/>
                  </a:lnTo>
                  <a:lnTo>
                    <a:pt x="7620756" y="2604297"/>
                  </a:lnTo>
                  <a:lnTo>
                    <a:pt x="7625035" y="2579012"/>
                  </a:lnTo>
                  <a:lnTo>
                    <a:pt x="7629314" y="2559386"/>
                  </a:lnTo>
                  <a:lnTo>
                    <a:pt x="7633593" y="2584485"/>
                  </a:lnTo>
                  <a:lnTo>
                    <a:pt x="7637872" y="2617432"/>
                  </a:lnTo>
                  <a:lnTo>
                    <a:pt x="7642151" y="2668375"/>
                  </a:lnTo>
                  <a:lnTo>
                    <a:pt x="7646429" y="2688216"/>
                  </a:lnTo>
                  <a:lnTo>
                    <a:pt x="7650708" y="2720596"/>
                  </a:lnTo>
                  <a:lnTo>
                    <a:pt x="7654987" y="2736150"/>
                  </a:lnTo>
                  <a:lnTo>
                    <a:pt x="7659266" y="2704638"/>
                  </a:lnTo>
                  <a:lnTo>
                    <a:pt x="7663545" y="2753186"/>
                  </a:lnTo>
                  <a:lnTo>
                    <a:pt x="7667824" y="2761291"/>
                  </a:lnTo>
                  <a:lnTo>
                    <a:pt x="7672103" y="2749210"/>
                  </a:lnTo>
                  <a:lnTo>
                    <a:pt x="7676382" y="2767056"/>
                  </a:lnTo>
                  <a:lnTo>
                    <a:pt x="7680661" y="2759752"/>
                  </a:lnTo>
                  <a:lnTo>
                    <a:pt x="7684940" y="2785744"/>
                  </a:lnTo>
                  <a:lnTo>
                    <a:pt x="7689219" y="2754431"/>
                  </a:lnTo>
                  <a:lnTo>
                    <a:pt x="7693498" y="2681117"/>
                  </a:lnTo>
                  <a:lnTo>
                    <a:pt x="7697776" y="2685220"/>
                  </a:lnTo>
                  <a:lnTo>
                    <a:pt x="7702055" y="2739141"/>
                  </a:lnTo>
                  <a:lnTo>
                    <a:pt x="7706334" y="2792020"/>
                  </a:lnTo>
                  <a:lnTo>
                    <a:pt x="7710613" y="2819105"/>
                  </a:lnTo>
                  <a:lnTo>
                    <a:pt x="7714892" y="2789870"/>
                  </a:lnTo>
                  <a:lnTo>
                    <a:pt x="7719171" y="2842135"/>
                  </a:lnTo>
                  <a:lnTo>
                    <a:pt x="7723450" y="2798791"/>
                  </a:lnTo>
                  <a:lnTo>
                    <a:pt x="7727729" y="2808611"/>
                  </a:lnTo>
                  <a:lnTo>
                    <a:pt x="7732008" y="2774451"/>
                  </a:lnTo>
                  <a:lnTo>
                    <a:pt x="7736287" y="2778213"/>
                  </a:lnTo>
                  <a:lnTo>
                    <a:pt x="7740566" y="2805832"/>
                  </a:lnTo>
                  <a:lnTo>
                    <a:pt x="7744845" y="2796054"/>
                  </a:lnTo>
                  <a:lnTo>
                    <a:pt x="7749124" y="2816511"/>
                  </a:lnTo>
                  <a:lnTo>
                    <a:pt x="7753402" y="2794902"/>
                  </a:lnTo>
                  <a:lnTo>
                    <a:pt x="7757681" y="2801566"/>
                  </a:lnTo>
                  <a:lnTo>
                    <a:pt x="7761960" y="2797362"/>
                  </a:lnTo>
                  <a:lnTo>
                    <a:pt x="7766239" y="2810004"/>
                  </a:lnTo>
                  <a:lnTo>
                    <a:pt x="7770518" y="2841214"/>
                  </a:lnTo>
                  <a:lnTo>
                    <a:pt x="7774797" y="2840892"/>
                  </a:lnTo>
                  <a:lnTo>
                    <a:pt x="7779076" y="2853448"/>
                  </a:lnTo>
                  <a:lnTo>
                    <a:pt x="7783355" y="2859489"/>
                  </a:lnTo>
                  <a:lnTo>
                    <a:pt x="7787634" y="2846780"/>
                  </a:lnTo>
                  <a:lnTo>
                    <a:pt x="7791913" y="2850851"/>
                  </a:lnTo>
                  <a:lnTo>
                    <a:pt x="7796192" y="2852033"/>
                  </a:lnTo>
                  <a:lnTo>
                    <a:pt x="7800471" y="2851232"/>
                  </a:lnTo>
                  <a:lnTo>
                    <a:pt x="7804749" y="2862803"/>
                  </a:lnTo>
                  <a:lnTo>
                    <a:pt x="7809028" y="2839878"/>
                  </a:lnTo>
                  <a:lnTo>
                    <a:pt x="7813307" y="2843765"/>
                  </a:lnTo>
                  <a:lnTo>
                    <a:pt x="7817586" y="2829892"/>
                  </a:lnTo>
                  <a:lnTo>
                    <a:pt x="7821865" y="2810867"/>
                  </a:lnTo>
                  <a:lnTo>
                    <a:pt x="7826144" y="2791526"/>
                  </a:lnTo>
                  <a:lnTo>
                    <a:pt x="7830423" y="2764322"/>
                  </a:lnTo>
                  <a:lnTo>
                    <a:pt x="7834702" y="2755768"/>
                  </a:lnTo>
                  <a:lnTo>
                    <a:pt x="7838981" y="2752406"/>
                  </a:lnTo>
                  <a:lnTo>
                    <a:pt x="7843260" y="2721374"/>
                  </a:lnTo>
                  <a:lnTo>
                    <a:pt x="7847539" y="2731790"/>
                  </a:lnTo>
                  <a:lnTo>
                    <a:pt x="7851818" y="2697289"/>
                  </a:lnTo>
                  <a:lnTo>
                    <a:pt x="7856097" y="2711539"/>
                  </a:lnTo>
                  <a:lnTo>
                    <a:pt x="7860375" y="2713548"/>
                  </a:lnTo>
                  <a:lnTo>
                    <a:pt x="7864654" y="2686965"/>
                  </a:lnTo>
                  <a:lnTo>
                    <a:pt x="7868933" y="2726066"/>
                  </a:lnTo>
                  <a:lnTo>
                    <a:pt x="7873212" y="2730352"/>
                  </a:lnTo>
                  <a:lnTo>
                    <a:pt x="7877491" y="2778695"/>
                  </a:lnTo>
                  <a:lnTo>
                    <a:pt x="7881770" y="2785018"/>
                  </a:lnTo>
                  <a:lnTo>
                    <a:pt x="7886049" y="2778818"/>
                  </a:lnTo>
                  <a:lnTo>
                    <a:pt x="7890328" y="2797152"/>
                  </a:lnTo>
                  <a:lnTo>
                    <a:pt x="7894607" y="2773290"/>
                  </a:lnTo>
                  <a:lnTo>
                    <a:pt x="7898886" y="2749450"/>
                  </a:lnTo>
                  <a:lnTo>
                    <a:pt x="7903165" y="2742796"/>
                  </a:lnTo>
                  <a:lnTo>
                    <a:pt x="7907444" y="2754301"/>
                  </a:lnTo>
                  <a:lnTo>
                    <a:pt x="7911722" y="2742785"/>
                  </a:lnTo>
                  <a:lnTo>
                    <a:pt x="7916001" y="2681433"/>
                  </a:lnTo>
                  <a:lnTo>
                    <a:pt x="7920280" y="2587677"/>
                  </a:lnTo>
                  <a:lnTo>
                    <a:pt x="7924559" y="2582932"/>
                  </a:lnTo>
                  <a:lnTo>
                    <a:pt x="7928838" y="2662743"/>
                  </a:lnTo>
                  <a:lnTo>
                    <a:pt x="7933117" y="2670138"/>
                  </a:lnTo>
                  <a:lnTo>
                    <a:pt x="7937396" y="2696317"/>
                  </a:lnTo>
                  <a:lnTo>
                    <a:pt x="7941675" y="2683385"/>
                  </a:lnTo>
                  <a:lnTo>
                    <a:pt x="7945954" y="2714756"/>
                  </a:lnTo>
                  <a:lnTo>
                    <a:pt x="7950233" y="2759248"/>
                  </a:lnTo>
                  <a:lnTo>
                    <a:pt x="7954512" y="2752848"/>
                  </a:lnTo>
                  <a:lnTo>
                    <a:pt x="7958791" y="2714162"/>
                  </a:lnTo>
                  <a:lnTo>
                    <a:pt x="7963070" y="2662150"/>
                  </a:lnTo>
                  <a:lnTo>
                    <a:pt x="7967348" y="2646921"/>
                  </a:lnTo>
                  <a:lnTo>
                    <a:pt x="7971627" y="2636706"/>
                  </a:lnTo>
                  <a:lnTo>
                    <a:pt x="7975906" y="2655986"/>
                  </a:lnTo>
                  <a:lnTo>
                    <a:pt x="7980185" y="2661605"/>
                  </a:lnTo>
                  <a:lnTo>
                    <a:pt x="7984464" y="2681030"/>
                  </a:lnTo>
                  <a:lnTo>
                    <a:pt x="7988743" y="2739737"/>
                  </a:lnTo>
                  <a:lnTo>
                    <a:pt x="7993022" y="2704387"/>
                  </a:lnTo>
                  <a:lnTo>
                    <a:pt x="7997301" y="2623454"/>
                  </a:lnTo>
                  <a:lnTo>
                    <a:pt x="8001580" y="2657316"/>
                  </a:lnTo>
                  <a:lnTo>
                    <a:pt x="8005859" y="2654045"/>
                  </a:lnTo>
                  <a:lnTo>
                    <a:pt x="8010138" y="2727667"/>
                  </a:lnTo>
                  <a:lnTo>
                    <a:pt x="8014417" y="2711905"/>
                  </a:lnTo>
                  <a:lnTo>
                    <a:pt x="8018695" y="2733479"/>
                  </a:lnTo>
                  <a:lnTo>
                    <a:pt x="8022974" y="2782611"/>
                  </a:lnTo>
                  <a:lnTo>
                    <a:pt x="8027253" y="2772196"/>
                  </a:lnTo>
                  <a:lnTo>
                    <a:pt x="8031532" y="2797122"/>
                  </a:lnTo>
                  <a:lnTo>
                    <a:pt x="8035811" y="2769485"/>
                  </a:lnTo>
                  <a:lnTo>
                    <a:pt x="8040090" y="2749693"/>
                  </a:lnTo>
                  <a:lnTo>
                    <a:pt x="8044369" y="2721013"/>
                  </a:lnTo>
                  <a:lnTo>
                    <a:pt x="8048648" y="2723792"/>
                  </a:lnTo>
                  <a:lnTo>
                    <a:pt x="8052927" y="2757413"/>
                  </a:lnTo>
                  <a:lnTo>
                    <a:pt x="8057206" y="2751541"/>
                  </a:lnTo>
                  <a:lnTo>
                    <a:pt x="8061485" y="2773013"/>
                  </a:lnTo>
                  <a:lnTo>
                    <a:pt x="8065764" y="2748914"/>
                  </a:lnTo>
                  <a:lnTo>
                    <a:pt x="8070043" y="2752328"/>
                  </a:lnTo>
                  <a:lnTo>
                    <a:pt x="8074321" y="2766842"/>
                  </a:lnTo>
                  <a:lnTo>
                    <a:pt x="8078600" y="2787424"/>
                  </a:lnTo>
                  <a:lnTo>
                    <a:pt x="8082879" y="2781197"/>
                  </a:lnTo>
                  <a:lnTo>
                    <a:pt x="8087158" y="2794675"/>
                  </a:lnTo>
                  <a:lnTo>
                    <a:pt x="8091437" y="2832189"/>
                  </a:lnTo>
                  <a:lnTo>
                    <a:pt x="8095716" y="2829942"/>
                  </a:lnTo>
                  <a:lnTo>
                    <a:pt x="8099995" y="2833361"/>
                  </a:lnTo>
                  <a:lnTo>
                    <a:pt x="8104274" y="2842046"/>
                  </a:lnTo>
                  <a:lnTo>
                    <a:pt x="8108553" y="2814714"/>
                  </a:lnTo>
                  <a:lnTo>
                    <a:pt x="8112832" y="2839222"/>
                  </a:lnTo>
                  <a:lnTo>
                    <a:pt x="8117111" y="2800489"/>
                  </a:lnTo>
                  <a:lnTo>
                    <a:pt x="8121390" y="2802591"/>
                  </a:lnTo>
                  <a:lnTo>
                    <a:pt x="8125668" y="2745555"/>
                  </a:lnTo>
                  <a:lnTo>
                    <a:pt x="8129947" y="2738632"/>
                  </a:lnTo>
                  <a:lnTo>
                    <a:pt x="8134226" y="2774957"/>
                  </a:lnTo>
                  <a:lnTo>
                    <a:pt x="8138505" y="2776747"/>
                  </a:lnTo>
                  <a:lnTo>
                    <a:pt x="8142784" y="2809879"/>
                  </a:lnTo>
                  <a:lnTo>
                    <a:pt x="8147063" y="2813216"/>
                  </a:lnTo>
                  <a:lnTo>
                    <a:pt x="8151342" y="2797046"/>
                  </a:lnTo>
                  <a:lnTo>
                    <a:pt x="8155621" y="2824215"/>
                  </a:lnTo>
                  <a:lnTo>
                    <a:pt x="8159900" y="2841404"/>
                  </a:lnTo>
                  <a:lnTo>
                    <a:pt x="8164179" y="2823981"/>
                  </a:lnTo>
                  <a:lnTo>
                    <a:pt x="8168458" y="2841307"/>
                  </a:lnTo>
                  <a:lnTo>
                    <a:pt x="8172737" y="2833240"/>
                  </a:lnTo>
                  <a:lnTo>
                    <a:pt x="8177016" y="2836342"/>
                  </a:lnTo>
                  <a:lnTo>
                    <a:pt x="8181294" y="2829899"/>
                  </a:lnTo>
                  <a:lnTo>
                    <a:pt x="8185573" y="2802852"/>
                  </a:lnTo>
                  <a:lnTo>
                    <a:pt x="8189852" y="2820814"/>
                  </a:lnTo>
                  <a:lnTo>
                    <a:pt x="8194131" y="2798412"/>
                  </a:lnTo>
                  <a:lnTo>
                    <a:pt x="8198410" y="2819399"/>
                  </a:lnTo>
                  <a:lnTo>
                    <a:pt x="8202689" y="2767177"/>
                  </a:lnTo>
                  <a:lnTo>
                    <a:pt x="8206968" y="2764922"/>
                  </a:lnTo>
                  <a:lnTo>
                    <a:pt x="8211247" y="2766649"/>
                  </a:lnTo>
                  <a:lnTo>
                    <a:pt x="8215526" y="2783042"/>
                  </a:lnTo>
                  <a:lnTo>
                    <a:pt x="8219805" y="2805454"/>
                  </a:lnTo>
                  <a:lnTo>
                    <a:pt x="8224084" y="2758111"/>
                  </a:lnTo>
                  <a:lnTo>
                    <a:pt x="8228363" y="2805391"/>
                  </a:lnTo>
                  <a:lnTo>
                    <a:pt x="8232641" y="2770911"/>
                  </a:lnTo>
                  <a:lnTo>
                    <a:pt x="8236920" y="2748540"/>
                  </a:lnTo>
                  <a:lnTo>
                    <a:pt x="8241199" y="2735079"/>
                  </a:lnTo>
                  <a:lnTo>
                    <a:pt x="8245478" y="2733171"/>
                  </a:lnTo>
                  <a:lnTo>
                    <a:pt x="8249757" y="2784289"/>
                  </a:lnTo>
                  <a:lnTo>
                    <a:pt x="8254036" y="2767179"/>
                  </a:lnTo>
                  <a:lnTo>
                    <a:pt x="8258315" y="2773042"/>
                  </a:lnTo>
                  <a:lnTo>
                    <a:pt x="8262594" y="2708275"/>
                  </a:lnTo>
                  <a:lnTo>
                    <a:pt x="8266873" y="2676716"/>
                  </a:lnTo>
                  <a:lnTo>
                    <a:pt x="8271152" y="2643257"/>
                  </a:lnTo>
                  <a:lnTo>
                    <a:pt x="8275431" y="2638306"/>
                  </a:lnTo>
                  <a:lnTo>
                    <a:pt x="8279710" y="2702952"/>
                  </a:lnTo>
                  <a:lnTo>
                    <a:pt x="8283989" y="2695385"/>
                  </a:lnTo>
                  <a:lnTo>
                    <a:pt x="8288267" y="2753885"/>
                  </a:lnTo>
                  <a:lnTo>
                    <a:pt x="8292546" y="2735476"/>
                  </a:lnTo>
                  <a:lnTo>
                    <a:pt x="8296825" y="2726166"/>
                  </a:lnTo>
                  <a:lnTo>
                    <a:pt x="8301104" y="2697313"/>
                  </a:lnTo>
                  <a:lnTo>
                    <a:pt x="8305383" y="2737885"/>
                  </a:lnTo>
                  <a:lnTo>
                    <a:pt x="8309662" y="2785777"/>
                  </a:lnTo>
                  <a:lnTo>
                    <a:pt x="8313941" y="2775533"/>
                  </a:lnTo>
                  <a:lnTo>
                    <a:pt x="8318220" y="2802023"/>
                  </a:lnTo>
                  <a:lnTo>
                    <a:pt x="8322499" y="2759624"/>
                  </a:lnTo>
                  <a:lnTo>
                    <a:pt x="8326778" y="2708805"/>
                  </a:lnTo>
                  <a:lnTo>
                    <a:pt x="8331057" y="2679507"/>
                  </a:lnTo>
                  <a:lnTo>
                    <a:pt x="8335336" y="2624923"/>
                  </a:lnTo>
                  <a:lnTo>
                    <a:pt x="8339614" y="2653712"/>
                  </a:lnTo>
                  <a:lnTo>
                    <a:pt x="8343893" y="2698601"/>
                  </a:lnTo>
                  <a:lnTo>
                    <a:pt x="8348172" y="2742823"/>
                  </a:lnTo>
                  <a:lnTo>
                    <a:pt x="8352451" y="2724294"/>
                  </a:lnTo>
                  <a:lnTo>
                    <a:pt x="8356730" y="2678331"/>
                  </a:lnTo>
                  <a:lnTo>
                    <a:pt x="8361009" y="2627221"/>
                  </a:lnTo>
                  <a:lnTo>
                    <a:pt x="8365288" y="2632728"/>
                  </a:lnTo>
                  <a:lnTo>
                    <a:pt x="8369567" y="2665516"/>
                  </a:lnTo>
                  <a:lnTo>
                    <a:pt x="8373846" y="2682109"/>
                  </a:lnTo>
                  <a:lnTo>
                    <a:pt x="8378125" y="2669398"/>
                  </a:lnTo>
                  <a:lnTo>
                    <a:pt x="8382404" y="2712054"/>
                  </a:lnTo>
                  <a:lnTo>
                    <a:pt x="8386683" y="2734960"/>
                  </a:lnTo>
                  <a:lnTo>
                    <a:pt x="8390962" y="2727672"/>
                  </a:lnTo>
                  <a:lnTo>
                    <a:pt x="8395240" y="2746237"/>
                  </a:lnTo>
                  <a:lnTo>
                    <a:pt x="8399519" y="2766570"/>
                  </a:lnTo>
                  <a:lnTo>
                    <a:pt x="8403798" y="2789750"/>
                  </a:lnTo>
                  <a:lnTo>
                    <a:pt x="8408077" y="2803953"/>
                  </a:lnTo>
                  <a:lnTo>
                    <a:pt x="8412356" y="2799922"/>
                  </a:lnTo>
                  <a:lnTo>
                    <a:pt x="8416635" y="2793361"/>
                  </a:lnTo>
                  <a:lnTo>
                    <a:pt x="8420914" y="2751449"/>
                  </a:lnTo>
                  <a:lnTo>
                    <a:pt x="8425193" y="2719611"/>
                  </a:lnTo>
                  <a:lnTo>
                    <a:pt x="8429472" y="2712923"/>
                  </a:lnTo>
                  <a:lnTo>
                    <a:pt x="8433751" y="2774407"/>
                  </a:lnTo>
                  <a:lnTo>
                    <a:pt x="8438030" y="2800154"/>
                  </a:lnTo>
                  <a:lnTo>
                    <a:pt x="8442309" y="2758039"/>
                  </a:lnTo>
                  <a:lnTo>
                    <a:pt x="8446587" y="2758198"/>
                  </a:lnTo>
                  <a:lnTo>
                    <a:pt x="8450866" y="2779774"/>
                  </a:lnTo>
                  <a:lnTo>
                    <a:pt x="8455145" y="2728388"/>
                  </a:lnTo>
                  <a:lnTo>
                    <a:pt x="8459424" y="2700225"/>
                  </a:lnTo>
                  <a:lnTo>
                    <a:pt x="8463703" y="2753557"/>
                  </a:lnTo>
                  <a:lnTo>
                    <a:pt x="8467982" y="2777417"/>
                  </a:lnTo>
                  <a:lnTo>
                    <a:pt x="8472261" y="2781986"/>
                  </a:lnTo>
                  <a:lnTo>
                    <a:pt x="8476540" y="2746670"/>
                  </a:lnTo>
                  <a:lnTo>
                    <a:pt x="8480819" y="2717869"/>
                  </a:lnTo>
                  <a:lnTo>
                    <a:pt x="8485098" y="2665609"/>
                  </a:lnTo>
                  <a:lnTo>
                    <a:pt x="8489377" y="2710469"/>
                  </a:lnTo>
                  <a:lnTo>
                    <a:pt x="8493656" y="2709128"/>
                  </a:lnTo>
                  <a:lnTo>
                    <a:pt x="8497935" y="2734428"/>
                  </a:lnTo>
                  <a:lnTo>
                    <a:pt x="8502213" y="2726435"/>
                  </a:lnTo>
                  <a:lnTo>
                    <a:pt x="8506492" y="2743442"/>
                  </a:lnTo>
                  <a:lnTo>
                    <a:pt x="8510771" y="2770452"/>
                  </a:lnTo>
                  <a:lnTo>
                    <a:pt x="8515050" y="2765211"/>
                  </a:lnTo>
                  <a:lnTo>
                    <a:pt x="8519329" y="2768272"/>
                  </a:lnTo>
                  <a:lnTo>
                    <a:pt x="8523608" y="2752703"/>
                  </a:lnTo>
                  <a:lnTo>
                    <a:pt x="8527887" y="2813946"/>
                  </a:lnTo>
                  <a:lnTo>
                    <a:pt x="8532166" y="2842066"/>
                  </a:lnTo>
                  <a:lnTo>
                    <a:pt x="8536445" y="2814772"/>
                  </a:lnTo>
                  <a:lnTo>
                    <a:pt x="8540724" y="2803965"/>
                  </a:lnTo>
                  <a:lnTo>
                    <a:pt x="8545003" y="2812221"/>
                  </a:lnTo>
                  <a:lnTo>
                    <a:pt x="8549282" y="2818435"/>
                  </a:lnTo>
                  <a:lnTo>
                    <a:pt x="8553560" y="2845023"/>
                  </a:lnTo>
                  <a:lnTo>
                    <a:pt x="8553560" y="28450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9282" y="0"/>
                  </a:lnTo>
                  <a:lnTo>
                    <a:pt x="8545003" y="0"/>
                  </a:lnTo>
                  <a:lnTo>
                    <a:pt x="8540724" y="0"/>
                  </a:lnTo>
                  <a:lnTo>
                    <a:pt x="8536445" y="0"/>
                  </a:lnTo>
                  <a:lnTo>
                    <a:pt x="8532166" y="0"/>
                  </a:lnTo>
                  <a:lnTo>
                    <a:pt x="8527887" y="0"/>
                  </a:lnTo>
                  <a:lnTo>
                    <a:pt x="8523608" y="0"/>
                  </a:lnTo>
                  <a:lnTo>
                    <a:pt x="8519329" y="0"/>
                  </a:lnTo>
                  <a:lnTo>
                    <a:pt x="8515050" y="0"/>
                  </a:lnTo>
                  <a:lnTo>
                    <a:pt x="8510771" y="0"/>
                  </a:lnTo>
                  <a:lnTo>
                    <a:pt x="8506492" y="0"/>
                  </a:lnTo>
                  <a:lnTo>
                    <a:pt x="8502213" y="0"/>
                  </a:lnTo>
                  <a:lnTo>
                    <a:pt x="8497935" y="0"/>
                  </a:lnTo>
                  <a:lnTo>
                    <a:pt x="8493656" y="0"/>
                  </a:lnTo>
                  <a:lnTo>
                    <a:pt x="8489377" y="0"/>
                  </a:lnTo>
                  <a:lnTo>
                    <a:pt x="8485098" y="0"/>
                  </a:lnTo>
                  <a:lnTo>
                    <a:pt x="8480819" y="0"/>
                  </a:lnTo>
                  <a:lnTo>
                    <a:pt x="8476540" y="0"/>
                  </a:lnTo>
                  <a:lnTo>
                    <a:pt x="8472261" y="0"/>
                  </a:lnTo>
                  <a:lnTo>
                    <a:pt x="8467982" y="0"/>
                  </a:lnTo>
                  <a:lnTo>
                    <a:pt x="8463703" y="0"/>
                  </a:lnTo>
                  <a:lnTo>
                    <a:pt x="8459424" y="0"/>
                  </a:lnTo>
                  <a:lnTo>
                    <a:pt x="8455145" y="0"/>
                  </a:lnTo>
                  <a:lnTo>
                    <a:pt x="8450866" y="0"/>
                  </a:lnTo>
                  <a:lnTo>
                    <a:pt x="8446587" y="0"/>
                  </a:lnTo>
                  <a:lnTo>
                    <a:pt x="8442309" y="0"/>
                  </a:lnTo>
                  <a:lnTo>
                    <a:pt x="8438030" y="0"/>
                  </a:lnTo>
                  <a:lnTo>
                    <a:pt x="8433751" y="0"/>
                  </a:lnTo>
                  <a:lnTo>
                    <a:pt x="8429472" y="0"/>
                  </a:lnTo>
                  <a:lnTo>
                    <a:pt x="8425193" y="0"/>
                  </a:lnTo>
                  <a:lnTo>
                    <a:pt x="8420914" y="0"/>
                  </a:lnTo>
                  <a:lnTo>
                    <a:pt x="8416635" y="0"/>
                  </a:lnTo>
                  <a:lnTo>
                    <a:pt x="8412356" y="0"/>
                  </a:lnTo>
                  <a:lnTo>
                    <a:pt x="8408077" y="0"/>
                  </a:lnTo>
                  <a:lnTo>
                    <a:pt x="8403798" y="0"/>
                  </a:lnTo>
                  <a:lnTo>
                    <a:pt x="8399519" y="0"/>
                  </a:lnTo>
                  <a:lnTo>
                    <a:pt x="8395240" y="0"/>
                  </a:lnTo>
                  <a:lnTo>
                    <a:pt x="8390962" y="0"/>
                  </a:lnTo>
                  <a:lnTo>
                    <a:pt x="8386683" y="0"/>
                  </a:lnTo>
                  <a:lnTo>
                    <a:pt x="8382404" y="0"/>
                  </a:lnTo>
                  <a:lnTo>
                    <a:pt x="8378125" y="0"/>
                  </a:lnTo>
                  <a:lnTo>
                    <a:pt x="8373846" y="0"/>
                  </a:lnTo>
                  <a:lnTo>
                    <a:pt x="8369567" y="0"/>
                  </a:lnTo>
                  <a:lnTo>
                    <a:pt x="8365288" y="0"/>
                  </a:lnTo>
                  <a:lnTo>
                    <a:pt x="8361009" y="0"/>
                  </a:lnTo>
                  <a:lnTo>
                    <a:pt x="8356730" y="0"/>
                  </a:lnTo>
                  <a:lnTo>
                    <a:pt x="8352451" y="0"/>
                  </a:lnTo>
                  <a:lnTo>
                    <a:pt x="8348172" y="0"/>
                  </a:lnTo>
                  <a:lnTo>
                    <a:pt x="8343893" y="0"/>
                  </a:lnTo>
                  <a:lnTo>
                    <a:pt x="8339614" y="0"/>
                  </a:lnTo>
                  <a:lnTo>
                    <a:pt x="8335336" y="0"/>
                  </a:lnTo>
                  <a:lnTo>
                    <a:pt x="8331057" y="0"/>
                  </a:lnTo>
                  <a:lnTo>
                    <a:pt x="8326778" y="0"/>
                  </a:lnTo>
                  <a:lnTo>
                    <a:pt x="8322499" y="0"/>
                  </a:lnTo>
                  <a:lnTo>
                    <a:pt x="8318220" y="0"/>
                  </a:lnTo>
                  <a:lnTo>
                    <a:pt x="8313941" y="0"/>
                  </a:lnTo>
                  <a:lnTo>
                    <a:pt x="8309662" y="0"/>
                  </a:lnTo>
                  <a:lnTo>
                    <a:pt x="8305383" y="0"/>
                  </a:lnTo>
                  <a:lnTo>
                    <a:pt x="8301104" y="0"/>
                  </a:lnTo>
                  <a:lnTo>
                    <a:pt x="8296825" y="0"/>
                  </a:lnTo>
                  <a:lnTo>
                    <a:pt x="8292546" y="0"/>
                  </a:lnTo>
                  <a:lnTo>
                    <a:pt x="8288267" y="0"/>
                  </a:lnTo>
                  <a:lnTo>
                    <a:pt x="8283989" y="0"/>
                  </a:lnTo>
                  <a:lnTo>
                    <a:pt x="8279710" y="0"/>
                  </a:lnTo>
                  <a:lnTo>
                    <a:pt x="8275431" y="0"/>
                  </a:lnTo>
                  <a:lnTo>
                    <a:pt x="8271152" y="0"/>
                  </a:lnTo>
                  <a:lnTo>
                    <a:pt x="8266873" y="0"/>
                  </a:lnTo>
                  <a:lnTo>
                    <a:pt x="8262594" y="0"/>
                  </a:lnTo>
                  <a:lnTo>
                    <a:pt x="8258315" y="0"/>
                  </a:lnTo>
                  <a:lnTo>
                    <a:pt x="8254036" y="0"/>
                  </a:lnTo>
                  <a:lnTo>
                    <a:pt x="8249757" y="0"/>
                  </a:lnTo>
                  <a:lnTo>
                    <a:pt x="8245478" y="0"/>
                  </a:lnTo>
                  <a:lnTo>
                    <a:pt x="8241199" y="0"/>
                  </a:lnTo>
                  <a:lnTo>
                    <a:pt x="8236920" y="0"/>
                  </a:lnTo>
                  <a:lnTo>
                    <a:pt x="8232641" y="0"/>
                  </a:lnTo>
                  <a:lnTo>
                    <a:pt x="8228363" y="0"/>
                  </a:lnTo>
                  <a:lnTo>
                    <a:pt x="8224084" y="0"/>
                  </a:lnTo>
                  <a:lnTo>
                    <a:pt x="8219805" y="0"/>
                  </a:lnTo>
                  <a:lnTo>
                    <a:pt x="8215526" y="0"/>
                  </a:lnTo>
                  <a:lnTo>
                    <a:pt x="8211247" y="0"/>
                  </a:lnTo>
                  <a:lnTo>
                    <a:pt x="8206968" y="0"/>
                  </a:lnTo>
                  <a:lnTo>
                    <a:pt x="8202689" y="0"/>
                  </a:lnTo>
                  <a:lnTo>
                    <a:pt x="8198410" y="0"/>
                  </a:lnTo>
                  <a:lnTo>
                    <a:pt x="8194131" y="0"/>
                  </a:lnTo>
                  <a:lnTo>
                    <a:pt x="8189852" y="0"/>
                  </a:lnTo>
                  <a:lnTo>
                    <a:pt x="8185573" y="0"/>
                  </a:lnTo>
                  <a:lnTo>
                    <a:pt x="8181294" y="0"/>
                  </a:lnTo>
                  <a:lnTo>
                    <a:pt x="8177016" y="0"/>
                  </a:lnTo>
                  <a:lnTo>
                    <a:pt x="8172737" y="0"/>
                  </a:lnTo>
                  <a:lnTo>
                    <a:pt x="8168458" y="0"/>
                  </a:lnTo>
                  <a:lnTo>
                    <a:pt x="8164179" y="0"/>
                  </a:lnTo>
                  <a:lnTo>
                    <a:pt x="8159900" y="0"/>
                  </a:lnTo>
                  <a:lnTo>
                    <a:pt x="8155621" y="0"/>
                  </a:lnTo>
                  <a:lnTo>
                    <a:pt x="8151342" y="0"/>
                  </a:lnTo>
                  <a:lnTo>
                    <a:pt x="8147063" y="0"/>
                  </a:lnTo>
                  <a:lnTo>
                    <a:pt x="8142784" y="0"/>
                  </a:lnTo>
                  <a:lnTo>
                    <a:pt x="8138505" y="0"/>
                  </a:lnTo>
                  <a:lnTo>
                    <a:pt x="8134226" y="0"/>
                  </a:lnTo>
                  <a:lnTo>
                    <a:pt x="8129947" y="0"/>
                  </a:lnTo>
                  <a:lnTo>
                    <a:pt x="8125668" y="0"/>
                  </a:lnTo>
                  <a:lnTo>
                    <a:pt x="8121390" y="0"/>
                  </a:lnTo>
                  <a:lnTo>
                    <a:pt x="8117111" y="0"/>
                  </a:lnTo>
                  <a:lnTo>
                    <a:pt x="8112832" y="0"/>
                  </a:lnTo>
                  <a:lnTo>
                    <a:pt x="8108553" y="0"/>
                  </a:lnTo>
                  <a:lnTo>
                    <a:pt x="8104274" y="0"/>
                  </a:lnTo>
                  <a:lnTo>
                    <a:pt x="8099995" y="0"/>
                  </a:lnTo>
                  <a:lnTo>
                    <a:pt x="8095716" y="0"/>
                  </a:lnTo>
                  <a:lnTo>
                    <a:pt x="8091437" y="0"/>
                  </a:lnTo>
                  <a:lnTo>
                    <a:pt x="8087158" y="0"/>
                  </a:lnTo>
                  <a:lnTo>
                    <a:pt x="8082879" y="0"/>
                  </a:lnTo>
                  <a:lnTo>
                    <a:pt x="8078600" y="0"/>
                  </a:lnTo>
                  <a:lnTo>
                    <a:pt x="8074321" y="0"/>
                  </a:lnTo>
                  <a:lnTo>
                    <a:pt x="8070043" y="0"/>
                  </a:lnTo>
                  <a:lnTo>
                    <a:pt x="8065764" y="0"/>
                  </a:lnTo>
                  <a:lnTo>
                    <a:pt x="8061485" y="0"/>
                  </a:lnTo>
                  <a:lnTo>
                    <a:pt x="8057206" y="0"/>
                  </a:lnTo>
                  <a:lnTo>
                    <a:pt x="8052927" y="0"/>
                  </a:lnTo>
                  <a:lnTo>
                    <a:pt x="8048648" y="0"/>
                  </a:lnTo>
                  <a:lnTo>
                    <a:pt x="8044369" y="0"/>
                  </a:lnTo>
                  <a:lnTo>
                    <a:pt x="8040090" y="0"/>
                  </a:lnTo>
                  <a:lnTo>
                    <a:pt x="8035811" y="0"/>
                  </a:lnTo>
                  <a:lnTo>
                    <a:pt x="8031532" y="0"/>
                  </a:lnTo>
                  <a:lnTo>
                    <a:pt x="8027253" y="0"/>
                  </a:lnTo>
                  <a:lnTo>
                    <a:pt x="8022974" y="0"/>
                  </a:lnTo>
                  <a:lnTo>
                    <a:pt x="8018695" y="0"/>
                  </a:lnTo>
                  <a:lnTo>
                    <a:pt x="8014417" y="0"/>
                  </a:lnTo>
                  <a:lnTo>
                    <a:pt x="8010138" y="0"/>
                  </a:lnTo>
                  <a:lnTo>
                    <a:pt x="8005859" y="0"/>
                  </a:lnTo>
                  <a:lnTo>
                    <a:pt x="8001580" y="0"/>
                  </a:lnTo>
                  <a:lnTo>
                    <a:pt x="7997301" y="0"/>
                  </a:lnTo>
                  <a:lnTo>
                    <a:pt x="7993022" y="0"/>
                  </a:lnTo>
                  <a:lnTo>
                    <a:pt x="7988743" y="0"/>
                  </a:lnTo>
                  <a:lnTo>
                    <a:pt x="7984464" y="0"/>
                  </a:lnTo>
                  <a:lnTo>
                    <a:pt x="7980185" y="0"/>
                  </a:lnTo>
                  <a:lnTo>
                    <a:pt x="7975906" y="0"/>
                  </a:lnTo>
                  <a:lnTo>
                    <a:pt x="7971627" y="0"/>
                  </a:lnTo>
                  <a:lnTo>
                    <a:pt x="7967348" y="0"/>
                  </a:lnTo>
                  <a:lnTo>
                    <a:pt x="7963070" y="0"/>
                  </a:lnTo>
                  <a:lnTo>
                    <a:pt x="7958791" y="0"/>
                  </a:lnTo>
                  <a:lnTo>
                    <a:pt x="7954512" y="0"/>
                  </a:lnTo>
                  <a:lnTo>
                    <a:pt x="7950233" y="0"/>
                  </a:lnTo>
                  <a:lnTo>
                    <a:pt x="7945954" y="0"/>
                  </a:lnTo>
                  <a:lnTo>
                    <a:pt x="7941675" y="0"/>
                  </a:lnTo>
                  <a:lnTo>
                    <a:pt x="7937396" y="0"/>
                  </a:lnTo>
                  <a:lnTo>
                    <a:pt x="7933117" y="0"/>
                  </a:lnTo>
                  <a:lnTo>
                    <a:pt x="7928838" y="0"/>
                  </a:lnTo>
                  <a:lnTo>
                    <a:pt x="7924559" y="0"/>
                  </a:lnTo>
                  <a:lnTo>
                    <a:pt x="7920280" y="0"/>
                  </a:lnTo>
                  <a:lnTo>
                    <a:pt x="7916001" y="0"/>
                  </a:lnTo>
                  <a:lnTo>
                    <a:pt x="7911722" y="0"/>
                  </a:lnTo>
                  <a:lnTo>
                    <a:pt x="7907444" y="0"/>
                  </a:lnTo>
                  <a:lnTo>
                    <a:pt x="7903165" y="0"/>
                  </a:lnTo>
                  <a:lnTo>
                    <a:pt x="7898886" y="0"/>
                  </a:lnTo>
                  <a:lnTo>
                    <a:pt x="7894607" y="0"/>
                  </a:lnTo>
                  <a:lnTo>
                    <a:pt x="7890328" y="0"/>
                  </a:lnTo>
                  <a:lnTo>
                    <a:pt x="7886049" y="0"/>
                  </a:lnTo>
                  <a:lnTo>
                    <a:pt x="7881770" y="0"/>
                  </a:lnTo>
                  <a:lnTo>
                    <a:pt x="7877491" y="0"/>
                  </a:lnTo>
                  <a:lnTo>
                    <a:pt x="7873212" y="0"/>
                  </a:lnTo>
                  <a:lnTo>
                    <a:pt x="7868933" y="0"/>
                  </a:lnTo>
                  <a:lnTo>
                    <a:pt x="7864654" y="0"/>
                  </a:lnTo>
                  <a:lnTo>
                    <a:pt x="7860375" y="0"/>
                  </a:lnTo>
                  <a:lnTo>
                    <a:pt x="7856097" y="0"/>
                  </a:lnTo>
                  <a:lnTo>
                    <a:pt x="7851818" y="0"/>
                  </a:lnTo>
                  <a:lnTo>
                    <a:pt x="7847539" y="0"/>
                  </a:lnTo>
                  <a:lnTo>
                    <a:pt x="7843260" y="0"/>
                  </a:lnTo>
                  <a:lnTo>
                    <a:pt x="7838981" y="0"/>
                  </a:lnTo>
                  <a:lnTo>
                    <a:pt x="7834702" y="0"/>
                  </a:lnTo>
                  <a:lnTo>
                    <a:pt x="7830423" y="0"/>
                  </a:lnTo>
                  <a:lnTo>
                    <a:pt x="7826144" y="0"/>
                  </a:lnTo>
                  <a:lnTo>
                    <a:pt x="7821865" y="0"/>
                  </a:lnTo>
                  <a:lnTo>
                    <a:pt x="7817586" y="0"/>
                  </a:lnTo>
                  <a:lnTo>
                    <a:pt x="7813307" y="0"/>
                  </a:lnTo>
                  <a:lnTo>
                    <a:pt x="7809028" y="0"/>
                  </a:lnTo>
                  <a:lnTo>
                    <a:pt x="7804749" y="0"/>
                  </a:lnTo>
                  <a:lnTo>
                    <a:pt x="7800471" y="0"/>
                  </a:lnTo>
                  <a:lnTo>
                    <a:pt x="7796192" y="0"/>
                  </a:lnTo>
                  <a:lnTo>
                    <a:pt x="7791913" y="0"/>
                  </a:lnTo>
                  <a:lnTo>
                    <a:pt x="7787634" y="0"/>
                  </a:lnTo>
                  <a:lnTo>
                    <a:pt x="7783355" y="0"/>
                  </a:lnTo>
                  <a:lnTo>
                    <a:pt x="7779076" y="0"/>
                  </a:lnTo>
                  <a:lnTo>
                    <a:pt x="7774797" y="0"/>
                  </a:lnTo>
                  <a:lnTo>
                    <a:pt x="7770518" y="0"/>
                  </a:lnTo>
                  <a:lnTo>
                    <a:pt x="7766239" y="0"/>
                  </a:lnTo>
                  <a:lnTo>
                    <a:pt x="7761960" y="0"/>
                  </a:lnTo>
                  <a:lnTo>
                    <a:pt x="7757681" y="0"/>
                  </a:lnTo>
                  <a:lnTo>
                    <a:pt x="7753402" y="0"/>
                  </a:lnTo>
                  <a:lnTo>
                    <a:pt x="7749124" y="0"/>
                  </a:lnTo>
                  <a:lnTo>
                    <a:pt x="7744845" y="0"/>
                  </a:lnTo>
                  <a:lnTo>
                    <a:pt x="7740566" y="0"/>
                  </a:lnTo>
                  <a:lnTo>
                    <a:pt x="7736287" y="0"/>
                  </a:lnTo>
                  <a:lnTo>
                    <a:pt x="7732008" y="0"/>
                  </a:lnTo>
                  <a:lnTo>
                    <a:pt x="7727729" y="0"/>
                  </a:lnTo>
                  <a:lnTo>
                    <a:pt x="7723450" y="0"/>
                  </a:lnTo>
                  <a:lnTo>
                    <a:pt x="7719171" y="0"/>
                  </a:lnTo>
                  <a:lnTo>
                    <a:pt x="7714892" y="0"/>
                  </a:lnTo>
                  <a:lnTo>
                    <a:pt x="7710613" y="0"/>
                  </a:lnTo>
                  <a:lnTo>
                    <a:pt x="7706334" y="0"/>
                  </a:lnTo>
                  <a:lnTo>
                    <a:pt x="7702055" y="0"/>
                  </a:lnTo>
                  <a:lnTo>
                    <a:pt x="7697776" y="0"/>
                  </a:lnTo>
                  <a:lnTo>
                    <a:pt x="7693498" y="0"/>
                  </a:lnTo>
                  <a:lnTo>
                    <a:pt x="7689219" y="0"/>
                  </a:lnTo>
                  <a:lnTo>
                    <a:pt x="7684940" y="0"/>
                  </a:lnTo>
                  <a:lnTo>
                    <a:pt x="7680661" y="0"/>
                  </a:lnTo>
                  <a:lnTo>
                    <a:pt x="7676382" y="0"/>
                  </a:lnTo>
                  <a:lnTo>
                    <a:pt x="7672103" y="0"/>
                  </a:lnTo>
                  <a:lnTo>
                    <a:pt x="7667824" y="0"/>
                  </a:lnTo>
                  <a:lnTo>
                    <a:pt x="7663545" y="0"/>
                  </a:lnTo>
                  <a:lnTo>
                    <a:pt x="7659266" y="0"/>
                  </a:lnTo>
                  <a:lnTo>
                    <a:pt x="7654987" y="0"/>
                  </a:lnTo>
                  <a:lnTo>
                    <a:pt x="7650708" y="0"/>
                  </a:lnTo>
                  <a:lnTo>
                    <a:pt x="7646429" y="0"/>
                  </a:lnTo>
                  <a:lnTo>
                    <a:pt x="7642151" y="0"/>
                  </a:lnTo>
                  <a:lnTo>
                    <a:pt x="7637872" y="0"/>
                  </a:lnTo>
                  <a:lnTo>
                    <a:pt x="7633593" y="0"/>
                  </a:lnTo>
                  <a:lnTo>
                    <a:pt x="7629314" y="0"/>
                  </a:lnTo>
                  <a:lnTo>
                    <a:pt x="7625035" y="0"/>
                  </a:lnTo>
                  <a:lnTo>
                    <a:pt x="7620756" y="0"/>
                  </a:lnTo>
                  <a:lnTo>
                    <a:pt x="7616477" y="0"/>
                  </a:lnTo>
                  <a:lnTo>
                    <a:pt x="7612198" y="0"/>
                  </a:lnTo>
                  <a:lnTo>
                    <a:pt x="7607919" y="0"/>
                  </a:lnTo>
                  <a:lnTo>
                    <a:pt x="7603640" y="0"/>
                  </a:lnTo>
                  <a:lnTo>
                    <a:pt x="7599361" y="0"/>
                  </a:lnTo>
                  <a:lnTo>
                    <a:pt x="7595082" y="0"/>
                  </a:lnTo>
                  <a:lnTo>
                    <a:pt x="7590803" y="0"/>
                  </a:lnTo>
                  <a:lnTo>
                    <a:pt x="7586525" y="0"/>
                  </a:lnTo>
                  <a:lnTo>
                    <a:pt x="7582246" y="0"/>
                  </a:lnTo>
                  <a:lnTo>
                    <a:pt x="7577967" y="0"/>
                  </a:lnTo>
                  <a:lnTo>
                    <a:pt x="7573688" y="0"/>
                  </a:lnTo>
                  <a:lnTo>
                    <a:pt x="7569409" y="0"/>
                  </a:lnTo>
                  <a:lnTo>
                    <a:pt x="7565130" y="0"/>
                  </a:lnTo>
                  <a:lnTo>
                    <a:pt x="7560851" y="0"/>
                  </a:lnTo>
                  <a:lnTo>
                    <a:pt x="7556572" y="0"/>
                  </a:lnTo>
                  <a:lnTo>
                    <a:pt x="7552293" y="0"/>
                  </a:lnTo>
                  <a:lnTo>
                    <a:pt x="7548014" y="0"/>
                  </a:lnTo>
                  <a:lnTo>
                    <a:pt x="7543735" y="0"/>
                  </a:lnTo>
                  <a:lnTo>
                    <a:pt x="7539456" y="0"/>
                  </a:lnTo>
                  <a:lnTo>
                    <a:pt x="7535178" y="0"/>
                  </a:lnTo>
                  <a:lnTo>
                    <a:pt x="7530899" y="0"/>
                  </a:lnTo>
                  <a:lnTo>
                    <a:pt x="7526620" y="0"/>
                  </a:lnTo>
                  <a:lnTo>
                    <a:pt x="7522341" y="0"/>
                  </a:lnTo>
                  <a:lnTo>
                    <a:pt x="7518062" y="0"/>
                  </a:lnTo>
                  <a:lnTo>
                    <a:pt x="7513783" y="0"/>
                  </a:lnTo>
                  <a:lnTo>
                    <a:pt x="7509504" y="0"/>
                  </a:lnTo>
                  <a:lnTo>
                    <a:pt x="7505225" y="0"/>
                  </a:lnTo>
                  <a:lnTo>
                    <a:pt x="7500946" y="0"/>
                  </a:lnTo>
                  <a:lnTo>
                    <a:pt x="7496667" y="0"/>
                  </a:lnTo>
                  <a:lnTo>
                    <a:pt x="7492388" y="0"/>
                  </a:lnTo>
                  <a:lnTo>
                    <a:pt x="7488109" y="0"/>
                  </a:lnTo>
                  <a:lnTo>
                    <a:pt x="7483830" y="0"/>
                  </a:lnTo>
                  <a:lnTo>
                    <a:pt x="7479552" y="0"/>
                  </a:lnTo>
                  <a:lnTo>
                    <a:pt x="7475273" y="0"/>
                  </a:lnTo>
                  <a:lnTo>
                    <a:pt x="7470994" y="0"/>
                  </a:lnTo>
                  <a:lnTo>
                    <a:pt x="7466715" y="0"/>
                  </a:lnTo>
                  <a:lnTo>
                    <a:pt x="7462436" y="0"/>
                  </a:lnTo>
                  <a:lnTo>
                    <a:pt x="7458157" y="0"/>
                  </a:lnTo>
                  <a:lnTo>
                    <a:pt x="7453878" y="0"/>
                  </a:lnTo>
                  <a:lnTo>
                    <a:pt x="7449599" y="0"/>
                  </a:lnTo>
                  <a:lnTo>
                    <a:pt x="7445320" y="0"/>
                  </a:lnTo>
                  <a:lnTo>
                    <a:pt x="7441041" y="0"/>
                  </a:lnTo>
                  <a:lnTo>
                    <a:pt x="7436762" y="0"/>
                  </a:lnTo>
                  <a:lnTo>
                    <a:pt x="7432483" y="0"/>
                  </a:lnTo>
                  <a:lnTo>
                    <a:pt x="7428205" y="0"/>
                  </a:lnTo>
                  <a:lnTo>
                    <a:pt x="7423926" y="0"/>
                  </a:lnTo>
                  <a:lnTo>
                    <a:pt x="7419647" y="0"/>
                  </a:lnTo>
                  <a:lnTo>
                    <a:pt x="7415368" y="0"/>
                  </a:lnTo>
                  <a:lnTo>
                    <a:pt x="7411089" y="0"/>
                  </a:lnTo>
                  <a:lnTo>
                    <a:pt x="7406810" y="0"/>
                  </a:lnTo>
                  <a:lnTo>
                    <a:pt x="7402531" y="0"/>
                  </a:lnTo>
                  <a:lnTo>
                    <a:pt x="7398252" y="0"/>
                  </a:lnTo>
                  <a:lnTo>
                    <a:pt x="7393973" y="0"/>
                  </a:lnTo>
                  <a:lnTo>
                    <a:pt x="7389694" y="0"/>
                  </a:lnTo>
                  <a:lnTo>
                    <a:pt x="7385415" y="0"/>
                  </a:lnTo>
                  <a:lnTo>
                    <a:pt x="7381136" y="0"/>
                  </a:lnTo>
                  <a:lnTo>
                    <a:pt x="7376857" y="0"/>
                  </a:lnTo>
                  <a:lnTo>
                    <a:pt x="7372579" y="0"/>
                  </a:lnTo>
                  <a:lnTo>
                    <a:pt x="7368300" y="0"/>
                  </a:lnTo>
                  <a:lnTo>
                    <a:pt x="7364021" y="0"/>
                  </a:lnTo>
                  <a:lnTo>
                    <a:pt x="7359742" y="0"/>
                  </a:lnTo>
                  <a:lnTo>
                    <a:pt x="7355463" y="0"/>
                  </a:lnTo>
                  <a:lnTo>
                    <a:pt x="7351184" y="0"/>
                  </a:lnTo>
                  <a:lnTo>
                    <a:pt x="7346905" y="0"/>
                  </a:lnTo>
                  <a:lnTo>
                    <a:pt x="7342626" y="0"/>
                  </a:lnTo>
                  <a:lnTo>
                    <a:pt x="7338347" y="0"/>
                  </a:lnTo>
                  <a:lnTo>
                    <a:pt x="7334068" y="0"/>
                  </a:lnTo>
                  <a:lnTo>
                    <a:pt x="7329789" y="0"/>
                  </a:lnTo>
                  <a:lnTo>
                    <a:pt x="7325510" y="0"/>
                  </a:lnTo>
                  <a:lnTo>
                    <a:pt x="7321232" y="0"/>
                  </a:lnTo>
                  <a:lnTo>
                    <a:pt x="7316953" y="0"/>
                  </a:lnTo>
                  <a:lnTo>
                    <a:pt x="7312674" y="0"/>
                  </a:lnTo>
                  <a:lnTo>
                    <a:pt x="7308395" y="0"/>
                  </a:lnTo>
                  <a:lnTo>
                    <a:pt x="7304116" y="0"/>
                  </a:lnTo>
                  <a:lnTo>
                    <a:pt x="7299837" y="0"/>
                  </a:lnTo>
                  <a:lnTo>
                    <a:pt x="7295558" y="0"/>
                  </a:lnTo>
                  <a:lnTo>
                    <a:pt x="7291279" y="0"/>
                  </a:lnTo>
                  <a:lnTo>
                    <a:pt x="7287000" y="0"/>
                  </a:lnTo>
                  <a:lnTo>
                    <a:pt x="7282721" y="0"/>
                  </a:lnTo>
                  <a:lnTo>
                    <a:pt x="7278442" y="0"/>
                  </a:lnTo>
                  <a:lnTo>
                    <a:pt x="7274163" y="0"/>
                  </a:lnTo>
                  <a:lnTo>
                    <a:pt x="7269884" y="0"/>
                  </a:lnTo>
                  <a:lnTo>
                    <a:pt x="7265606" y="0"/>
                  </a:lnTo>
                  <a:lnTo>
                    <a:pt x="7261327" y="0"/>
                  </a:lnTo>
                  <a:lnTo>
                    <a:pt x="7257048" y="0"/>
                  </a:lnTo>
                  <a:lnTo>
                    <a:pt x="7252769" y="0"/>
                  </a:lnTo>
                  <a:lnTo>
                    <a:pt x="7248490" y="0"/>
                  </a:lnTo>
                  <a:lnTo>
                    <a:pt x="7244211" y="0"/>
                  </a:lnTo>
                  <a:lnTo>
                    <a:pt x="7239932" y="0"/>
                  </a:lnTo>
                  <a:lnTo>
                    <a:pt x="7235653" y="0"/>
                  </a:lnTo>
                  <a:lnTo>
                    <a:pt x="7231374" y="0"/>
                  </a:lnTo>
                  <a:lnTo>
                    <a:pt x="7227095" y="0"/>
                  </a:lnTo>
                  <a:lnTo>
                    <a:pt x="7222816" y="0"/>
                  </a:lnTo>
                  <a:lnTo>
                    <a:pt x="7218537" y="0"/>
                  </a:lnTo>
                  <a:lnTo>
                    <a:pt x="7214259" y="0"/>
                  </a:lnTo>
                  <a:lnTo>
                    <a:pt x="7209980" y="0"/>
                  </a:lnTo>
                  <a:lnTo>
                    <a:pt x="7205701" y="0"/>
                  </a:lnTo>
                  <a:lnTo>
                    <a:pt x="7201422" y="0"/>
                  </a:lnTo>
                  <a:lnTo>
                    <a:pt x="7197143" y="0"/>
                  </a:lnTo>
                  <a:lnTo>
                    <a:pt x="7192864" y="0"/>
                  </a:lnTo>
                  <a:lnTo>
                    <a:pt x="7188585" y="0"/>
                  </a:lnTo>
                  <a:lnTo>
                    <a:pt x="7184306" y="0"/>
                  </a:lnTo>
                  <a:lnTo>
                    <a:pt x="7180027" y="0"/>
                  </a:lnTo>
                  <a:lnTo>
                    <a:pt x="7175748" y="0"/>
                  </a:lnTo>
                  <a:lnTo>
                    <a:pt x="7171469" y="0"/>
                  </a:lnTo>
                  <a:lnTo>
                    <a:pt x="7167190" y="0"/>
                  </a:lnTo>
                  <a:lnTo>
                    <a:pt x="7162911" y="0"/>
                  </a:lnTo>
                  <a:lnTo>
                    <a:pt x="7158633" y="0"/>
                  </a:lnTo>
                  <a:lnTo>
                    <a:pt x="7154354" y="0"/>
                  </a:lnTo>
                  <a:lnTo>
                    <a:pt x="7150075" y="0"/>
                  </a:lnTo>
                  <a:lnTo>
                    <a:pt x="7145796" y="0"/>
                  </a:lnTo>
                  <a:lnTo>
                    <a:pt x="7141517" y="0"/>
                  </a:lnTo>
                  <a:lnTo>
                    <a:pt x="7137238" y="0"/>
                  </a:lnTo>
                  <a:lnTo>
                    <a:pt x="7132959" y="0"/>
                  </a:lnTo>
                  <a:lnTo>
                    <a:pt x="7128680" y="0"/>
                  </a:lnTo>
                  <a:lnTo>
                    <a:pt x="7124401" y="0"/>
                  </a:lnTo>
                  <a:lnTo>
                    <a:pt x="7120122" y="0"/>
                  </a:lnTo>
                  <a:lnTo>
                    <a:pt x="7115843" y="0"/>
                  </a:lnTo>
                  <a:lnTo>
                    <a:pt x="7111564" y="0"/>
                  </a:lnTo>
                  <a:lnTo>
                    <a:pt x="7107286" y="0"/>
                  </a:lnTo>
                  <a:lnTo>
                    <a:pt x="7103007" y="0"/>
                  </a:lnTo>
                  <a:lnTo>
                    <a:pt x="7098728" y="0"/>
                  </a:lnTo>
                  <a:lnTo>
                    <a:pt x="7094449" y="0"/>
                  </a:lnTo>
                  <a:lnTo>
                    <a:pt x="7090170" y="0"/>
                  </a:lnTo>
                  <a:lnTo>
                    <a:pt x="7085891" y="0"/>
                  </a:lnTo>
                  <a:lnTo>
                    <a:pt x="7081612" y="0"/>
                  </a:lnTo>
                  <a:lnTo>
                    <a:pt x="7077333" y="0"/>
                  </a:lnTo>
                  <a:lnTo>
                    <a:pt x="7073054" y="0"/>
                  </a:lnTo>
                  <a:lnTo>
                    <a:pt x="7068775" y="0"/>
                  </a:lnTo>
                  <a:lnTo>
                    <a:pt x="7064496" y="0"/>
                  </a:lnTo>
                  <a:lnTo>
                    <a:pt x="7060217" y="0"/>
                  </a:lnTo>
                  <a:lnTo>
                    <a:pt x="7055938" y="0"/>
                  </a:lnTo>
                  <a:lnTo>
                    <a:pt x="7051660" y="0"/>
                  </a:lnTo>
                  <a:lnTo>
                    <a:pt x="7047381" y="0"/>
                  </a:lnTo>
                  <a:lnTo>
                    <a:pt x="7043102" y="0"/>
                  </a:lnTo>
                  <a:lnTo>
                    <a:pt x="7038823" y="0"/>
                  </a:lnTo>
                  <a:lnTo>
                    <a:pt x="7034544" y="0"/>
                  </a:lnTo>
                  <a:lnTo>
                    <a:pt x="7030265" y="0"/>
                  </a:lnTo>
                  <a:lnTo>
                    <a:pt x="7025986" y="0"/>
                  </a:lnTo>
                  <a:lnTo>
                    <a:pt x="7021707" y="0"/>
                  </a:lnTo>
                  <a:lnTo>
                    <a:pt x="7017428" y="0"/>
                  </a:lnTo>
                  <a:lnTo>
                    <a:pt x="7013149" y="0"/>
                  </a:lnTo>
                  <a:lnTo>
                    <a:pt x="7008870" y="0"/>
                  </a:lnTo>
                  <a:lnTo>
                    <a:pt x="7004591" y="0"/>
                  </a:lnTo>
                  <a:lnTo>
                    <a:pt x="7000313" y="0"/>
                  </a:lnTo>
                  <a:lnTo>
                    <a:pt x="6996034" y="0"/>
                  </a:lnTo>
                  <a:lnTo>
                    <a:pt x="6991755" y="0"/>
                  </a:lnTo>
                  <a:lnTo>
                    <a:pt x="6987476" y="0"/>
                  </a:lnTo>
                  <a:lnTo>
                    <a:pt x="6983197" y="0"/>
                  </a:lnTo>
                  <a:lnTo>
                    <a:pt x="6978918" y="0"/>
                  </a:lnTo>
                  <a:lnTo>
                    <a:pt x="6974639" y="0"/>
                  </a:lnTo>
                  <a:lnTo>
                    <a:pt x="6970360" y="0"/>
                  </a:lnTo>
                  <a:lnTo>
                    <a:pt x="6966081" y="0"/>
                  </a:lnTo>
                  <a:lnTo>
                    <a:pt x="6961802" y="0"/>
                  </a:lnTo>
                  <a:lnTo>
                    <a:pt x="6957523" y="0"/>
                  </a:lnTo>
                  <a:lnTo>
                    <a:pt x="6953244" y="0"/>
                  </a:lnTo>
                  <a:lnTo>
                    <a:pt x="6948965" y="0"/>
                  </a:lnTo>
                  <a:lnTo>
                    <a:pt x="6944687" y="0"/>
                  </a:lnTo>
                  <a:lnTo>
                    <a:pt x="6940408" y="0"/>
                  </a:lnTo>
                  <a:lnTo>
                    <a:pt x="6936129" y="0"/>
                  </a:lnTo>
                  <a:lnTo>
                    <a:pt x="6931850" y="0"/>
                  </a:lnTo>
                  <a:lnTo>
                    <a:pt x="6927571" y="0"/>
                  </a:lnTo>
                  <a:lnTo>
                    <a:pt x="6923292" y="0"/>
                  </a:lnTo>
                  <a:lnTo>
                    <a:pt x="6919013" y="0"/>
                  </a:lnTo>
                  <a:lnTo>
                    <a:pt x="6914734" y="0"/>
                  </a:lnTo>
                  <a:lnTo>
                    <a:pt x="6910455" y="0"/>
                  </a:lnTo>
                  <a:lnTo>
                    <a:pt x="6906176" y="0"/>
                  </a:lnTo>
                  <a:lnTo>
                    <a:pt x="6901897" y="0"/>
                  </a:lnTo>
                  <a:lnTo>
                    <a:pt x="6897618" y="0"/>
                  </a:lnTo>
                  <a:lnTo>
                    <a:pt x="6893340" y="0"/>
                  </a:lnTo>
                  <a:lnTo>
                    <a:pt x="6889061" y="0"/>
                  </a:lnTo>
                  <a:lnTo>
                    <a:pt x="6884782" y="0"/>
                  </a:lnTo>
                  <a:lnTo>
                    <a:pt x="6880503" y="0"/>
                  </a:lnTo>
                  <a:lnTo>
                    <a:pt x="6876224" y="0"/>
                  </a:lnTo>
                  <a:lnTo>
                    <a:pt x="6871945" y="0"/>
                  </a:lnTo>
                  <a:lnTo>
                    <a:pt x="6867666" y="0"/>
                  </a:lnTo>
                  <a:lnTo>
                    <a:pt x="6863387" y="0"/>
                  </a:lnTo>
                  <a:lnTo>
                    <a:pt x="6859108" y="0"/>
                  </a:lnTo>
                  <a:lnTo>
                    <a:pt x="6854829" y="0"/>
                  </a:lnTo>
                  <a:lnTo>
                    <a:pt x="6850550" y="0"/>
                  </a:lnTo>
                  <a:lnTo>
                    <a:pt x="6846271" y="0"/>
                  </a:lnTo>
                  <a:lnTo>
                    <a:pt x="6841992" y="0"/>
                  </a:lnTo>
                  <a:lnTo>
                    <a:pt x="6837714" y="0"/>
                  </a:lnTo>
                  <a:lnTo>
                    <a:pt x="6833435" y="0"/>
                  </a:lnTo>
                  <a:lnTo>
                    <a:pt x="6829156" y="0"/>
                  </a:lnTo>
                  <a:lnTo>
                    <a:pt x="6824877" y="0"/>
                  </a:lnTo>
                  <a:lnTo>
                    <a:pt x="6820598" y="0"/>
                  </a:lnTo>
                  <a:lnTo>
                    <a:pt x="6816319" y="0"/>
                  </a:lnTo>
                  <a:lnTo>
                    <a:pt x="6812040" y="0"/>
                  </a:lnTo>
                  <a:lnTo>
                    <a:pt x="6807761" y="0"/>
                  </a:lnTo>
                  <a:lnTo>
                    <a:pt x="6803482" y="0"/>
                  </a:lnTo>
                  <a:lnTo>
                    <a:pt x="6799203" y="0"/>
                  </a:lnTo>
                  <a:lnTo>
                    <a:pt x="6794924" y="0"/>
                  </a:lnTo>
                  <a:lnTo>
                    <a:pt x="6790645" y="0"/>
                  </a:lnTo>
                  <a:lnTo>
                    <a:pt x="6786367" y="0"/>
                  </a:lnTo>
                  <a:lnTo>
                    <a:pt x="6782088" y="0"/>
                  </a:lnTo>
                  <a:lnTo>
                    <a:pt x="6777809" y="0"/>
                  </a:lnTo>
                  <a:lnTo>
                    <a:pt x="6773530" y="0"/>
                  </a:lnTo>
                  <a:lnTo>
                    <a:pt x="6769251" y="0"/>
                  </a:lnTo>
                  <a:lnTo>
                    <a:pt x="6764972" y="0"/>
                  </a:lnTo>
                  <a:lnTo>
                    <a:pt x="6760693" y="0"/>
                  </a:lnTo>
                  <a:lnTo>
                    <a:pt x="6756414" y="0"/>
                  </a:lnTo>
                  <a:lnTo>
                    <a:pt x="6752135" y="0"/>
                  </a:lnTo>
                  <a:lnTo>
                    <a:pt x="6747856" y="0"/>
                  </a:lnTo>
                  <a:lnTo>
                    <a:pt x="6743577" y="0"/>
                  </a:lnTo>
                  <a:lnTo>
                    <a:pt x="6739298" y="0"/>
                  </a:lnTo>
                  <a:lnTo>
                    <a:pt x="6735019" y="0"/>
                  </a:lnTo>
                  <a:lnTo>
                    <a:pt x="6730741" y="0"/>
                  </a:lnTo>
                  <a:lnTo>
                    <a:pt x="6726462" y="0"/>
                  </a:lnTo>
                  <a:lnTo>
                    <a:pt x="6722183" y="0"/>
                  </a:lnTo>
                  <a:lnTo>
                    <a:pt x="6717904" y="0"/>
                  </a:lnTo>
                  <a:lnTo>
                    <a:pt x="6713625" y="0"/>
                  </a:lnTo>
                  <a:lnTo>
                    <a:pt x="6709346" y="0"/>
                  </a:lnTo>
                  <a:lnTo>
                    <a:pt x="6705067" y="0"/>
                  </a:lnTo>
                  <a:lnTo>
                    <a:pt x="6700788" y="0"/>
                  </a:lnTo>
                  <a:lnTo>
                    <a:pt x="6696509" y="0"/>
                  </a:lnTo>
                  <a:lnTo>
                    <a:pt x="6692230" y="0"/>
                  </a:lnTo>
                  <a:lnTo>
                    <a:pt x="6687951" y="0"/>
                  </a:lnTo>
                  <a:lnTo>
                    <a:pt x="6683672" y="0"/>
                  </a:lnTo>
                  <a:lnTo>
                    <a:pt x="6679394" y="0"/>
                  </a:lnTo>
                  <a:lnTo>
                    <a:pt x="6675115" y="0"/>
                  </a:lnTo>
                  <a:lnTo>
                    <a:pt x="6670836" y="0"/>
                  </a:lnTo>
                  <a:lnTo>
                    <a:pt x="6666557" y="0"/>
                  </a:lnTo>
                  <a:lnTo>
                    <a:pt x="6662278" y="0"/>
                  </a:lnTo>
                  <a:lnTo>
                    <a:pt x="6657999" y="0"/>
                  </a:lnTo>
                  <a:lnTo>
                    <a:pt x="6653720" y="0"/>
                  </a:lnTo>
                  <a:lnTo>
                    <a:pt x="6649441" y="0"/>
                  </a:lnTo>
                  <a:lnTo>
                    <a:pt x="6645162" y="0"/>
                  </a:lnTo>
                  <a:lnTo>
                    <a:pt x="6640883" y="0"/>
                  </a:lnTo>
                  <a:lnTo>
                    <a:pt x="6636604" y="0"/>
                  </a:lnTo>
                  <a:lnTo>
                    <a:pt x="6632325" y="0"/>
                  </a:lnTo>
                  <a:lnTo>
                    <a:pt x="6628046" y="0"/>
                  </a:lnTo>
                  <a:lnTo>
                    <a:pt x="6623768" y="0"/>
                  </a:lnTo>
                  <a:lnTo>
                    <a:pt x="6619489" y="0"/>
                  </a:lnTo>
                  <a:lnTo>
                    <a:pt x="6615210" y="0"/>
                  </a:lnTo>
                  <a:lnTo>
                    <a:pt x="6610931" y="0"/>
                  </a:lnTo>
                  <a:lnTo>
                    <a:pt x="6606652" y="0"/>
                  </a:lnTo>
                  <a:lnTo>
                    <a:pt x="6602373" y="0"/>
                  </a:lnTo>
                  <a:lnTo>
                    <a:pt x="6598094" y="0"/>
                  </a:lnTo>
                  <a:lnTo>
                    <a:pt x="6593815" y="0"/>
                  </a:lnTo>
                  <a:lnTo>
                    <a:pt x="6589536" y="0"/>
                  </a:lnTo>
                  <a:lnTo>
                    <a:pt x="6585257" y="0"/>
                  </a:lnTo>
                  <a:lnTo>
                    <a:pt x="6580978" y="0"/>
                  </a:lnTo>
                  <a:lnTo>
                    <a:pt x="6576699" y="0"/>
                  </a:lnTo>
                  <a:lnTo>
                    <a:pt x="6572421" y="0"/>
                  </a:lnTo>
                  <a:lnTo>
                    <a:pt x="6568142" y="0"/>
                  </a:lnTo>
                  <a:lnTo>
                    <a:pt x="6563863" y="0"/>
                  </a:lnTo>
                  <a:lnTo>
                    <a:pt x="6559584" y="0"/>
                  </a:lnTo>
                  <a:lnTo>
                    <a:pt x="6555305" y="0"/>
                  </a:lnTo>
                  <a:lnTo>
                    <a:pt x="6551026" y="0"/>
                  </a:lnTo>
                  <a:lnTo>
                    <a:pt x="6546747" y="0"/>
                  </a:lnTo>
                  <a:lnTo>
                    <a:pt x="6542468" y="0"/>
                  </a:lnTo>
                  <a:lnTo>
                    <a:pt x="6538189" y="0"/>
                  </a:lnTo>
                  <a:lnTo>
                    <a:pt x="6533910" y="0"/>
                  </a:lnTo>
                  <a:lnTo>
                    <a:pt x="6529631" y="0"/>
                  </a:lnTo>
                  <a:lnTo>
                    <a:pt x="6525352" y="0"/>
                  </a:lnTo>
                  <a:lnTo>
                    <a:pt x="6521073" y="0"/>
                  </a:lnTo>
                  <a:lnTo>
                    <a:pt x="6516795" y="0"/>
                  </a:lnTo>
                  <a:lnTo>
                    <a:pt x="6512516" y="0"/>
                  </a:lnTo>
                  <a:lnTo>
                    <a:pt x="6508237" y="0"/>
                  </a:lnTo>
                  <a:lnTo>
                    <a:pt x="6503958" y="0"/>
                  </a:lnTo>
                  <a:lnTo>
                    <a:pt x="6499679" y="0"/>
                  </a:lnTo>
                  <a:lnTo>
                    <a:pt x="6495400" y="0"/>
                  </a:lnTo>
                  <a:lnTo>
                    <a:pt x="6491121" y="0"/>
                  </a:lnTo>
                  <a:lnTo>
                    <a:pt x="6486842" y="0"/>
                  </a:lnTo>
                  <a:lnTo>
                    <a:pt x="6482563" y="0"/>
                  </a:lnTo>
                  <a:lnTo>
                    <a:pt x="6478284" y="0"/>
                  </a:lnTo>
                  <a:lnTo>
                    <a:pt x="6474005" y="0"/>
                  </a:lnTo>
                  <a:lnTo>
                    <a:pt x="6469726" y="0"/>
                  </a:lnTo>
                  <a:lnTo>
                    <a:pt x="6465448" y="0"/>
                  </a:lnTo>
                  <a:lnTo>
                    <a:pt x="6461169" y="0"/>
                  </a:lnTo>
                  <a:lnTo>
                    <a:pt x="6456890" y="0"/>
                  </a:lnTo>
                  <a:lnTo>
                    <a:pt x="6452611" y="0"/>
                  </a:lnTo>
                  <a:lnTo>
                    <a:pt x="6448332" y="0"/>
                  </a:lnTo>
                  <a:lnTo>
                    <a:pt x="6444053" y="0"/>
                  </a:lnTo>
                  <a:lnTo>
                    <a:pt x="6439774" y="0"/>
                  </a:lnTo>
                  <a:lnTo>
                    <a:pt x="6435495" y="0"/>
                  </a:lnTo>
                  <a:lnTo>
                    <a:pt x="6431216" y="0"/>
                  </a:lnTo>
                  <a:lnTo>
                    <a:pt x="6426937" y="0"/>
                  </a:lnTo>
                  <a:lnTo>
                    <a:pt x="6422658" y="0"/>
                  </a:lnTo>
                  <a:lnTo>
                    <a:pt x="6418379" y="0"/>
                  </a:lnTo>
                  <a:lnTo>
                    <a:pt x="6414100" y="0"/>
                  </a:lnTo>
                  <a:lnTo>
                    <a:pt x="6409822" y="0"/>
                  </a:lnTo>
                  <a:lnTo>
                    <a:pt x="6405543" y="0"/>
                  </a:lnTo>
                  <a:lnTo>
                    <a:pt x="6401264" y="0"/>
                  </a:lnTo>
                  <a:lnTo>
                    <a:pt x="6396985" y="0"/>
                  </a:lnTo>
                  <a:lnTo>
                    <a:pt x="6392706" y="0"/>
                  </a:lnTo>
                  <a:lnTo>
                    <a:pt x="6388427" y="0"/>
                  </a:lnTo>
                  <a:lnTo>
                    <a:pt x="6384148" y="0"/>
                  </a:lnTo>
                  <a:lnTo>
                    <a:pt x="6379869" y="0"/>
                  </a:lnTo>
                  <a:lnTo>
                    <a:pt x="6375590" y="0"/>
                  </a:lnTo>
                  <a:lnTo>
                    <a:pt x="6371311" y="0"/>
                  </a:lnTo>
                  <a:lnTo>
                    <a:pt x="6367032" y="0"/>
                  </a:lnTo>
                  <a:lnTo>
                    <a:pt x="6362753" y="0"/>
                  </a:lnTo>
                  <a:lnTo>
                    <a:pt x="6358475" y="0"/>
                  </a:lnTo>
                  <a:lnTo>
                    <a:pt x="6354196" y="0"/>
                  </a:lnTo>
                  <a:lnTo>
                    <a:pt x="6349917" y="0"/>
                  </a:lnTo>
                  <a:lnTo>
                    <a:pt x="6345638" y="0"/>
                  </a:lnTo>
                  <a:lnTo>
                    <a:pt x="6341359" y="0"/>
                  </a:lnTo>
                  <a:lnTo>
                    <a:pt x="6337080" y="0"/>
                  </a:lnTo>
                  <a:lnTo>
                    <a:pt x="6332801" y="0"/>
                  </a:lnTo>
                  <a:lnTo>
                    <a:pt x="6328522" y="0"/>
                  </a:lnTo>
                  <a:lnTo>
                    <a:pt x="6324243" y="0"/>
                  </a:lnTo>
                  <a:lnTo>
                    <a:pt x="6319964" y="0"/>
                  </a:lnTo>
                  <a:lnTo>
                    <a:pt x="6315685" y="0"/>
                  </a:lnTo>
                  <a:lnTo>
                    <a:pt x="6311406" y="0"/>
                  </a:lnTo>
                  <a:lnTo>
                    <a:pt x="6307127" y="0"/>
                  </a:lnTo>
                  <a:lnTo>
                    <a:pt x="6302849" y="0"/>
                  </a:lnTo>
                  <a:lnTo>
                    <a:pt x="6298570" y="0"/>
                  </a:lnTo>
                  <a:lnTo>
                    <a:pt x="6294291" y="0"/>
                  </a:lnTo>
                  <a:lnTo>
                    <a:pt x="6290012" y="0"/>
                  </a:lnTo>
                  <a:lnTo>
                    <a:pt x="6285733" y="0"/>
                  </a:lnTo>
                  <a:lnTo>
                    <a:pt x="6281454" y="0"/>
                  </a:lnTo>
                  <a:lnTo>
                    <a:pt x="6277175" y="0"/>
                  </a:lnTo>
                  <a:lnTo>
                    <a:pt x="6272896" y="0"/>
                  </a:lnTo>
                  <a:lnTo>
                    <a:pt x="6268617" y="0"/>
                  </a:lnTo>
                  <a:lnTo>
                    <a:pt x="6264338" y="0"/>
                  </a:lnTo>
                  <a:lnTo>
                    <a:pt x="6260059" y="0"/>
                  </a:lnTo>
                  <a:lnTo>
                    <a:pt x="6255780" y="0"/>
                  </a:lnTo>
                  <a:lnTo>
                    <a:pt x="6251502" y="0"/>
                  </a:lnTo>
                  <a:lnTo>
                    <a:pt x="6247223" y="0"/>
                  </a:lnTo>
                  <a:lnTo>
                    <a:pt x="6242944" y="0"/>
                  </a:lnTo>
                  <a:lnTo>
                    <a:pt x="6238665" y="0"/>
                  </a:lnTo>
                  <a:lnTo>
                    <a:pt x="6234386" y="0"/>
                  </a:lnTo>
                  <a:lnTo>
                    <a:pt x="6230107" y="0"/>
                  </a:lnTo>
                  <a:lnTo>
                    <a:pt x="6225828" y="0"/>
                  </a:lnTo>
                  <a:lnTo>
                    <a:pt x="6221549" y="0"/>
                  </a:lnTo>
                  <a:lnTo>
                    <a:pt x="6217270" y="0"/>
                  </a:lnTo>
                  <a:lnTo>
                    <a:pt x="6212991" y="0"/>
                  </a:lnTo>
                  <a:lnTo>
                    <a:pt x="6208712" y="0"/>
                  </a:lnTo>
                  <a:lnTo>
                    <a:pt x="6204433" y="0"/>
                  </a:lnTo>
                  <a:lnTo>
                    <a:pt x="6200155" y="0"/>
                  </a:lnTo>
                  <a:lnTo>
                    <a:pt x="6195876" y="0"/>
                  </a:lnTo>
                  <a:lnTo>
                    <a:pt x="6191597" y="0"/>
                  </a:lnTo>
                  <a:lnTo>
                    <a:pt x="6187318" y="0"/>
                  </a:lnTo>
                  <a:lnTo>
                    <a:pt x="6183039" y="0"/>
                  </a:lnTo>
                  <a:lnTo>
                    <a:pt x="6178760" y="0"/>
                  </a:lnTo>
                  <a:lnTo>
                    <a:pt x="6174481" y="0"/>
                  </a:lnTo>
                  <a:lnTo>
                    <a:pt x="6170202" y="0"/>
                  </a:lnTo>
                  <a:lnTo>
                    <a:pt x="6165923" y="0"/>
                  </a:lnTo>
                  <a:lnTo>
                    <a:pt x="6161644" y="0"/>
                  </a:lnTo>
                  <a:lnTo>
                    <a:pt x="6157365" y="0"/>
                  </a:lnTo>
                  <a:lnTo>
                    <a:pt x="6153086" y="0"/>
                  </a:lnTo>
                  <a:lnTo>
                    <a:pt x="6148807" y="0"/>
                  </a:lnTo>
                  <a:lnTo>
                    <a:pt x="6144529" y="0"/>
                  </a:lnTo>
                  <a:lnTo>
                    <a:pt x="6140250" y="0"/>
                  </a:lnTo>
                  <a:lnTo>
                    <a:pt x="6135971" y="0"/>
                  </a:lnTo>
                  <a:lnTo>
                    <a:pt x="6131692" y="0"/>
                  </a:lnTo>
                  <a:lnTo>
                    <a:pt x="6127413" y="0"/>
                  </a:lnTo>
                  <a:lnTo>
                    <a:pt x="6123134" y="0"/>
                  </a:lnTo>
                  <a:lnTo>
                    <a:pt x="6118855" y="0"/>
                  </a:lnTo>
                  <a:lnTo>
                    <a:pt x="6114576" y="0"/>
                  </a:lnTo>
                  <a:lnTo>
                    <a:pt x="6110297" y="0"/>
                  </a:lnTo>
                  <a:lnTo>
                    <a:pt x="6106018" y="0"/>
                  </a:lnTo>
                  <a:lnTo>
                    <a:pt x="6101739" y="0"/>
                  </a:lnTo>
                  <a:lnTo>
                    <a:pt x="6097460" y="0"/>
                  </a:lnTo>
                  <a:lnTo>
                    <a:pt x="6093182" y="0"/>
                  </a:lnTo>
                  <a:lnTo>
                    <a:pt x="6088903" y="0"/>
                  </a:lnTo>
                  <a:lnTo>
                    <a:pt x="6084624" y="0"/>
                  </a:lnTo>
                  <a:lnTo>
                    <a:pt x="6080345" y="0"/>
                  </a:lnTo>
                  <a:lnTo>
                    <a:pt x="6076066" y="0"/>
                  </a:lnTo>
                  <a:lnTo>
                    <a:pt x="6071787" y="0"/>
                  </a:lnTo>
                  <a:lnTo>
                    <a:pt x="6067508" y="0"/>
                  </a:lnTo>
                  <a:lnTo>
                    <a:pt x="6063229" y="0"/>
                  </a:lnTo>
                  <a:lnTo>
                    <a:pt x="6058950" y="0"/>
                  </a:lnTo>
                  <a:lnTo>
                    <a:pt x="6054671" y="0"/>
                  </a:lnTo>
                  <a:lnTo>
                    <a:pt x="6050392" y="0"/>
                  </a:lnTo>
                  <a:lnTo>
                    <a:pt x="6046113" y="0"/>
                  </a:lnTo>
                  <a:lnTo>
                    <a:pt x="6041834" y="0"/>
                  </a:lnTo>
                  <a:lnTo>
                    <a:pt x="6037556" y="0"/>
                  </a:lnTo>
                  <a:lnTo>
                    <a:pt x="6033277" y="0"/>
                  </a:lnTo>
                  <a:lnTo>
                    <a:pt x="6028998" y="0"/>
                  </a:lnTo>
                  <a:lnTo>
                    <a:pt x="6024719" y="0"/>
                  </a:lnTo>
                  <a:lnTo>
                    <a:pt x="6020440" y="0"/>
                  </a:lnTo>
                  <a:lnTo>
                    <a:pt x="6016161" y="0"/>
                  </a:lnTo>
                  <a:lnTo>
                    <a:pt x="6011882" y="0"/>
                  </a:lnTo>
                  <a:lnTo>
                    <a:pt x="6007603" y="0"/>
                  </a:lnTo>
                  <a:lnTo>
                    <a:pt x="6003324" y="0"/>
                  </a:lnTo>
                  <a:lnTo>
                    <a:pt x="5999045" y="0"/>
                  </a:lnTo>
                  <a:lnTo>
                    <a:pt x="5994766" y="0"/>
                  </a:lnTo>
                  <a:lnTo>
                    <a:pt x="5990487" y="0"/>
                  </a:lnTo>
                  <a:lnTo>
                    <a:pt x="5986209" y="0"/>
                  </a:lnTo>
                  <a:lnTo>
                    <a:pt x="5981930" y="0"/>
                  </a:lnTo>
                  <a:lnTo>
                    <a:pt x="5977651" y="0"/>
                  </a:lnTo>
                  <a:lnTo>
                    <a:pt x="5973372" y="0"/>
                  </a:lnTo>
                  <a:lnTo>
                    <a:pt x="5969093" y="0"/>
                  </a:lnTo>
                  <a:lnTo>
                    <a:pt x="5964814" y="0"/>
                  </a:lnTo>
                  <a:lnTo>
                    <a:pt x="5960535" y="0"/>
                  </a:lnTo>
                  <a:lnTo>
                    <a:pt x="5956256" y="0"/>
                  </a:lnTo>
                  <a:lnTo>
                    <a:pt x="5951977" y="0"/>
                  </a:lnTo>
                  <a:lnTo>
                    <a:pt x="5947698" y="0"/>
                  </a:lnTo>
                  <a:lnTo>
                    <a:pt x="5943419" y="0"/>
                  </a:lnTo>
                  <a:lnTo>
                    <a:pt x="5939140" y="0"/>
                  </a:lnTo>
                  <a:lnTo>
                    <a:pt x="5934861" y="0"/>
                  </a:lnTo>
                  <a:lnTo>
                    <a:pt x="5930583" y="0"/>
                  </a:lnTo>
                  <a:lnTo>
                    <a:pt x="5926304" y="0"/>
                  </a:lnTo>
                  <a:lnTo>
                    <a:pt x="5922025" y="0"/>
                  </a:lnTo>
                  <a:lnTo>
                    <a:pt x="5917746" y="0"/>
                  </a:lnTo>
                  <a:lnTo>
                    <a:pt x="5913467" y="0"/>
                  </a:lnTo>
                  <a:lnTo>
                    <a:pt x="5909188" y="0"/>
                  </a:lnTo>
                  <a:lnTo>
                    <a:pt x="5904909" y="0"/>
                  </a:lnTo>
                  <a:lnTo>
                    <a:pt x="5900630" y="0"/>
                  </a:lnTo>
                  <a:lnTo>
                    <a:pt x="5896351" y="0"/>
                  </a:lnTo>
                  <a:lnTo>
                    <a:pt x="5892072" y="0"/>
                  </a:lnTo>
                  <a:lnTo>
                    <a:pt x="5887793" y="0"/>
                  </a:lnTo>
                  <a:lnTo>
                    <a:pt x="5883514" y="0"/>
                  </a:lnTo>
                  <a:lnTo>
                    <a:pt x="5879236" y="0"/>
                  </a:lnTo>
                  <a:lnTo>
                    <a:pt x="5874957" y="0"/>
                  </a:lnTo>
                  <a:lnTo>
                    <a:pt x="5870678" y="0"/>
                  </a:lnTo>
                  <a:lnTo>
                    <a:pt x="5866399" y="0"/>
                  </a:lnTo>
                  <a:lnTo>
                    <a:pt x="5862120" y="0"/>
                  </a:lnTo>
                  <a:lnTo>
                    <a:pt x="5857841" y="0"/>
                  </a:lnTo>
                  <a:lnTo>
                    <a:pt x="5853562" y="0"/>
                  </a:lnTo>
                  <a:lnTo>
                    <a:pt x="5849283" y="0"/>
                  </a:lnTo>
                  <a:lnTo>
                    <a:pt x="5845004" y="0"/>
                  </a:lnTo>
                  <a:lnTo>
                    <a:pt x="5840725" y="0"/>
                  </a:lnTo>
                  <a:lnTo>
                    <a:pt x="5836446" y="0"/>
                  </a:lnTo>
                  <a:lnTo>
                    <a:pt x="5832167" y="0"/>
                  </a:lnTo>
                  <a:lnTo>
                    <a:pt x="5827888" y="0"/>
                  </a:lnTo>
                  <a:lnTo>
                    <a:pt x="5823610" y="0"/>
                  </a:lnTo>
                  <a:lnTo>
                    <a:pt x="5819331" y="0"/>
                  </a:lnTo>
                  <a:lnTo>
                    <a:pt x="5815052" y="0"/>
                  </a:lnTo>
                  <a:lnTo>
                    <a:pt x="5810773" y="0"/>
                  </a:lnTo>
                  <a:lnTo>
                    <a:pt x="5806494" y="0"/>
                  </a:lnTo>
                  <a:lnTo>
                    <a:pt x="5802215" y="0"/>
                  </a:lnTo>
                  <a:lnTo>
                    <a:pt x="5797936" y="0"/>
                  </a:lnTo>
                  <a:lnTo>
                    <a:pt x="5793657" y="0"/>
                  </a:lnTo>
                  <a:lnTo>
                    <a:pt x="5789378" y="0"/>
                  </a:lnTo>
                  <a:lnTo>
                    <a:pt x="5785099" y="0"/>
                  </a:lnTo>
                  <a:lnTo>
                    <a:pt x="5780820" y="0"/>
                  </a:lnTo>
                  <a:lnTo>
                    <a:pt x="5776541" y="0"/>
                  </a:lnTo>
                  <a:lnTo>
                    <a:pt x="5772263" y="0"/>
                  </a:lnTo>
                  <a:lnTo>
                    <a:pt x="5767984" y="0"/>
                  </a:lnTo>
                  <a:lnTo>
                    <a:pt x="5763705" y="0"/>
                  </a:lnTo>
                  <a:lnTo>
                    <a:pt x="5759426" y="0"/>
                  </a:lnTo>
                  <a:lnTo>
                    <a:pt x="5755147" y="0"/>
                  </a:lnTo>
                  <a:lnTo>
                    <a:pt x="5750868" y="0"/>
                  </a:lnTo>
                  <a:lnTo>
                    <a:pt x="5746589" y="0"/>
                  </a:lnTo>
                  <a:lnTo>
                    <a:pt x="5742310" y="0"/>
                  </a:lnTo>
                  <a:lnTo>
                    <a:pt x="5738031" y="0"/>
                  </a:lnTo>
                  <a:lnTo>
                    <a:pt x="5733752" y="0"/>
                  </a:lnTo>
                  <a:lnTo>
                    <a:pt x="5729473" y="0"/>
                  </a:lnTo>
                  <a:lnTo>
                    <a:pt x="5725194" y="0"/>
                  </a:lnTo>
                  <a:lnTo>
                    <a:pt x="5720915" y="0"/>
                  </a:lnTo>
                  <a:lnTo>
                    <a:pt x="5716637" y="0"/>
                  </a:lnTo>
                  <a:lnTo>
                    <a:pt x="5712358" y="0"/>
                  </a:lnTo>
                  <a:lnTo>
                    <a:pt x="5708079" y="0"/>
                  </a:lnTo>
                  <a:lnTo>
                    <a:pt x="5703800" y="0"/>
                  </a:lnTo>
                  <a:lnTo>
                    <a:pt x="5699521" y="0"/>
                  </a:lnTo>
                  <a:lnTo>
                    <a:pt x="5695242" y="0"/>
                  </a:lnTo>
                  <a:lnTo>
                    <a:pt x="5690963" y="0"/>
                  </a:lnTo>
                  <a:lnTo>
                    <a:pt x="5686684" y="0"/>
                  </a:lnTo>
                  <a:lnTo>
                    <a:pt x="5682405" y="0"/>
                  </a:lnTo>
                  <a:lnTo>
                    <a:pt x="5678126" y="0"/>
                  </a:lnTo>
                  <a:lnTo>
                    <a:pt x="5673847" y="0"/>
                  </a:lnTo>
                  <a:lnTo>
                    <a:pt x="5669568" y="0"/>
                  </a:lnTo>
                  <a:lnTo>
                    <a:pt x="5665290" y="0"/>
                  </a:lnTo>
                  <a:lnTo>
                    <a:pt x="5661011" y="0"/>
                  </a:lnTo>
                  <a:lnTo>
                    <a:pt x="5656732" y="0"/>
                  </a:lnTo>
                  <a:lnTo>
                    <a:pt x="5652453" y="0"/>
                  </a:lnTo>
                  <a:lnTo>
                    <a:pt x="5648174" y="0"/>
                  </a:lnTo>
                  <a:lnTo>
                    <a:pt x="5643895" y="0"/>
                  </a:lnTo>
                  <a:lnTo>
                    <a:pt x="5639616" y="0"/>
                  </a:lnTo>
                  <a:lnTo>
                    <a:pt x="5635337" y="0"/>
                  </a:lnTo>
                  <a:lnTo>
                    <a:pt x="5631058" y="0"/>
                  </a:lnTo>
                  <a:lnTo>
                    <a:pt x="5626779" y="0"/>
                  </a:lnTo>
                  <a:lnTo>
                    <a:pt x="5622500" y="0"/>
                  </a:lnTo>
                  <a:lnTo>
                    <a:pt x="5618221" y="0"/>
                  </a:lnTo>
                  <a:lnTo>
                    <a:pt x="5613942" y="0"/>
                  </a:lnTo>
                  <a:lnTo>
                    <a:pt x="5609664" y="0"/>
                  </a:lnTo>
                  <a:lnTo>
                    <a:pt x="5605385" y="0"/>
                  </a:lnTo>
                  <a:lnTo>
                    <a:pt x="5601106" y="0"/>
                  </a:lnTo>
                  <a:lnTo>
                    <a:pt x="5596827" y="0"/>
                  </a:lnTo>
                  <a:lnTo>
                    <a:pt x="5592548" y="0"/>
                  </a:lnTo>
                  <a:lnTo>
                    <a:pt x="5588269" y="0"/>
                  </a:lnTo>
                  <a:lnTo>
                    <a:pt x="5583990" y="0"/>
                  </a:lnTo>
                  <a:lnTo>
                    <a:pt x="5579711" y="0"/>
                  </a:lnTo>
                  <a:lnTo>
                    <a:pt x="5575432" y="0"/>
                  </a:lnTo>
                  <a:lnTo>
                    <a:pt x="5571153" y="0"/>
                  </a:lnTo>
                  <a:lnTo>
                    <a:pt x="5566874" y="0"/>
                  </a:lnTo>
                  <a:lnTo>
                    <a:pt x="5562595" y="0"/>
                  </a:lnTo>
                  <a:lnTo>
                    <a:pt x="5558317" y="0"/>
                  </a:lnTo>
                  <a:lnTo>
                    <a:pt x="5554038" y="0"/>
                  </a:lnTo>
                  <a:lnTo>
                    <a:pt x="5549759" y="0"/>
                  </a:lnTo>
                  <a:lnTo>
                    <a:pt x="5545480" y="0"/>
                  </a:lnTo>
                  <a:lnTo>
                    <a:pt x="5541201" y="0"/>
                  </a:lnTo>
                  <a:lnTo>
                    <a:pt x="5536922" y="0"/>
                  </a:lnTo>
                  <a:lnTo>
                    <a:pt x="5532643" y="0"/>
                  </a:lnTo>
                  <a:lnTo>
                    <a:pt x="5528364" y="0"/>
                  </a:lnTo>
                  <a:lnTo>
                    <a:pt x="5524085" y="0"/>
                  </a:lnTo>
                  <a:lnTo>
                    <a:pt x="5519806" y="0"/>
                  </a:lnTo>
                  <a:lnTo>
                    <a:pt x="5515527" y="0"/>
                  </a:lnTo>
                  <a:lnTo>
                    <a:pt x="5511248" y="0"/>
                  </a:lnTo>
                  <a:lnTo>
                    <a:pt x="5506969" y="0"/>
                  </a:lnTo>
                  <a:lnTo>
                    <a:pt x="5502691" y="0"/>
                  </a:lnTo>
                  <a:lnTo>
                    <a:pt x="5498412" y="0"/>
                  </a:lnTo>
                  <a:lnTo>
                    <a:pt x="5494133" y="0"/>
                  </a:lnTo>
                  <a:lnTo>
                    <a:pt x="5489854" y="0"/>
                  </a:lnTo>
                  <a:lnTo>
                    <a:pt x="5485575" y="0"/>
                  </a:lnTo>
                  <a:lnTo>
                    <a:pt x="5481296" y="0"/>
                  </a:lnTo>
                  <a:lnTo>
                    <a:pt x="5477017" y="0"/>
                  </a:lnTo>
                  <a:lnTo>
                    <a:pt x="5472738" y="0"/>
                  </a:lnTo>
                  <a:lnTo>
                    <a:pt x="5468459" y="0"/>
                  </a:lnTo>
                  <a:lnTo>
                    <a:pt x="5464180" y="0"/>
                  </a:lnTo>
                  <a:lnTo>
                    <a:pt x="5459901" y="0"/>
                  </a:lnTo>
                  <a:lnTo>
                    <a:pt x="5455622" y="0"/>
                  </a:lnTo>
                  <a:lnTo>
                    <a:pt x="5451344" y="0"/>
                  </a:lnTo>
                  <a:lnTo>
                    <a:pt x="5447065" y="0"/>
                  </a:lnTo>
                  <a:lnTo>
                    <a:pt x="5442786" y="0"/>
                  </a:lnTo>
                  <a:lnTo>
                    <a:pt x="5438507" y="0"/>
                  </a:lnTo>
                  <a:lnTo>
                    <a:pt x="5434228" y="0"/>
                  </a:lnTo>
                  <a:lnTo>
                    <a:pt x="5429949" y="0"/>
                  </a:lnTo>
                  <a:lnTo>
                    <a:pt x="5425670" y="0"/>
                  </a:lnTo>
                  <a:lnTo>
                    <a:pt x="5421391" y="0"/>
                  </a:lnTo>
                  <a:lnTo>
                    <a:pt x="5417112" y="0"/>
                  </a:lnTo>
                  <a:lnTo>
                    <a:pt x="5412833" y="0"/>
                  </a:lnTo>
                  <a:lnTo>
                    <a:pt x="5408554" y="0"/>
                  </a:lnTo>
                  <a:lnTo>
                    <a:pt x="5404275" y="0"/>
                  </a:lnTo>
                  <a:lnTo>
                    <a:pt x="5399996" y="0"/>
                  </a:lnTo>
                  <a:lnTo>
                    <a:pt x="5395718" y="0"/>
                  </a:lnTo>
                  <a:lnTo>
                    <a:pt x="5391439" y="0"/>
                  </a:lnTo>
                  <a:lnTo>
                    <a:pt x="5387160" y="0"/>
                  </a:lnTo>
                  <a:lnTo>
                    <a:pt x="5382881" y="0"/>
                  </a:lnTo>
                  <a:lnTo>
                    <a:pt x="5378602" y="0"/>
                  </a:lnTo>
                  <a:lnTo>
                    <a:pt x="5374323" y="0"/>
                  </a:lnTo>
                  <a:lnTo>
                    <a:pt x="5370044" y="0"/>
                  </a:lnTo>
                  <a:lnTo>
                    <a:pt x="5365765" y="0"/>
                  </a:lnTo>
                  <a:lnTo>
                    <a:pt x="5361486" y="0"/>
                  </a:lnTo>
                  <a:lnTo>
                    <a:pt x="5357207" y="0"/>
                  </a:lnTo>
                  <a:lnTo>
                    <a:pt x="5352928" y="0"/>
                  </a:lnTo>
                  <a:lnTo>
                    <a:pt x="5348649" y="0"/>
                  </a:lnTo>
                  <a:lnTo>
                    <a:pt x="5344371" y="0"/>
                  </a:lnTo>
                  <a:lnTo>
                    <a:pt x="5340092" y="0"/>
                  </a:lnTo>
                  <a:lnTo>
                    <a:pt x="5335813" y="0"/>
                  </a:lnTo>
                  <a:lnTo>
                    <a:pt x="5331534" y="0"/>
                  </a:lnTo>
                  <a:lnTo>
                    <a:pt x="5327255" y="0"/>
                  </a:lnTo>
                  <a:lnTo>
                    <a:pt x="5322976" y="0"/>
                  </a:lnTo>
                  <a:lnTo>
                    <a:pt x="5318697" y="0"/>
                  </a:lnTo>
                  <a:lnTo>
                    <a:pt x="5314418" y="0"/>
                  </a:lnTo>
                  <a:lnTo>
                    <a:pt x="5310139" y="0"/>
                  </a:lnTo>
                  <a:lnTo>
                    <a:pt x="5305860" y="0"/>
                  </a:lnTo>
                  <a:lnTo>
                    <a:pt x="5301581" y="0"/>
                  </a:lnTo>
                  <a:lnTo>
                    <a:pt x="5297302" y="0"/>
                  </a:lnTo>
                  <a:lnTo>
                    <a:pt x="5293023" y="0"/>
                  </a:lnTo>
                  <a:lnTo>
                    <a:pt x="5288745" y="0"/>
                  </a:lnTo>
                  <a:lnTo>
                    <a:pt x="5284466" y="0"/>
                  </a:lnTo>
                  <a:lnTo>
                    <a:pt x="5280187" y="0"/>
                  </a:lnTo>
                  <a:lnTo>
                    <a:pt x="5275908" y="0"/>
                  </a:lnTo>
                  <a:lnTo>
                    <a:pt x="5271629" y="0"/>
                  </a:lnTo>
                  <a:lnTo>
                    <a:pt x="5267350" y="0"/>
                  </a:lnTo>
                  <a:lnTo>
                    <a:pt x="5263071" y="0"/>
                  </a:lnTo>
                  <a:lnTo>
                    <a:pt x="5258792" y="0"/>
                  </a:lnTo>
                  <a:lnTo>
                    <a:pt x="5254513" y="0"/>
                  </a:lnTo>
                  <a:lnTo>
                    <a:pt x="5250234" y="0"/>
                  </a:lnTo>
                  <a:lnTo>
                    <a:pt x="5245955" y="0"/>
                  </a:lnTo>
                  <a:lnTo>
                    <a:pt x="5241676" y="0"/>
                  </a:lnTo>
                  <a:lnTo>
                    <a:pt x="5237398" y="0"/>
                  </a:lnTo>
                  <a:lnTo>
                    <a:pt x="5233119" y="0"/>
                  </a:lnTo>
                  <a:lnTo>
                    <a:pt x="5228840" y="0"/>
                  </a:lnTo>
                  <a:lnTo>
                    <a:pt x="5224561" y="0"/>
                  </a:lnTo>
                  <a:lnTo>
                    <a:pt x="5220282" y="0"/>
                  </a:lnTo>
                  <a:lnTo>
                    <a:pt x="5216003" y="0"/>
                  </a:lnTo>
                  <a:lnTo>
                    <a:pt x="5211724" y="0"/>
                  </a:lnTo>
                  <a:lnTo>
                    <a:pt x="5207445" y="0"/>
                  </a:lnTo>
                  <a:lnTo>
                    <a:pt x="5203166" y="0"/>
                  </a:lnTo>
                  <a:lnTo>
                    <a:pt x="5198887" y="0"/>
                  </a:lnTo>
                  <a:lnTo>
                    <a:pt x="5194608" y="0"/>
                  </a:lnTo>
                  <a:lnTo>
                    <a:pt x="5190329" y="0"/>
                  </a:lnTo>
                  <a:lnTo>
                    <a:pt x="5186050" y="0"/>
                  </a:lnTo>
                  <a:lnTo>
                    <a:pt x="5181772" y="0"/>
                  </a:lnTo>
                  <a:lnTo>
                    <a:pt x="5177493" y="0"/>
                  </a:lnTo>
                  <a:lnTo>
                    <a:pt x="5173214" y="0"/>
                  </a:lnTo>
                  <a:lnTo>
                    <a:pt x="5168935" y="0"/>
                  </a:lnTo>
                  <a:lnTo>
                    <a:pt x="5164656" y="0"/>
                  </a:lnTo>
                  <a:lnTo>
                    <a:pt x="5160377" y="0"/>
                  </a:lnTo>
                  <a:lnTo>
                    <a:pt x="5156098" y="0"/>
                  </a:lnTo>
                  <a:lnTo>
                    <a:pt x="5151819" y="0"/>
                  </a:lnTo>
                  <a:lnTo>
                    <a:pt x="5147540" y="0"/>
                  </a:lnTo>
                  <a:lnTo>
                    <a:pt x="5143261" y="0"/>
                  </a:lnTo>
                  <a:lnTo>
                    <a:pt x="5138982" y="0"/>
                  </a:lnTo>
                  <a:lnTo>
                    <a:pt x="5134703" y="0"/>
                  </a:lnTo>
                  <a:lnTo>
                    <a:pt x="5130425" y="0"/>
                  </a:lnTo>
                  <a:lnTo>
                    <a:pt x="5126146" y="0"/>
                  </a:lnTo>
                  <a:lnTo>
                    <a:pt x="5121867" y="0"/>
                  </a:lnTo>
                  <a:lnTo>
                    <a:pt x="5117588" y="0"/>
                  </a:lnTo>
                  <a:lnTo>
                    <a:pt x="5113309" y="0"/>
                  </a:lnTo>
                  <a:lnTo>
                    <a:pt x="5109030" y="0"/>
                  </a:lnTo>
                  <a:lnTo>
                    <a:pt x="5104751" y="0"/>
                  </a:lnTo>
                  <a:lnTo>
                    <a:pt x="5100472" y="0"/>
                  </a:lnTo>
                  <a:lnTo>
                    <a:pt x="5096193" y="0"/>
                  </a:lnTo>
                  <a:lnTo>
                    <a:pt x="5091914" y="0"/>
                  </a:lnTo>
                  <a:lnTo>
                    <a:pt x="5087635" y="0"/>
                  </a:lnTo>
                  <a:lnTo>
                    <a:pt x="5083356" y="0"/>
                  </a:lnTo>
                  <a:lnTo>
                    <a:pt x="5079077" y="0"/>
                  </a:lnTo>
                  <a:lnTo>
                    <a:pt x="5074799" y="0"/>
                  </a:lnTo>
                  <a:lnTo>
                    <a:pt x="5070520" y="0"/>
                  </a:lnTo>
                  <a:lnTo>
                    <a:pt x="5066241" y="0"/>
                  </a:lnTo>
                  <a:lnTo>
                    <a:pt x="5061962" y="0"/>
                  </a:lnTo>
                  <a:lnTo>
                    <a:pt x="5057683" y="0"/>
                  </a:lnTo>
                  <a:lnTo>
                    <a:pt x="5053404" y="0"/>
                  </a:lnTo>
                  <a:lnTo>
                    <a:pt x="5049125" y="0"/>
                  </a:lnTo>
                  <a:lnTo>
                    <a:pt x="5044846" y="0"/>
                  </a:lnTo>
                  <a:lnTo>
                    <a:pt x="5040567" y="0"/>
                  </a:lnTo>
                  <a:lnTo>
                    <a:pt x="5036288" y="0"/>
                  </a:lnTo>
                  <a:lnTo>
                    <a:pt x="5032009" y="0"/>
                  </a:lnTo>
                  <a:lnTo>
                    <a:pt x="5027730" y="0"/>
                  </a:lnTo>
                  <a:lnTo>
                    <a:pt x="5023452" y="0"/>
                  </a:lnTo>
                  <a:lnTo>
                    <a:pt x="5019173" y="0"/>
                  </a:lnTo>
                  <a:lnTo>
                    <a:pt x="5014894" y="0"/>
                  </a:lnTo>
                  <a:lnTo>
                    <a:pt x="5010615" y="0"/>
                  </a:lnTo>
                  <a:lnTo>
                    <a:pt x="5006336" y="0"/>
                  </a:lnTo>
                  <a:lnTo>
                    <a:pt x="5002057" y="0"/>
                  </a:lnTo>
                  <a:lnTo>
                    <a:pt x="4997778" y="0"/>
                  </a:lnTo>
                  <a:lnTo>
                    <a:pt x="4993499" y="0"/>
                  </a:lnTo>
                  <a:lnTo>
                    <a:pt x="4989220" y="0"/>
                  </a:lnTo>
                  <a:lnTo>
                    <a:pt x="4984941" y="0"/>
                  </a:lnTo>
                  <a:lnTo>
                    <a:pt x="4980662" y="0"/>
                  </a:lnTo>
                  <a:lnTo>
                    <a:pt x="4976383" y="0"/>
                  </a:lnTo>
                  <a:lnTo>
                    <a:pt x="4972104" y="0"/>
                  </a:lnTo>
                  <a:lnTo>
                    <a:pt x="4967826" y="0"/>
                  </a:lnTo>
                  <a:lnTo>
                    <a:pt x="4963547" y="0"/>
                  </a:lnTo>
                  <a:lnTo>
                    <a:pt x="4959268" y="0"/>
                  </a:lnTo>
                  <a:lnTo>
                    <a:pt x="4954989" y="0"/>
                  </a:lnTo>
                  <a:lnTo>
                    <a:pt x="4950710" y="0"/>
                  </a:lnTo>
                  <a:lnTo>
                    <a:pt x="4946431" y="0"/>
                  </a:lnTo>
                  <a:lnTo>
                    <a:pt x="4942152" y="0"/>
                  </a:lnTo>
                  <a:lnTo>
                    <a:pt x="4937873" y="0"/>
                  </a:lnTo>
                  <a:lnTo>
                    <a:pt x="4933594" y="0"/>
                  </a:lnTo>
                  <a:lnTo>
                    <a:pt x="4929315" y="0"/>
                  </a:lnTo>
                  <a:lnTo>
                    <a:pt x="4925036" y="0"/>
                  </a:lnTo>
                  <a:lnTo>
                    <a:pt x="4920757" y="0"/>
                  </a:lnTo>
                  <a:lnTo>
                    <a:pt x="4916479" y="0"/>
                  </a:lnTo>
                  <a:lnTo>
                    <a:pt x="4912200" y="0"/>
                  </a:lnTo>
                  <a:lnTo>
                    <a:pt x="4907921" y="0"/>
                  </a:lnTo>
                  <a:lnTo>
                    <a:pt x="4903642" y="0"/>
                  </a:lnTo>
                  <a:lnTo>
                    <a:pt x="4899363" y="0"/>
                  </a:lnTo>
                  <a:lnTo>
                    <a:pt x="4895084" y="0"/>
                  </a:lnTo>
                  <a:lnTo>
                    <a:pt x="4890805" y="0"/>
                  </a:lnTo>
                  <a:lnTo>
                    <a:pt x="4886526" y="0"/>
                  </a:lnTo>
                  <a:lnTo>
                    <a:pt x="4882247" y="0"/>
                  </a:lnTo>
                  <a:lnTo>
                    <a:pt x="4877968" y="0"/>
                  </a:lnTo>
                  <a:lnTo>
                    <a:pt x="4873689" y="0"/>
                  </a:lnTo>
                  <a:lnTo>
                    <a:pt x="4869410" y="0"/>
                  </a:lnTo>
                  <a:lnTo>
                    <a:pt x="4865131" y="0"/>
                  </a:lnTo>
                  <a:lnTo>
                    <a:pt x="4860853" y="0"/>
                  </a:lnTo>
                  <a:lnTo>
                    <a:pt x="4856574" y="0"/>
                  </a:lnTo>
                  <a:lnTo>
                    <a:pt x="4852295" y="0"/>
                  </a:lnTo>
                  <a:lnTo>
                    <a:pt x="4848016" y="0"/>
                  </a:lnTo>
                  <a:lnTo>
                    <a:pt x="4843737" y="0"/>
                  </a:lnTo>
                  <a:lnTo>
                    <a:pt x="4839458" y="0"/>
                  </a:lnTo>
                  <a:lnTo>
                    <a:pt x="4835179" y="0"/>
                  </a:lnTo>
                  <a:lnTo>
                    <a:pt x="4830900" y="0"/>
                  </a:lnTo>
                  <a:lnTo>
                    <a:pt x="4826621" y="0"/>
                  </a:lnTo>
                  <a:lnTo>
                    <a:pt x="4822342" y="0"/>
                  </a:lnTo>
                  <a:lnTo>
                    <a:pt x="4818063" y="0"/>
                  </a:lnTo>
                  <a:lnTo>
                    <a:pt x="4813784" y="0"/>
                  </a:lnTo>
                  <a:lnTo>
                    <a:pt x="4809506" y="0"/>
                  </a:lnTo>
                  <a:lnTo>
                    <a:pt x="4805227" y="0"/>
                  </a:lnTo>
                  <a:lnTo>
                    <a:pt x="4800948" y="0"/>
                  </a:lnTo>
                  <a:lnTo>
                    <a:pt x="4796669" y="0"/>
                  </a:lnTo>
                  <a:lnTo>
                    <a:pt x="4792390" y="0"/>
                  </a:lnTo>
                  <a:lnTo>
                    <a:pt x="4788111" y="0"/>
                  </a:lnTo>
                  <a:lnTo>
                    <a:pt x="4783832" y="0"/>
                  </a:lnTo>
                  <a:lnTo>
                    <a:pt x="4779553" y="0"/>
                  </a:lnTo>
                  <a:lnTo>
                    <a:pt x="4775274" y="0"/>
                  </a:lnTo>
                  <a:lnTo>
                    <a:pt x="4770995" y="0"/>
                  </a:lnTo>
                  <a:lnTo>
                    <a:pt x="4766716" y="0"/>
                  </a:lnTo>
                  <a:lnTo>
                    <a:pt x="4762437" y="0"/>
                  </a:lnTo>
                  <a:lnTo>
                    <a:pt x="4758158" y="0"/>
                  </a:lnTo>
                  <a:lnTo>
                    <a:pt x="4753880" y="0"/>
                  </a:lnTo>
                  <a:lnTo>
                    <a:pt x="4749601" y="0"/>
                  </a:lnTo>
                  <a:lnTo>
                    <a:pt x="4745322" y="0"/>
                  </a:lnTo>
                  <a:lnTo>
                    <a:pt x="4741043" y="0"/>
                  </a:lnTo>
                  <a:lnTo>
                    <a:pt x="4736764" y="0"/>
                  </a:lnTo>
                  <a:lnTo>
                    <a:pt x="4732485" y="0"/>
                  </a:lnTo>
                  <a:lnTo>
                    <a:pt x="4728206" y="0"/>
                  </a:lnTo>
                  <a:lnTo>
                    <a:pt x="4723927" y="0"/>
                  </a:lnTo>
                  <a:lnTo>
                    <a:pt x="4719648" y="0"/>
                  </a:lnTo>
                  <a:lnTo>
                    <a:pt x="4715369" y="0"/>
                  </a:lnTo>
                  <a:lnTo>
                    <a:pt x="4711090" y="0"/>
                  </a:lnTo>
                  <a:lnTo>
                    <a:pt x="4706811" y="0"/>
                  </a:lnTo>
                  <a:lnTo>
                    <a:pt x="4702533" y="0"/>
                  </a:lnTo>
                  <a:lnTo>
                    <a:pt x="4698254" y="0"/>
                  </a:lnTo>
                  <a:lnTo>
                    <a:pt x="4693975" y="0"/>
                  </a:lnTo>
                  <a:lnTo>
                    <a:pt x="4689696" y="0"/>
                  </a:lnTo>
                  <a:lnTo>
                    <a:pt x="4685417" y="0"/>
                  </a:lnTo>
                  <a:lnTo>
                    <a:pt x="4681138" y="0"/>
                  </a:lnTo>
                  <a:lnTo>
                    <a:pt x="4676859" y="0"/>
                  </a:lnTo>
                  <a:lnTo>
                    <a:pt x="4672580" y="0"/>
                  </a:lnTo>
                  <a:lnTo>
                    <a:pt x="4668301" y="0"/>
                  </a:lnTo>
                  <a:lnTo>
                    <a:pt x="4664022" y="0"/>
                  </a:lnTo>
                  <a:lnTo>
                    <a:pt x="4659743" y="0"/>
                  </a:lnTo>
                  <a:lnTo>
                    <a:pt x="4655464" y="0"/>
                  </a:lnTo>
                  <a:lnTo>
                    <a:pt x="4651185" y="0"/>
                  </a:lnTo>
                  <a:lnTo>
                    <a:pt x="4646907" y="0"/>
                  </a:lnTo>
                  <a:lnTo>
                    <a:pt x="4642628" y="0"/>
                  </a:lnTo>
                  <a:lnTo>
                    <a:pt x="4638349" y="0"/>
                  </a:lnTo>
                  <a:lnTo>
                    <a:pt x="4634070" y="0"/>
                  </a:lnTo>
                  <a:lnTo>
                    <a:pt x="4629791" y="0"/>
                  </a:lnTo>
                  <a:lnTo>
                    <a:pt x="4625512" y="0"/>
                  </a:lnTo>
                  <a:lnTo>
                    <a:pt x="4621233" y="0"/>
                  </a:lnTo>
                  <a:lnTo>
                    <a:pt x="4616954" y="0"/>
                  </a:lnTo>
                  <a:lnTo>
                    <a:pt x="4612675" y="0"/>
                  </a:lnTo>
                  <a:lnTo>
                    <a:pt x="4608396" y="0"/>
                  </a:lnTo>
                  <a:lnTo>
                    <a:pt x="4604117" y="0"/>
                  </a:lnTo>
                  <a:lnTo>
                    <a:pt x="4599838" y="0"/>
                  </a:lnTo>
                  <a:lnTo>
                    <a:pt x="4595560" y="0"/>
                  </a:lnTo>
                  <a:lnTo>
                    <a:pt x="4591281" y="0"/>
                  </a:lnTo>
                  <a:lnTo>
                    <a:pt x="4587002" y="0"/>
                  </a:lnTo>
                  <a:lnTo>
                    <a:pt x="4582723" y="0"/>
                  </a:lnTo>
                  <a:lnTo>
                    <a:pt x="4578444" y="0"/>
                  </a:lnTo>
                  <a:lnTo>
                    <a:pt x="4574165" y="0"/>
                  </a:lnTo>
                  <a:lnTo>
                    <a:pt x="4569886" y="0"/>
                  </a:lnTo>
                  <a:lnTo>
                    <a:pt x="4565607" y="0"/>
                  </a:lnTo>
                  <a:lnTo>
                    <a:pt x="4561328" y="0"/>
                  </a:lnTo>
                  <a:lnTo>
                    <a:pt x="4557049" y="0"/>
                  </a:lnTo>
                  <a:lnTo>
                    <a:pt x="4552770" y="0"/>
                  </a:lnTo>
                  <a:lnTo>
                    <a:pt x="4548491" y="0"/>
                  </a:lnTo>
                  <a:lnTo>
                    <a:pt x="4544212" y="0"/>
                  </a:lnTo>
                  <a:lnTo>
                    <a:pt x="4539934" y="0"/>
                  </a:lnTo>
                  <a:lnTo>
                    <a:pt x="4535655" y="0"/>
                  </a:lnTo>
                  <a:lnTo>
                    <a:pt x="4531376" y="0"/>
                  </a:lnTo>
                  <a:lnTo>
                    <a:pt x="4527097" y="0"/>
                  </a:lnTo>
                  <a:lnTo>
                    <a:pt x="4522818" y="0"/>
                  </a:lnTo>
                  <a:lnTo>
                    <a:pt x="4518539" y="0"/>
                  </a:lnTo>
                  <a:lnTo>
                    <a:pt x="4514260" y="0"/>
                  </a:lnTo>
                  <a:lnTo>
                    <a:pt x="4509981" y="0"/>
                  </a:lnTo>
                  <a:lnTo>
                    <a:pt x="4505702" y="0"/>
                  </a:lnTo>
                  <a:lnTo>
                    <a:pt x="4501423" y="0"/>
                  </a:lnTo>
                  <a:lnTo>
                    <a:pt x="4497144" y="0"/>
                  </a:lnTo>
                  <a:lnTo>
                    <a:pt x="4492865" y="0"/>
                  </a:lnTo>
                  <a:lnTo>
                    <a:pt x="4488587" y="0"/>
                  </a:lnTo>
                  <a:lnTo>
                    <a:pt x="4484308" y="0"/>
                  </a:lnTo>
                  <a:lnTo>
                    <a:pt x="4480029" y="0"/>
                  </a:lnTo>
                  <a:lnTo>
                    <a:pt x="4475750" y="0"/>
                  </a:lnTo>
                  <a:lnTo>
                    <a:pt x="4471471" y="0"/>
                  </a:lnTo>
                  <a:lnTo>
                    <a:pt x="4467192" y="0"/>
                  </a:lnTo>
                  <a:lnTo>
                    <a:pt x="4462913" y="0"/>
                  </a:lnTo>
                  <a:lnTo>
                    <a:pt x="4458634" y="0"/>
                  </a:lnTo>
                  <a:lnTo>
                    <a:pt x="4454355" y="0"/>
                  </a:lnTo>
                  <a:lnTo>
                    <a:pt x="4450076" y="0"/>
                  </a:lnTo>
                  <a:lnTo>
                    <a:pt x="4445797" y="0"/>
                  </a:lnTo>
                  <a:lnTo>
                    <a:pt x="4441518" y="0"/>
                  </a:lnTo>
                  <a:lnTo>
                    <a:pt x="4437239" y="0"/>
                  </a:lnTo>
                  <a:lnTo>
                    <a:pt x="4432961" y="0"/>
                  </a:lnTo>
                  <a:lnTo>
                    <a:pt x="4428682" y="0"/>
                  </a:lnTo>
                  <a:lnTo>
                    <a:pt x="4424403" y="0"/>
                  </a:lnTo>
                  <a:lnTo>
                    <a:pt x="4420124" y="0"/>
                  </a:lnTo>
                  <a:lnTo>
                    <a:pt x="4415845" y="0"/>
                  </a:lnTo>
                  <a:lnTo>
                    <a:pt x="4411566" y="0"/>
                  </a:lnTo>
                  <a:lnTo>
                    <a:pt x="4407287" y="0"/>
                  </a:lnTo>
                  <a:lnTo>
                    <a:pt x="4403008" y="0"/>
                  </a:lnTo>
                  <a:lnTo>
                    <a:pt x="4398729" y="0"/>
                  </a:lnTo>
                  <a:lnTo>
                    <a:pt x="4394450" y="0"/>
                  </a:lnTo>
                  <a:lnTo>
                    <a:pt x="4390171" y="0"/>
                  </a:lnTo>
                  <a:lnTo>
                    <a:pt x="4385892" y="0"/>
                  </a:lnTo>
                  <a:lnTo>
                    <a:pt x="4381614" y="0"/>
                  </a:lnTo>
                  <a:lnTo>
                    <a:pt x="4377335" y="0"/>
                  </a:lnTo>
                  <a:lnTo>
                    <a:pt x="4373056" y="0"/>
                  </a:lnTo>
                  <a:lnTo>
                    <a:pt x="4368777" y="0"/>
                  </a:lnTo>
                  <a:lnTo>
                    <a:pt x="4364498" y="0"/>
                  </a:lnTo>
                  <a:lnTo>
                    <a:pt x="4360219" y="0"/>
                  </a:lnTo>
                  <a:lnTo>
                    <a:pt x="4355940" y="0"/>
                  </a:lnTo>
                  <a:lnTo>
                    <a:pt x="4351661" y="0"/>
                  </a:lnTo>
                  <a:lnTo>
                    <a:pt x="4347382" y="0"/>
                  </a:lnTo>
                  <a:lnTo>
                    <a:pt x="4343103" y="0"/>
                  </a:lnTo>
                  <a:lnTo>
                    <a:pt x="4338824" y="0"/>
                  </a:lnTo>
                  <a:lnTo>
                    <a:pt x="4334545" y="0"/>
                  </a:lnTo>
                  <a:lnTo>
                    <a:pt x="4330266" y="0"/>
                  </a:lnTo>
                  <a:lnTo>
                    <a:pt x="4325988" y="0"/>
                  </a:lnTo>
                  <a:lnTo>
                    <a:pt x="4321709" y="0"/>
                  </a:lnTo>
                  <a:lnTo>
                    <a:pt x="4317430" y="0"/>
                  </a:lnTo>
                  <a:lnTo>
                    <a:pt x="4313151" y="0"/>
                  </a:lnTo>
                  <a:lnTo>
                    <a:pt x="4308872" y="0"/>
                  </a:lnTo>
                  <a:lnTo>
                    <a:pt x="4304593" y="0"/>
                  </a:lnTo>
                  <a:lnTo>
                    <a:pt x="4300314" y="0"/>
                  </a:lnTo>
                  <a:lnTo>
                    <a:pt x="4296035" y="0"/>
                  </a:lnTo>
                  <a:lnTo>
                    <a:pt x="4291756" y="0"/>
                  </a:lnTo>
                  <a:lnTo>
                    <a:pt x="4287477" y="0"/>
                  </a:lnTo>
                  <a:lnTo>
                    <a:pt x="4283198" y="0"/>
                  </a:lnTo>
                  <a:lnTo>
                    <a:pt x="4278919" y="0"/>
                  </a:lnTo>
                  <a:lnTo>
                    <a:pt x="4274641" y="0"/>
                  </a:lnTo>
                  <a:lnTo>
                    <a:pt x="4270362" y="0"/>
                  </a:lnTo>
                  <a:lnTo>
                    <a:pt x="4266083" y="0"/>
                  </a:lnTo>
                  <a:lnTo>
                    <a:pt x="4261804" y="0"/>
                  </a:lnTo>
                  <a:lnTo>
                    <a:pt x="4257525" y="0"/>
                  </a:lnTo>
                  <a:lnTo>
                    <a:pt x="4253246" y="0"/>
                  </a:lnTo>
                  <a:lnTo>
                    <a:pt x="4248967" y="0"/>
                  </a:lnTo>
                  <a:lnTo>
                    <a:pt x="4244688" y="0"/>
                  </a:lnTo>
                  <a:lnTo>
                    <a:pt x="4240409" y="0"/>
                  </a:lnTo>
                  <a:lnTo>
                    <a:pt x="4236130" y="0"/>
                  </a:lnTo>
                  <a:lnTo>
                    <a:pt x="4231851" y="0"/>
                  </a:lnTo>
                  <a:lnTo>
                    <a:pt x="4227572" y="0"/>
                  </a:lnTo>
                  <a:lnTo>
                    <a:pt x="4223293" y="0"/>
                  </a:lnTo>
                  <a:lnTo>
                    <a:pt x="4219015" y="0"/>
                  </a:lnTo>
                  <a:lnTo>
                    <a:pt x="4214736" y="0"/>
                  </a:lnTo>
                  <a:lnTo>
                    <a:pt x="4210457" y="0"/>
                  </a:lnTo>
                  <a:lnTo>
                    <a:pt x="4206178" y="0"/>
                  </a:lnTo>
                  <a:lnTo>
                    <a:pt x="4201899" y="0"/>
                  </a:lnTo>
                  <a:lnTo>
                    <a:pt x="4197620" y="0"/>
                  </a:lnTo>
                  <a:lnTo>
                    <a:pt x="4193341" y="0"/>
                  </a:lnTo>
                  <a:lnTo>
                    <a:pt x="4189062" y="0"/>
                  </a:lnTo>
                  <a:lnTo>
                    <a:pt x="4184783" y="0"/>
                  </a:lnTo>
                  <a:lnTo>
                    <a:pt x="4180504" y="0"/>
                  </a:lnTo>
                  <a:lnTo>
                    <a:pt x="4176225" y="0"/>
                  </a:lnTo>
                  <a:lnTo>
                    <a:pt x="4171946" y="0"/>
                  </a:lnTo>
                  <a:lnTo>
                    <a:pt x="4167668" y="0"/>
                  </a:lnTo>
                  <a:lnTo>
                    <a:pt x="4163389" y="0"/>
                  </a:lnTo>
                  <a:lnTo>
                    <a:pt x="4159110" y="0"/>
                  </a:lnTo>
                  <a:lnTo>
                    <a:pt x="4154831" y="0"/>
                  </a:lnTo>
                  <a:lnTo>
                    <a:pt x="4150552" y="0"/>
                  </a:lnTo>
                  <a:lnTo>
                    <a:pt x="4146273" y="0"/>
                  </a:lnTo>
                  <a:lnTo>
                    <a:pt x="4141994" y="0"/>
                  </a:lnTo>
                  <a:lnTo>
                    <a:pt x="4137715" y="0"/>
                  </a:lnTo>
                  <a:lnTo>
                    <a:pt x="4133436" y="0"/>
                  </a:lnTo>
                  <a:lnTo>
                    <a:pt x="4129157" y="0"/>
                  </a:lnTo>
                  <a:lnTo>
                    <a:pt x="4124878" y="0"/>
                  </a:lnTo>
                  <a:lnTo>
                    <a:pt x="4120599" y="0"/>
                  </a:lnTo>
                  <a:lnTo>
                    <a:pt x="4116320" y="0"/>
                  </a:lnTo>
                  <a:lnTo>
                    <a:pt x="4112042" y="0"/>
                  </a:lnTo>
                  <a:lnTo>
                    <a:pt x="4107763" y="0"/>
                  </a:lnTo>
                  <a:lnTo>
                    <a:pt x="4103484" y="0"/>
                  </a:lnTo>
                  <a:lnTo>
                    <a:pt x="4099205" y="0"/>
                  </a:lnTo>
                  <a:lnTo>
                    <a:pt x="4094926" y="0"/>
                  </a:lnTo>
                  <a:lnTo>
                    <a:pt x="4090647" y="0"/>
                  </a:lnTo>
                  <a:lnTo>
                    <a:pt x="4086368" y="0"/>
                  </a:lnTo>
                  <a:lnTo>
                    <a:pt x="4082089" y="0"/>
                  </a:lnTo>
                  <a:lnTo>
                    <a:pt x="4077810" y="0"/>
                  </a:lnTo>
                  <a:lnTo>
                    <a:pt x="4073531" y="0"/>
                  </a:lnTo>
                  <a:lnTo>
                    <a:pt x="4069252" y="0"/>
                  </a:lnTo>
                  <a:lnTo>
                    <a:pt x="4064973" y="0"/>
                  </a:lnTo>
                  <a:lnTo>
                    <a:pt x="4060695" y="0"/>
                  </a:lnTo>
                  <a:lnTo>
                    <a:pt x="4056416" y="0"/>
                  </a:lnTo>
                  <a:lnTo>
                    <a:pt x="4052137" y="0"/>
                  </a:lnTo>
                  <a:lnTo>
                    <a:pt x="4047858" y="0"/>
                  </a:lnTo>
                  <a:lnTo>
                    <a:pt x="4043579" y="0"/>
                  </a:lnTo>
                  <a:lnTo>
                    <a:pt x="4039300" y="0"/>
                  </a:lnTo>
                  <a:lnTo>
                    <a:pt x="4035021" y="0"/>
                  </a:lnTo>
                  <a:lnTo>
                    <a:pt x="4030742" y="0"/>
                  </a:lnTo>
                  <a:lnTo>
                    <a:pt x="4026463" y="0"/>
                  </a:lnTo>
                  <a:lnTo>
                    <a:pt x="4022184" y="0"/>
                  </a:lnTo>
                  <a:lnTo>
                    <a:pt x="4017905" y="0"/>
                  </a:lnTo>
                  <a:lnTo>
                    <a:pt x="4013626" y="0"/>
                  </a:lnTo>
                  <a:lnTo>
                    <a:pt x="4009347" y="0"/>
                  </a:lnTo>
                  <a:lnTo>
                    <a:pt x="4005069" y="0"/>
                  </a:lnTo>
                  <a:lnTo>
                    <a:pt x="4000790" y="0"/>
                  </a:lnTo>
                  <a:lnTo>
                    <a:pt x="3996511" y="0"/>
                  </a:lnTo>
                  <a:lnTo>
                    <a:pt x="3992232" y="0"/>
                  </a:lnTo>
                  <a:lnTo>
                    <a:pt x="3987953" y="0"/>
                  </a:lnTo>
                  <a:lnTo>
                    <a:pt x="3983674" y="0"/>
                  </a:lnTo>
                  <a:lnTo>
                    <a:pt x="3979395" y="0"/>
                  </a:lnTo>
                  <a:lnTo>
                    <a:pt x="3975116" y="0"/>
                  </a:lnTo>
                  <a:lnTo>
                    <a:pt x="3970837" y="0"/>
                  </a:lnTo>
                  <a:lnTo>
                    <a:pt x="3966558" y="0"/>
                  </a:lnTo>
                  <a:lnTo>
                    <a:pt x="3962279" y="0"/>
                  </a:lnTo>
                  <a:lnTo>
                    <a:pt x="3958000" y="0"/>
                  </a:lnTo>
                  <a:lnTo>
                    <a:pt x="3953722" y="0"/>
                  </a:lnTo>
                  <a:lnTo>
                    <a:pt x="3949443" y="0"/>
                  </a:lnTo>
                  <a:lnTo>
                    <a:pt x="3945164" y="0"/>
                  </a:lnTo>
                  <a:lnTo>
                    <a:pt x="3940885" y="0"/>
                  </a:lnTo>
                  <a:lnTo>
                    <a:pt x="3936606" y="0"/>
                  </a:lnTo>
                  <a:lnTo>
                    <a:pt x="3932327" y="0"/>
                  </a:lnTo>
                  <a:lnTo>
                    <a:pt x="3928048" y="0"/>
                  </a:lnTo>
                  <a:lnTo>
                    <a:pt x="3923769" y="0"/>
                  </a:lnTo>
                  <a:lnTo>
                    <a:pt x="3919490" y="0"/>
                  </a:lnTo>
                  <a:lnTo>
                    <a:pt x="3915211" y="0"/>
                  </a:lnTo>
                  <a:lnTo>
                    <a:pt x="3910932" y="0"/>
                  </a:lnTo>
                  <a:lnTo>
                    <a:pt x="3906653" y="0"/>
                  </a:lnTo>
                  <a:lnTo>
                    <a:pt x="3902374" y="0"/>
                  </a:lnTo>
                  <a:lnTo>
                    <a:pt x="3898096" y="0"/>
                  </a:lnTo>
                  <a:lnTo>
                    <a:pt x="3893817" y="0"/>
                  </a:lnTo>
                  <a:lnTo>
                    <a:pt x="3889538" y="0"/>
                  </a:lnTo>
                  <a:lnTo>
                    <a:pt x="3885259" y="0"/>
                  </a:lnTo>
                  <a:lnTo>
                    <a:pt x="3880980" y="0"/>
                  </a:lnTo>
                  <a:lnTo>
                    <a:pt x="3876701" y="0"/>
                  </a:lnTo>
                  <a:lnTo>
                    <a:pt x="3872422" y="0"/>
                  </a:lnTo>
                  <a:lnTo>
                    <a:pt x="3868143" y="0"/>
                  </a:lnTo>
                  <a:lnTo>
                    <a:pt x="3863864" y="0"/>
                  </a:lnTo>
                  <a:lnTo>
                    <a:pt x="3859585" y="0"/>
                  </a:lnTo>
                  <a:lnTo>
                    <a:pt x="3855306" y="0"/>
                  </a:lnTo>
                  <a:lnTo>
                    <a:pt x="3851027" y="0"/>
                  </a:lnTo>
                  <a:lnTo>
                    <a:pt x="3846749" y="0"/>
                  </a:lnTo>
                  <a:lnTo>
                    <a:pt x="3842470" y="0"/>
                  </a:lnTo>
                  <a:lnTo>
                    <a:pt x="3838191" y="0"/>
                  </a:lnTo>
                  <a:lnTo>
                    <a:pt x="3833912" y="0"/>
                  </a:lnTo>
                  <a:lnTo>
                    <a:pt x="3829633" y="0"/>
                  </a:lnTo>
                  <a:lnTo>
                    <a:pt x="3825354" y="0"/>
                  </a:lnTo>
                  <a:lnTo>
                    <a:pt x="3821075" y="0"/>
                  </a:lnTo>
                  <a:lnTo>
                    <a:pt x="3816796" y="0"/>
                  </a:lnTo>
                  <a:lnTo>
                    <a:pt x="3812517" y="0"/>
                  </a:lnTo>
                  <a:lnTo>
                    <a:pt x="3808238" y="0"/>
                  </a:lnTo>
                  <a:lnTo>
                    <a:pt x="3803959" y="0"/>
                  </a:lnTo>
                  <a:lnTo>
                    <a:pt x="3799680" y="0"/>
                  </a:lnTo>
                  <a:lnTo>
                    <a:pt x="3795401" y="0"/>
                  </a:lnTo>
                  <a:lnTo>
                    <a:pt x="3791123" y="0"/>
                  </a:lnTo>
                  <a:lnTo>
                    <a:pt x="3786844" y="0"/>
                  </a:lnTo>
                  <a:lnTo>
                    <a:pt x="3782565" y="0"/>
                  </a:lnTo>
                  <a:lnTo>
                    <a:pt x="3778286" y="0"/>
                  </a:lnTo>
                  <a:lnTo>
                    <a:pt x="3774007" y="0"/>
                  </a:lnTo>
                  <a:lnTo>
                    <a:pt x="3769728" y="0"/>
                  </a:lnTo>
                  <a:lnTo>
                    <a:pt x="3765449" y="0"/>
                  </a:lnTo>
                  <a:lnTo>
                    <a:pt x="3761170" y="0"/>
                  </a:lnTo>
                  <a:lnTo>
                    <a:pt x="3756891" y="0"/>
                  </a:lnTo>
                  <a:lnTo>
                    <a:pt x="3752612" y="0"/>
                  </a:lnTo>
                  <a:lnTo>
                    <a:pt x="3748333" y="0"/>
                  </a:lnTo>
                  <a:lnTo>
                    <a:pt x="3744054" y="0"/>
                  </a:lnTo>
                  <a:lnTo>
                    <a:pt x="3739776" y="0"/>
                  </a:lnTo>
                  <a:lnTo>
                    <a:pt x="3735497" y="0"/>
                  </a:lnTo>
                  <a:lnTo>
                    <a:pt x="3731218" y="0"/>
                  </a:lnTo>
                  <a:lnTo>
                    <a:pt x="3726939" y="0"/>
                  </a:lnTo>
                  <a:lnTo>
                    <a:pt x="3722660" y="0"/>
                  </a:lnTo>
                  <a:lnTo>
                    <a:pt x="3718381" y="0"/>
                  </a:lnTo>
                  <a:lnTo>
                    <a:pt x="3714102" y="0"/>
                  </a:lnTo>
                  <a:lnTo>
                    <a:pt x="3709823" y="0"/>
                  </a:lnTo>
                  <a:lnTo>
                    <a:pt x="3705544" y="0"/>
                  </a:lnTo>
                  <a:lnTo>
                    <a:pt x="3701265" y="0"/>
                  </a:lnTo>
                  <a:lnTo>
                    <a:pt x="3696986" y="0"/>
                  </a:lnTo>
                  <a:lnTo>
                    <a:pt x="3692707" y="0"/>
                  </a:lnTo>
                  <a:lnTo>
                    <a:pt x="3688428" y="0"/>
                  </a:lnTo>
                  <a:lnTo>
                    <a:pt x="3684150" y="0"/>
                  </a:lnTo>
                  <a:lnTo>
                    <a:pt x="3679871" y="0"/>
                  </a:lnTo>
                  <a:lnTo>
                    <a:pt x="3675592" y="0"/>
                  </a:lnTo>
                  <a:lnTo>
                    <a:pt x="3671313" y="0"/>
                  </a:lnTo>
                  <a:lnTo>
                    <a:pt x="3667034" y="0"/>
                  </a:lnTo>
                  <a:lnTo>
                    <a:pt x="3662755" y="0"/>
                  </a:lnTo>
                  <a:lnTo>
                    <a:pt x="3658476" y="0"/>
                  </a:lnTo>
                  <a:lnTo>
                    <a:pt x="3654197" y="0"/>
                  </a:lnTo>
                  <a:lnTo>
                    <a:pt x="3649918" y="0"/>
                  </a:lnTo>
                  <a:lnTo>
                    <a:pt x="3645639" y="0"/>
                  </a:lnTo>
                  <a:lnTo>
                    <a:pt x="3641360" y="0"/>
                  </a:lnTo>
                  <a:lnTo>
                    <a:pt x="3637081" y="0"/>
                  </a:lnTo>
                  <a:lnTo>
                    <a:pt x="3632803" y="0"/>
                  </a:lnTo>
                  <a:lnTo>
                    <a:pt x="3628524" y="0"/>
                  </a:lnTo>
                  <a:lnTo>
                    <a:pt x="3624245" y="0"/>
                  </a:lnTo>
                  <a:lnTo>
                    <a:pt x="3619966" y="0"/>
                  </a:lnTo>
                  <a:lnTo>
                    <a:pt x="3615687" y="0"/>
                  </a:lnTo>
                  <a:lnTo>
                    <a:pt x="3611408" y="0"/>
                  </a:lnTo>
                  <a:lnTo>
                    <a:pt x="3607129" y="0"/>
                  </a:lnTo>
                  <a:lnTo>
                    <a:pt x="3602850" y="0"/>
                  </a:lnTo>
                  <a:lnTo>
                    <a:pt x="3598571" y="0"/>
                  </a:lnTo>
                  <a:lnTo>
                    <a:pt x="3594292" y="0"/>
                  </a:lnTo>
                  <a:lnTo>
                    <a:pt x="3590013" y="0"/>
                  </a:lnTo>
                  <a:lnTo>
                    <a:pt x="3585734" y="0"/>
                  </a:lnTo>
                  <a:lnTo>
                    <a:pt x="3581455" y="0"/>
                  </a:lnTo>
                  <a:lnTo>
                    <a:pt x="3577177" y="0"/>
                  </a:lnTo>
                  <a:lnTo>
                    <a:pt x="3572898" y="0"/>
                  </a:lnTo>
                  <a:lnTo>
                    <a:pt x="3568619" y="0"/>
                  </a:lnTo>
                  <a:lnTo>
                    <a:pt x="3564340" y="0"/>
                  </a:lnTo>
                  <a:lnTo>
                    <a:pt x="3560061" y="0"/>
                  </a:lnTo>
                  <a:lnTo>
                    <a:pt x="3555782" y="0"/>
                  </a:lnTo>
                  <a:lnTo>
                    <a:pt x="3551503" y="0"/>
                  </a:lnTo>
                  <a:lnTo>
                    <a:pt x="3547224" y="0"/>
                  </a:lnTo>
                  <a:lnTo>
                    <a:pt x="3542945" y="0"/>
                  </a:lnTo>
                  <a:lnTo>
                    <a:pt x="3538666" y="0"/>
                  </a:lnTo>
                  <a:lnTo>
                    <a:pt x="3534387" y="0"/>
                  </a:lnTo>
                  <a:lnTo>
                    <a:pt x="3530108" y="0"/>
                  </a:lnTo>
                  <a:lnTo>
                    <a:pt x="3525830" y="0"/>
                  </a:lnTo>
                  <a:lnTo>
                    <a:pt x="3521551" y="0"/>
                  </a:lnTo>
                  <a:lnTo>
                    <a:pt x="3517272" y="0"/>
                  </a:lnTo>
                  <a:lnTo>
                    <a:pt x="3512993" y="0"/>
                  </a:lnTo>
                  <a:lnTo>
                    <a:pt x="3508714" y="0"/>
                  </a:lnTo>
                  <a:lnTo>
                    <a:pt x="3504435" y="0"/>
                  </a:lnTo>
                  <a:lnTo>
                    <a:pt x="3500156" y="0"/>
                  </a:lnTo>
                  <a:lnTo>
                    <a:pt x="3495877" y="0"/>
                  </a:lnTo>
                  <a:lnTo>
                    <a:pt x="3491598" y="0"/>
                  </a:lnTo>
                  <a:lnTo>
                    <a:pt x="3487319" y="0"/>
                  </a:lnTo>
                  <a:lnTo>
                    <a:pt x="3483040" y="0"/>
                  </a:lnTo>
                  <a:lnTo>
                    <a:pt x="3478761" y="0"/>
                  </a:lnTo>
                  <a:lnTo>
                    <a:pt x="3474482" y="0"/>
                  </a:lnTo>
                  <a:lnTo>
                    <a:pt x="3470204" y="0"/>
                  </a:lnTo>
                  <a:lnTo>
                    <a:pt x="3465925" y="0"/>
                  </a:lnTo>
                  <a:lnTo>
                    <a:pt x="3461646" y="0"/>
                  </a:lnTo>
                  <a:lnTo>
                    <a:pt x="3457367" y="0"/>
                  </a:lnTo>
                  <a:lnTo>
                    <a:pt x="3453088" y="0"/>
                  </a:lnTo>
                  <a:lnTo>
                    <a:pt x="3448809" y="0"/>
                  </a:lnTo>
                  <a:lnTo>
                    <a:pt x="3444530" y="0"/>
                  </a:lnTo>
                  <a:lnTo>
                    <a:pt x="3440251" y="0"/>
                  </a:lnTo>
                  <a:lnTo>
                    <a:pt x="3435972" y="0"/>
                  </a:lnTo>
                  <a:lnTo>
                    <a:pt x="3431693" y="0"/>
                  </a:lnTo>
                  <a:lnTo>
                    <a:pt x="3427414" y="0"/>
                  </a:lnTo>
                  <a:lnTo>
                    <a:pt x="3423135" y="0"/>
                  </a:lnTo>
                  <a:lnTo>
                    <a:pt x="3418857" y="0"/>
                  </a:lnTo>
                  <a:lnTo>
                    <a:pt x="3414578" y="0"/>
                  </a:lnTo>
                  <a:lnTo>
                    <a:pt x="3410299" y="0"/>
                  </a:lnTo>
                  <a:lnTo>
                    <a:pt x="3406020" y="0"/>
                  </a:lnTo>
                  <a:lnTo>
                    <a:pt x="3401741" y="0"/>
                  </a:lnTo>
                  <a:lnTo>
                    <a:pt x="3397462" y="0"/>
                  </a:lnTo>
                  <a:lnTo>
                    <a:pt x="3393183" y="0"/>
                  </a:lnTo>
                  <a:lnTo>
                    <a:pt x="3388904" y="0"/>
                  </a:lnTo>
                  <a:lnTo>
                    <a:pt x="3384625" y="0"/>
                  </a:lnTo>
                  <a:lnTo>
                    <a:pt x="3380346" y="0"/>
                  </a:lnTo>
                  <a:lnTo>
                    <a:pt x="3376067" y="0"/>
                  </a:lnTo>
                  <a:lnTo>
                    <a:pt x="3371788" y="0"/>
                  </a:lnTo>
                  <a:lnTo>
                    <a:pt x="3367509" y="0"/>
                  </a:lnTo>
                  <a:lnTo>
                    <a:pt x="3363231" y="0"/>
                  </a:lnTo>
                  <a:lnTo>
                    <a:pt x="3358952" y="0"/>
                  </a:lnTo>
                  <a:lnTo>
                    <a:pt x="3354673" y="0"/>
                  </a:lnTo>
                  <a:lnTo>
                    <a:pt x="3350394" y="0"/>
                  </a:lnTo>
                  <a:lnTo>
                    <a:pt x="3346115" y="0"/>
                  </a:lnTo>
                  <a:lnTo>
                    <a:pt x="3341836" y="0"/>
                  </a:lnTo>
                  <a:lnTo>
                    <a:pt x="3337557" y="0"/>
                  </a:lnTo>
                  <a:lnTo>
                    <a:pt x="3333278" y="0"/>
                  </a:lnTo>
                  <a:lnTo>
                    <a:pt x="3328999" y="0"/>
                  </a:lnTo>
                  <a:lnTo>
                    <a:pt x="3324720" y="0"/>
                  </a:lnTo>
                  <a:lnTo>
                    <a:pt x="3320441" y="0"/>
                  </a:lnTo>
                  <a:lnTo>
                    <a:pt x="3316162" y="0"/>
                  </a:lnTo>
                  <a:lnTo>
                    <a:pt x="3311884" y="0"/>
                  </a:lnTo>
                  <a:lnTo>
                    <a:pt x="3307605" y="0"/>
                  </a:lnTo>
                  <a:lnTo>
                    <a:pt x="3303326" y="0"/>
                  </a:lnTo>
                  <a:lnTo>
                    <a:pt x="3299047" y="0"/>
                  </a:lnTo>
                  <a:lnTo>
                    <a:pt x="3294768" y="0"/>
                  </a:lnTo>
                  <a:lnTo>
                    <a:pt x="3290489" y="0"/>
                  </a:lnTo>
                  <a:lnTo>
                    <a:pt x="3286210" y="0"/>
                  </a:lnTo>
                  <a:lnTo>
                    <a:pt x="3281931" y="0"/>
                  </a:lnTo>
                  <a:lnTo>
                    <a:pt x="3277652" y="0"/>
                  </a:lnTo>
                  <a:lnTo>
                    <a:pt x="3273373" y="0"/>
                  </a:lnTo>
                  <a:lnTo>
                    <a:pt x="3269094" y="0"/>
                  </a:lnTo>
                  <a:lnTo>
                    <a:pt x="3264815" y="0"/>
                  </a:lnTo>
                  <a:lnTo>
                    <a:pt x="3260536" y="0"/>
                  </a:lnTo>
                  <a:lnTo>
                    <a:pt x="3256258" y="0"/>
                  </a:lnTo>
                  <a:lnTo>
                    <a:pt x="3251979" y="0"/>
                  </a:lnTo>
                  <a:lnTo>
                    <a:pt x="3247700" y="0"/>
                  </a:lnTo>
                  <a:lnTo>
                    <a:pt x="3243421" y="0"/>
                  </a:lnTo>
                  <a:lnTo>
                    <a:pt x="3239142" y="0"/>
                  </a:lnTo>
                  <a:lnTo>
                    <a:pt x="3234863" y="0"/>
                  </a:lnTo>
                  <a:lnTo>
                    <a:pt x="3230584" y="0"/>
                  </a:lnTo>
                  <a:lnTo>
                    <a:pt x="3226305" y="0"/>
                  </a:lnTo>
                  <a:lnTo>
                    <a:pt x="3222026" y="0"/>
                  </a:lnTo>
                  <a:lnTo>
                    <a:pt x="3217747" y="0"/>
                  </a:lnTo>
                  <a:lnTo>
                    <a:pt x="3213468" y="0"/>
                  </a:lnTo>
                  <a:lnTo>
                    <a:pt x="3209189" y="0"/>
                  </a:lnTo>
                  <a:lnTo>
                    <a:pt x="3204911" y="0"/>
                  </a:lnTo>
                  <a:lnTo>
                    <a:pt x="3200632" y="0"/>
                  </a:lnTo>
                  <a:lnTo>
                    <a:pt x="3196353" y="0"/>
                  </a:lnTo>
                  <a:lnTo>
                    <a:pt x="3192074" y="0"/>
                  </a:lnTo>
                  <a:lnTo>
                    <a:pt x="3187795" y="0"/>
                  </a:lnTo>
                  <a:lnTo>
                    <a:pt x="3183516" y="0"/>
                  </a:lnTo>
                  <a:lnTo>
                    <a:pt x="3179237" y="0"/>
                  </a:lnTo>
                  <a:lnTo>
                    <a:pt x="3174958" y="0"/>
                  </a:lnTo>
                  <a:lnTo>
                    <a:pt x="3170679" y="0"/>
                  </a:lnTo>
                  <a:lnTo>
                    <a:pt x="3166400" y="0"/>
                  </a:lnTo>
                  <a:lnTo>
                    <a:pt x="3162121" y="0"/>
                  </a:lnTo>
                  <a:lnTo>
                    <a:pt x="3157842" y="0"/>
                  </a:lnTo>
                  <a:lnTo>
                    <a:pt x="3153563" y="0"/>
                  </a:lnTo>
                  <a:lnTo>
                    <a:pt x="3149285" y="0"/>
                  </a:lnTo>
                  <a:lnTo>
                    <a:pt x="3145006" y="0"/>
                  </a:lnTo>
                  <a:lnTo>
                    <a:pt x="3140727" y="0"/>
                  </a:lnTo>
                  <a:lnTo>
                    <a:pt x="3136448" y="0"/>
                  </a:lnTo>
                  <a:lnTo>
                    <a:pt x="3132169" y="0"/>
                  </a:lnTo>
                  <a:lnTo>
                    <a:pt x="3127890" y="0"/>
                  </a:lnTo>
                  <a:lnTo>
                    <a:pt x="3123611" y="0"/>
                  </a:lnTo>
                  <a:lnTo>
                    <a:pt x="3119332" y="0"/>
                  </a:lnTo>
                  <a:lnTo>
                    <a:pt x="3115053" y="0"/>
                  </a:lnTo>
                  <a:lnTo>
                    <a:pt x="3110774" y="0"/>
                  </a:lnTo>
                  <a:lnTo>
                    <a:pt x="3106495" y="0"/>
                  </a:lnTo>
                  <a:lnTo>
                    <a:pt x="3102216" y="0"/>
                  </a:lnTo>
                  <a:lnTo>
                    <a:pt x="3097938" y="0"/>
                  </a:lnTo>
                  <a:lnTo>
                    <a:pt x="3093659" y="0"/>
                  </a:lnTo>
                  <a:lnTo>
                    <a:pt x="3089380" y="0"/>
                  </a:lnTo>
                  <a:lnTo>
                    <a:pt x="3085101" y="0"/>
                  </a:lnTo>
                  <a:lnTo>
                    <a:pt x="3080822" y="0"/>
                  </a:lnTo>
                  <a:lnTo>
                    <a:pt x="3076543" y="0"/>
                  </a:lnTo>
                  <a:lnTo>
                    <a:pt x="3072264" y="0"/>
                  </a:lnTo>
                  <a:lnTo>
                    <a:pt x="3067985" y="0"/>
                  </a:lnTo>
                  <a:lnTo>
                    <a:pt x="3063706" y="0"/>
                  </a:lnTo>
                  <a:lnTo>
                    <a:pt x="3059427" y="0"/>
                  </a:lnTo>
                  <a:lnTo>
                    <a:pt x="3055148" y="0"/>
                  </a:lnTo>
                  <a:lnTo>
                    <a:pt x="3050869" y="0"/>
                  </a:lnTo>
                  <a:lnTo>
                    <a:pt x="3046591" y="0"/>
                  </a:lnTo>
                  <a:lnTo>
                    <a:pt x="3042312" y="0"/>
                  </a:lnTo>
                  <a:lnTo>
                    <a:pt x="3038033" y="0"/>
                  </a:lnTo>
                  <a:lnTo>
                    <a:pt x="3033754" y="0"/>
                  </a:lnTo>
                  <a:lnTo>
                    <a:pt x="3029475" y="0"/>
                  </a:lnTo>
                  <a:lnTo>
                    <a:pt x="3025196" y="0"/>
                  </a:lnTo>
                  <a:lnTo>
                    <a:pt x="3020917" y="0"/>
                  </a:lnTo>
                  <a:lnTo>
                    <a:pt x="3016638" y="0"/>
                  </a:lnTo>
                  <a:lnTo>
                    <a:pt x="3012359" y="0"/>
                  </a:lnTo>
                  <a:lnTo>
                    <a:pt x="3008080" y="0"/>
                  </a:lnTo>
                  <a:lnTo>
                    <a:pt x="3003801" y="0"/>
                  </a:lnTo>
                  <a:lnTo>
                    <a:pt x="2999522" y="0"/>
                  </a:lnTo>
                  <a:lnTo>
                    <a:pt x="2995243" y="0"/>
                  </a:lnTo>
                  <a:lnTo>
                    <a:pt x="2990965" y="0"/>
                  </a:lnTo>
                  <a:lnTo>
                    <a:pt x="2986686" y="0"/>
                  </a:lnTo>
                  <a:lnTo>
                    <a:pt x="2982407" y="0"/>
                  </a:lnTo>
                  <a:lnTo>
                    <a:pt x="2978128" y="0"/>
                  </a:lnTo>
                  <a:lnTo>
                    <a:pt x="2973849" y="0"/>
                  </a:lnTo>
                  <a:lnTo>
                    <a:pt x="2969570" y="0"/>
                  </a:lnTo>
                  <a:lnTo>
                    <a:pt x="2965291" y="0"/>
                  </a:lnTo>
                  <a:lnTo>
                    <a:pt x="2961012" y="0"/>
                  </a:lnTo>
                  <a:lnTo>
                    <a:pt x="2956733" y="0"/>
                  </a:lnTo>
                  <a:lnTo>
                    <a:pt x="2952454" y="0"/>
                  </a:lnTo>
                  <a:lnTo>
                    <a:pt x="2948175" y="0"/>
                  </a:lnTo>
                  <a:lnTo>
                    <a:pt x="2943896" y="0"/>
                  </a:lnTo>
                  <a:lnTo>
                    <a:pt x="2939618" y="0"/>
                  </a:lnTo>
                  <a:lnTo>
                    <a:pt x="2935339" y="0"/>
                  </a:lnTo>
                  <a:lnTo>
                    <a:pt x="2931060" y="0"/>
                  </a:lnTo>
                  <a:lnTo>
                    <a:pt x="2926781" y="0"/>
                  </a:lnTo>
                  <a:lnTo>
                    <a:pt x="2922502" y="0"/>
                  </a:lnTo>
                  <a:lnTo>
                    <a:pt x="2918223" y="0"/>
                  </a:lnTo>
                  <a:lnTo>
                    <a:pt x="2913944" y="0"/>
                  </a:lnTo>
                  <a:lnTo>
                    <a:pt x="2909665" y="0"/>
                  </a:lnTo>
                  <a:lnTo>
                    <a:pt x="2905386" y="0"/>
                  </a:lnTo>
                  <a:lnTo>
                    <a:pt x="2901107" y="0"/>
                  </a:lnTo>
                  <a:lnTo>
                    <a:pt x="2896828" y="0"/>
                  </a:lnTo>
                  <a:lnTo>
                    <a:pt x="2892549" y="0"/>
                  </a:lnTo>
                  <a:lnTo>
                    <a:pt x="2888270" y="0"/>
                  </a:lnTo>
                  <a:lnTo>
                    <a:pt x="2883992" y="0"/>
                  </a:lnTo>
                  <a:lnTo>
                    <a:pt x="2879713" y="0"/>
                  </a:lnTo>
                  <a:lnTo>
                    <a:pt x="2875434" y="0"/>
                  </a:lnTo>
                  <a:lnTo>
                    <a:pt x="2871155" y="0"/>
                  </a:lnTo>
                  <a:lnTo>
                    <a:pt x="2866876" y="0"/>
                  </a:lnTo>
                  <a:lnTo>
                    <a:pt x="2862597" y="0"/>
                  </a:lnTo>
                  <a:lnTo>
                    <a:pt x="2858318" y="0"/>
                  </a:lnTo>
                  <a:lnTo>
                    <a:pt x="2854039" y="0"/>
                  </a:lnTo>
                  <a:lnTo>
                    <a:pt x="2849760" y="0"/>
                  </a:lnTo>
                  <a:lnTo>
                    <a:pt x="2845481" y="0"/>
                  </a:lnTo>
                  <a:lnTo>
                    <a:pt x="2841202" y="0"/>
                  </a:lnTo>
                  <a:lnTo>
                    <a:pt x="2836923" y="0"/>
                  </a:lnTo>
                  <a:lnTo>
                    <a:pt x="2832645" y="0"/>
                  </a:lnTo>
                  <a:lnTo>
                    <a:pt x="2828366" y="0"/>
                  </a:lnTo>
                  <a:lnTo>
                    <a:pt x="2824087" y="0"/>
                  </a:lnTo>
                  <a:lnTo>
                    <a:pt x="2819808" y="0"/>
                  </a:lnTo>
                  <a:lnTo>
                    <a:pt x="2815529" y="0"/>
                  </a:lnTo>
                  <a:lnTo>
                    <a:pt x="2811250" y="0"/>
                  </a:lnTo>
                  <a:lnTo>
                    <a:pt x="2806971" y="0"/>
                  </a:lnTo>
                  <a:lnTo>
                    <a:pt x="2802692" y="0"/>
                  </a:lnTo>
                  <a:lnTo>
                    <a:pt x="2798413" y="0"/>
                  </a:lnTo>
                  <a:lnTo>
                    <a:pt x="2794134" y="0"/>
                  </a:lnTo>
                  <a:lnTo>
                    <a:pt x="2789855" y="0"/>
                  </a:lnTo>
                  <a:lnTo>
                    <a:pt x="2785576" y="0"/>
                  </a:lnTo>
                  <a:lnTo>
                    <a:pt x="2781297" y="0"/>
                  </a:lnTo>
                  <a:lnTo>
                    <a:pt x="2777019" y="0"/>
                  </a:lnTo>
                  <a:lnTo>
                    <a:pt x="2772740" y="0"/>
                  </a:lnTo>
                  <a:lnTo>
                    <a:pt x="2768461" y="0"/>
                  </a:lnTo>
                  <a:lnTo>
                    <a:pt x="2764182" y="0"/>
                  </a:lnTo>
                  <a:lnTo>
                    <a:pt x="2759903" y="0"/>
                  </a:lnTo>
                  <a:lnTo>
                    <a:pt x="2755624" y="0"/>
                  </a:lnTo>
                  <a:lnTo>
                    <a:pt x="2751345" y="0"/>
                  </a:lnTo>
                  <a:lnTo>
                    <a:pt x="2747066" y="0"/>
                  </a:lnTo>
                  <a:lnTo>
                    <a:pt x="2742787" y="0"/>
                  </a:lnTo>
                  <a:lnTo>
                    <a:pt x="2738508" y="0"/>
                  </a:lnTo>
                  <a:lnTo>
                    <a:pt x="2734229" y="0"/>
                  </a:lnTo>
                  <a:lnTo>
                    <a:pt x="2729950" y="0"/>
                  </a:lnTo>
                  <a:lnTo>
                    <a:pt x="2725672" y="0"/>
                  </a:lnTo>
                  <a:lnTo>
                    <a:pt x="2721393" y="0"/>
                  </a:lnTo>
                  <a:lnTo>
                    <a:pt x="2717114" y="0"/>
                  </a:lnTo>
                  <a:lnTo>
                    <a:pt x="2712835" y="0"/>
                  </a:lnTo>
                  <a:lnTo>
                    <a:pt x="2708556" y="0"/>
                  </a:lnTo>
                  <a:lnTo>
                    <a:pt x="2704277" y="0"/>
                  </a:lnTo>
                  <a:lnTo>
                    <a:pt x="2699998" y="0"/>
                  </a:lnTo>
                  <a:lnTo>
                    <a:pt x="2695719" y="0"/>
                  </a:lnTo>
                  <a:lnTo>
                    <a:pt x="2691440" y="0"/>
                  </a:lnTo>
                  <a:lnTo>
                    <a:pt x="2687161" y="0"/>
                  </a:lnTo>
                  <a:lnTo>
                    <a:pt x="2682882" y="0"/>
                  </a:lnTo>
                  <a:lnTo>
                    <a:pt x="2678603" y="0"/>
                  </a:lnTo>
                  <a:lnTo>
                    <a:pt x="2674324" y="0"/>
                  </a:lnTo>
                  <a:lnTo>
                    <a:pt x="2670046" y="0"/>
                  </a:lnTo>
                  <a:lnTo>
                    <a:pt x="2665767" y="0"/>
                  </a:lnTo>
                  <a:lnTo>
                    <a:pt x="2661488" y="0"/>
                  </a:lnTo>
                  <a:lnTo>
                    <a:pt x="2657209" y="0"/>
                  </a:lnTo>
                  <a:lnTo>
                    <a:pt x="2652930" y="0"/>
                  </a:lnTo>
                  <a:lnTo>
                    <a:pt x="2648651" y="0"/>
                  </a:lnTo>
                  <a:lnTo>
                    <a:pt x="2644372" y="0"/>
                  </a:lnTo>
                  <a:lnTo>
                    <a:pt x="2640093" y="0"/>
                  </a:lnTo>
                  <a:lnTo>
                    <a:pt x="2635814" y="0"/>
                  </a:lnTo>
                  <a:lnTo>
                    <a:pt x="2631535" y="0"/>
                  </a:lnTo>
                  <a:lnTo>
                    <a:pt x="2627256" y="0"/>
                  </a:lnTo>
                  <a:lnTo>
                    <a:pt x="2622977" y="0"/>
                  </a:lnTo>
                  <a:lnTo>
                    <a:pt x="2618699" y="0"/>
                  </a:lnTo>
                  <a:lnTo>
                    <a:pt x="2614420" y="0"/>
                  </a:lnTo>
                  <a:lnTo>
                    <a:pt x="2610141" y="0"/>
                  </a:lnTo>
                  <a:lnTo>
                    <a:pt x="2605862" y="0"/>
                  </a:lnTo>
                  <a:lnTo>
                    <a:pt x="2601583" y="0"/>
                  </a:lnTo>
                  <a:lnTo>
                    <a:pt x="2597304" y="0"/>
                  </a:lnTo>
                  <a:lnTo>
                    <a:pt x="2593025" y="0"/>
                  </a:lnTo>
                  <a:lnTo>
                    <a:pt x="2588746" y="0"/>
                  </a:lnTo>
                  <a:lnTo>
                    <a:pt x="2584467" y="0"/>
                  </a:lnTo>
                  <a:lnTo>
                    <a:pt x="2580188" y="0"/>
                  </a:lnTo>
                  <a:lnTo>
                    <a:pt x="2575909" y="0"/>
                  </a:lnTo>
                  <a:lnTo>
                    <a:pt x="2571630" y="0"/>
                  </a:lnTo>
                  <a:lnTo>
                    <a:pt x="2567351" y="0"/>
                  </a:lnTo>
                  <a:lnTo>
                    <a:pt x="2563073" y="0"/>
                  </a:lnTo>
                  <a:lnTo>
                    <a:pt x="2558794" y="0"/>
                  </a:lnTo>
                  <a:lnTo>
                    <a:pt x="2554515" y="0"/>
                  </a:lnTo>
                  <a:lnTo>
                    <a:pt x="2550236" y="0"/>
                  </a:lnTo>
                  <a:lnTo>
                    <a:pt x="2545957" y="0"/>
                  </a:lnTo>
                  <a:lnTo>
                    <a:pt x="2541678" y="0"/>
                  </a:lnTo>
                  <a:lnTo>
                    <a:pt x="2537399" y="0"/>
                  </a:lnTo>
                  <a:lnTo>
                    <a:pt x="2533120" y="0"/>
                  </a:lnTo>
                  <a:lnTo>
                    <a:pt x="2528841" y="0"/>
                  </a:lnTo>
                  <a:lnTo>
                    <a:pt x="2524562" y="0"/>
                  </a:lnTo>
                  <a:lnTo>
                    <a:pt x="2520283" y="0"/>
                  </a:lnTo>
                  <a:lnTo>
                    <a:pt x="2516004" y="0"/>
                  </a:lnTo>
                  <a:lnTo>
                    <a:pt x="2511726" y="0"/>
                  </a:lnTo>
                  <a:lnTo>
                    <a:pt x="2507447" y="0"/>
                  </a:lnTo>
                  <a:lnTo>
                    <a:pt x="2503168" y="0"/>
                  </a:lnTo>
                  <a:lnTo>
                    <a:pt x="2498889" y="0"/>
                  </a:lnTo>
                  <a:lnTo>
                    <a:pt x="2494610" y="0"/>
                  </a:lnTo>
                  <a:lnTo>
                    <a:pt x="2490331" y="0"/>
                  </a:lnTo>
                  <a:lnTo>
                    <a:pt x="2486052" y="0"/>
                  </a:lnTo>
                  <a:lnTo>
                    <a:pt x="2481773" y="0"/>
                  </a:lnTo>
                  <a:lnTo>
                    <a:pt x="2477494" y="0"/>
                  </a:lnTo>
                  <a:lnTo>
                    <a:pt x="2473215" y="0"/>
                  </a:lnTo>
                  <a:lnTo>
                    <a:pt x="2468936" y="0"/>
                  </a:lnTo>
                  <a:lnTo>
                    <a:pt x="2464657" y="0"/>
                  </a:lnTo>
                  <a:lnTo>
                    <a:pt x="2460378" y="0"/>
                  </a:lnTo>
                  <a:lnTo>
                    <a:pt x="2456100" y="0"/>
                  </a:lnTo>
                  <a:lnTo>
                    <a:pt x="2451821" y="0"/>
                  </a:lnTo>
                  <a:lnTo>
                    <a:pt x="2447542" y="0"/>
                  </a:lnTo>
                  <a:lnTo>
                    <a:pt x="2443263" y="0"/>
                  </a:lnTo>
                  <a:lnTo>
                    <a:pt x="2438984" y="0"/>
                  </a:lnTo>
                  <a:lnTo>
                    <a:pt x="2434705" y="0"/>
                  </a:lnTo>
                  <a:lnTo>
                    <a:pt x="2430426" y="0"/>
                  </a:lnTo>
                  <a:lnTo>
                    <a:pt x="2426147" y="0"/>
                  </a:lnTo>
                  <a:lnTo>
                    <a:pt x="2421868" y="0"/>
                  </a:lnTo>
                  <a:lnTo>
                    <a:pt x="2417589" y="0"/>
                  </a:lnTo>
                  <a:lnTo>
                    <a:pt x="2413310" y="0"/>
                  </a:lnTo>
                  <a:lnTo>
                    <a:pt x="2409031" y="0"/>
                  </a:lnTo>
                  <a:lnTo>
                    <a:pt x="2404753" y="0"/>
                  </a:lnTo>
                  <a:lnTo>
                    <a:pt x="2400474" y="0"/>
                  </a:lnTo>
                  <a:lnTo>
                    <a:pt x="2396195" y="0"/>
                  </a:lnTo>
                  <a:lnTo>
                    <a:pt x="2391916" y="0"/>
                  </a:lnTo>
                  <a:lnTo>
                    <a:pt x="2387637" y="0"/>
                  </a:lnTo>
                  <a:lnTo>
                    <a:pt x="2383358" y="0"/>
                  </a:lnTo>
                  <a:lnTo>
                    <a:pt x="2379079" y="0"/>
                  </a:lnTo>
                  <a:lnTo>
                    <a:pt x="2374800" y="0"/>
                  </a:lnTo>
                  <a:lnTo>
                    <a:pt x="2370521" y="0"/>
                  </a:lnTo>
                  <a:lnTo>
                    <a:pt x="2366242" y="0"/>
                  </a:lnTo>
                  <a:lnTo>
                    <a:pt x="2361963" y="0"/>
                  </a:lnTo>
                  <a:lnTo>
                    <a:pt x="2357684" y="0"/>
                  </a:lnTo>
                  <a:lnTo>
                    <a:pt x="2353405" y="0"/>
                  </a:lnTo>
                  <a:lnTo>
                    <a:pt x="2349127" y="0"/>
                  </a:lnTo>
                  <a:lnTo>
                    <a:pt x="2344848" y="0"/>
                  </a:lnTo>
                  <a:lnTo>
                    <a:pt x="2340569" y="0"/>
                  </a:lnTo>
                  <a:lnTo>
                    <a:pt x="2336290" y="0"/>
                  </a:lnTo>
                  <a:lnTo>
                    <a:pt x="2332011" y="0"/>
                  </a:lnTo>
                  <a:lnTo>
                    <a:pt x="2327732" y="0"/>
                  </a:lnTo>
                  <a:lnTo>
                    <a:pt x="2323453" y="0"/>
                  </a:lnTo>
                  <a:lnTo>
                    <a:pt x="2319174" y="0"/>
                  </a:lnTo>
                  <a:lnTo>
                    <a:pt x="2314895" y="0"/>
                  </a:lnTo>
                  <a:lnTo>
                    <a:pt x="2310616" y="0"/>
                  </a:lnTo>
                  <a:lnTo>
                    <a:pt x="2306337" y="0"/>
                  </a:lnTo>
                  <a:lnTo>
                    <a:pt x="2302058" y="0"/>
                  </a:lnTo>
                  <a:lnTo>
                    <a:pt x="2297780" y="0"/>
                  </a:lnTo>
                  <a:lnTo>
                    <a:pt x="2293501" y="0"/>
                  </a:lnTo>
                  <a:lnTo>
                    <a:pt x="2289222" y="0"/>
                  </a:lnTo>
                  <a:lnTo>
                    <a:pt x="2284943" y="0"/>
                  </a:lnTo>
                  <a:lnTo>
                    <a:pt x="2280664" y="0"/>
                  </a:lnTo>
                  <a:lnTo>
                    <a:pt x="2276385" y="0"/>
                  </a:lnTo>
                  <a:lnTo>
                    <a:pt x="2272106" y="0"/>
                  </a:lnTo>
                  <a:lnTo>
                    <a:pt x="2267827" y="0"/>
                  </a:lnTo>
                  <a:lnTo>
                    <a:pt x="2263548" y="0"/>
                  </a:lnTo>
                  <a:lnTo>
                    <a:pt x="2259269" y="0"/>
                  </a:lnTo>
                  <a:lnTo>
                    <a:pt x="2254990" y="0"/>
                  </a:lnTo>
                  <a:lnTo>
                    <a:pt x="2250711" y="0"/>
                  </a:lnTo>
                  <a:lnTo>
                    <a:pt x="2246432" y="0"/>
                  </a:lnTo>
                  <a:lnTo>
                    <a:pt x="2242154" y="0"/>
                  </a:lnTo>
                  <a:lnTo>
                    <a:pt x="2237875" y="0"/>
                  </a:lnTo>
                  <a:lnTo>
                    <a:pt x="2233596" y="0"/>
                  </a:lnTo>
                  <a:lnTo>
                    <a:pt x="2229317" y="0"/>
                  </a:lnTo>
                  <a:lnTo>
                    <a:pt x="2225038" y="0"/>
                  </a:lnTo>
                  <a:lnTo>
                    <a:pt x="2220759" y="0"/>
                  </a:lnTo>
                  <a:lnTo>
                    <a:pt x="2216480" y="0"/>
                  </a:lnTo>
                  <a:lnTo>
                    <a:pt x="2212201" y="0"/>
                  </a:lnTo>
                  <a:lnTo>
                    <a:pt x="2207922" y="0"/>
                  </a:lnTo>
                  <a:lnTo>
                    <a:pt x="2203643" y="0"/>
                  </a:lnTo>
                  <a:lnTo>
                    <a:pt x="2199364" y="0"/>
                  </a:lnTo>
                  <a:lnTo>
                    <a:pt x="2195085" y="0"/>
                  </a:lnTo>
                  <a:lnTo>
                    <a:pt x="2190807" y="0"/>
                  </a:lnTo>
                  <a:lnTo>
                    <a:pt x="2186528" y="0"/>
                  </a:lnTo>
                  <a:lnTo>
                    <a:pt x="2182249" y="0"/>
                  </a:lnTo>
                  <a:lnTo>
                    <a:pt x="2177970" y="0"/>
                  </a:lnTo>
                  <a:lnTo>
                    <a:pt x="2173691" y="0"/>
                  </a:lnTo>
                  <a:lnTo>
                    <a:pt x="2169412" y="0"/>
                  </a:lnTo>
                  <a:lnTo>
                    <a:pt x="2165133" y="0"/>
                  </a:lnTo>
                  <a:lnTo>
                    <a:pt x="2160854" y="0"/>
                  </a:lnTo>
                  <a:lnTo>
                    <a:pt x="2156575" y="0"/>
                  </a:lnTo>
                  <a:lnTo>
                    <a:pt x="2152296" y="0"/>
                  </a:lnTo>
                  <a:lnTo>
                    <a:pt x="2148017" y="0"/>
                  </a:lnTo>
                  <a:lnTo>
                    <a:pt x="2143738" y="0"/>
                  </a:lnTo>
                  <a:lnTo>
                    <a:pt x="2139459" y="0"/>
                  </a:lnTo>
                  <a:lnTo>
                    <a:pt x="2135181" y="0"/>
                  </a:lnTo>
                  <a:lnTo>
                    <a:pt x="2130902" y="0"/>
                  </a:lnTo>
                  <a:lnTo>
                    <a:pt x="2126623" y="0"/>
                  </a:lnTo>
                  <a:lnTo>
                    <a:pt x="2122344" y="0"/>
                  </a:lnTo>
                  <a:lnTo>
                    <a:pt x="2118065" y="0"/>
                  </a:lnTo>
                  <a:lnTo>
                    <a:pt x="2113786" y="0"/>
                  </a:lnTo>
                  <a:lnTo>
                    <a:pt x="2109507" y="0"/>
                  </a:lnTo>
                  <a:lnTo>
                    <a:pt x="2105228" y="0"/>
                  </a:lnTo>
                  <a:lnTo>
                    <a:pt x="2100949" y="0"/>
                  </a:lnTo>
                  <a:lnTo>
                    <a:pt x="2096670" y="0"/>
                  </a:lnTo>
                  <a:lnTo>
                    <a:pt x="2092391" y="0"/>
                  </a:lnTo>
                  <a:lnTo>
                    <a:pt x="2088112" y="0"/>
                  </a:lnTo>
                  <a:lnTo>
                    <a:pt x="2083834" y="0"/>
                  </a:lnTo>
                  <a:lnTo>
                    <a:pt x="2079555" y="0"/>
                  </a:lnTo>
                  <a:lnTo>
                    <a:pt x="2075276" y="0"/>
                  </a:lnTo>
                  <a:lnTo>
                    <a:pt x="2070997" y="0"/>
                  </a:lnTo>
                  <a:lnTo>
                    <a:pt x="2066718" y="0"/>
                  </a:lnTo>
                  <a:lnTo>
                    <a:pt x="2062439" y="0"/>
                  </a:lnTo>
                  <a:lnTo>
                    <a:pt x="2058160" y="0"/>
                  </a:lnTo>
                  <a:lnTo>
                    <a:pt x="2053881" y="0"/>
                  </a:lnTo>
                  <a:lnTo>
                    <a:pt x="2049602" y="0"/>
                  </a:lnTo>
                  <a:lnTo>
                    <a:pt x="2045323" y="0"/>
                  </a:lnTo>
                  <a:lnTo>
                    <a:pt x="2041044" y="0"/>
                  </a:lnTo>
                  <a:lnTo>
                    <a:pt x="2036765" y="0"/>
                  </a:lnTo>
                  <a:lnTo>
                    <a:pt x="2032486" y="0"/>
                  </a:lnTo>
                  <a:lnTo>
                    <a:pt x="2028208" y="0"/>
                  </a:lnTo>
                  <a:lnTo>
                    <a:pt x="2023929" y="0"/>
                  </a:lnTo>
                  <a:lnTo>
                    <a:pt x="2019650" y="0"/>
                  </a:lnTo>
                  <a:lnTo>
                    <a:pt x="2015371" y="0"/>
                  </a:lnTo>
                  <a:lnTo>
                    <a:pt x="2011092" y="0"/>
                  </a:lnTo>
                  <a:lnTo>
                    <a:pt x="2006813" y="0"/>
                  </a:lnTo>
                  <a:lnTo>
                    <a:pt x="2002534" y="0"/>
                  </a:lnTo>
                  <a:lnTo>
                    <a:pt x="1998255" y="0"/>
                  </a:lnTo>
                  <a:lnTo>
                    <a:pt x="1993976" y="0"/>
                  </a:lnTo>
                  <a:lnTo>
                    <a:pt x="1989697" y="0"/>
                  </a:lnTo>
                  <a:lnTo>
                    <a:pt x="1985418" y="0"/>
                  </a:lnTo>
                  <a:lnTo>
                    <a:pt x="1981139" y="0"/>
                  </a:lnTo>
                  <a:lnTo>
                    <a:pt x="1976861" y="0"/>
                  </a:lnTo>
                  <a:lnTo>
                    <a:pt x="1972582" y="0"/>
                  </a:lnTo>
                  <a:lnTo>
                    <a:pt x="1968303" y="0"/>
                  </a:lnTo>
                  <a:lnTo>
                    <a:pt x="1964024" y="0"/>
                  </a:lnTo>
                  <a:lnTo>
                    <a:pt x="1959745" y="0"/>
                  </a:lnTo>
                  <a:lnTo>
                    <a:pt x="1955466" y="0"/>
                  </a:lnTo>
                  <a:lnTo>
                    <a:pt x="1951187" y="0"/>
                  </a:lnTo>
                  <a:lnTo>
                    <a:pt x="1946908" y="0"/>
                  </a:lnTo>
                  <a:lnTo>
                    <a:pt x="1942629" y="0"/>
                  </a:lnTo>
                  <a:lnTo>
                    <a:pt x="1938350" y="0"/>
                  </a:lnTo>
                  <a:lnTo>
                    <a:pt x="1934071" y="0"/>
                  </a:lnTo>
                  <a:lnTo>
                    <a:pt x="1929792" y="0"/>
                  </a:lnTo>
                  <a:lnTo>
                    <a:pt x="1925513" y="0"/>
                  </a:lnTo>
                  <a:lnTo>
                    <a:pt x="1921235" y="0"/>
                  </a:lnTo>
                  <a:lnTo>
                    <a:pt x="1916956" y="0"/>
                  </a:lnTo>
                  <a:lnTo>
                    <a:pt x="1912677" y="0"/>
                  </a:lnTo>
                  <a:lnTo>
                    <a:pt x="1908398" y="0"/>
                  </a:lnTo>
                  <a:lnTo>
                    <a:pt x="1904119" y="0"/>
                  </a:lnTo>
                  <a:lnTo>
                    <a:pt x="1899840" y="0"/>
                  </a:lnTo>
                  <a:lnTo>
                    <a:pt x="1895561" y="0"/>
                  </a:lnTo>
                  <a:lnTo>
                    <a:pt x="1891282" y="0"/>
                  </a:lnTo>
                  <a:lnTo>
                    <a:pt x="1887003" y="0"/>
                  </a:lnTo>
                  <a:lnTo>
                    <a:pt x="1882724" y="0"/>
                  </a:lnTo>
                  <a:lnTo>
                    <a:pt x="1878445" y="0"/>
                  </a:lnTo>
                  <a:lnTo>
                    <a:pt x="1874166" y="0"/>
                  </a:lnTo>
                  <a:lnTo>
                    <a:pt x="1869888" y="0"/>
                  </a:lnTo>
                  <a:lnTo>
                    <a:pt x="1865609" y="0"/>
                  </a:lnTo>
                  <a:lnTo>
                    <a:pt x="1861330" y="0"/>
                  </a:lnTo>
                  <a:lnTo>
                    <a:pt x="1857051" y="0"/>
                  </a:lnTo>
                  <a:lnTo>
                    <a:pt x="1852772" y="0"/>
                  </a:lnTo>
                  <a:lnTo>
                    <a:pt x="1848493" y="0"/>
                  </a:lnTo>
                  <a:lnTo>
                    <a:pt x="1844214" y="0"/>
                  </a:lnTo>
                  <a:lnTo>
                    <a:pt x="1839935" y="0"/>
                  </a:lnTo>
                  <a:lnTo>
                    <a:pt x="1835656" y="0"/>
                  </a:lnTo>
                  <a:lnTo>
                    <a:pt x="1831377" y="0"/>
                  </a:lnTo>
                  <a:lnTo>
                    <a:pt x="1827098" y="0"/>
                  </a:lnTo>
                  <a:lnTo>
                    <a:pt x="1822819" y="0"/>
                  </a:lnTo>
                  <a:lnTo>
                    <a:pt x="1818540" y="0"/>
                  </a:lnTo>
                  <a:lnTo>
                    <a:pt x="1814262" y="0"/>
                  </a:lnTo>
                  <a:lnTo>
                    <a:pt x="1809983" y="0"/>
                  </a:lnTo>
                  <a:lnTo>
                    <a:pt x="1805704" y="0"/>
                  </a:lnTo>
                  <a:lnTo>
                    <a:pt x="1801425" y="0"/>
                  </a:lnTo>
                  <a:lnTo>
                    <a:pt x="1797146" y="0"/>
                  </a:lnTo>
                  <a:lnTo>
                    <a:pt x="1792867" y="0"/>
                  </a:lnTo>
                  <a:lnTo>
                    <a:pt x="1788588" y="0"/>
                  </a:lnTo>
                  <a:lnTo>
                    <a:pt x="1784309" y="0"/>
                  </a:lnTo>
                  <a:lnTo>
                    <a:pt x="1780030" y="0"/>
                  </a:lnTo>
                  <a:lnTo>
                    <a:pt x="1775751" y="0"/>
                  </a:lnTo>
                  <a:lnTo>
                    <a:pt x="1771472" y="0"/>
                  </a:lnTo>
                  <a:lnTo>
                    <a:pt x="1767193" y="0"/>
                  </a:lnTo>
                  <a:lnTo>
                    <a:pt x="1762915" y="0"/>
                  </a:lnTo>
                  <a:lnTo>
                    <a:pt x="1758636" y="0"/>
                  </a:lnTo>
                  <a:lnTo>
                    <a:pt x="1754357" y="0"/>
                  </a:lnTo>
                  <a:lnTo>
                    <a:pt x="1750078" y="0"/>
                  </a:lnTo>
                  <a:lnTo>
                    <a:pt x="1745799" y="0"/>
                  </a:lnTo>
                  <a:lnTo>
                    <a:pt x="1741520" y="0"/>
                  </a:lnTo>
                  <a:lnTo>
                    <a:pt x="1737241" y="0"/>
                  </a:lnTo>
                  <a:lnTo>
                    <a:pt x="1732962" y="0"/>
                  </a:lnTo>
                  <a:lnTo>
                    <a:pt x="1728683" y="0"/>
                  </a:lnTo>
                  <a:lnTo>
                    <a:pt x="1724404" y="0"/>
                  </a:lnTo>
                  <a:lnTo>
                    <a:pt x="1720125" y="0"/>
                  </a:lnTo>
                  <a:lnTo>
                    <a:pt x="1715846" y="0"/>
                  </a:lnTo>
                  <a:lnTo>
                    <a:pt x="1711567" y="0"/>
                  </a:lnTo>
                  <a:lnTo>
                    <a:pt x="1707289" y="0"/>
                  </a:lnTo>
                  <a:lnTo>
                    <a:pt x="1703010" y="0"/>
                  </a:lnTo>
                  <a:lnTo>
                    <a:pt x="1698731" y="0"/>
                  </a:lnTo>
                  <a:lnTo>
                    <a:pt x="1694452" y="0"/>
                  </a:lnTo>
                  <a:lnTo>
                    <a:pt x="1690173" y="0"/>
                  </a:lnTo>
                  <a:lnTo>
                    <a:pt x="1685894" y="0"/>
                  </a:lnTo>
                  <a:lnTo>
                    <a:pt x="1681615" y="0"/>
                  </a:lnTo>
                  <a:lnTo>
                    <a:pt x="1677336" y="0"/>
                  </a:lnTo>
                  <a:lnTo>
                    <a:pt x="1673057" y="0"/>
                  </a:lnTo>
                  <a:lnTo>
                    <a:pt x="1668778" y="0"/>
                  </a:lnTo>
                  <a:lnTo>
                    <a:pt x="1664499" y="0"/>
                  </a:lnTo>
                  <a:lnTo>
                    <a:pt x="1660220" y="0"/>
                  </a:lnTo>
                  <a:lnTo>
                    <a:pt x="1655942" y="0"/>
                  </a:lnTo>
                  <a:lnTo>
                    <a:pt x="1651663" y="0"/>
                  </a:lnTo>
                  <a:lnTo>
                    <a:pt x="1647384" y="0"/>
                  </a:lnTo>
                  <a:lnTo>
                    <a:pt x="1643105" y="0"/>
                  </a:lnTo>
                  <a:lnTo>
                    <a:pt x="1638826" y="0"/>
                  </a:lnTo>
                  <a:lnTo>
                    <a:pt x="1634547" y="0"/>
                  </a:lnTo>
                  <a:lnTo>
                    <a:pt x="1630268" y="0"/>
                  </a:lnTo>
                  <a:lnTo>
                    <a:pt x="1625989" y="0"/>
                  </a:lnTo>
                  <a:lnTo>
                    <a:pt x="1621710" y="0"/>
                  </a:lnTo>
                  <a:lnTo>
                    <a:pt x="1617431" y="0"/>
                  </a:lnTo>
                  <a:lnTo>
                    <a:pt x="1613152" y="0"/>
                  </a:lnTo>
                  <a:lnTo>
                    <a:pt x="1608873" y="0"/>
                  </a:lnTo>
                  <a:lnTo>
                    <a:pt x="1604594" y="0"/>
                  </a:lnTo>
                  <a:lnTo>
                    <a:pt x="1600316" y="0"/>
                  </a:lnTo>
                  <a:lnTo>
                    <a:pt x="1596037" y="0"/>
                  </a:lnTo>
                  <a:lnTo>
                    <a:pt x="1591758" y="0"/>
                  </a:lnTo>
                  <a:lnTo>
                    <a:pt x="1587479" y="0"/>
                  </a:lnTo>
                  <a:lnTo>
                    <a:pt x="1583200" y="0"/>
                  </a:lnTo>
                  <a:lnTo>
                    <a:pt x="1578921" y="0"/>
                  </a:lnTo>
                  <a:lnTo>
                    <a:pt x="1574642" y="0"/>
                  </a:lnTo>
                  <a:lnTo>
                    <a:pt x="1570363" y="0"/>
                  </a:lnTo>
                  <a:lnTo>
                    <a:pt x="1566084" y="0"/>
                  </a:lnTo>
                  <a:lnTo>
                    <a:pt x="1561805" y="0"/>
                  </a:lnTo>
                  <a:lnTo>
                    <a:pt x="1557526" y="0"/>
                  </a:lnTo>
                  <a:lnTo>
                    <a:pt x="1553247" y="0"/>
                  </a:lnTo>
                  <a:lnTo>
                    <a:pt x="1548969" y="0"/>
                  </a:lnTo>
                  <a:lnTo>
                    <a:pt x="1544690" y="0"/>
                  </a:lnTo>
                  <a:lnTo>
                    <a:pt x="1540411" y="0"/>
                  </a:lnTo>
                  <a:lnTo>
                    <a:pt x="1536132" y="0"/>
                  </a:lnTo>
                  <a:lnTo>
                    <a:pt x="1531853" y="0"/>
                  </a:lnTo>
                  <a:lnTo>
                    <a:pt x="1527574" y="0"/>
                  </a:lnTo>
                  <a:lnTo>
                    <a:pt x="1523295" y="0"/>
                  </a:lnTo>
                  <a:lnTo>
                    <a:pt x="1519016" y="0"/>
                  </a:lnTo>
                  <a:lnTo>
                    <a:pt x="1514737" y="0"/>
                  </a:lnTo>
                  <a:lnTo>
                    <a:pt x="1510458" y="0"/>
                  </a:lnTo>
                  <a:lnTo>
                    <a:pt x="1506179" y="0"/>
                  </a:lnTo>
                  <a:lnTo>
                    <a:pt x="1501900" y="0"/>
                  </a:lnTo>
                  <a:lnTo>
                    <a:pt x="1497621" y="0"/>
                  </a:lnTo>
                  <a:lnTo>
                    <a:pt x="1493343" y="0"/>
                  </a:lnTo>
                  <a:lnTo>
                    <a:pt x="1489064" y="0"/>
                  </a:lnTo>
                  <a:lnTo>
                    <a:pt x="1484785" y="0"/>
                  </a:lnTo>
                  <a:lnTo>
                    <a:pt x="1480506" y="0"/>
                  </a:lnTo>
                  <a:lnTo>
                    <a:pt x="1476227" y="0"/>
                  </a:lnTo>
                  <a:lnTo>
                    <a:pt x="1471948" y="0"/>
                  </a:lnTo>
                  <a:lnTo>
                    <a:pt x="1467669" y="0"/>
                  </a:lnTo>
                  <a:lnTo>
                    <a:pt x="1463390" y="0"/>
                  </a:lnTo>
                  <a:lnTo>
                    <a:pt x="1459111" y="0"/>
                  </a:lnTo>
                  <a:lnTo>
                    <a:pt x="1454832" y="0"/>
                  </a:lnTo>
                  <a:lnTo>
                    <a:pt x="1450553" y="0"/>
                  </a:lnTo>
                  <a:lnTo>
                    <a:pt x="1446274" y="0"/>
                  </a:lnTo>
                  <a:lnTo>
                    <a:pt x="1441996" y="0"/>
                  </a:lnTo>
                  <a:lnTo>
                    <a:pt x="1437717" y="0"/>
                  </a:lnTo>
                  <a:lnTo>
                    <a:pt x="1433438" y="0"/>
                  </a:lnTo>
                  <a:lnTo>
                    <a:pt x="1429159" y="0"/>
                  </a:lnTo>
                  <a:lnTo>
                    <a:pt x="1424880" y="0"/>
                  </a:lnTo>
                  <a:lnTo>
                    <a:pt x="1420601" y="0"/>
                  </a:lnTo>
                  <a:lnTo>
                    <a:pt x="1416322" y="0"/>
                  </a:lnTo>
                  <a:lnTo>
                    <a:pt x="1412043" y="0"/>
                  </a:lnTo>
                  <a:lnTo>
                    <a:pt x="1407764" y="0"/>
                  </a:lnTo>
                  <a:lnTo>
                    <a:pt x="1403485" y="0"/>
                  </a:lnTo>
                  <a:lnTo>
                    <a:pt x="1399206" y="0"/>
                  </a:lnTo>
                  <a:lnTo>
                    <a:pt x="1394927" y="0"/>
                  </a:lnTo>
                  <a:lnTo>
                    <a:pt x="1390648" y="0"/>
                  </a:lnTo>
                  <a:lnTo>
                    <a:pt x="1386370" y="0"/>
                  </a:lnTo>
                  <a:lnTo>
                    <a:pt x="1382091" y="0"/>
                  </a:lnTo>
                  <a:lnTo>
                    <a:pt x="1377812" y="0"/>
                  </a:lnTo>
                  <a:lnTo>
                    <a:pt x="1373533" y="0"/>
                  </a:lnTo>
                  <a:lnTo>
                    <a:pt x="1369254" y="0"/>
                  </a:lnTo>
                  <a:lnTo>
                    <a:pt x="1364975" y="0"/>
                  </a:lnTo>
                  <a:lnTo>
                    <a:pt x="1360696" y="0"/>
                  </a:lnTo>
                  <a:lnTo>
                    <a:pt x="1356417" y="0"/>
                  </a:lnTo>
                  <a:lnTo>
                    <a:pt x="1352138" y="0"/>
                  </a:lnTo>
                  <a:lnTo>
                    <a:pt x="1347859" y="0"/>
                  </a:lnTo>
                  <a:lnTo>
                    <a:pt x="1343580" y="0"/>
                  </a:lnTo>
                  <a:lnTo>
                    <a:pt x="1339301" y="0"/>
                  </a:lnTo>
                  <a:lnTo>
                    <a:pt x="1335023" y="0"/>
                  </a:lnTo>
                  <a:lnTo>
                    <a:pt x="1330744" y="0"/>
                  </a:lnTo>
                  <a:lnTo>
                    <a:pt x="1326465" y="0"/>
                  </a:lnTo>
                  <a:lnTo>
                    <a:pt x="1322186" y="0"/>
                  </a:lnTo>
                  <a:lnTo>
                    <a:pt x="1317907" y="0"/>
                  </a:lnTo>
                  <a:lnTo>
                    <a:pt x="1313628" y="0"/>
                  </a:lnTo>
                  <a:lnTo>
                    <a:pt x="1309349" y="0"/>
                  </a:lnTo>
                  <a:lnTo>
                    <a:pt x="1305070" y="0"/>
                  </a:lnTo>
                  <a:lnTo>
                    <a:pt x="1300791" y="0"/>
                  </a:lnTo>
                  <a:lnTo>
                    <a:pt x="1296512" y="0"/>
                  </a:lnTo>
                  <a:lnTo>
                    <a:pt x="1292233" y="0"/>
                  </a:lnTo>
                  <a:lnTo>
                    <a:pt x="1287954" y="0"/>
                  </a:lnTo>
                  <a:lnTo>
                    <a:pt x="1283675" y="0"/>
                  </a:lnTo>
                  <a:lnTo>
                    <a:pt x="1279397" y="0"/>
                  </a:lnTo>
                  <a:lnTo>
                    <a:pt x="1275118" y="0"/>
                  </a:lnTo>
                  <a:lnTo>
                    <a:pt x="1270839" y="0"/>
                  </a:lnTo>
                  <a:lnTo>
                    <a:pt x="1266560" y="0"/>
                  </a:lnTo>
                  <a:lnTo>
                    <a:pt x="1262281" y="0"/>
                  </a:lnTo>
                  <a:lnTo>
                    <a:pt x="1258002" y="0"/>
                  </a:lnTo>
                  <a:lnTo>
                    <a:pt x="1253723" y="0"/>
                  </a:lnTo>
                  <a:lnTo>
                    <a:pt x="1249444" y="0"/>
                  </a:lnTo>
                  <a:lnTo>
                    <a:pt x="1245165" y="0"/>
                  </a:lnTo>
                  <a:lnTo>
                    <a:pt x="1240886" y="0"/>
                  </a:lnTo>
                  <a:lnTo>
                    <a:pt x="1236607" y="0"/>
                  </a:lnTo>
                  <a:lnTo>
                    <a:pt x="1232328" y="0"/>
                  </a:lnTo>
                  <a:lnTo>
                    <a:pt x="1228050" y="0"/>
                  </a:lnTo>
                  <a:lnTo>
                    <a:pt x="1223771" y="0"/>
                  </a:lnTo>
                  <a:lnTo>
                    <a:pt x="1219492" y="0"/>
                  </a:lnTo>
                  <a:lnTo>
                    <a:pt x="1215213" y="0"/>
                  </a:lnTo>
                  <a:lnTo>
                    <a:pt x="1210934" y="0"/>
                  </a:lnTo>
                  <a:lnTo>
                    <a:pt x="1206655" y="0"/>
                  </a:lnTo>
                  <a:lnTo>
                    <a:pt x="1202376" y="0"/>
                  </a:lnTo>
                  <a:lnTo>
                    <a:pt x="1198097" y="0"/>
                  </a:lnTo>
                  <a:lnTo>
                    <a:pt x="1193818" y="0"/>
                  </a:lnTo>
                  <a:lnTo>
                    <a:pt x="1189539" y="0"/>
                  </a:lnTo>
                  <a:lnTo>
                    <a:pt x="1185260" y="0"/>
                  </a:lnTo>
                  <a:lnTo>
                    <a:pt x="1180981" y="0"/>
                  </a:lnTo>
                  <a:lnTo>
                    <a:pt x="1176702" y="0"/>
                  </a:lnTo>
                  <a:lnTo>
                    <a:pt x="1172424" y="0"/>
                  </a:lnTo>
                  <a:lnTo>
                    <a:pt x="1168145" y="0"/>
                  </a:lnTo>
                  <a:lnTo>
                    <a:pt x="1163866" y="0"/>
                  </a:lnTo>
                  <a:lnTo>
                    <a:pt x="1159587" y="0"/>
                  </a:lnTo>
                  <a:lnTo>
                    <a:pt x="1155308" y="0"/>
                  </a:lnTo>
                  <a:lnTo>
                    <a:pt x="1151029" y="0"/>
                  </a:lnTo>
                  <a:lnTo>
                    <a:pt x="1146750" y="0"/>
                  </a:lnTo>
                  <a:lnTo>
                    <a:pt x="1142471" y="0"/>
                  </a:lnTo>
                  <a:lnTo>
                    <a:pt x="1138192" y="0"/>
                  </a:lnTo>
                  <a:lnTo>
                    <a:pt x="1133913" y="0"/>
                  </a:lnTo>
                  <a:lnTo>
                    <a:pt x="1129634" y="0"/>
                  </a:lnTo>
                  <a:lnTo>
                    <a:pt x="1125355" y="0"/>
                  </a:lnTo>
                  <a:lnTo>
                    <a:pt x="1121077" y="0"/>
                  </a:lnTo>
                  <a:lnTo>
                    <a:pt x="1116798" y="0"/>
                  </a:lnTo>
                  <a:lnTo>
                    <a:pt x="1112519" y="0"/>
                  </a:lnTo>
                  <a:lnTo>
                    <a:pt x="1108240" y="0"/>
                  </a:lnTo>
                  <a:lnTo>
                    <a:pt x="1103961" y="0"/>
                  </a:lnTo>
                  <a:lnTo>
                    <a:pt x="1099682" y="0"/>
                  </a:lnTo>
                  <a:lnTo>
                    <a:pt x="1095403" y="0"/>
                  </a:lnTo>
                  <a:lnTo>
                    <a:pt x="1091124" y="0"/>
                  </a:lnTo>
                  <a:lnTo>
                    <a:pt x="1086845" y="0"/>
                  </a:lnTo>
                  <a:lnTo>
                    <a:pt x="1082566" y="0"/>
                  </a:lnTo>
                  <a:lnTo>
                    <a:pt x="1078287" y="0"/>
                  </a:lnTo>
                  <a:lnTo>
                    <a:pt x="1074008" y="0"/>
                  </a:lnTo>
                  <a:lnTo>
                    <a:pt x="1069729" y="0"/>
                  </a:lnTo>
                  <a:lnTo>
                    <a:pt x="1065451" y="0"/>
                  </a:lnTo>
                  <a:lnTo>
                    <a:pt x="1061172" y="0"/>
                  </a:lnTo>
                  <a:lnTo>
                    <a:pt x="1056893" y="0"/>
                  </a:lnTo>
                  <a:lnTo>
                    <a:pt x="1052614" y="0"/>
                  </a:lnTo>
                  <a:lnTo>
                    <a:pt x="1048335" y="0"/>
                  </a:lnTo>
                  <a:lnTo>
                    <a:pt x="1044056" y="0"/>
                  </a:lnTo>
                  <a:lnTo>
                    <a:pt x="1039777" y="0"/>
                  </a:lnTo>
                  <a:lnTo>
                    <a:pt x="1035498" y="0"/>
                  </a:lnTo>
                  <a:lnTo>
                    <a:pt x="1031219" y="0"/>
                  </a:lnTo>
                  <a:lnTo>
                    <a:pt x="1026940" y="0"/>
                  </a:lnTo>
                  <a:lnTo>
                    <a:pt x="1022661" y="0"/>
                  </a:lnTo>
                  <a:lnTo>
                    <a:pt x="1018382" y="0"/>
                  </a:lnTo>
                  <a:lnTo>
                    <a:pt x="1014104" y="0"/>
                  </a:lnTo>
                  <a:lnTo>
                    <a:pt x="1009825" y="0"/>
                  </a:lnTo>
                  <a:lnTo>
                    <a:pt x="1005546" y="0"/>
                  </a:lnTo>
                  <a:lnTo>
                    <a:pt x="1001267" y="0"/>
                  </a:lnTo>
                  <a:lnTo>
                    <a:pt x="996988" y="0"/>
                  </a:lnTo>
                  <a:lnTo>
                    <a:pt x="992709" y="0"/>
                  </a:lnTo>
                  <a:lnTo>
                    <a:pt x="988430" y="0"/>
                  </a:lnTo>
                  <a:lnTo>
                    <a:pt x="984151" y="0"/>
                  </a:lnTo>
                  <a:lnTo>
                    <a:pt x="979872" y="0"/>
                  </a:lnTo>
                  <a:lnTo>
                    <a:pt x="975593" y="0"/>
                  </a:lnTo>
                  <a:lnTo>
                    <a:pt x="971314" y="0"/>
                  </a:lnTo>
                  <a:lnTo>
                    <a:pt x="967035" y="0"/>
                  </a:lnTo>
                  <a:lnTo>
                    <a:pt x="962756" y="0"/>
                  </a:lnTo>
                  <a:lnTo>
                    <a:pt x="958478" y="0"/>
                  </a:lnTo>
                  <a:lnTo>
                    <a:pt x="954199" y="0"/>
                  </a:lnTo>
                  <a:lnTo>
                    <a:pt x="949920" y="0"/>
                  </a:lnTo>
                  <a:lnTo>
                    <a:pt x="945641" y="0"/>
                  </a:lnTo>
                  <a:lnTo>
                    <a:pt x="941362" y="0"/>
                  </a:lnTo>
                  <a:lnTo>
                    <a:pt x="937083" y="0"/>
                  </a:lnTo>
                  <a:lnTo>
                    <a:pt x="932804" y="0"/>
                  </a:lnTo>
                  <a:lnTo>
                    <a:pt x="928525" y="0"/>
                  </a:lnTo>
                  <a:lnTo>
                    <a:pt x="924246" y="0"/>
                  </a:lnTo>
                  <a:lnTo>
                    <a:pt x="919967" y="0"/>
                  </a:lnTo>
                  <a:lnTo>
                    <a:pt x="915688" y="0"/>
                  </a:lnTo>
                  <a:lnTo>
                    <a:pt x="911409" y="0"/>
                  </a:lnTo>
                  <a:lnTo>
                    <a:pt x="907131" y="0"/>
                  </a:lnTo>
                  <a:lnTo>
                    <a:pt x="902852" y="0"/>
                  </a:lnTo>
                  <a:lnTo>
                    <a:pt x="898573" y="0"/>
                  </a:lnTo>
                  <a:lnTo>
                    <a:pt x="894294" y="0"/>
                  </a:lnTo>
                  <a:lnTo>
                    <a:pt x="890015" y="0"/>
                  </a:lnTo>
                  <a:lnTo>
                    <a:pt x="885736" y="0"/>
                  </a:lnTo>
                  <a:lnTo>
                    <a:pt x="881457" y="0"/>
                  </a:lnTo>
                  <a:lnTo>
                    <a:pt x="877178" y="0"/>
                  </a:lnTo>
                  <a:lnTo>
                    <a:pt x="872899" y="0"/>
                  </a:lnTo>
                  <a:lnTo>
                    <a:pt x="868620" y="0"/>
                  </a:lnTo>
                  <a:lnTo>
                    <a:pt x="864341" y="0"/>
                  </a:lnTo>
                  <a:lnTo>
                    <a:pt x="860062" y="0"/>
                  </a:lnTo>
                  <a:lnTo>
                    <a:pt x="855783" y="0"/>
                  </a:lnTo>
                  <a:lnTo>
                    <a:pt x="851505" y="0"/>
                  </a:lnTo>
                  <a:lnTo>
                    <a:pt x="847226" y="0"/>
                  </a:lnTo>
                  <a:lnTo>
                    <a:pt x="842947" y="0"/>
                  </a:lnTo>
                  <a:lnTo>
                    <a:pt x="838668" y="0"/>
                  </a:lnTo>
                  <a:lnTo>
                    <a:pt x="834389" y="0"/>
                  </a:lnTo>
                  <a:lnTo>
                    <a:pt x="830110" y="0"/>
                  </a:lnTo>
                  <a:lnTo>
                    <a:pt x="825831" y="0"/>
                  </a:lnTo>
                  <a:lnTo>
                    <a:pt x="821552" y="0"/>
                  </a:lnTo>
                  <a:lnTo>
                    <a:pt x="817273" y="0"/>
                  </a:lnTo>
                  <a:lnTo>
                    <a:pt x="812994" y="0"/>
                  </a:lnTo>
                  <a:lnTo>
                    <a:pt x="808715" y="0"/>
                  </a:lnTo>
                  <a:lnTo>
                    <a:pt x="804436" y="0"/>
                  </a:lnTo>
                  <a:lnTo>
                    <a:pt x="800158" y="0"/>
                  </a:lnTo>
                  <a:lnTo>
                    <a:pt x="795879" y="0"/>
                  </a:lnTo>
                  <a:lnTo>
                    <a:pt x="791600" y="0"/>
                  </a:lnTo>
                  <a:lnTo>
                    <a:pt x="787321" y="0"/>
                  </a:lnTo>
                  <a:lnTo>
                    <a:pt x="783042" y="0"/>
                  </a:lnTo>
                  <a:lnTo>
                    <a:pt x="778763" y="0"/>
                  </a:lnTo>
                  <a:lnTo>
                    <a:pt x="774484" y="0"/>
                  </a:lnTo>
                  <a:lnTo>
                    <a:pt x="770205" y="0"/>
                  </a:lnTo>
                  <a:lnTo>
                    <a:pt x="765926" y="0"/>
                  </a:lnTo>
                  <a:lnTo>
                    <a:pt x="761647" y="0"/>
                  </a:lnTo>
                  <a:lnTo>
                    <a:pt x="757368" y="0"/>
                  </a:lnTo>
                  <a:lnTo>
                    <a:pt x="753089" y="0"/>
                  </a:lnTo>
                  <a:lnTo>
                    <a:pt x="748810" y="0"/>
                  </a:lnTo>
                  <a:lnTo>
                    <a:pt x="744532" y="0"/>
                  </a:lnTo>
                  <a:lnTo>
                    <a:pt x="740253" y="0"/>
                  </a:lnTo>
                  <a:lnTo>
                    <a:pt x="735974" y="0"/>
                  </a:lnTo>
                  <a:lnTo>
                    <a:pt x="731695" y="0"/>
                  </a:lnTo>
                  <a:lnTo>
                    <a:pt x="727416" y="0"/>
                  </a:lnTo>
                  <a:lnTo>
                    <a:pt x="723137" y="0"/>
                  </a:lnTo>
                  <a:lnTo>
                    <a:pt x="718858" y="0"/>
                  </a:lnTo>
                  <a:lnTo>
                    <a:pt x="714579" y="0"/>
                  </a:lnTo>
                  <a:lnTo>
                    <a:pt x="710300" y="0"/>
                  </a:lnTo>
                  <a:lnTo>
                    <a:pt x="706021" y="0"/>
                  </a:lnTo>
                  <a:lnTo>
                    <a:pt x="701742" y="0"/>
                  </a:lnTo>
                  <a:lnTo>
                    <a:pt x="697463" y="0"/>
                  </a:lnTo>
                  <a:lnTo>
                    <a:pt x="693185" y="0"/>
                  </a:lnTo>
                  <a:lnTo>
                    <a:pt x="688906" y="0"/>
                  </a:lnTo>
                  <a:lnTo>
                    <a:pt x="684627" y="0"/>
                  </a:lnTo>
                  <a:lnTo>
                    <a:pt x="680348" y="0"/>
                  </a:lnTo>
                  <a:lnTo>
                    <a:pt x="676069" y="0"/>
                  </a:lnTo>
                  <a:lnTo>
                    <a:pt x="671790" y="0"/>
                  </a:lnTo>
                  <a:lnTo>
                    <a:pt x="667511" y="0"/>
                  </a:lnTo>
                  <a:lnTo>
                    <a:pt x="663232" y="0"/>
                  </a:lnTo>
                  <a:lnTo>
                    <a:pt x="658953" y="0"/>
                  </a:lnTo>
                  <a:lnTo>
                    <a:pt x="654674" y="0"/>
                  </a:lnTo>
                  <a:lnTo>
                    <a:pt x="650395" y="0"/>
                  </a:lnTo>
                  <a:lnTo>
                    <a:pt x="646116" y="0"/>
                  </a:lnTo>
                  <a:lnTo>
                    <a:pt x="641837" y="0"/>
                  </a:lnTo>
                  <a:lnTo>
                    <a:pt x="637559" y="0"/>
                  </a:lnTo>
                  <a:lnTo>
                    <a:pt x="633280" y="0"/>
                  </a:lnTo>
                  <a:lnTo>
                    <a:pt x="629001" y="0"/>
                  </a:lnTo>
                  <a:lnTo>
                    <a:pt x="624722" y="0"/>
                  </a:lnTo>
                  <a:lnTo>
                    <a:pt x="620443" y="0"/>
                  </a:lnTo>
                  <a:lnTo>
                    <a:pt x="616164" y="0"/>
                  </a:lnTo>
                  <a:lnTo>
                    <a:pt x="611885" y="0"/>
                  </a:lnTo>
                  <a:lnTo>
                    <a:pt x="607606" y="0"/>
                  </a:lnTo>
                  <a:lnTo>
                    <a:pt x="603327" y="0"/>
                  </a:lnTo>
                  <a:lnTo>
                    <a:pt x="599048" y="0"/>
                  </a:lnTo>
                  <a:lnTo>
                    <a:pt x="594769" y="0"/>
                  </a:lnTo>
                  <a:lnTo>
                    <a:pt x="590490" y="0"/>
                  </a:lnTo>
                  <a:lnTo>
                    <a:pt x="586212" y="0"/>
                  </a:lnTo>
                  <a:lnTo>
                    <a:pt x="581933" y="0"/>
                  </a:lnTo>
                  <a:lnTo>
                    <a:pt x="577654" y="0"/>
                  </a:lnTo>
                  <a:lnTo>
                    <a:pt x="573375" y="0"/>
                  </a:lnTo>
                  <a:lnTo>
                    <a:pt x="569096" y="0"/>
                  </a:lnTo>
                  <a:lnTo>
                    <a:pt x="564817" y="0"/>
                  </a:lnTo>
                  <a:lnTo>
                    <a:pt x="560538" y="0"/>
                  </a:lnTo>
                  <a:lnTo>
                    <a:pt x="556259" y="0"/>
                  </a:lnTo>
                  <a:lnTo>
                    <a:pt x="551980" y="0"/>
                  </a:lnTo>
                  <a:lnTo>
                    <a:pt x="547701" y="0"/>
                  </a:lnTo>
                  <a:lnTo>
                    <a:pt x="543422" y="0"/>
                  </a:lnTo>
                  <a:lnTo>
                    <a:pt x="539143" y="0"/>
                  </a:lnTo>
                  <a:lnTo>
                    <a:pt x="534864" y="0"/>
                  </a:lnTo>
                  <a:lnTo>
                    <a:pt x="530586" y="0"/>
                  </a:lnTo>
                  <a:lnTo>
                    <a:pt x="526307" y="0"/>
                  </a:lnTo>
                  <a:lnTo>
                    <a:pt x="522028" y="0"/>
                  </a:lnTo>
                  <a:lnTo>
                    <a:pt x="517749" y="0"/>
                  </a:lnTo>
                  <a:lnTo>
                    <a:pt x="513470" y="0"/>
                  </a:lnTo>
                  <a:lnTo>
                    <a:pt x="509191" y="0"/>
                  </a:lnTo>
                  <a:lnTo>
                    <a:pt x="504912" y="0"/>
                  </a:lnTo>
                  <a:lnTo>
                    <a:pt x="500633" y="0"/>
                  </a:lnTo>
                  <a:lnTo>
                    <a:pt x="496354" y="0"/>
                  </a:lnTo>
                  <a:lnTo>
                    <a:pt x="492075" y="0"/>
                  </a:lnTo>
                  <a:lnTo>
                    <a:pt x="487796" y="0"/>
                  </a:lnTo>
                  <a:lnTo>
                    <a:pt x="483517" y="0"/>
                  </a:lnTo>
                  <a:lnTo>
                    <a:pt x="479239" y="0"/>
                  </a:lnTo>
                  <a:lnTo>
                    <a:pt x="474960" y="0"/>
                  </a:lnTo>
                  <a:lnTo>
                    <a:pt x="470681" y="0"/>
                  </a:lnTo>
                  <a:lnTo>
                    <a:pt x="466402" y="0"/>
                  </a:lnTo>
                  <a:lnTo>
                    <a:pt x="462123" y="0"/>
                  </a:lnTo>
                  <a:lnTo>
                    <a:pt x="457844" y="0"/>
                  </a:lnTo>
                  <a:lnTo>
                    <a:pt x="453565" y="0"/>
                  </a:lnTo>
                  <a:lnTo>
                    <a:pt x="449286" y="0"/>
                  </a:lnTo>
                  <a:lnTo>
                    <a:pt x="445007" y="0"/>
                  </a:lnTo>
                  <a:lnTo>
                    <a:pt x="440728" y="0"/>
                  </a:lnTo>
                  <a:lnTo>
                    <a:pt x="436449" y="0"/>
                  </a:lnTo>
                  <a:lnTo>
                    <a:pt x="432170" y="0"/>
                  </a:lnTo>
                  <a:lnTo>
                    <a:pt x="427891" y="0"/>
                  </a:lnTo>
                  <a:lnTo>
                    <a:pt x="423613" y="0"/>
                  </a:lnTo>
                  <a:lnTo>
                    <a:pt x="419334" y="0"/>
                  </a:lnTo>
                  <a:lnTo>
                    <a:pt x="415055" y="0"/>
                  </a:lnTo>
                  <a:lnTo>
                    <a:pt x="410776" y="0"/>
                  </a:lnTo>
                  <a:lnTo>
                    <a:pt x="406497" y="0"/>
                  </a:lnTo>
                  <a:lnTo>
                    <a:pt x="402218" y="0"/>
                  </a:lnTo>
                  <a:lnTo>
                    <a:pt x="397939" y="0"/>
                  </a:lnTo>
                  <a:lnTo>
                    <a:pt x="393660" y="0"/>
                  </a:lnTo>
                  <a:lnTo>
                    <a:pt x="389381" y="0"/>
                  </a:lnTo>
                  <a:lnTo>
                    <a:pt x="385102" y="0"/>
                  </a:lnTo>
                  <a:lnTo>
                    <a:pt x="380823" y="0"/>
                  </a:lnTo>
                  <a:lnTo>
                    <a:pt x="376544" y="0"/>
                  </a:lnTo>
                  <a:lnTo>
                    <a:pt x="372266" y="0"/>
                  </a:lnTo>
                  <a:lnTo>
                    <a:pt x="367987" y="0"/>
                  </a:lnTo>
                  <a:lnTo>
                    <a:pt x="363708" y="0"/>
                  </a:lnTo>
                  <a:lnTo>
                    <a:pt x="359429" y="0"/>
                  </a:lnTo>
                  <a:lnTo>
                    <a:pt x="355150" y="0"/>
                  </a:lnTo>
                  <a:lnTo>
                    <a:pt x="350871" y="0"/>
                  </a:lnTo>
                  <a:lnTo>
                    <a:pt x="346592" y="0"/>
                  </a:lnTo>
                  <a:lnTo>
                    <a:pt x="342313" y="0"/>
                  </a:lnTo>
                  <a:lnTo>
                    <a:pt x="338034" y="0"/>
                  </a:lnTo>
                  <a:lnTo>
                    <a:pt x="333755" y="0"/>
                  </a:lnTo>
                  <a:lnTo>
                    <a:pt x="329476" y="0"/>
                  </a:lnTo>
                  <a:lnTo>
                    <a:pt x="325197" y="0"/>
                  </a:lnTo>
                  <a:lnTo>
                    <a:pt x="320918" y="0"/>
                  </a:lnTo>
                  <a:lnTo>
                    <a:pt x="316640" y="0"/>
                  </a:lnTo>
                  <a:lnTo>
                    <a:pt x="312361" y="0"/>
                  </a:lnTo>
                  <a:lnTo>
                    <a:pt x="308082" y="0"/>
                  </a:lnTo>
                  <a:lnTo>
                    <a:pt x="303803" y="0"/>
                  </a:lnTo>
                  <a:lnTo>
                    <a:pt x="299524" y="0"/>
                  </a:lnTo>
                  <a:lnTo>
                    <a:pt x="295245" y="0"/>
                  </a:lnTo>
                  <a:lnTo>
                    <a:pt x="290966" y="0"/>
                  </a:lnTo>
                  <a:lnTo>
                    <a:pt x="286687" y="0"/>
                  </a:lnTo>
                  <a:lnTo>
                    <a:pt x="282408" y="0"/>
                  </a:lnTo>
                  <a:lnTo>
                    <a:pt x="278129" y="0"/>
                  </a:lnTo>
                  <a:lnTo>
                    <a:pt x="273850" y="0"/>
                  </a:lnTo>
                  <a:lnTo>
                    <a:pt x="269571" y="0"/>
                  </a:lnTo>
                  <a:lnTo>
                    <a:pt x="265293" y="0"/>
                  </a:lnTo>
                  <a:lnTo>
                    <a:pt x="261014" y="0"/>
                  </a:lnTo>
                  <a:lnTo>
                    <a:pt x="256735" y="0"/>
                  </a:lnTo>
                  <a:lnTo>
                    <a:pt x="252456" y="0"/>
                  </a:lnTo>
                  <a:lnTo>
                    <a:pt x="248177" y="0"/>
                  </a:lnTo>
                  <a:lnTo>
                    <a:pt x="243898" y="0"/>
                  </a:lnTo>
                  <a:lnTo>
                    <a:pt x="239619" y="0"/>
                  </a:lnTo>
                  <a:lnTo>
                    <a:pt x="235340" y="0"/>
                  </a:lnTo>
                  <a:lnTo>
                    <a:pt x="231061" y="0"/>
                  </a:lnTo>
                  <a:lnTo>
                    <a:pt x="226782" y="0"/>
                  </a:lnTo>
                  <a:lnTo>
                    <a:pt x="222503" y="0"/>
                  </a:lnTo>
                  <a:lnTo>
                    <a:pt x="218224" y="0"/>
                  </a:lnTo>
                  <a:lnTo>
                    <a:pt x="213945" y="0"/>
                  </a:lnTo>
                  <a:lnTo>
                    <a:pt x="209667" y="0"/>
                  </a:lnTo>
                  <a:lnTo>
                    <a:pt x="205388" y="0"/>
                  </a:lnTo>
                  <a:lnTo>
                    <a:pt x="201109" y="0"/>
                  </a:lnTo>
                  <a:lnTo>
                    <a:pt x="196830" y="0"/>
                  </a:lnTo>
                  <a:lnTo>
                    <a:pt x="192551" y="0"/>
                  </a:lnTo>
                  <a:lnTo>
                    <a:pt x="188272" y="0"/>
                  </a:lnTo>
                  <a:lnTo>
                    <a:pt x="183993" y="0"/>
                  </a:lnTo>
                  <a:lnTo>
                    <a:pt x="179714" y="0"/>
                  </a:lnTo>
                  <a:lnTo>
                    <a:pt x="175435" y="0"/>
                  </a:lnTo>
                  <a:lnTo>
                    <a:pt x="171156" y="0"/>
                  </a:lnTo>
                  <a:lnTo>
                    <a:pt x="166877" y="0"/>
                  </a:lnTo>
                  <a:lnTo>
                    <a:pt x="162598" y="0"/>
                  </a:lnTo>
                  <a:lnTo>
                    <a:pt x="158320" y="0"/>
                  </a:lnTo>
                  <a:lnTo>
                    <a:pt x="154041" y="0"/>
                  </a:lnTo>
                  <a:lnTo>
                    <a:pt x="149762" y="0"/>
                  </a:lnTo>
                  <a:lnTo>
                    <a:pt x="145483" y="0"/>
                  </a:lnTo>
                  <a:lnTo>
                    <a:pt x="141204" y="0"/>
                  </a:lnTo>
                  <a:lnTo>
                    <a:pt x="136925" y="0"/>
                  </a:lnTo>
                  <a:lnTo>
                    <a:pt x="132646" y="0"/>
                  </a:lnTo>
                  <a:lnTo>
                    <a:pt x="128367" y="0"/>
                  </a:lnTo>
                  <a:lnTo>
                    <a:pt x="124088" y="0"/>
                  </a:lnTo>
                  <a:lnTo>
                    <a:pt x="119809" y="0"/>
                  </a:lnTo>
                  <a:lnTo>
                    <a:pt x="115530" y="0"/>
                  </a:lnTo>
                  <a:lnTo>
                    <a:pt x="111251" y="0"/>
                  </a:lnTo>
                  <a:lnTo>
                    <a:pt x="106972" y="0"/>
                  </a:lnTo>
                  <a:lnTo>
                    <a:pt x="102694" y="0"/>
                  </a:lnTo>
                  <a:lnTo>
                    <a:pt x="98415" y="0"/>
                  </a:lnTo>
                  <a:lnTo>
                    <a:pt x="94136" y="0"/>
                  </a:lnTo>
                  <a:lnTo>
                    <a:pt x="89857" y="0"/>
                  </a:lnTo>
                  <a:lnTo>
                    <a:pt x="85578" y="0"/>
                  </a:lnTo>
                  <a:lnTo>
                    <a:pt x="81299" y="0"/>
                  </a:lnTo>
                  <a:lnTo>
                    <a:pt x="77020" y="0"/>
                  </a:lnTo>
                  <a:lnTo>
                    <a:pt x="72741" y="0"/>
                  </a:lnTo>
                  <a:lnTo>
                    <a:pt x="68462" y="0"/>
                  </a:lnTo>
                  <a:lnTo>
                    <a:pt x="64183" y="0"/>
                  </a:lnTo>
                  <a:lnTo>
                    <a:pt x="59904" y="0"/>
                  </a:lnTo>
                  <a:lnTo>
                    <a:pt x="55625" y="0"/>
                  </a:lnTo>
                  <a:lnTo>
                    <a:pt x="51347" y="0"/>
                  </a:lnTo>
                  <a:lnTo>
                    <a:pt x="47068" y="0"/>
                  </a:lnTo>
                  <a:lnTo>
                    <a:pt x="42789" y="0"/>
                  </a:lnTo>
                  <a:lnTo>
                    <a:pt x="38510" y="0"/>
                  </a:lnTo>
                  <a:lnTo>
                    <a:pt x="34231" y="0"/>
                  </a:lnTo>
                  <a:lnTo>
                    <a:pt x="29952" y="0"/>
                  </a:lnTo>
                  <a:lnTo>
                    <a:pt x="25673" y="0"/>
                  </a:lnTo>
                  <a:lnTo>
                    <a:pt x="21394" y="0"/>
                  </a:lnTo>
                  <a:lnTo>
                    <a:pt x="17115" y="0"/>
                  </a:lnTo>
                  <a:lnTo>
                    <a:pt x="12836" y="0"/>
                  </a:lnTo>
                  <a:lnTo>
                    <a:pt x="8557" y="0"/>
                  </a:lnTo>
                  <a:lnTo>
                    <a:pt x="4278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4934" y="544020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11199" y="6222259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11199" y="554507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11199" y="4872413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11199" y="419364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11199" y="351792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410140" y="62645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10140" y="55888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10140" y="49131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10140" y="42374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10140" y="35617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85697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99643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13589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27535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157255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52100000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71201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52200000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585147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52300000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99093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52400000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2026-03-09T09:13:36Z</dcterms:modified>
  <cp:category/>
</cp:coreProperties>
</file>